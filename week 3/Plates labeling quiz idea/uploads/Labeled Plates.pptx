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2" roundtripDataSignature="AMtx7mh7AHytLfnmw/K10uWtGmmlUTbx+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B4FD67-0BCD-604B-838A-CFF723EC2E98}" v="1" dt="2023-08-06T15:28:01.685"/>
    <p1510:client id="{4BCCE432-C473-5698-0422-3CD4F9C3B9A0}" v="2" dt="2023-08-05T22:19:27.0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customschemas.google.com/relationships/presentationmetadata" Target="metadata"/><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imes"/>
                <a:ea typeface="Times"/>
                <a:cs typeface="Times"/>
                <a:sym typeface="Time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imes"/>
                <a:ea typeface="Times"/>
                <a:cs typeface="Times"/>
                <a:sym typeface="Time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imes"/>
                <a:ea typeface="Times"/>
                <a:cs typeface="Times"/>
                <a:sym typeface="Time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Times"/>
                <a:ea typeface="Times"/>
                <a:cs typeface="Times"/>
                <a:sym typeface="Times"/>
              </a:rPr>
              <a:t>‹#›</a:t>
            </a:fld>
            <a:endParaRPr sz="1200" b="0" i="0" u="none" strike="noStrike" cap="none">
              <a:solidFill>
                <a:schemeClr val="dk1"/>
              </a:solidFill>
              <a:latin typeface="Times"/>
              <a:ea typeface="Times"/>
              <a:cs typeface="Times"/>
              <a:sym typeface="Time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Plate One= Sacral</a:t>
            </a:r>
            <a:endParaRPr/>
          </a:p>
          <a:p>
            <a:pPr marL="0" lvl="0" indent="0" algn="l" rtl="0">
              <a:lnSpc>
                <a:spcPct val="100000"/>
              </a:lnSpc>
              <a:spcBef>
                <a:spcPts val="0"/>
              </a:spcBef>
              <a:spcAft>
                <a:spcPts val="0"/>
              </a:spcAft>
              <a:buSzPts val="1400"/>
              <a:buNone/>
            </a:pPr>
            <a:r>
              <a:rPr lang="en-US"/>
              <a:t>Fasciculus Gracilis= I/L 2PV to LE</a:t>
            </a:r>
            <a:endParaRPr/>
          </a:p>
          <a:p>
            <a:pPr marL="0" lvl="0" indent="0" algn="l" rtl="0">
              <a:lnSpc>
                <a:spcPct val="100000"/>
              </a:lnSpc>
              <a:spcBef>
                <a:spcPts val="0"/>
              </a:spcBef>
              <a:spcAft>
                <a:spcPts val="0"/>
              </a:spcAft>
              <a:buSzPts val="1400"/>
              <a:buNone/>
            </a:pPr>
            <a:r>
              <a:rPr lang="en-US"/>
              <a:t>Lateral corticospinal tract= I/L motor</a:t>
            </a:r>
            <a:endParaRPr/>
          </a:p>
          <a:p>
            <a:pPr marL="0" lvl="0" indent="0" algn="l" rtl="0">
              <a:lnSpc>
                <a:spcPct val="100000"/>
              </a:lnSpc>
              <a:spcBef>
                <a:spcPts val="0"/>
              </a:spcBef>
              <a:spcAft>
                <a:spcPts val="0"/>
              </a:spcAft>
              <a:buSzPts val="1400"/>
              <a:buNone/>
            </a:pPr>
            <a:r>
              <a:rPr lang="en-US"/>
              <a:t>Lateral motor nucleus= I/L Appendicular muscles </a:t>
            </a:r>
            <a:endParaRPr/>
          </a:p>
          <a:p>
            <a:pPr marL="0" lvl="0" indent="0" algn="l" rtl="0">
              <a:lnSpc>
                <a:spcPct val="100000"/>
              </a:lnSpc>
              <a:spcBef>
                <a:spcPts val="0"/>
              </a:spcBef>
              <a:spcAft>
                <a:spcPts val="0"/>
              </a:spcAft>
              <a:buSzPts val="1400"/>
              <a:buNone/>
            </a:pPr>
            <a:r>
              <a:rPr lang="en-US"/>
              <a:t>Medial motor nucleus= I/L Axial muscles</a:t>
            </a:r>
            <a:endParaRPr/>
          </a:p>
          <a:p>
            <a:pPr marL="0" lvl="0" indent="0" algn="l" rtl="0">
              <a:lnSpc>
                <a:spcPct val="100000"/>
              </a:lnSpc>
              <a:spcBef>
                <a:spcPts val="0"/>
              </a:spcBef>
              <a:spcAft>
                <a:spcPts val="0"/>
              </a:spcAft>
              <a:buSzPts val="1400"/>
              <a:buNone/>
            </a:pPr>
            <a:r>
              <a:rPr lang="en-US"/>
              <a:t>Medullary Reticulospinal Tract= I/L Facilitates flexors </a:t>
            </a:r>
            <a:endParaRPr/>
          </a:p>
          <a:p>
            <a:pPr marL="0" lvl="0" indent="0" algn="l" rtl="0">
              <a:lnSpc>
                <a:spcPct val="100000"/>
              </a:lnSpc>
              <a:spcBef>
                <a:spcPts val="0"/>
              </a:spcBef>
              <a:spcAft>
                <a:spcPts val="0"/>
              </a:spcAft>
              <a:buSzPts val="1400"/>
              <a:buNone/>
            </a:pPr>
            <a:r>
              <a:rPr lang="en-US"/>
              <a:t>ALS= C/L protopathic </a:t>
            </a:r>
            <a:endParaRPr/>
          </a:p>
          <a:p>
            <a:pPr marL="0" lvl="0" indent="0" algn="l" rtl="0">
              <a:lnSpc>
                <a:spcPct val="100000"/>
              </a:lnSpc>
              <a:spcBef>
                <a:spcPts val="0"/>
              </a:spcBef>
              <a:spcAft>
                <a:spcPts val="0"/>
              </a:spcAft>
              <a:buSzPts val="1400"/>
              <a:buNone/>
            </a:pPr>
            <a:r>
              <a:rPr lang="en-US"/>
              <a:t>Propriospinal tract= burning pain, itch and warming</a:t>
            </a:r>
            <a:endParaRPr/>
          </a:p>
          <a:p>
            <a:pPr marL="0" lvl="0" indent="0" algn="l" rtl="0">
              <a:lnSpc>
                <a:spcPct val="100000"/>
              </a:lnSpc>
              <a:spcBef>
                <a:spcPts val="0"/>
              </a:spcBef>
              <a:spcAft>
                <a:spcPts val="0"/>
              </a:spcAft>
              <a:buSzPts val="1400"/>
              <a:buNone/>
            </a:pPr>
            <a:r>
              <a:rPr lang="en-US"/>
              <a:t>Pontine reticulospinal tract= I/L facilitates exentsion</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*Anterior white commisure= only pain/temp AT THAT LE EL</a:t>
            </a:r>
            <a:endParaRPr/>
          </a:p>
          <a:p>
            <a:pPr marL="0" lvl="0" indent="0" algn="l" rtl="0">
              <a:lnSpc>
                <a:spcPct val="100000"/>
              </a:lnSpc>
              <a:spcBef>
                <a:spcPts val="0"/>
              </a:spcBef>
              <a:spcAft>
                <a:spcPts val="0"/>
              </a:spcAft>
              <a:buSzPts val="1400"/>
              <a:buNone/>
            </a:pPr>
            <a:endParaRPr/>
          </a:p>
        </p:txBody>
      </p:sp>
      <p:sp>
        <p:nvSpPr>
          <p:cNvPr id="162" name="Google Shape;162;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b="1"/>
              <a:t>NEW</a:t>
            </a:r>
            <a:endParaRPr/>
          </a:p>
          <a:p>
            <a:pPr marL="0" lvl="0" indent="0" algn="l" rtl="0">
              <a:lnSpc>
                <a:spcPct val="100000"/>
              </a:lnSpc>
              <a:spcBef>
                <a:spcPts val="0"/>
              </a:spcBef>
              <a:spcAft>
                <a:spcPts val="0"/>
              </a:spcAft>
              <a:buSzPts val="1400"/>
              <a:buNone/>
            </a:pPr>
            <a:r>
              <a:rPr lang="en-US" b="0"/>
              <a:t>Dorsalateral Funiculus- I/L Protopathic sensation </a:t>
            </a:r>
            <a:endParaRPr/>
          </a:p>
          <a:p>
            <a:pPr marL="0" marR="0" lvl="0" indent="0" algn="l" rtl="0">
              <a:lnSpc>
                <a:spcPct val="100000"/>
              </a:lnSpc>
              <a:spcBef>
                <a:spcPts val="0"/>
              </a:spcBef>
              <a:spcAft>
                <a:spcPts val="0"/>
              </a:spcAft>
              <a:buClr>
                <a:schemeClr val="dk1"/>
              </a:buClr>
              <a:buSzPts val="1200"/>
              <a:buFont typeface="Calibri"/>
              <a:buNone/>
            </a:pPr>
            <a:r>
              <a:rPr lang="en-US" b="0"/>
              <a:t>Lateral Vestibulospinal Tract- I/L </a:t>
            </a:r>
            <a:r>
              <a:rPr lang="en-US" sz="1200">
                <a:solidFill>
                  <a:schemeClr val="dk1"/>
                </a:solidFill>
                <a:latin typeface="Calibri"/>
                <a:ea typeface="Calibri"/>
                <a:cs typeface="Calibri"/>
                <a:sym typeface="Calibri"/>
              </a:rPr>
              <a:t>facilitate extensors </a:t>
            </a:r>
            <a:endParaRPr b="0"/>
          </a:p>
          <a:p>
            <a:pPr marL="0" lvl="0" indent="0" algn="l" rtl="0">
              <a:lnSpc>
                <a:spcPct val="100000"/>
              </a:lnSpc>
              <a:spcBef>
                <a:spcPts val="0"/>
              </a:spcBef>
              <a:spcAft>
                <a:spcPts val="0"/>
              </a:spcAft>
              <a:buSzPts val="1400"/>
              <a:buNone/>
            </a:pPr>
            <a:r>
              <a:rPr lang="en-US" b="0"/>
              <a:t>Anterior corticospinal tract- I/L axial musculatrue</a:t>
            </a:r>
            <a:endParaRPr b="0"/>
          </a:p>
          <a:p>
            <a:pPr marL="0" lvl="0" indent="0" algn="l" rtl="0">
              <a:lnSpc>
                <a:spcPct val="100000"/>
              </a:lnSpc>
              <a:spcBef>
                <a:spcPts val="0"/>
              </a:spcBef>
              <a:spcAft>
                <a:spcPts val="0"/>
              </a:spcAft>
              <a:buSzPts val="1400"/>
              <a:buNone/>
            </a:pPr>
            <a:endParaRPr b="0"/>
          </a:p>
        </p:txBody>
      </p:sp>
      <p:sp>
        <p:nvSpPr>
          <p:cNvPr id="199" name="Google Shape;199;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 name="Google Shape;242;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b="1"/>
              <a:t>NEW</a:t>
            </a:r>
            <a:endParaRPr/>
          </a:p>
          <a:p>
            <a:pPr marL="0" lvl="0" indent="0" algn="l" rtl="0">
              <a:lnSpc>
                <a:spcPct val="100000"/>
              </a:lnSpc>
              <a:spcBef>
                <a:spcPts val="0"/>
              </a:spcBef>
              <a:spcAft>
                <a:spcPts val="0"/>
              </a:spcAft>
              <a:buSzPts val="1400"/>
              <a:buNone/>
            </a:pPr>
            <a:r>
              <a:rPr lang="en-US"/>
              <a:t>Fasciculus Cuneatus- I/L 2PV UE</a:t>
            </a:r>
            <a:endParaRPr/>
          </a:p>
          <a:p>
            <a:pPr marL="0" lvl="0" indent="0" algn="l" rtl="0">
              <a:lnSpc>
                <a:spcPct val="100000"/>
              </a:lnSpc>
              <a:spcBef>
                <a:spcPts val="0"/>
              </a:spcBef>
              <a:spcAft>
                <a:spcPts val="0"/>
              </a:spcAft>
              <a:buSzPts val="1400"/>
              <a:buNone/>
            </a:pPr>
            <a:r>
              <a:rPr lang="en-US"/>
              <a:t>Dorsal Spinocerebellar Tract- a-alpha fibers from muscle spindle fibes &amp; golgi tendon organs. Propioception- I/L. </a:t>
            </a:r>
            <a:endParaRPr/>
          </a:p>
          <a:p>
            <a:pPr marL="0" lvl="0" indent="0" algn="l" rtl="0">
              <a:lnSpc>
                <a:spcPct val="100000"/>
              </a:lnSpc>
              <a:spcBef>
                <a:spcPts val="0"/>
              </a:spcBef>
              <a:spcAft>
                <a:spcPts val="0"/>
              </a:spcAft>
              <a:buSzPts val="1400"/>
              <a:buNone/>
            </a:pPr>
            <a:r>
              <a:rPr lang="en-US"/>
              <a:t>Rubrospinal Tract- I/L flexors of UE</a:t>
            </a:r>
            <a:endParaRPr/>
          </a:p>
          <a:p>
            <a:pPr marL="0" lvl="0" indent="0" algn="l" rtl="0">
              <a:lnSpc>
                <a:spcPct val="100000"/>
              </a:lnSpc>
              <a:spcBef>
                <a:spcPts val="0"/>
              </a:spcBef>
              <a:spcAft>
                <a:spcPts val="0"/>
              </a:spcAft>
              <a:buSzPts val="1400"/>
              <a:buNone/>
            </a:pPr>
            <a:r>
              <a:rPr lang="en-US"/>
              <a:t>Ventral Spinocerebellar Tract- Propioception I/L </a:t>
            </a:r>
            <a:endParaRPr/>
          </a:p>
          <a:p>
            <a:pPr marL="0" lvl="0" indent="0" algn="l" rtl="0">
              <a:lnSpc>
                <a:spcPct val="100000"/>
              </a:lnSpc>
              <a:spcBef>
                <a:spcPts val="0"/>
              </a:spcBef>
              <a:spcAft>
                <a:spcPts val="0"/>
              </a:spcAft>
              <a:buSzPts val="1400"/>
              <a:buNone/>
            </a:pPr>
            <a:r>
              <a:rPr lang="en-US"/>
              <a:t>Nucleus of Clark- C8-L3= DSCT I/L ataxia</a:t>
            </a:r>
            <a:endParaRPr/>
          </a:p>
        </p:txBody>
      </p:sp>
      <p:sp>
        <p:nvSpPr>
          <p:cNvPr id="243" name="Google Shape;243;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NEW</a:t>
            </a:r>
            <a:endParaRPr/>
          </a:p>
          <a:p>
            <a:pPr marL="0" lvl="0" indent="0" algn="l" rtl="0">
              <a:lnSpc>
                <a:spcPct val="100000"/>
              </a:lnSpc>
              <a:spcBef>
                <a:spcPts val="0"/>
              </a:spcBef>
              <a:spcAft>
                <a:spcPts val="0"/>
              </a:spcAft>
              <a:buSzPts val="1400"/>
              <a:buNone/>
            </a:pPr>
            <a:r>
              <a:rPr lang="en-US" b="1"/>
              <a:t>Medial Longitudinal Fasiculus</a:t>
            </a:r>
            <a:r>
              <a:rPr lang="en-US"/>
              <a:t>= CN VI control over CN III. Internuclear Opthalmopalegia (ipsilateral MR on lateral gaze)</a:t>
            </a:r>
            <a:endParaRPr/>
          </a:p>
        </p:txBody>
      </p:sp>
      <p:sp>
        <p:nvSpPr>
          <p:cNvPr id="289" name="Google Shape;289;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b="1"/>
              <a:t>New</a:t>
            </a:r>
            <a:endParaRPr/>
          </a:p>
          <a:p>
            <a:pPr marL="0" lvl="0" indent="0" algn="l" rtl="0">
              <a:lnSpc>
                <a:spcPct val="100000"/>
              </a:lnSpc>
              <a:spcBef>
                <a:spcPts val="0"/>
              </a:spcBef>
              <a:spcAft>
                <a:spcPts val="0"/>
              </a:spcAft>
              <a:buSzPts val="1400"/>
              <a:buNone/>
            </a:pPr>
            <a:r>
              <a:rPr lang="en-US" b="0"/>
              <a:t>Spinal Trigeminal Tract/N: Protopathic face (I/L)</a:t>
            </a:r>
            <a:endParaRPr/>
          </a:p>
          <a:p>
            <a:pPr marL="0" marR="0" lvl="1" indent="0" algn="l" rtl="0">
              <a:lnSpc>
                <a:spcPct val="100000"/>
              </a:lnSpc>
              <a:spcBef>
                <a:spcPts val="0"/>
              </a:spcBef>
              <a:spcAft>
                <a:spcPts val="0"/>
              </a:spcAft>
              <a:buClr>
                <a:schemeClr val="dk1"/>
              </a:buClr>
              <a:buSzPts val="1200"/>
              <a:buFont typeface="Calibri"/>
              <a:buNone/>
            </a:pPr>
            <a:r>
              <a:rPr lang="en-US" b="0"/>
              <a:t>Techtospinal tract: </a:t>
            </a:r>
            <a:r>
              <a:rPr lang="en-US" sz="1200" b="0" u="none" strike="noStrike">
                <a:solidFill>
                  <a:schemeClr val="dk1"/>
                </a:solidFill>
                <a:latin typeface="Calibri"/>
                <a:ea typeface="Calibri"/>
                <a:cs typeface="Calibri"/>
                <a:sym typeface="Calibri"/>
              </a:rPr>
              <a:t>Mediates neck reflexes, especially related to visual and acoustic stimuli</a:t>
            </a:r>
            <a:endParaRPr b="0"/>
          </a:p>
          <a:p>
            <a:pPr marL="0" lvl="0" indent="0" algn="l" rtl="0">
              <a:lnSpc>
                <a:spcPct val="100000"/>
              </a:lnSpc>
              <a:spcBef>
                <a:spcPts val="0"/>
              </a:spcBef>
              <a:spcAft>
                <a:spcPts val="0"/>
              </a:spcAft>
              <a:buSzPts val="1400"/>
              <a:buNone/>
            </a:pPr>
            <a:r>
              <a:rPr lang="en-US" b="0"/>
              <a:t>Accessory Nucleus CN11= SCM and trapezius</a:t>
            </a:r>
            <a:endParaRPr/>
          </a:p>
        </p:txBody>
      </p:sp>
      <p:sp>
        <p:nvSpPr>
          <p:cNvPr id="335" name="Google Shape;335;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9" name="Google Shape;389;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b="1"/>
              <a:t>New: </a:t>
            </a:r>
            <a:endParaRPr/>
          </a:p>
          <a:p>
            <a:pPr marL="0" lvl="0" indent="0" algn="l" rtl="0">
              <a:lnSpc>
                <a:spcPct val="100000"/>
              </a:lnSpc>
              <a:spcBef>
                <a:spcPts val="0"/>
              </a:spcBef>
              <a:spcAft>
                <a:spcPts val="0"/>
              </a:spcAft>
              <a:buSzPts val="1400"/>
              <a:buNone/>
            </a:pPr>
            <a:r>
              <a:rPr lang="en-US"/>
              <a:t>Nucleus gracilis- legs</a:t>
            </a:r>
            <a:endParaRPr/>
          </a:p>
          <a:p>
            <a:pPr marL="0" lvl="0" indent="0" algn="l" rtl="0">
              <a:lnSpc>
                <a:spcPct val="100000"/>
              </a:lnSpc>
              <a:spcBef>
                <a:spcPts val="0"/>
              </a:spcBef>
              <a:spcAft>
                <a:spcPts val="0"/>
              </a:spcAft>
              <a:buSzPts val="1400"/>
              <a:buNone/>
            </a:pPr>
            <a:r>
              <a:rPr lang="en-US"/>
              <a:t>Nucleus cuneatus- arms</a:t>
            </a:r>
            <a:endParaRPr/>
          </a:p>
          <a:p>
            <a:pPr marL="0" marR="0" lvl="0" indent="0" algn="l" rtl="0">
              <a:lnSpc>
                <a:spcPct val="100000"/>
              </a:lnSpc>
              <a:spcBef>
                <a:spcPts val="0"/>
              </a:spcBef>
              <a:spcAft>
                <a:spcPts val="0"/>
              </a:spcAft>
              <a:buClr>
                <a:schemeClr val="dk1"/>
              </a:buClr>
              <a:buSzPts val="1200"/>
              <a:buFont typeface="Calibri"/>
              <a:buNone/>
            </a:pPr>
            <a:r>
              <a:rPr lang="en-US"/>
              <a:t>Central grey- Central Gray- </a:t>
            </a:r>
            <a:r>
              <a:rPr lang="en-US" sz="1200" b="0" i="0" u="none" strike="noStrike">
                <a:solidFill>
                  <a:schemeClr val="dk1"/>
                </a:solidFill>
                <a:latin typeface="Calibri"/>
                <a:ea typeface="Calibri"/>
                <a:cs typeface="Calibri"/>
                <a:sym typeface="Calibri"/>
              </a:rPr>
              <a:t> hypoglossal and vagal nuclei will be contained within this region in plates 7-9</a:t>
            </a:r>
            <a:endParaRPr/>
          </a:p>
          <a:p>
            <a:pPr marL="0" marR="0" lvl="0" indent="0" algn="l" rtl="0">
              <a:lnSpc>
                <a:spcPct val="100000"/>
              </a:lnSpc>
              <a:spcBef>
                <a:spcPts val="0"/>
              </a:spcBef>
              <a:spcAft>
                <a:spcPts val="0"/>
              </a:spcAft>
              <a:buClr>
                <a:schemeClr val="dk1"/>
              </a:buClr>
              <a:buSzPts val="1200"/>
              <a:buFont typeface="Calibri"/>
              <a:buNone/>
            </a:pPr>
            <a:r>
              <a:rPr lang="en-US" sz="1200" b="0" i="0" u="none" strike="noStrike">
                <a:solidFill>
                  <a:schemeClr val="dk1"/>
                </a:solidFill>
                <a:latin typeface="Calibri"/>
                <a:ea typeface="Calibri"/>
                <a:cs typeface="Calibri"/>
                <a:sym typeface="Calibri"/>
              </a:rPr>
              <a:t>Pyramidal Tract- Decussation</a:t>
            </a:r>
            <a:endParaRPr/>
          </a:p>
          <a:p>
            <a:pPr marL="0" lvl="0" indent="0" algn="l" rtl="0">
              <a:lnSpc>
                <a:spcPct val="100000"/>
              </a:lnSpc>
              <a:spcBef>
                <a:spcPts val="0"/>
              </a:spcBef>
              <a:spcAft>
                <a:spcPts val="0"/>
              </a:spcAft>
              <a:buSzPts val="1400"/>
              <a:buNone/>
            </a:pPr>
            <a:endParaRPr/>
          </a:p>
        </p:txBody>
      </p:sp>
      <p:sp>
        <p:nvSpPr>
          <p:cNvPr id="390" name="Google Shape;390;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0" name="Google Shape;450;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b="1"/>
              <a:t>New</a:t>
            </a:r>
            <a:endParaRPr/>
          </a:p>
          <a:p>
            <a:pPr marL="0" lvl="0" indent="0" algn="l" rtl="0">
              <a:lnSpc>
                <a:spcPct val="100000"/>
              </a:lnSpc>
              <a:spcBef>
                <a:spcPts val="0"/>
              </a:spcBef>
              <a:spcAft>
                <a:spcPts val="0"/>
              </a:spcAft>
              <a:buSzPts val="1400"/>
              <a:buNone/>
            </a:pPr>
            <a:r>
              <a:rPr lang="en-US"/>
              <a:t>Medial Accessory Olivary Nucleus- </a:t>
            </a:r>
            <a:endParaRPr/>
          </a:p>
          <a:p>
            <a:pPr marL="0" lvl="0" indent="0" algn="l" rtl="0">
              <a:lnSpc>
                <a:spcPct val="100000"/>
              </a:lnSpc>
              <a:spcBef>
                <a:spcPts val="0"/>
              </a:spcBef>
              <a:spcAft>
                <a:spcPts val="0"/>
              </a:spcAft>
              <a:buSzPts val="1400"/>
              <a:buNone/>
            </a:pPr>
            <a:r>
              <a:rPr lang="en-US"/>
              <a:t>Pyramidal Tract- MOTOR</a:t>
            </a:r>
            <a:endParaRPr/>
          </a:p>
          <a:p>
            <a:pPr marL="0" lvl="0" indent="0" algn="l" rtl="0">
              <a:lnSpc>
                <a:spcPct val="100000"/>
              </a:lnSpc>
              <a:spcBef>
                <a:spcPts val="0"/>
              </a:spcBef>
              <a:spcAft>
                <a:spcPts val="0"/>
              </a:spcAft>
              <a:buSzPts val="1400"/>
              <a:buNone/>
            </a:pPr>
            <a:r>
              <a:rPr lang="en-US"/>
              <a:t>Decussation of Medial Lemniscus- 2PV of body (happens in caudal medulla)</a:t>
            </a:r>
            <a:endParaRPr/>
          </a:p>
          <a:p>
            <a:pPr marL="0" marR="0" lvl="0" indent="0" algn="l" rtl="0">
              <a:lnSpc>
                <a:spcPct val="100000"/>
              </a:lnSpc>
              <a:spcBef>
                <a:spcPts val="0"/>
              </a:spcBef>
              <a:spcAft>
                <a:spcPts val="0"/>
              </a:spcAft>
              <a:buClr>
                <a:schemeClr val="dk1"/>
              </a:buClr>
              <a:buSzPts val="1200"/>
              <a:buFont typeface="Calibri"/>
              <a:buNone/>
            </a:pPr>
            <a:r>
              <a:rPr lang="en-US"/>
              <a:t>Nucleus Ambiguous- CN IX and X= Dysphagia, dyspnea and dysarthria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TMHDS (Plate 7)</a:t>
            </a:r>
            <a:endParaRPr/>
          </a:p>
          <a:p>
            <a:pPr marL="0" lvl="0" indent="0" algn="l" rtl="0">
              <a:lnSpc>
                <a:spcPct val="100000"/>
              </a:lnSpc>
              <a:spcBef>
                <a:spcPts val="0"/>
              </a:spcBef>
              <a:spcAft>
                <a:spcPts val="0"/>
              </a:spcAft>
              <a:buSzPts val="1400"/>
              <a:buNone/>
            </a:pPr>
            <a:r>
              <a:rPr lang="en-US"/>
              <a:t>Too Much Head Does Suck</a:t>
            </a:r>
            <a:endParaRPr/>
          </a:p>
          <a:p>
            <a:pPr marL="0" lvl="0" indent="0" algn="l" rtl="0">
              <a:lnSpc>
                <a:spcPct val="100000"/>
              </a:lnSpc>
              <a:spcBef>
                <a:spcPts val="0"/>
              </a:spcBef>
              <a:spcAft>
                <a:spcPts val="0"/>
              </a:spcAft>
              <a:buSzPts val="1400"/>
              <a:buNone/>
            </a:pPr>
            <a:r>
              <a:rPr lang="en-US"/>
              <a:t>Techtospinal/ Medial Longitudinal/ Hypoglossal/ Dorsal Motor/ Solitary</a:t>
            </a:r>
            <a:endParaRPr/>
          </a:p>
        </p:txBody>
      </p:sp>
      <p:sp>
        <p:nvSpPr>
          <p:cNvPr id="451" name="Google Shape;451;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0" name="Google Shape;520;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400"/>
              <a:buNone/>
            </a:pPr>
            <a:r>
              <a:rPr lang="en-US" sz="1110" b="1"/>
              <a:t>New</a:t>
            </a:r>
            <a:endParaRPr/>
          </a:p>
          <a:p>
            <a:pPr marL="0" lvl="0" indent="0" algn="l" rtl="0">
              <a:lnSpc>
                <a:spcPct val="90000"/>
              </a:lnSpc>
              <a:spcBef>
                <a:spcPts val="0"/>
              </a:spcBef>
              <a:spcAft>
                <a:spcPts val="0"/>
              </a:spcAft>
              <a:buSzPts val="1400"/>
              <a:buNone/>
            </a:pPr>
            <a:r>
              <a:rPr lang="en-US" sz="1110"/>
              <a:t>Inferior Cerebellar Peduncle- I/L propioception (unconcious ataxia if damaged)</a:t>
            </a:r>
            <a:endParaRPr/>
          </a:p>
          <a:p>
            <a:pPr marL="0" lvl="0" indent="0" algn="l" rtl="0">
              <a:lnSpc>
                <a:spcPct val="90000"/>
              </a:lnSpc>
              <a:spcBef>
                <a:spcPts val="0"/>
              </a:spcBef>
              <a:spcAft>
                <a:spcPts val="0"/>
              </a:spcAft>
              <a:buSzPts val="1400"/>
              <a:buNone/>
            </a:pPr>
            <a:endParaRPr sz="1110"/>
          </a:p>
          <a:p>
            <a:pPr marL="0" lvl="0" indent="0" algn="l" rtl="0">
              <a:lnSpc>
                <a:spcPct val="90000"/>
              </a:lnSpc>
              <a:spcBef>
                <a:spcPts val="0"/>
              </a:spcBef>
              <a:spcAft>
                <a:spcPts val="0"/>
              </a:spcAft>
              <a:buSzPts val="1400"/>
              <a:buNone/>
            </a:pPr>
            <a:r>
              <a:rPr lang="en-US" sz="1110"/>
              <a:t>Solitary Nucleus Tract- </a:t>
            </a:r>
            <a:r>
              <a:rPr lang="en-US" sz="1110" b="0" i="0" u="none" strike="noStrike">
                <a:solidFill>
                  <a:schemeClr val="dk1"/>
                </a:solidFill>
                <a:latin typeface="Calibri"/>
                <a:ea typeface="Calibri"/>
                <a:cs typeface="Calibri"/>
                <a:sym typeface="Calibri"/>
              </a:rPr>
              <a:t> Dyspnea, pseudoasthma, vomiting and possibly coughing due to interruption of the vagal reflex, arcs are signs of damage in the vicinity of the solitary nucleus or its connections. Diminution or loss of the gag reflex can result from lesions of the vagal afferent fibers or the solitary nucleus or tract. Loss of taste can result from damage to the gustatory component of the solitary nucleus.</a:t>
            </a:r>
            <a:endParaRPr sz="1110"/>
          </a:p>
          <a:p>
            <a:pPr marL="0" lvl="0" indent="0" algn="l" rtl="0">
              <a:lnSpc>
                <a:spcPct val="90000"/>
              </a:lnSpc>
              <a:spcBef>
                <a:spcPts val="0"/>
              </a:spcBef>
              <a:spcAft>
                <a:spcPts val="0"/>
              </a:spcAft>
              <a:buSzPts val="1400"/>
              <a:buNone/>
            </a:pPr>
            <a:endParaRPr sz="1110"/>
          </a:p>
          <a:p>
            <a:pPr marL="0" lvl="0" indent="0" algn="l" rtl="0">
              <a:lnSpc>
                <a:spcPct val="90000"/>
              </a:lnSpc>
              <a:spcBef>
                <a:spcPts val="0"/>
              </a:spcBef>
              <a:spcAft>
                <a:spcPts val="0"/>
              </a:spcAft>
              <a:buSzPts val="1400"/>
              <a:buNone/>
            </a:pPr>
            <a:r>
              <a:rPr lang="en-US" sz="1110"/>
              <a:t>Central Tegmental Tract- connects r</a:t>
            </a:r>
            <a:r>
              <a:rPr lang="en-US" sz="1110" b="0" i="0" u="none" strike="noStrike">
                <a:solidFill>
                  <a:schemeClr val="dk1"/>
                </a:solidFill>
                <a:latin typeface="Calibri"/>
                <a:ea typeface="Calibri"/>
                <a:cs typeface="Calibri"/>
                <a:sym typeface="Calibri"/>
              </a:rPr>
              <a:t>ostral brain stem with the medulla. Damage: palatal myoclonus, which presents as rhythmic contractions of the palate.</a:t>
            </a:r>
            <a:endParaRPr sz="1110"/>
          </a:p>
          <a:p>
            <a:pPr marL="0" lvl="0" indent="0" algn="l" rtl="0">
              <a:lnSpc>
                <a:spcPct val="90000"/>
              </a:lnSpc>
              <a:spcBef>
                <a:spcPts val="0"/>
              </a:spcBef>
              <a:spcAft>
                <a:spcPts val="0"/>
              </a:spcAft>
              <a:buSzPts val="1400"/>
              <a:buNone/>
            </a:pPr>
            <a:endParaRPr sz="1110"/>
          </a:p>
          <a:p>
            <a:pPr marL="0" lvl="0" indent="0" algn="l" rtl="0">
              <a:lnSpc>
                <a:spcPct val="90000"/>
              </a:lnSpc>
              <a:spcBef>
                <a:spcPts val="0"/>
              </a:spcBef>
              <a:spcAft>
                <a:spcPts val="0"/>
              </a:spcAft>
              <a:buSzPts val="1400"/>
              <a:buNone/>
            </a:pPr>
            <a:r>
              <a:rPr lang="en-US" sz="1110"/>
              <a:t>Principal Inferior Olivary Nucleus- </a:t>
            </a:r>
            <a:r>
              <a:rPr lang="en-US" sz="1110" b="0" i="0" u="none" strike="noStrike">
                <a:solidFill>
                  <a:schemeClr val="dk1"/>
                </a:solidFill>
                <a:latin typeface="Calibri"/>
                <a:ea typeface="Calibri"/>
                <a:cs typeface="Calibri"/>
                <a:sym typeface="Calibri"/>
              </a:rPr>
              <a:t> involved in motor learning</a:t>
            </a:r>
            <a:endParaRPr sz="1110"/>
          </a:p>
          <a:p>
            <a:pPr marL="0" lvl="0" indent="0" algn="l" rtl="0">
              <a:lnSpc>
                <a:spcPct val="90000"/>
              </a:lnSpc>
              <a:spcBef>
                <a:spcPts val="0"/>
              </a:spcBef>
              <a:spcAft>
                <a:spcPts val="0"/>
              </a:spcAft>
              <a:buSzPts val="1400"/>
              <a:buNone/>
            </a:pPr>
            <a:endParaRPr sz="1110"/>
          </a:p>
          <a:p>
            <a:pPr marL="0" lvl="0" indent="0" algn="l" rtl="0">
              <a:lnSpc>
                <a:spcPct val="90000"/>
              </a:lnSpc>
              <a:spcBef>
                <a:spcPts val="0"/>
              </a:spcBef>
              <a:spcAft>
                <a:spcPts val="0"/>
              </a:spcAft>
              <a:buSzPts val="1400"/>
              <a:buNone/>
            </a:pPr>
            <a:r>
              <a:rPr lang="en-US" sz="1110"/>
              <a:t>Dorsal Longitudinal Fasiculus- </a:t>
            </a:r>
            <a:r>
              <a:rPr lang="en-US" sz="1110" b="0" i="0" u="none" strike="noStrike">
                <a:solidFill>
                  <a:schemeClr val="dk1"/>
                </a:solidFill>
                <a:latin typeface="Calibri"/>
                <a:ea typeface="Calibri"/>
                <a:cs typeface="Calibri"/>
                <a:sym typeface="Calibri"/>
              </a:rPr>
              <a:t> influence the brain stem nuclei involved in regulating the autonomic nervous system.</a:t>
            </a:r>
            <a:endParaRPr sz="1110"/>
          </a:p>
          <a:p>
            <a:pPr marL="0" lvl="0" indent="0" algn="l" rtl="0">
              <a:lnSpc>
                <a:spcPct val="90000"/>
              </a:lnSpc>
              <a:spcBef>
                <a:spcPts val="0"/>
              </a:spcBef>
              <a:spcAft>
                <a:spcPts val="0"/>
              </a:spcAft>
              <a:buSzPts val="1400"/>
              <a:buNone/>
            </a:pPr>
            <a:endParaRPr sz="1110"/>
          </a:p>
          <a:p>
            <a:pPr marL="0" lvl="0" indent="0" algn="l" rtl="0">
              <a:lnSpc>
                <a:spcPct val="90000"/>
              </a:lnSpc>
              <a:spcBef>
                <a:spcPts val="0"/>
              </a:spcBef>
              <a:spcAft>
                <a:spcPts val="0"/>
              </a:spcAft>
              <a:buSzPts val="1400"/>
              <a:buNone/>
            </a:pPr>
            <a:r>
              <a:rPr lang="en-US" sz="1110"/>
              <a:t>Medullary Reticular Formation- </a:t>
            </a:r>
            <a:r>
              <a:rPr lang="en-US" sz="1110" b="0" i="0" u="none" strike="noStrike">
                <a:solidFill>
                  <a:schemeClr val="dk1"/>
                </a:solidFill>
                <a:latin typeface="Calibri"/>
                <a:ea typeface="Calibri"/>
                <a:cs typeface="Calibri"/>
                <a:sym typeface="Calibri"/>
              </a:rPr>
              <a:t> regulating cardiovascular and pulmonary functions as well as other autonomic nervous system processes</a:t>
            </a:r>
            <a:endParaRPr/>
          </a:p>
          <a:p>
            <a:pPr marL="0" lvl="0" indent="0" algn="l" rtl="0">
              <a:lnSpc>
                <a:spcPct val="90000"/>
              </a:lnSpc>
              <a:spcBef>
                <a:spcPts val="0"/>
              </a:spcBef>
              <a:spcAft>
                <a:spcPts val="0"/>
              </a:spcAft>
              <a:buSzPts val="1400"/>
              <a:buNone/>
            </a:pPr>
            <a:r>
              <a:rPr lang="en-US" sz="1110" b="0" i="0" u="none" strike="noStrike">
                <a:solidFill>
                  <a:schemeClr val="dk1"/>
                </a:solidFill>
                <a:latin typeface="Calibri"/>
                <a:ea typeface="Calibri"/>
                <a:cs typeface="Calibri"/>
                <a:sym typeface="Calibri"/>
              </a:rPr>
              <a:t>Damage:  Lesions of the reticular formation can present with dysautonomia, such as tachycardia and non-rhythmic respiration rates. Lesions of the descending autonomic</a:t>
            </a:r>
            <a:endParaRPr/>
          </a:p>
          <a:p>
            <a:pPr marL="0" lvl="0" indent="0" algn="l" rtl="0">
              <a:lnSpc>
                <a:spcPct val="90000"/>
              </a:lnSpc>
              <a:spcBef>
                <a:spcPts val="0"/>
              </a:spcBef>
              <a:spcAft>
                <a:spcPts val="0"/>
              </a:spcAft>
              <a:buSzPts val="1400"/>
              <a:buNone/>
            </a:pPr>
            <a:r>
              <a:rPr lang="en-US" sz="1110" b="0" i="0" u="none" strike="noStrike">
                <a:solidFill>
                  <a:schemeClr val="dk1"/>
                </a:solidFill>
                <a:latin typeface="Calibri"/>
                <a:ea typeface="Calibri"/>
                <a:cs typeface="Calibri"/>
                <a:sym typeface="Calibri"/>
              </a:rPr>
              <a:t>fibers can present as Horner’s syndrome—ptosis, miosis, and anhidrosis—on the ipsilateral face.</a:t>
            </a:r>
            <a:endParaRPr/>
          </a:p>
          <a:p>
            <a:pPr marL="0" lvl="0" indent="0" algn="l" rtl="0">
              <a:lnSpc>
                <a:spcPct val="90000"/>
              </a:lnSpc>
              <a:spcBef>
                <a:spcPts val="0"/>
              </a:spcBef>
              <a:spcAft>
                <a:spcPts val="0"/>
              </a:spcAft>
              <a:buSzPts val="1400"/>
              <a:buNone/>
            </a:pPr>
            <a:endParaRPr sz="1110" b="0" i="0" u="none" strike="noStrike">
              <a:solidFill>
                <a:schemeClr val="dk1"/>
              </a:solidFill>
              <a:latin typeface="Calibri"/>
              <a:ea typeface="Calibri"/>
              <a:cs typeface="Calibri"/>
              <a:sym typeface="Calibri"/>
            </a:endParaRPr>
          </a:p>
          <a:p>
            <a:pPr marL="0" lvl="0" indent="0" algn="l" rtl="0">
              <a:lnSpc>
                <a:spcPct val="90000"/>
              </a:lnSpc>
              <a:spcBef>
                <a:spcPts val="0"/>
              </a:spcBef>
              <a:spcAft>
                <a:spcPts val="0"/>
              </a:spcAft>
              <a:buSzPts val="1400"/>
              <a:buNone/>
            </a:pPr>
            <a:r>
              <a:rPr lang="en-US" sz="1110" b="0" i="0" u="none" strike="noStrike">
                <a:solidFill>
                  <a:schemeClr val="dk1"/>
                </a:solidFill>
                <a:latin typeface="Calibri"/>
                <a:ea typeface="Calibri"/>
                <a:cs typeface="Calibri"/>
                <a:sym typeface="Calibri"/>
              </a:rPr>
              <a:t>Medial Lemniscus-  contains the output from the dorsal column nuclei and nucleus Z. Thus,damaging this tract is similar to combined lesions of the dorsal columns of the spinal cord and the cuneo- and dorsal spinocerebellar tracts. The patient experiences loss of two-point discrimination, position, and vibratory sense.</a:t>
            </a:r>
            <a:endParaRPr/>
          </a:p>
        </p:txBody>
      </p:sp>
      <p:sp>
        <p:nvSpPr>
          <p:cNvPr id="521" name="Google Shape;521;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5" name="Google Shape;585;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Lateral Reticular Nucleus-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Medial Vestibular Nucleus</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Spinal Vestibular Nucleus</a:t>
            </a:r>
            <a:endParaRPr/>
          </a:p>
        </p:txBody>
      </p:sp>
      <p:sp>
        <p:nvSpPr>
          <p:cNvPr id="586" name="Google Shape;586;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4" name="Google Shape;644;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9" name="Google Shape;70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6" name="Google Shape;776;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5" name="Google Shape;845;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2" name="Google Shape;922;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3" name="Google Shape;100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2"/>
        <p:cNvGrpSpPr/>
        <p:nvPr/>
      </p:nvGrpSpPr>
      <p:grpSpPr>
        <a:xfrm>
          <a:off x="0" y="0"/>
          <a:ext cx="0" cy="0"/>
          <a:chOff x="0" y="0"/>
          <a:chExt cx="0" cy="0"/>
        </a:xfrm>
      </p:grpSpPr>
      <p:sp>
        <p:nvSpPr>
          <p:cNvPr id="1063" name="Google Shape;1063;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4" name="Google Shape;1064;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5"/>
        <p:cNvGrpSpPr/>
        <p:nvPr/>
      </p:nvGrpSpPr>
      <p:grpSpPr>
        <a:xfrm>
          <a:off x="0" y="0"/>
          <a:ext cx="0" cy="0"/>
          <a:chOff x="0" y="0"/>
          <a:chExt cx="0" cy="0"/>
        </a:xfrm>
      </p:grpSpPr>
      <p:sp>
        <p:nvSpPr>
          <p:cNvPr id="1126" name="Google Shape;1126;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7" name="Google Shape;1127;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2"/>
        <p:cNvGrpSpPr/>
        <p:nvPr/>
      </p:nvGrpSpPr>
      <p:grpSpPr>
        <a:xfrm>
          <a:off x="0" y="0"/>
          <a:ext cx="0" cy="0"/>
          <a:chOff x="0" y="0"/>
          <a:chExt cx="0" cy="0"/>
        </a:xfrm>
      </p:grpSpPr>
      <p:sp>
        <p:nvSpPr>
          <p:cNvPr id="1193" name="Google Shape;1193;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4" name="Google Shape;1194;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7"/>
        <p:cNvGrpSpPr/>
        <p:nvPr/>
      </p:nvGrpSpPr>
      <p:grpSpPr>
        <a:xfrm>
          <a:off x="0" y="0"/>
          <a:ext cx="0" cy="0"/>
          <a:chOff x="0" y="0"/>
          <a:chExt cx="0" cy="0"/>
        </a:xfrm>
      </p:grpSpPr>
      <p:sp>
        <p:nvSpPr>
          <p:cNvPr id="1268" name="Google Shape;1268;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9" name="Google Shape;1269;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1"/>
        <p:cNvGrpSpPr/>
        <p:nvPr/>
      </p:nvGrpSpPr>
      <p:grpSpPr>
        <a:xfrm>
          <a:off x="0" y="0"/>
          <a:ext cx="0" cy="0"/>
          <a:chOff x="0" y="0"/>
          <a:chExt cx="0" cy="0"/>
        </a:xfrm>
      </p:grpSpPr>
      <p:sp>
        <p:nvSpPr>
          <p:cNvPr id="1342" name="Google Shape;1342;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43" name="Google Shape;1343;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0"/>
        <p:cNvGrpSpPr/>
        <p:nvPr/>
      </p:nvGrpSpPr>
      <p:grpSpPr>
        <a:xfrm>
          <a:off x="0" y="0"/>
          <a:ext cx="0" cy="0"/>
          <a:chOff x="0" y="0"/>
          <a:chExt cx="0" cy="0"/>
        </a:xfrm>
      </p:grpSpPr>
      <p:sp>
        <p:nvSpPr>
          <p:cNvPr id="1431" name="Google Shape;1431;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2" name="Google Shape;1432;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4"/>
        <p:cNvGrpSpPr/>
        <p:nvPr/>
      </p:nvGrpSpPr>
      <p:grpSpPr>
        <a:xfrm>
          <a:off x="0" y="0"/>
          <a:ext cx="0" cy="0"/>
          <a:chOff x="0" y="0"/>
          <a:chExt cx="0" cy="0"/>
        </a:xfrm>
      </p:grpSpPr>
      <p:sp>
        <p:nvSpPr>
          <p:cNvPr id="1515" name="Google Shape;1515;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6" name="Google Shape;1516;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5"/>
        <p:cNvGrpSpPr/>
        <p:nvPr/>
      </p:nvGrpSpPr>
      <p:grpSpPr>
        <a:xfrm>
          <a:off x="0" y="0"/>
          <a:ext cx="0" cy="0"/>
          <a:chOff x="0" y="0"/>
          <a:chExt cx="0" cy="0"/>
        </a:xfrm>
      </p:grpSpPr>
      <p:sp>
        <p:nvSpPr>
          <p:cNvPr id="1596" name="Google Shape;1596;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7" name="Google Shape;1597;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9"/>
        <p:cNvGrpSpPr/>
        <p:nvPr/>
      </p:nvGrpSpPr>
      <p:grpSpPr>
        <a:xfrm>
          <a:off x="0" y="0"/>
          <a:ext cx="0" cy="0"/>
          <a:chOff x="0" y="0"/>
          <a:chExt cx="0" cy="0"/>
        </a:xfrm>
      </p:grpSpPr>
      <p:sp>
        <p:nvSpPr>
          <p:cNvPr id="1660" name="Google Shape;1660;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1" name="Google Shape;1661;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4"/>
        <p:cNvGrpSpPr/>
        <p:nvPr/>
      </p:nvGrpSpPr>
      <p:grpSpPr>
        <a:xfrm>
          <a:off x="0" y="0"/>
          <a:ext cx="0" cy="0"/>
          <a:chOff x="0" y="0"/>
          <a:chExt cx="0" cy="0"/>
        </a:xfrm>
      </p:grpSpPr>
      <p:sp>
        <p:nvSpPr>
          <p:cNvPr id="1705" name="Google Shape;1705;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06" name="Google Shape;1706;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7"/>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7"/>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7"/>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2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1" name="Google Shape;21;p2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chemeClr val="dk1"/>
              </a:buClr>
              <a:buSzPts val="3200"/>
              <a:buFont typeface="Times"/>
              <a:buNone/>
              <a:defRPr/>
            </a:lvl1pPr>
            <a:lvl2pPr lvl="1" algn="ctr">
              <a:lnSpc>
                <a:spcPct val="100000"/>
              </a:lnSpc>
              <a:spcBef>
                <a:spcPts val="560"/>
              </a:spcBef>
              <a:spcAft>
                <a:spcPts val="0"/>
              </a:spcAft>
              <a:buClr>
                <a:schemeClr val="dk1"/>
              </a:buClr>
              <a:buSzPts val="2800"/>
              <a:buFont typeface="Times"/>
              <a:buNone/>
              <a:defRPr/>
            </a:lvl2pPr>
            <a:lvl3pPr lvl="2" algn="ctr">
              <a:lnSpc>
                <a:spcPct val="100000"/>
              </a:lnSpc>
              <a:spcBef>
                <a:spcPts val="480"/>
              </a:spcBef>
              <a:spcAft>
                <a:spcPts val="0"/>
              </a:spcAft>
              <a:buClr>
                <a:schemeClr val="dk1"/>
              </a:buClr>
              <a:buSzPts val="2400"/>
              <a:buFont typeface="Times"/>
              <a:buNone/>
              <a:defRPr/>
            </a:lvl3pPr>
            <a:lvl4pPr lvl="3" algn="ctr">
              <a:lnSpc>
                <a:spcPct val="100000"/>
              </a:lnSpc>
              <a:spcBef>
                <a:spcPts val="400"/>
              </a:spcBef>
              <a:spcAft>
                <a:spcPts val="0"/>
              </a:spcAft>
              <a:buClr>
                <a:schemeClr val="dk1"/>
              </a:buClr>
              <a:buSzPts val="2000"/>
              <a:buFont typeface="Times"/>
              <a:buNone/>
              <a:defRPr/>
            </a:lvl4pPr>
            <a:lvl5pPr lvl="4" algn="ctr">
              <a:lnSpc>
                <a:spcPct val="100000"/>
              </a:lnSpc>
              <a:spcBef>
                <a:spcPts val="400"/>
              </a:spcBef>
              <a:spcAft>
                <a:spcPts val="0"/>
              </a:spcAft>
              <a:buClr>
                <a:schemeClr val="dk1"/>
              </a:buClr>
              <a:buSzPts val="2000"/>
              <a:buFont typeface="Times"/>
              <a:buNone/>
              <a:defRPr/>
            </a:lvl5pPr>
            <a:lvl6pPr lvl="5" algn="ctr">
              <a:lnSpc>
                <a:spcPct val="100000"/>
              </a:lnSpc>
              <a:spcBef>
                <a:spcPts val="400"/>
              </a:spcBef>
              <a:spcAft>
                <a:spcPts val="0"/>
              </a:spcAft>
              <a:buClr>
                <a:schemeClr val="dk1"/>
              </a:buClr>
              <a:buSzPts val="2000"/>
              <a:buFont typeface="Times"/>
              <a:buNone/>
              <a:defRPr/>
            </a:lvl6pPr>
            <a:lvl7pPr lvl="6" algn="ctr">
              <a:lnSpc>
                <a:spcPct val="100000"/>
              </a:lnSpc>
              <a:spcBef>
                <a:spcPts val="400"/>
              </a:spcBef>
              <a:spcAft>
                <a:spcPts val="0"/>
              </a:spcAft>
              <a:buClr>
                <a:schemeClr val="dk1"/>
              </a:buClr>
              <a:buSzPts val="2000"/>
              <a:buFont typeface="Times"/>
              <a:buNone/>
              <a:defRPr/>
            </a:lvl7pPr>
            <a:lvl8pPr lvl="7" algn="ctr">
              <a:lnSpc>
                <a:spcPct val="100000"/>
              </a:lnSpc>
              <a:spcBef>
                <a:spcPts val="400"/>
              </a:spcBef>
              <a:spcAft>
                <a:spcPts val="0"/>
              </a:spcAft>
              <a:buClr>
                <a:schemeClr val="dk1"/>
              </a:buClr>
              <a:buSzPts val="2000"/>
              <a:buFont typeface="Times"/>
              <a:buNone/>
              <a:defRPr/>
            </a:lvl8pPr>
            <a:lvl9pPr lvl="8" algn="ctr">
              <a:lnSpc>
                <a:spcPct val="100000"/>
              </a:lnSpc>
              <a:spcBef>
                <a:spcPts val="400"/>
              </a:spcBef>
              <a:spcAft>
                <a:spcPts val="0"/>
              </a:spcAft>
              <a:buClr>
                <a:schemeClr val="dk1"/>
              </a:buClr>
              <a:buSzPts val="2000"/>
              <a:buFont typeface="Times"/>
              <a:buNone/>
              <a:defRPr/>
            </a:lvl9pPr>
          </a:lstStyle>
          <a:p>
            <a:endParaRPr/>
          </a:p>
        </p:txBody>
      </p:sp>
      <p:sp>
        <p:nvSpPr>
          <p:cNvPr id="22" name="Google Shape;22;p28"/>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8"/>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8"/>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29"/>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7" name="Google Shape;27;p29"/>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8" name="Google Shape;28;p29"/>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9"/>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9"/>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3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3" name="Google Shape;33;p3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00"/>
              </a:spcBef>
              <a:spcAft>
                <a:spcPts val="0"/>
              </a:spcAft>
              <a:buClr>
                <a:schemeClr val="dk1"/>
              </a:buClr>
              <a:buSzPts val="2000"/>
              <a:buFont typeface="Times"/>
              <a:buNone/>
              <a:defRPr sz="2000"/>
            </a:lvl1pPr>
            <a:lvl2pPr marL="914400" lvl="1" indent="-228600" algn="l">
              <a:lnSpc>
                <a:spcPct val="100000"/>
              </a:lnSpc>
              <a:spcBef>
                <a:spcPts val="360"/>
              </a:spcBef>
              <a:spcAft>
                <a:spcPts val="0"/>
              </a:spcAft>
              <a:buClr>
                <a:schemeClr val="dk1"/>
              </a:buClr>
              <a:buSzPts val="1800"/>
              <a:buFont typeface="Times"/>
              <a:buNone/>
              <a:defRPr sz="1800"/>
            </a:lvl2pPr>
            <a:lvl3pPr marL="1371600" lvl="2" indent="-228600" algn="l">
              <a:lnSpc>
                <a:spcPct val="100000"/>
              </a:lnSpc>
              <a:spcBef>
                <a:spcPts val="320"/>
              </a:spcBef>
              <a:spcAft>
                <a:spcPts val="0"/>
              </a:spcAft>
              <a:buClr>
                <a:schemeClr val="dk1"/>
              </a:buClr>
              <a:buSzPts val="1600"/>
              <a:buFont typeface="Times"/>
              <a:buNone/>
              <a:defRPr sz="1600"/>
            </a:lvl3pPr>
            <a:lvl4pPr marL="1828800" lvl="3" indent="-228600" algn="l">
              <a:lnSpc>
                <a:spcPct val="100000"/>
              </a:lnSpc>
              <a:spcBef>
                <a:spcPts val="280"/>
              </a:spcBef>
              <a:spcAft>
                <a:spcPts val="0"/>
              </a:spcAft>
              <a:buClr>
                <a:schemeClr val="dk1"/>
              </a:buClr>
              <a:buSzPts val="1400"/>
              <a:buFont typeface="Times"/>
              <a:buNone/>
              <a:defRPr sz="1400"/>
            </a:lvl4pPr>
            <a:lvl5pPr marL="2286000" lvl="4" indent="-228600" algn="l">
              <a:lnSpc>
                <a:spcPct val="100000"/>
              </a:lnSpc>
              <a:spcBef>
                <a:spcPts val="280"/>
              </a:spcBef>
              <a:spcAft>
                <a:spcPts val="0"/>
              </a:spcAft>
              <a:buClr>
                <a:schemeClr val="dk1"/>
              </a:buClr>
              <a:buSzPts val="1400"/>
              <a:buFont typeface="Times"/>
              <a:buNone/>
              <a:defRPr sz="1400"/>
            </a:lvl5pPr>
            <a:lvl6pPr marL="2743200" lvl="5" indent="-228600" algn="l">
              <a:lnSpc>
                <a:spcPct val="100000"/>
              </a:lnSpc>
              <a:spcBef>
                <a:spcPts val="280"/>
              </a:spcBef>
              <a:spcAft>
                <a:spcPts val="0"/>
              </a:spcAft>
              <a:buClr>
                <a:schemeClr val="dk1"/>
              </a:buClr>
              <a:buSzPts val="1400"/>
              <a:buFont typeface="Times"/>
              <a:buNone/>
              <a:defRPr sz="1400"/>
            </a:lvl6pPr>
            <a:lvl7pPr marL="3200400" lvl="6" indent="-228600" algn="l">
              <a:lnSpc>
                <a:spcPct val="100000"/>
              </a:lnSpc>
              <a:spcBef>
                <a:spcPts val="280"/>
              </a:spcBef>
              <a:spcAft>
                <a:spcPts val="0"/>
              </a:spcAft>
              <a:buClr>
                <a:schemeClr val="dk1"/>
              </a:buClr>
              <a:buSzPts val="1400"/>
              <a:buFont typeface="Times"/>
              <a:buNone/>
              <a:defRPr sz="1400"/>
            </a:lvl7pPr>
            <a:lvl8pPr marL="3657600" lvl="7" indent="-228600" algn="l">
              <a:lnSpc>
                <a:spcPct val="100000"/>
              </a:lnSpc>
              <a:spcBef>
                <a:spcPts val="280"/>
              </a:spcBef>
              <a:spcAft>
                <a:spcPts val="0"/>
              </a:spcAft>
              <a:buClr>
                <a:schemeClr val="dk1"/>
              </a:buClr>
              <a:buSzPts val="1400"/>
              <a:buFont typeface="Times"/>
              <a:buNone/>
              <a:defRPr sz="1400"/>
            </a:lvl8pPr>
            <a:lvl9pPr marL="4114800" lvl="8" indent="-228600" algn="l">
              <a:lnSpc>
                <a:spcPct val="100000"/>
              </a:lnSpc>
              <a:spcBef>
                <a:spcPts val="280"/>
              </a:spcBef>
              <a:spcAft>
                <a:spcPts val="0"/>
              </a:spcAft>
              <a:buClr>
                <a:schemeClr val="dk1"/>
              </a:buClr>
              <a:buSzPts val="1400"/>
              <a:buFont typeface="Times"/>
              <a:buNone/>
              <a:defRPr sz="1400"/>
            </a:lvl9pPr>
          </a:lstStyle>
          <a:p>
            <a:endParaRPr/>
          </a:p>
        </p:txBody>
      </p:sp>
      <p:sp>
        <p:nvSpPr>
          <p:cNvPr id="34" name="Google Shape;34;p30"/>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0"/>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30"/>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31"/>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9" name="Google Shape;39;p31"/>
          <p:cNvSpPr txBox="1">
            <a:spLocks noGrp="1"/>
          </p:cNvSpPr>
          <p:nvPr>
            <p:ph type="body" idx="1"/>
          </p:nvPr>
        </p:nvSpPr>
        <p:spPr>
          <a:xfrm>
            <a:off x="685800" y="1981200"/>
            <a:ext cx="3810000" cy="4114800"/>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Font typeface="Times"/>
              <a:buChar char="•"/>
              <a:defRPr sz="2800"/>
            </a:lvl1pPr>
            <a:lvl2pPr marL="914400" lvl="1" indent="-381000" algn="l">
              <a:lnSpc>
                <a:spcPct val="100000"/>
              </a:lnSpc>
              <a:spcBef>
                <a:spcPts val="480"/>
              </a:spcBef>
              <a:spcAft>
                <a:spcPts val="0"/>
              </a:spcAft>
              <a:buClr>
                <a:schemeClr val="dk1"/>
              </a:buClr>
              <a:buSzPts val="2400"/>
              <a:buFont typeface="Times"/>
              <a:buChar char="–"/>
              <a:defRPr sz="2400"/>
            </a:lvl2pPr>
            <a:lvl3pPr marL="1371600" lvl="2" indent="-355600" algn="l">
              <a:lnSpc>
                <a:spcPct val="100000"/>
              </a:lnSpc>
              <a:spcBef>
                <a:spcPts val="400"/>
              </a:spcBef>
              <a:spcAft>
                <a:spcPts val="0"/>
              </a:spcAft>
              <a:buClr>
                <a:schemeClr val="dk1"/>
              </a:buClr>
              <a:buSzPts val="2000"/>
              <a:buFont typeface="Times"/>
              <a:buChar char="•"/>
              <a:defRPr sz="2000"/>
            </a:lvl3pPr>
            <a:lvl4pPr marL="1828800" lvl="3" indent="-342900" algn="l">
              <a:lnSpc>
                <a:spcPct val="100000"/>
              </a:lnSpc>
              <a:spcBef>
                <a:spcPts val="360"/>
              </a:spcBef>
              <a:spcAft>
                <a:spcPts val="0"/>
              </a:spcAft>
              <a:buClr>
                <a:schemeClr val="dk1"/>
              </a:buClr>
              <a:buSzPts val="1800"/>
              <a:buFont typeface="Times"/>
              <a:buChar char="–"/>
              <a:defRPr sz="1800"/>
            </a:lvl4pPr>
            <a:lvl5pPr marL="2286000" lvl="4" indent="-342900" algn="l">
              <a:lnSpc>
                <a:spcPct val="100000"/>
              </a:lnSpc>
              <a:spcBef>
                <a:spcPts val="360"/>
              </a:spcBef>
              <a:spcAft>
                <a:spcPts val="0"/>
              </a:spcAft>
              <a:buClr>
                <a:schemeClr val="dk1"/>
              </a:buClr>
              <a:buSzPts val="1800"/>
              <a:buFont typeface="Times"/>
              <a:buChar char="»"/>
              <a:defRPr sz="1800"/>
            </a:lvl5pPr>
            <a:lvl6pPr marL="2743200" lvl="5" indent="-342900" algn="l">
              <a:lnSpc>
                <a:spcPct val="100000"/>
              </a:lnSpc>
              <a:spcBef>
                <a:spcPts val="360"/>
              </a:spcBef>
              <a:spcAft>
                <a:spcPts val="0"/>
              </a:spcAft>
              <a:buClr>
                <a:schemeClr val="dk1"/>
              </a:buClr>
              <a:buSzPts val="1800"/>
              <a:buFont typeface="Times"/>
              <a:buChar char="»"/>
              <a:defRPr sz="1800"/>
            </a:lvl6pPr>
            <a:lvl7pPr marL="3200400" lvl="6" indent="-342900" algn="l">
              <a:lnSpc>
                <a:spcPct val="100000"/>
              </a:lnSpc>
              <a:spcBef>
                <a:spcPts val="360"/>
              </a:spcBef>
              <a:spcAft>
                <a:spcPts val="0"/>
              </a:spcAft>
              <a:buClr>
                <a:schemeClr val="dk1"/>
              </a:buClr>
              <a:buSzPts val="1800"/>
              <a:buFont typeface="Times"/>
              <a:buChar char="»"/>
              <a:defRPr sz="1800"/>
            </a:lvl7pPr>
            <a:lvl8pPr marL="3657600" lvl="7" indent="-342900" algn="l">
              <a:lnSpc>
                <a:spcPct val="100000"/>
              </a:lnSpc>
              <a:spcBef>
                <a:spcPts val="360"/>
              </a:spcBef>
              <a:spcAft>
                <a:spcPts val="0"/>
              </a:spcAft>
              <a:buClr>
                <a:schemeClr val="dk1"/>
              </a:buClr>
              <a:buSzPts val="1800"/>
              <a:buFont typeface="Times"/>
              <a:buChar char="»"/>
              <a:defRPr sz="1800"/>
            </a:lvl8pPr>
            <a:lvl9pPr marL="4114800" lvl="8" indent="-342900" algn="l">
              <a:lnSpc>
                <a:spcPct val="100000"/>
              </a:lnSpc>
              <a:spcBef>
                <a:spcPts val="360"/>
              </a:spcBef>
              <a:spcAft>
                <a:spcPts val="0"/>
              </a:spcAft>
              <a:buClr>
                <a:schemeClr val="dk1"/>
              </a:buClr>
              <a:buSzPts val="1800"/>
              <a:buFont typeface="Times"/>
              <a:buChar char="»"/>
              <a:defRPr sz="1800"/>
            </a:lvl9pPr>
          </a:lstStyle>
          <a:p>
            <a:endParaRPr/>
          </a:p>
        </p:txBody>
      </p:sp>
      <p:sp>
        <p:nvSpPr>
          <p:cNvPr id="40" name="Google Shape;40;p31"/>
          <p:cNvSpPr txBox="1">
            <a:spLocks noGrp="1"/>
          </p:cNvSpPr>
          <p:nvPr>
            <p:ph type="body" idx="2"/>
          </p:nvPr>
        </p:nvSpPr>
        <p:spPr>
          <a:xfrm>
            <a:off x="4648200" y="1981200"/>
            <a:ext cx="3810000" cy="4114800"/>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Font typeface="Times"/>
              <a:buChar char="•"/>
              <a:defRPr sz="2800"/>
            </a:lvl1pPr>
            <a:lvl2pPr marL="914400" lvl="1" indent="-381000" algn="l">
              <a:lnSpc>
                <a:spcPct val="100000"/>
              </a:lnSpc>
              <a:spcBef>
                <a:spcPts val="480"/>
              </a:spcBef>
              <a:spcAft>
                <a:spcPts val="0"/>
              </a:spcAft>
              <a:buClr>
                <a:schemeClr val="dk1"/>
              </a:buClr>
              <a:buSzPts val="2400"/>
              <a:buFont typeface="Times"/>
              <a:buChar char="–"/>
              <a:defRPr sz="2400"/>
            </a:lvl2pPr>
            <a:lvl3pPr marL="1371600" lvl="2" indent="-355600" algn="l">
              <a:lnSpc>
                <a:spcPct val="100000"/>
              </a:lnSpc>
              <a:spcBef>
                <a:spcPts val="400"/>
              </a:spcBef>
              <a:spcAft>
                <a:spcPts val="0"/>
              </a:spcAft>
              <a:buClr>
                <a:schemeClr val="dk1"/>
              </a:buClr>
              <a:buSzPts val="2000"/>
              <a:buFont typeface="Times"/>
              <a:buChar char="•"/>
              <a:defRPr sz="2000"/>
            </a:lvl3pPr>
            <a:lvl4pPr marL="1828800" lvl="3" indent="-342900" algn="l">
              <a:lnSpc>
                <a:spcPct val="100000"/>
              </a:lnSpc>
              <a:spcBef>
                <a:spcPts val="360"/>
              </a:spcBef>
              <a:spcAft>
                <a:spcPts val="0"/>
              </a:spcAft>
              <a:buClr>
                <a:schemeClr val="dk1"/>
              </a:buClr>
              <a:buSzPts val="1800"/>
              <a:buFont typeface="Times"/>
              <a:buChar char="–"/>
              <a:defRPr sz="1800"/>
            </a:lvl4pPr>
            <a:lvl5pPr marL="2286000" lvl="4" indent="-342900" algn="l">
              <a:lnSpc>
                <a:spcPct val="100000"/>
              </a:lnSpc>
              <a:spcBef>
                <a:spcPts val="360"/>
              </a:spcBef>
              <a:spcAft>
                <a:spcPts val="0"/>
              </a:spcAft>
              <a:buClr>
                <a:schemeClr val="dk1"/>
              </a:buClr>
              <a:buSzPts val="1800"/>
              <a:buFont typeface="Times"/>
              <a:buChar char="»"/>
              <a:defRPr sz="1800"/>
            </a:lvl5pPr>
            <a:lvl6pPr marL="2743200" lvl="5" indent="-342900" algn="l">
              <a:lnSpc>
                <a:spcPct val="100000"/>
              </a:lnSpc>
              <a:spcBef>
                <a:spcPts val="360"/>
              </a:spcBef>
              <a:spcAft>
                <a:spcPts val="0"/>
              </a:spcAft>
              <a:buClr>
                <a:schemeClr val="dk1"/>
              </a:buClr>
              <a:buSzPts val="1800"/>
              <a:buFont typeface="Times"/>
              <a:buChar char="»"/>
              <a:defRPr sz="1800"/>
            </a:lvl6pPr>
            <a:lvl7pPr marL="3200400" lvl="6" indent="-342900" algn="l">
              <a:lnSpc>
                <a:spcPct val="100000"/>
              </a:lnSpc>
              <a:spcBef>
                <a:spcPts val="360"/>
              </a:spcBef>
              <a:spcAft>
                <a:spcPts val="0"/>
              </a:spcAft>
              <a:buClr>
                <a:schemeClr val="dk1"/>
              </a:buClr>
              <a:buSzPts val="1800"/>
              <a:buFont typeface="Times"/>
              <a:buChar char="»"/>
              <a:defRPr sz="1800"/>
            </a:lvl7pPr>
            <a:lvl8pPr marL="3657600" lvl="7" indent="-342900" algn="l">
              <a:lnSpc>
                <a:spcPct val="100000"/>
              </a:lnSpc>
              <a:spcBef>
                <a:spcPts val="360"/>
              </a:spcBef>
              <a:spcAft>
                <a:spcPts val="0"/>
              </a:spcAft>
              <a:buClr>
                <a:schemeClr val="dk1"/>
              </a:buClr>
              <a:buSzPts val="1800"/>
              <a:buFont typeface="Times"/>
              <a:buChar char="»"/>
              <a:defRPr sz="1800"/>
            </a:lvl8pPr>
            <a:lvl9pPr marL="4114800" lvl="8" indent="-342900" algn="l">
              <a:lnSpc>
                <a:spcPct val="100000"/>
              </a:lnSpc>
              <a:spcBef>
                <a:spcPts val="360"/>
              </a:spcBef>
              <a:spcAft>
                <a:spcPts val="0"/>
              </a:spcAft>
              <a:buClr>
                <a:schemeClr val="dk1"/>
              </a:buClr>
              <a:buSzPts val="1800"/>
              <a:buFont typeface="Times"/>
              <a:buChar char="»"/>
              <a:defRPr sz="1800"/>
            </a:lvl9pPr>
          </a:lstStyle>
          <a:p>
            <a:endParaRPr/>
          </a:p>
        </p:txBody>
      </p:sp>
      <p:sp>
        <p:nvSpPr>
          <p:cNvPr id="41" name="Google Shape;41;p31"/>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31"/>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1"/>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6" name="Google Shape;46;p3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Font typeface="Times"/>
              <a:buNone/>
              <a:defRPr sz="2400" b="1"/>
            </a:lvl1pPr>
            <a:lvl2pPr marL="914400" lvl="1" indent="-228600" algn="l">
              <a:lnSpc>
                <a:spcPct val="100000"/>
              </a:lnSpc>
              <a:spcBef>
                <a:spcPts val="400"/>
              </a:spcBef>
              <a:spcAft>
                <a:spcPts val="0"/>
              </a:spcAft>
              <a:buClr>
                <a:schemeClr val="dk1"/>
              </a:buClr>
              <a:buSzPts val="2000"/>
              <a:buFont typeface="Times"/>
              <a:buNone/>
              <a:defRPr sz="2000" b="1"/>
            </a:lvl2pPr>
            <a:lvl3pPr marL="1371600" lvl="2" indent="-228600" algn="l">
              <a:lnSpc>
                <a:spcPct val="100000"/>
              </a:lnSpc>
              <a:spcBef>
                <a:spcPts val="360"/>
              </a:spcBef>
              <a:spcAft>
                <a:spcPts val="0"/>
              </a:spcAft>
              <a:buClr>
                <a:schemeClr val="dk1"/>
              </a:buClr>
              <a:buSzPts val="1800"/>
              <a:buFont typeface="Times"/>
              <a:buNone/>
              <a:defRPr sz="1800" b="1"/>
            </a:lvl3pPr>
            <a:lvl4pPr marL="1828800" lvl="3" indent="-228600" algn="l">
              <a:lnSpc>
                <a:spcPct val="100000"/>
              </a:lnSpc>
              <a:spcBef>
                <a:spcPts val="320"/>
              </a:spcBef>
              <a:spcAft>
                <a:spcPts val="0"/>
              </a:spcAft>
              <a:buClr>
                <a:schemeClr val="dk1"/>
              </a:buClr>
              <a:buSzPts val="1600"/>
              <a:buFont typeface="Times"/>
              <a:buNone/>
              <a:defRPr sz="1600" b="1"/>
            </a:lvl4pPr>
            <a:lvl5pPr marL="2286000" lvl="4" indent="-228600" algn="l">
              <a:lnSpc>
                <a:spcPct val="100000"/>
              </a:lnSpc>
              <a:spcBef>
                <a:spcPts val="320"/>
              </a:spcBef>
              <a:spcAft>
                <a:spcPts val="0"/>
              </a:spcAft>
              <a:buClr>
                <a:schemeClr val="dk1"/>
              </a:buClr>
              <a:buSzPts val="1600"/>
              <a:buFont typeface="Times"/>
              <a:buNone/>
              <a:defRPr sz="1600" b="1"/>
            </a:lvl5pPr>
            <a:lvl6pPr marL="2743200" lvl="5" indent="-228600" algn="l">
              <a:lnSpc>
                <a:spcPct val="100000"/>
              </a:lnSpc>
              <a:spcBef>
                <a:spcPts val="320"/>
              </a:spcBef>
              <a:spcAft>
                <a:spcPts val="0"/>
              </a:spcAft>
              <a:buClr>
                <a:schemeClr val="dk1"/>
              </a:buClr>
              <a:buSzPts val="1600"/>
              <a:buFont typeface="Times"/>
              <a:buNone/>
              <a:defRPr sz="1600" b="1"/>
            </a:lvl6pPr>
            <a:lvl7pPr marL="3200400" lvl="6" indent="-228600" algn="l">
              <a:lnSpc>
                <a:spcPct val="100000"/>
              </a:lnSpc>
              <a:spcBef>
                <a:spcPts val="320"/>
              </a:spcBef>
              <a:spcAft>
                <a:spcPts val="0"/>
              </a:spcAft>
              <a:buClr>
                <a:schemeClr val="dk1"/>
              </a:buClr>
              <a:buSzPts val="1600"/>
              <a:buFont typeface="Times"/>
              <a:buNone/>
              <a:defRPr sz="1600" b="1"/>
            </a:lvl7pPr>
            <a:lvl8pPr marL="3657600" lvl="7" indent="-228600" algn="l">
              <a:lnSpc>
                <a:spcPct val="100000"/>
              </a:lnSpc>
              <a:spcBef>
                <a:spcPts val="320"/>
              </a:spcBef>
              <a:spcAft>
                <a:spcPts val="0"/>
              </a:spcAft>
              <a:buClr>
                <a:schemeClr val="dk1"/>
              </a:buClr>
              <a:buSzPts val="1600"/>
              <a:buFont typeface="Times"/>
              <a:buNone/>
              <a:defRPr sz="1600" b="1"/>
            </a:lvl8pPr>
            <a:lvl9pPr marL="4114800" lvl="8" indent="-228600" algn="l">
              <a:lnSpc>
                <a:spcPct val="100000"/>
              </a:lnSpc>
              <a:spcBef>
                <a:spcPts val="320"/>
              </a:spcBef>
              <a:spcAft>
                <a:spcPts val="0"/>
              </a:spcAft>
              <a:buClr>
                <a:schemeClr val="dk1"/>
              </a:buClr>
              <a:buSzPts val="1600"/>
              <a:buFont typeface="Times"/>
              <a:buNone/>
              <a:defRPr sz="1600" b="1"/>
            </a:lvl9pPr>
          </a:lstStyle>
          <a:p>
            <a:endParaRPr/>
          </a:p>
        </p:txBody>
      </p:sp>
      <p:sp>
        <p:nvSpPr>
          <p:cNvPr id="47" name="Google Shape;47;p3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30200" algn="l">
              <a:lnSpc>
                <a:spcPct val="100000"/>
              </a:lnSpc>
              <a:spcBef>
                <a:spcPts val="320"/>
              </a:spcBef>
              <a:spcAft>
                <a:spcPts val="0"/>
              </a:spcAft>
              <a:buClr>
                <a:schemeClr val="lt1"/>
              </a:buClr>
              <a:buSzPts val="1600"/>
              <a:buFont typeface="Times"/>
              <a:buChar char="•"/>
              <a:defRPr sz="1600" b="1">
                <a:solidFill>
                  <a:schemeClr val="lt1"/>
                </a:solidFill>
              </a:defRPr>
            </a:lvl1pPr>
            <a:lvl2pPr marL="914400" lvl="1" indent="-355600" algn="l">
              <a:lnSpc>
                <a:spcPct val="100000"/>
              </a:lnSpc>
              <a:spcBef>
                <a:spcPts val="400"/>
              </a:spcBef>
              <a:spcAft>
                <a:spcPts val="0"/>
              </a:spcAft>
              <a:buClr>
                <a:schemeClr val="dk1"/>
              </a:buClr>
              <a:buSzPts val="2000"/>
              <a:buFont typeface="Times"/>
              <a:buChar char="–"/>
              <a:defRPr sz="2000"/>
            </a:lvl2pPr>
            <a:lvl3pPr marL="1371600" lvl="2" indent="-342900" algn="l">
              <a:lnSpc>
                <a:spcPct val="100000"/>
              </a:lnSpc>
              <a:spcBef>
                <a:spcPts val="360"/>
              </a:spcBef>
              <a:spcAft>
                <a:spcPts val="0"/>
              </a:spcAft>
              <a:buClr>
                <a:schemeClr val="dk1"/>
              </a:buClr>
              <a:buSzPts val="1800"/>
              <a:buFont typeface="Times"/>
              <a:buChar char="•"/>
              <a:defRPr sz="1800"/>
            </a:lvl3pPr>
            <a:lvl4pPr marL="1828800" lvl="3" indent="-330200" algn="l">
              <a:lnSpc>
                <a:spcPct val="100000"/>
              </a:lnSpc>
              <a:spcBef>
                <a:spcPts val="320"/>
              </a:spcBef>
              <a:spcAft>
                <a:spcPts val="0"/>
              </a:spcAft>
              <a:buClr>
                <a:schemeClr val="dk1"/>
              </a:buClr>
              <a:buSzPts val="1600"/>
              <a:buFont typeface="Times"/>
              <a:buChar char="–"/>
              <a:defRPr sz="1600"/>
            </a:lvl4pPr>
            <a:lvl5pPr marL="2286000" lvl="4" indent="-330200" algn="l">
              <a:lnSpc>
                <a:spcPct val="100000"/>
              </a:lnSpc>
              <a:spcBef>
                <a:spcPts val="320"/>
              </a:spcBef>
              <a:spcAft>
                <a:spcPts val="0"/>
              </a:spcAft>
              <a:buClr>
                <a:schemeClr val="dk1"/>
              </a:buClr>
              <a:buSzPts val="1600"/>
              <a:buFont typeface="Times"/>
              <a:buChar char="»"/>
              <a:defRPr sz="1600"/>
            </a:lvl5pPr>
            <a:lvl6pPr marL="2743200" lvl="5" indent="-330200" algn="l">
              <a:lnSpc>
                <a:spcPct val="100000"/>
              </a:lnSpc>
              <a:spcBef>
                <a:spcPts val="320"/>
              </a:spcBef>
              <a:spcAft>
                <a:spcPts val="0"/>
              </a:spcAft>
              <a:buClr>
                <a:schemeClr val="dk1"/>
              </a:buClr>
              <a:buSzPts val="1600"/>
              <a:buFont typeface="Times"/>
              <a:buChar char="»"/>
              <a:defRPr sz="1600"/>
            </a:lvl6pPr>
            <a:lvl7pPr marL="3200400" lvl="6" indent="-330200" algn="l">
              <a:lnSpc>
                <a:spcPct val="100000"/>
              </a:lnSpc>
              <a:spcBef>
                <a:spcPts val="320"/>
              </a:spcBef>
              <a:spcAft>
                <a:spcPts val="0"/>
              </a:spcAft>
              <a:buClr>
                <a:schemeClr val="dk1"/>
              </a:buClr>
              <a:buSzPts val="1600"/>
              <a:buFont typeface="Times"/>
              <a:buChar char="»"/>
              <a:defRPr sz="1600"/>
            </a:lvl7pPr>
            <a:lvl8pPr marL="3657600" lvl="7" indent="-330200" algn="l">
              <a:lnSpc>
                <a:spcPct val="100000"/>
              </a:lnSpc>
              <a:spcBef>
                <a:spcPts val="320"/>
              </a:spcBef>
              <a:spcAft>
                <a:spcPts val="0"/>
              </a:spcAft>
              <a:buClr>
                <a:schemeClr val="dk1"/>
              </a:buClr>
              <a:buSzPts val="1600"/>
              <a:buFont typeface="Times"/>
              <a:buChar char="»"/>
              <a:defRPr sz="1600"/>
            </a:lvl8pPr>
            <a:lvl9pPr marL="4114800" lvl="8" indent="-330200" algn="l">
              <a:lnSpc>
                <a:spcPct val="100000"/>
              </a:lnSpc>
              <a:spcBef>
                <a:spcPts val="320"/>
              </a:spcBef>
              <a:spcAft>
                <a:spcPts val="0"/>
              </a:spcAft>
              <a:buClr>
                <a:schemeClr val="dk1"/>
              </a:buClr>
              <a:buSzPts val="1600"/>
              <a:buFont typeface="Times"/>
              <a:buChar char="»"/>
              <a:defRPr sz="1600"/>
            </a:lvl9pPr>
          </a:lstStyle>
          <a:p>
            <a:endParaRPr/>
          </a:p>
        </p:txBody>
      </p:sp>
      <p:sp>
        <p:nvSpPr>
          <p:cNvPr id="48" name="Google Shape;48;p3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Font typeface="Times"/>
              <a:buNone/>
              <a:defRPr sz="2400" b="1"/>
            </a:lvl1pPr>
            <a:lvl2pPr marL="914400" lvl="1" indent="-228600" algn="l">
              <a:lnSpc>
                <a:spcPct val="100000"/>
              </a:lnSpc>
              <a:spcBef>
                <a:spcPts val="400"/>
              </a:spcBef>
              <a:spcAft>
                <a:spcPts val="0"/>
              </a:spcAft>
              <a:buClr>
                <a:schemeClr val="dk1"/>
              </a:buClr>
              <a:buSzPts val="2000"/>
              <a:buFont typeface="Times"/>
              <a:buNone/>
              <a:defRPr sz="2000" b="1"/>
            </a:lvl2pPr>
            <a:lvl3pPr marL="1371600" lvl="2" indent="-228600" algn="l">
              <a:lnSpc>
                <a:spcPct val="100000"/>
              </a:lnSpc>
              <a:spcBef>
                <a:spcPts val="360"/>
              </a:spcBef>
              <a:spcAft>
                <a:spcPts val="0"/>
              </a:spcAft>
              <a:buClr>
                <a:schemeClr val="dk1"/>
              </a:buClr>
              <a:buSzPts val="1800"/>
              <a:buFont typeface="Times"/>
              <a:buNone/>
              <a:defRPr sz="1800" b="1"/>
            </a:lvl3pPr>
            <a:lvl4pPr marL="1828800" lvl="3" indent="-228600" algn="l">
              <a:lnSpc>
                <a:spcPct val="100000"/>
              </a:lnSpc>
              <a:spcBef>
                <a:spcPts val="320"/>
              </a:spcBef>
              <a:spcAft>
                <a:spcPts val="0"/>
              </a:spcAft>
              <a:buClr>
                <a:schemeClr val="dk1"/>
              </a:buClr>
              <a:buSzPts val="1600"/>
              <a:buFont typeface="Times"/>
              <a:buNone/>
              <a:defRPr sz="1600" b="1"/>
            </a:lvl4pPr>
            <a:lvl5pPr marL="2286000" lvl="4" indent="-228600" algn="l">
              <a:lnSpc>
                <a:spcPct val="100000"/>
              </a:lnSpc>
              <a:spcBef>
                <a:spcPts val="320"/>
              </a:spcBef>
              <a:spcAft>
                <a:spcPts val="0"/>
              </a:spcAft>
              <a:buClr>
                <a:schemeClr val="dk1"/>
              </a:buClr>
              <a:buSzPts val="1600"/>
              <a:buFont typeface="Times"/>
              <a:buNone/>
              <a:defRPr sz="1600" b="1"/>
            </a:lvl5pPr>
            <a:lvl6pPr marL="2743200" lvl="5" indent="-228600" algn="l">
              <a:lnSpc>
                <a:spcPct val="100000"/>
              </a:lnSpc>
              <a:spcBef>
                <a:spcPts val="320"/>
              </a:spcBef>
              <a:spcAft>
                <a:spcPts val="0"/>
              </a:spcAft>
              <a:buClr>
                <a:schemeClr val="dk1"/>
              </a:buClr>
              <a:buSzPts val="1600"/>
              <a:buFont typeface="Times"/>
              <a:buNone/>
              <a:defRPr sz="1600" b="1"/>
            </a:lvl6pPr>
            <a:lvl7pPr marL="3200400" lvl="6" indent="-228600" algn="l">
              <a:lnSpc>
                <a:spcPct val="100000"/>
              </a:lnSpc>
              <a:spcBef>
                <a:spcPts val="320"/>
              </a:spcBef>
              <a:spcAft>
                <a:spcPts val="0"/>
              </a:spcAft>
              <a:buClr>
                <a:schemeClr val="dk1"/>
              </a:buClr>
              <a:buSzPts val="1600"/>
              <a:buFont typeface="Times"/>
              <a:buNone/>
              <a:defRPr sz="1600" b="1"/>
            </a:lvl7pPr>
            <a:lvl8pPr marL="3657600" lvl="7" indent="-228600" algn="l">
              <a:lnSpc>
                <a:spcPct val="100000"/>
              </a:lnSpc>
              <a:spcBef>
                <a:spcPts val="320"/>
              </a:spcBef>
              <a:spcAft>
                <a:spcPts val="0"/>
              </a:spcAft>
              <a:buClr>
                <a:schemeClr val="dk1"/>
              </a:buClr>
              <a:buSzPts val="1600"/>
              <a:buFont typeface="Times"/>
              <a:buNone/>
              <a:defRPr sz="1600" b="1"/>
            </a:lvl8pPr>
            <a:lvl9pPr marL="4114800" lvl="8" indent="-228600" algn="l">
              <a:lnSpc>
                <a:spcPct val="100000"/>
              </a:lnSpc>
              <a:spcBef>
                <a:spcPts val="320"/>
              </a:spcBef>
              <a:spcAft>
                <a:spcPts val="0"/>
              </a:spcAft>
              <a:buClr>
                <a:schemeClr val="dk1"/>
              </a:buClr>
              <a:buSzPts val="1600"/>
              <a:buFont typeface="Times"/>
              <a:buNone/>
              <a:defRPr sz="1600" b="1"/>
            </a:lvl9pPr>
          </a:lstStyle>
          <a:p>
            <a:endParaRPr/>
          </a:p>
        </p:txBody>
      </p:sp>
      <p:sp>
        <p:nvSpPr>
          <p:cNvPr id="49" name="Google Shape;49;p3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Font typeface="Times"/>
              <a:buChar char="•"/>
              <a:defRPr sz="2400"/>
            </a:lvl1pPr>
            <a:lvl2pPr marL="914400" lvl="1" indent="-355600" algn="l">
              <a:lnSpc>
                <a:spcPct val="100000"/>
              </a:lnSpc>
              <a:spcBef>
                <a:spcPts val="400"/>
              </a:spcBef>
              <a:spcAft>
                <a:spcPts val="0"/>
              </a:spcAft>
              <a:buClr>
                <a:schemeClr val="dk1"/>
              </a:buClr>
              <a:buSzPts val="2000"/>
              <a:buFont typeface="Times"/>
              <a:buChar char="–"/>
              <a:defRPr sz="2000"/>
            </a:lvl2pPr>
            <a:lvl3pPr marL="1371600" lvl="2" indent="-342900" algn="l">
              <a:lnSpc>
                <a:spcPct val="100000"/>
              </a:lnSpc>
              <a:spcBef>
                <a:spcPts val="360"/>
              </a:spcBef>
              <a:spcAft>
                <a:spcPts val="0"/>
              </a:spcAft>
              <a:buClr>
                <a:schemeClr val="dk1"/>
              </a:buClr>
              <a:buSzPts val="1800"/>
              <a:buFont typeface="Times"/>
              <a:buChar char="•"/>
              <a:defRPr sz="1800"/>
            </a:lvl3pPr>
            <a:lvl4pPr marL="1828800" lvl="3" indent="-330200" algn="l">
              <a:lnSpc>
                <a:spcPct val="100000"/>
              </a:lnSpc>
              <a:spcBef>
                <a:spcPts val="320"/>
              </a:spcBef>
              <a:spcAft>
                <a:spcPts val="0"/>
              </a:spcAft>
              <a:buClr>
                <a:schemeClr val="dk1"/>
              </a:buClr>
              <a:buSzPts val="1600"/>
              <a:buFont typeface="Times"/>
              <a:buChar char="–"/>
              <a:defRPr sz="1600"/>
            </a:lvl4pPr>
            <a:lvl5pPr marL="2286000" lvl="4" indent="-330200" algn="l">
              <a:lnSpc>
                <a:spcPct val="100000"/>
              </a:lnSpc>
              <a:spcBef>
                <a:spcPts val="320"/>
              </a:spcBef>
              <a:spcAft>
                <a:spcPts val="0"/>
              </a:spcAft>
              <a:buClr>
                <a:schemeClr val="dk1"/>
              </a:buClr>
              <a:buSzPts val="1600"/>
              <a:buFont typeface="Times"/>
              <a:buChar char="»"/>
              <a:defRPr sz="1600"/>
            </a:lvl5pPr>
            <a:lvl6pPr marL="2743200" lvl="5" indent="-330200" algn="l">
              <a:lnSpc>
                <a:spcPct val="100000"/>
              </a:lnSpc>
              <a:spcBef>
                <a:spcPts val="320"/>
              </a:spcBef>
              <a:spcAft>
                <a:spcPts val="0"/>
              </a:spcAft>
              <a:buClr>
                <a:schemeClr val="dk1"/>
              </a:buClr>
              <a:buSzPts val="1600"/>
              <a:buFont typeface="Times"/>
              <a:buChar char="»"/>
              <a:defRPr sz="1600"/>
            </a:lvl6pPr>
            <a:lvl7pPr marL="3200400" lvl="6" indent="-330200" algn="l">
              <a:lnSpc>
                <a:spcPct val="100000"/>
              </a:lnSpc>
              <a:spcBef>
                <a:spcPts val="320"/>
              </a:spcBef>
              <a:spcAft>
                <a:spcPts val="0"/>
              </a:spcAft>
              <a:buClr>
                <a:schemeClr val="dk1"/>
              </a:buClr>
              <a:buSzPts val="1600"/>
              <a:buFont typeface="Times"/>
              <a:buChar char="»"/>
              <a:defRPr sz="1600"/>
            </a:lvl7pPr>
            <a:lvl8pPr marL="3657600" lvl="7" indent="-330200" algn="l">
              <a:lnSpc>
                <a:spcPct val="100000"/>
              </a:lnSpc>
              <a:spcBef>
                <a:spcPts val="320"/>
              </a:spcBef>
              <a:spcAft>
                <a:spcPts val="0"/>
              </a:spcAft>
              <a:buClr>
                <a:schemeClr val="dk1"/>
              </a:buClr>
              <a:buSzPts val="1600"/>
              <a:buFont typeface="Times"/>
              <a:buChar char="»"/>
              <a:defRPr sz="1600"/>
            </a:lvl8pPr>
            <a:lvl9pPr marL="4114800" lvl="8" indent="-330200" algn="l">
              <a:lnSpc>
                <a:spcPct val="100000"/>
              </a:lnSpc>
              <a:spcBef>
                <a:spcPts val="320"/>
              </a:spcBef>
              <a:spcAft>
                <a:spcPts val="0"/>
              </a:spcAft>
              <a:buClr>
                <a:schemeClr val="dk1"/>
              </a:buClr>
              <a:buSzPts val="1600"/>
              <a:buFont typeface="Times"/>
              <a:buChar char="»"/>
              <a:defRPr sz="1600"/>
            </a:lvl9pPr>
          </a:lstStyle>
          <a:p>
            <a:endParaRPr/>
          </a:p>
        </p:txBody>
      </p:sp>
      <p:sp>
        <p:nvSpPr>
          <p:cNvPr id="50" name="Google Shape;50;p32"/>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2"/>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2"/>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33"/>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5" name="Google Shape;55;p33"/>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3"/>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3"/>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0" name="Google Shape;60;p3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Font typeface="Times"/>
              <a:buChar char="•"/>
              <a:defRPr sz="3200"/>
            </a:lvl1pPr>
            <a:lvl2pPr marL="914400" lvl="1" indent="-406400" algn="l">
              <a:lnSpc>
                <a:spcPct val="100000"/>
              </a:lnSpc>
              <a:spcBef>
                <a:spcPts val="560"/>
              </a:spcBef>
              <a:spcAft>
                <a:spcPts val="0"/>
              </a:spcAft>
              <a:buClr>
                <a:schemeClr val="dk1"/>
              </a:buClr>
              <a:buSzPts val="2800"/>
              <a:buFont typeface="Times"/>
              <a:buChar char="–"/>
              <a:defRPr sz="2800"/>
            </a:lvl2pPr>
            <a:lvl3pPr marL="1371600" lvl="2" indent="-381000" algn="l">
              <a:lnSpc>
                <a:spcPct val="100000"/>
              </a:lnSpc>
              <a:spcBef>
                <a:spcPts val="480"/>
              </a:spcBef>
              <a:spcAft>
                <a:spcPts val="0"/>
              </a:spcAft>
              <a:buClr>
                <a:schemeClr val="dk1"/>
              </a:buClr>
              <a:buSzPts val="2400"/>
              <a:buFont typeface="Times"/>
              <a:buChar char="•"/>
              <a:defRPr sz="2400"/>
            </a:lvl3pPr>
            <a:lvl4pPr marL="1828800" lvl="3" indent="-355600" algn="l">
              <a:lnSpc>
                <a:spcPct val="100000"/>
              </a:lnSpc>
              <a:spcBef>
                <a:spcPts val="400"/>
              </a:spcBef>
              <a:spcAft>
                <a:spcPts val="0"/>
              </a:spcAft>
              <a:buClr>
                <a:schemeClr val="dk1"/>
              </a:buClr>
              <a:buSzPts val="2000"/>
              <a:buFont typeface="Times"/>
              <a:buChar char="–"/>
              <a:defRPr sz="2000"/>
            </a:lvl4pPr>
            <a:lvl5pPr marL="2286000" lvl="4" indent="-355600" algn="l">
              <a:lnSpc>
                <a:spcPct val="100000"/>
              </a:lnSpc>
              <a:spcBef>
                <a:spcPts val="400"/>
              </a:spcBef>
              <a:spcAft>
                <a:spcPts val="0"/>
              </a:spcAft>
              <a:buClr>
                <a:schemeClr val="dk1"/>
              </a:buClr>
              <a:buSzPts val="2000"/>
              <a:buFont typeface="Times"/>
              <a:buChar char="»"/>
              <a:defRPr sz="2000"/>
            </a:lvl5pPr>
            <a:lvl6pPr marL="2743200" lvl="5" indent="-355600" algn="l">
              <a:lnSpc>
                <a:spcPct val="100000"/>
              </a:lnSpc>
              <a:spcBef>
                <a:spcPts val="400"/>
              </a:spcBef>
              <a:spcAft>
                <a:spcPts val="0"/>
              </a:spcAft>
              <a:buClr>
                <a:schemeClr val="dk1"/>
              </a:buClr>
              <a:buSzPts val="2000"/>
              <a:buFont typeface="Times"/>
              <a:buChar char="»"/>
              <a:defRPr sz="2000"/>
            </a:lvl6pPr>
            <a:lvl7pPr marL="3200400" lvl="6" indent="-355600" algn="l">
              <a:lnSpc>
                <a:spcPct val="100000"/>
              </a:lnSpc>
              <a:spcBef>
                <a:spcPts val="400"/>
              </a:spcBef>
              <a:spcAft>
                <a:spcPts val="0"/>
              </a:spcAft>
              <a:buClr>
                <a:schemeClr val="dk1"/>
              </a:buClr>
              <a:buSzPts val="2000"/>
              <a:buFont typeface="Times"/>
              <a:buChar char="»"/>
              <a:defRPr sz="2000"/>
            </a:lvl7pPr>
            <a:lvl8pPr marL="3657600" lvl="7" indent="-355600" algn="l">
              <a:lnSpc>
                <a:spcPct val="100000"/>
              </a:lnSpc>
              <a:spcBef>
                <a:spcPts val="400"/>
              </a:spcBef>
              <a:spcAft>
                <a:spcPts val="0"/>
              </a:spcAft>
              <a:buClr>
                <a:schemeClr val="dk1"/>
              </a:buClr>
              <a:buSzPts val="2000"/>
              <a:buFont typeface="Times"/>
              <a:buChar char="»"/>
              <a:defRPr sz="2000"/>
            </a:lvl8pPr>
            <a:lvl9pPr marL="4114800" lvl="8" indent="-355600" algn="l">
              <a:lnSpc>
                <a:spcPct val="100000"/>
              </a:lnSpc>
              <a:spcBef>
                <a:spcPts val="400"/>
              </a:spcBef>
              <a:spcAft>
                <a:spcPts val="0"/>
              </a:spcAft>
              <a:buClr>
                <a:schemeClr val="dk1"/>
              </a:buClr>
              <a:buSzPts val="2000"/>
              <a:buFont typeface="Times"/>
              <a:buChar char="»"/>
              <a:defRPr sz="2000"/>
            </a:lvl9pPr>
          </a:lstStyle>
          <a:p>
            <a:endParaRPr/>
          </a:p>
        </p:txBody>
      </p:sp>
      <p:sp>
        <p:nvSpPr>
          <p:cNvPr id="61" name="Google Shape;61;p3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Font typeface="Times"/>
              <a:buNone/>
              <a:defRPr sz="1400"/>
            </a:lvl1pPr>
            <a:lvl2pPr marL="914400" lvl="1" indent="-228600" algn="l">
              <a:lnSpc>
                <a:spcPct val="100000"/>
              </a:lnSpc>
              <a:spcBef>
                <a:spcPts val="240"/>
              </a:spcBef>
              <a:spcAft>
                <a:spcPts val="0"/>
              </a:spcAft>
              <a:buClr>
                <a:schemeClr val="dk1"/>
              </a:buClr>
              <a:buSzPts val="1200"/>
              <a:buFont typeface="Times"/>
              <a:buNone/>
              <a:defRPr sz="1200"/>
            </a:lvl2pPr>
            <a:lvl3pPr marL="1371600" lvl="2" indent="-228600" algn="l">
              <a:lnSpc>
                <a:spcPct val="100000"/>
              </a:lnSpc>
              <a:spcBef>
                <a:spcPts val="200"/>
              </a:spcBef>
              <a:spcAft>
                <a:spcPts val="0"/>
              </a:spcAft>
              <a:buClr>
                <a:schemeClr val="dk1"/>
              </a:buClr>
              <a:buSzPts val="1000"/>
              <a:buFont typeface="Times"/>
              <a:buNone/>
              <a:defRPr sz="1000"/>
            </a:lvl3pPr>
            <a:lvl4pPr marL="1828800" lvl="3" indent="-228600" algn="l">
              <a:lnSpc>
                <a:spcPct val="100000"/>
              </a:lnSpc>
              <a:spcBef>
                <a:spcPts val="180"/>
              </a:spcBef>
              <a:spcAft>
                <a:spcPts val="0"/>
              </a:spcAft>
              <a:buClr>
                <a:schemeClr val="dk1"/>
              </a:buClr>
              <a:buSzPts val="900"/>
              <a:buFont typeface="Times"/>
              <a:buNone/>
              <a:defRPr sz="900"/>
            </a:lvl4pPr>
            <a:lvl5pPr marL="2286000" lvl="4" indent="-228600" algn="l">
              <a:lnSpc>
                <a:spcPct val="100000"/>
              </a:lnSpc>
              <a:spcBef>
                <a:spcPts val="180"/>
              </a:spcBef>
              <a:spcAft>
                <a:spcPts val="0"/>
              </a:spcAft>
              <a:buClr>
                <a:schemeClr val="dk1"/>
              </a:buClr>
              <a:buSzPts val="900"/>
              <a:buFont typeface="Times"/>
              <a:buNone/>
              <a:defRPr sz="900"/>
            </a:lvl5pPr>
            <a:lvl6pPr marL="2743200" lvl="5" indent="-228600" algn="l">
              <a:lnSpc>
                <a:spcPct val="100000"/>
              </a:lnSpc>
              <a:spcBef>
                <a:spcPts val="180"/>
              </a:spcBef>
              <a:spcAft>
                <a:spcPts val="0"/>
              </a:spcAft>
              <a:buClr>
                <a:schemeClr val="dk1"/>
              </a:buClr>
              <a:buSzPts val="900"/>
              <a:buFont typeface="Times"/>
              <a:buNone/>
              <a:defRPr sz="900"/>
            </a:lvl6pPr>
            <a:lvl7pPr marL="3200400" lvl="6" indent="-228600" algn="l">
              <a:lnSpc>
                <a:spcPct val="100000"/>
              </a:lnSpc>
              <a:spcBef>
                <a:spcPts val="180"/>
              </a:spcBef>
              <a:spcAft>
                <a:spcPts val="0"/>
              </a:spcAft>
              <a:buClr>
                <a:schemeClr val="dk1"/>
              </a:buClr>
              <a:buSzPts val="900"/>
              <a:buFont typeface="Times"/>
              <a:buNone/>
              <a:defRPr sz="900"/>
            </a:lvl7pPr>
            <a:lvl8pPr marL="3657600" lvl="7" indent="-228600" algn="l">
              <a:lnSpc>
                <a:spcPct val="100000"/>
              </a:lnSpc>
              <a:spcBef>
                <a:spcPts val="180"/>
              </a:spcBef>
              <a:spcAft>
                <a:spcPts val="0"/>
              </a:spcAft>
              <a:buClr>
                <a:schemeClr val="dk1"/>
              </a:buClr>
              <a:buSzPts val="900"/>
              <a:buFont typeface="Times"/>
              <a:buNone/>
              <a:defRPr sz="900"/>
            </a:lvl8pPr>
            <a:lvl9pPr marL="4114800" lvl="8" indent="-228600" algn="l">
              <a:lnSpc>
                <a:spcPct val="100000"/>
              </a:lnSpc>
              <a:spcBef>
                <a:spcPts val="180"/>
              </a:spcBef>
              <a:spcAft>
                <a:spcPts val="0"/>
              </a:spcAft>
              <a:buClr>
                <a:schemeClr val="dk1"/>
              </a:buClr>
              <a:buSzPts val="900"/>
              <a:buFont typeface="Times"/>
              <a:buNone/>
              <a:defRPr sz="900"/>
            </a:lvl9pPr>
          </a:lstStyle>
          <a:p>
            <a:endParaRPr/>
          </a:p>
        </p:txBody>
      </p:sp>
      <p:sp>
        <p:nvSpPr>
          <p:cNvPr id="62" name="Google Shape;62;p34"/>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4"/>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4"/>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7" name="Google Shape;67;p35"/>
          <p:cNvSpPr>
            <a:spLocks noGrp="1"/>
          </p:cNvSpPr>
          <p:nvPr>
            <p:ph type="pic" idx="2"/>
          </p:nvPr>
        </p:nvSpPr>
        <p:spPr>
          <a:xfrm>
            <a:off x="1792288" y="612775"/>
            <a:ext cx="5486400" cy="4114800"/>
          </a:xfrm>
          <a:prstGeom prst="rect">
            <a:avLst/>
          </a:prstGeom>
          <a:noFill/>
          <a:ln>
            <a:noFill/>
          </a:ln>
        </p:spPr>
      </p:sp>
      <p:sp>
        <p:nvSpPr>
          <p:cNvPr id="68" name="Google Shape;68;p3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Font typeface="Times"/>
              <a:buNone/>
              <a:defRPr sz="1400"/>
            </a:lvl1pPr>
            <a:lvl2pPr marL="914400" lvl="1" indent="-228600" algn="l">
              <a:lnSpc>
                <a:spcPct val="100000"/>
              </a:lnSpc>
              <a:spcBef>
                <a:spcPts val="240"/>
              </a:spcBef>
              <a:spcAft>
                <a:spcPts val="0"/>
              </a:spcAft>
              <a:buClr>
                <a:schemeClr val="dk1"/>
              </a:buClr>
              <a:buSzPts val="1200"/>
              <a:buFont typeface="Times"/>
              <a:buNone/>
              <a:defRPr sz="1200"/>
            </a:lvl2pPr>
            <a:lvl3pPr marL="1371600" lvl="2" indent="-228600" algn="l">
              <a:lnSpc>
                <a:spcPct val="100000"/>
              </a:lnSpc>
              <a:spcBef>
                <a:spcPts val="200"/>
              </a:spcBef>
              <a:spcAft>
                <a:spcPts val="0"/>
              </a:spcAft>
              <a:buClr>
                <a:schemeClr val="dk1"/>
              </a:buClr>
              <a:buSzPts val="1000"/>
              <a:buFont typeface="Times"/>
              <a:buNone/>
              <a:defRPr sz="1000"/>
            </a:lvl3pPr>
            <a:lvl4pPr marL="1828800" lvl="3" indent="-228600" algn="l">
              <a:lnSpc>
                <a:spcPct val="100000"/>
              </a:lnSpc>
              <a:spcBef>
                <a:spcPts val="180"/>
              </a:spcBef>
              <a:spcAft>
                <a:spcPts val="0"/>
              </a:spcAft>
              <a:buClr>
                <a:schemeClr val="dk1"/>
              </a:buClr>
              <a:buSzPts val="900"/>
              <a:buFont typeface="Times"/>
              <a:buNone/>
              <a:defRPr sz="900"/>
            </a:lvl4pPr>
            <a:lvl5pPr marL="2286000" lvl="4" indent="-228600" algn="l">
              <a:lnSpc>
                <a:spcPct val="100000"/>
              </a:lnSpc>
              <a:spcBef>
                <a:spcPts val="180"/>
              </a:spcBef>
              <a:spcAft>
                <a:spcPts val="0"/>
              </a:spcAft>
              <a:buClr>
                <a:schemeClr val="dk1"/>
              </a:buClr>
              <a:buSzPts val="900"/>
              <a:buFont typeface="Times"/>
              <a:buNone/>
              <a:defRPr sz="900"/>
            </a:lvl5pPr>
            <a:lvl6pPr marL="2743200" lvl="5" indent="-228600" algn="l">
              <a:lnSpc>
                <a:spcPct val="100000"/>
              </a:lnSpc>
              <a:spcBef>
                <a:spcPts val="180"/>
              </a:spcBef>
              <a:spcAft>
                <a:spcPts val="0"/>
              </a:spcAft>
              <a:buClr>
                <a:schemeClr val="dk1"/>
              </a:buClr>
              <a:buSzPts val="900"/>
              <a:buFont typeface="Times"/>
              <a:buNone/>
              <a:defRPr sz="900"/>
            </a:lvl6pPr>
            <a:lvl7pPr marL="3200400" lvl="6" indent="-228600" algn="l">
              <a:lnSpc>
                <a:spcPct val="100000"/>
              </a:lnSpc>
              <a:spcBef>
                <a:spcPts val="180"/>
              </a:spcBef>
              <a:spcAft>
                <a:spcPts val="0"/>
              </a:spcAft>
              <a:buClr>
                <a:schemeClr val="dk1"/>
              </a:buClr>
              <a:buSzPts val="900"/>
              <a:buFont typeface="Times"/>
              <a:buNone/>
              <a:defRPr sz="900"/>
            </a:lvl7pPr>
            <a:lvl8pPr marL="3657600" lvl="7" indent="-228600" algn="l">
              <a:lnSpc>
                <a:spcPct val="100000"/>
              </a:lnSpc>
              <a:spcBef>
                <a:spcPts val="180"/>
              </a:spcBef>
              <a:spcAft>
                <a:spcPts val="0"/>
              </a:spcAft>
              <a:buClr>
                <a:schemeClr val="dk1"/>
              </a:buClr>
              <a:buSzPts val="900"/>
              <a:buFont typeface="Times"/>
              <a:buNone/>
              <a:defRPr sz="900"/>
            </a:lvl8pPr>
            <a:lvl9pPr marL="4114800" lvl="8" indent="-228600" algn="l">
              <a:lnSpc>
                <a:spcPct val="100000"/>
              </a:lnSpc>
              <a:spcBef>
                <a:spcPts val="180"/>
              </a:spcBef>
              <a:spcAft>
                <a:spcPts val="0"/>
              </a:spcAft>
              <a:buClr>
                <a:schemeClr val="dk1"/>
              </a:buClr>
              <a:buSzPts val="900"/>
              <a:buFont typeface="Times"/>
              <a:buNone/>
              <a:defRPr sz="900"/>
            </a:lvl9pPr>
          </a:lstStyle>
          <a:p>
            <a:endParaRPr/>
          </a:p>
        </p:txBody>
      </p:sp>
      <p:sp>
        <p:nvSpPr>
          <p:cNvPr id="69" name="Google Shape;69;p35"/>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5"/>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5"/>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6"/>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4" name="Google Shape;74;p36"/>
          <p:cNvSpPr txBox="1">
            <a:spLocks noGrp="1"/>
          </p:cNvSpPr>
          <p:nvPr>
            <p:ph type="body" idx="1"/>
          </p:nvPr>
        </p:nvSpPr>
        <p:spPr>
          <a:xfrm rot="5400000">
            <a:off x="2514600" y="152400"/>
            <a:ext cx="4114800" cy="7772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36"/>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6"/>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6"/>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7"/>
          <p:cNvSpPr txBox="1">
            <a:spLocks noGrp="1"/>
          </p:cNvSpPr>
          <p:nvPr>
            <p:ph type="title"/>
          </p:nvPr>
        </p:nvSpPr>
        <p:spPr>
          <a:xfrm rot="5400000">
            <a:off x="4743450" y="2381250"/>
            <a:ext cx="5486400" cy="1943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0" name="Google Shape;80;p37"/>
          <p:cNvSpPr txBox="1">
            <a:spLocks noGrp="1"/>
          </p:cNvSpPr>
          <p:nvPr>
            <p:ph type="body" idx="1"/>
          </p:nvPr>
        </p:nvSpPr>
        <p:spPr>
          <a:xfrm rot="5400000">
            <a:off x="781050" y="514350"/>
            <a:ext cx="5486400" cy="56769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37"/>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7"/>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37"/>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6"/>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a:ea typeface="Times"/>
                <a:cs typeface="Times"/>
                <a:sym typeface="Times"/>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a:ea typeface="Times"/>
                <a:cs typeface="Times"/>
                <a:sym typeface="Times"/>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a:ea typeface="Times"/>
                <a:cs typeface="Times"/>
                <a:sym typeface="Times"/>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a:ea typeface="Times"/>
                <a:cs typeface="Times"/>
                <a:sym typeface="Times"/>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a:ea typeface="Times"/>
                <a:cs typeface="Times"/>
                <a:sym typeface="Times"/>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a:ea typeface="Times"/>
                <a:cs typeface="Times"/>
                <a:sym typeface="Times"/>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a:ea typeface="Times"/>
                <a:cs typeface="Times"/>
                <a:sym typeface="Times"/>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a:ea typeface="Times"/>
                <a:cs typeface="Times"/>
                <a:sym typeface="Times"/>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a:ea typeface="Times"/>
                <a:cs typeface="Times"/>
                <a:sym typeface="Times"/>
              </a:defRPr>
            </a:lvl9pPr>
          </a:lstStyle>
          <a:p>
            <a:endParaRPr/>
          </a:p>
        </p:txBody>
      </p:sp>
      <p:sp>
        <p:nvSpPr>
          <p:cNvPr id="11" name="Google Shape;11;p26"/>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Times"/>
              <a:buChar char="•"/>
              <a:defRPr sz="3200" b="0" i="0" u="none" strike="noStrike" cap="none">
                <a:solidFill>
                  <a:schemeClr val="dk1"/>
                </a:solidFill>
                <a:latin typeface="Times"/>
                <a:ea typeface="Times"/>
                <a:cs typeface="Times"/>
                <a:sym typeface="Times"/>
              </a:defRPr>
            </a:lvl1pPr>
            <a:lvl2pPr marL="914400" marR="0" lvl="1" indent="-406400" algn="l" rtl="0">
              <a:lnSpc>
                <a:spcPct val="100000"/>
              </a:lnSpc>
              <a:spcBef>
                <a:spcPts val="560"/>
              </a:spcBef>
              <a:spcAft>
                <a:spcPts val="0"/>
              </a:spcAft>
              <a:buClr>
                <a:schemeClr val="dk1"/>
              </a:buClr>
              <a:buSzPts val="2800"/>
              <a:buFont typeface="Times"/>
              <a:buChar char="–"/>
              <a:defRPr sz="2800" b="0" i="0" u="none" strike="noStrike" cap="none">
                <a:solidFill>
                  <a:schemeClr val="dk1"/>
                </a:solidFill>
                <a:latin typeface="Times"/>
                <a:ea typeface="Times"/>
                <a:cs typeface="Times"/>
                <a:sym typeface="Times"/>
              </a:defRPr>
            </a:lvl2pPr>
            <a:lvl3pPr marL="1371600" marR="0" lvl="2" indent="-381000" algn="l" rtl="0">
              <a:lnSpc>
                <a:spcPct val="100000"/>
              </a:lnSpc>
              <a:spcBef>
                <a:spcPts val="480"/>
              </a:spcBef>
              <a:spcAft>
                <a:spcPts val="0"/>
              </a:spcAft>
              <a:buClr>
                <a:schemeClr val="dk1"/>
              </a:buClr>
              <a:buSzPts val="2400"/>
              <a:buFont typeface="Times"/>
              <a:buChar char="•"/>
              <a:defRPr sz="2400" b="0" i="0" u="none" strike="noStrike" cap="none">
                <a:solidFill>
                  <a:schemeClr val="dk1"/>
                </a:solidFill>
                <a:latin typeface="Times"/>
                <a:ea typeface="Times"/>
                <a:cs typeface="Times"/>
                <a:sym typeface="Times"/>
              </a:defRPr>
            </a:lvl3pPr>
            <a:lvl4pPr marL="1828800" marR="0" lvl="3" indent="-355600" algn="l" rtl="0">
              <a:lnSpc>
                <a:spcPct val="100000"/>
              </a:lnSpc>
              <a:spcBef>
                <a:spcPts val="400"/>
              </a:spcBef>
              <a:spcAft>
                <a:spcPts val="0"/>
              </a:spcAft>
              <a:buClr>
                <a:schemeClr val="dk1"/>
              </a:buClr>
              <a:buSzPts val="2000"/>
              <a:buFont typeface="Times"/>
              <a:buChar char="–"/>
              <a:defRPr sz="2000" b="0" i="0" u="none" strike="noStrike" cap="none">
                <a:solidFill>
                  <a:schemeClr val="dk1"/>
                </a:solidFill>
                <a:latin typeface="Times"/>
                <a:ea typeface="Times"/>
                <a:cs typeface="Times"/>
                <a:sym typeface="Times"/>
              </a:defRPr>
            </a:lvl4pPr>
            <a:lvl5pPr marL="2286000" marR="0" lvl="4" indent="-355600" algn="l" rtl="0">
              <a:lnSpc>
                <a:spcPct val="100000"/>
              </a:lnSpc>
              <a:spcBef>
                <a:spcPts val="400"/>
              </a:spcBef>
              <a:spcAft>
                <a:spcPts val="0"/>
              </a:spcAft>
              <a:buClr>
                <a:schemeClr val="dk1"/>
              </a:buClr>
              <a:buSzPts val="2000"/>
              <a:buFont typeface="Times"/>
              <a:buChar char="»"/>
              <a:defRPr sz="2000" b="0" i="0" u="none" strike="noStrike" cap="none">
                <a:solidFill>
                  <a:schemeClr val="dk1"/>
                </a:solidFill>
                <a:latin typeface="Times"/>
                <a:ea typeface="Times"/>
                <a:cs typeface="Times"/>
                <a:sym typeface="Times"/>
              </a:defRPr>
            </a:lvl5pPr>
            <a:lvl6pPr marL="2743200" marR="0" lvl="5" indent="-355600" algn="l" rtl="0">
              <a:lnSpc>
                <a:spcPct val="100000"/>
              </a:lnSpc>
              <a:spcBef>
                <a:spcPts val="400"/>
              </a:spcBef>
              <a:spcAft>
                <a:spcPts val="0"/>
              </a:spcAft>
              <a:buClr>
                <a:schemeClr val="dk1"/>
              </a:buClr>
              <a:buSzPts val="2000"/>
              <a:buFont typeface="Times"/>
              <a:buChar char="»"/>
              <a:defRPr sz="2000" b="0" i="0" u="none" strike="noStrike" cap="none">
                <a:solidFill>
                  <a:schemeClr val="dk1"/>
                </a:solidFill>
                <a:latin typeface="Times"/>
                <a:ea typeface="Times"/>
                <a:cs typeface="Times"/>
                <a:sym typeface="Times"/>
              </a:defRPr>
            </a:lvl6pPr>
            <a:lvl7pPr marL="3200400" marR="0" lvl="6" indent="-355600" algn="l" rtl="0">
              <a:lnSpc>
                <a:spcPct val="100000"/>
              </a:lnSpc>
              <a:spcBef>
                <a:spcPts val="400"/>
              </a:spcBef>
              <a:spcAft>
                <a:spcPts val="0"/>
              </a:spcAft>
              <a:buClr>
                <a:schemeClr val="dk1"/>
              </a:buClr>
              <a:buSzPts val="2000"/>
              <a:buFont typeface="Times"/>
              <a:buChar char="»"/>
              <a:defRPr sz="2000" b="0" i="0" u="none" strike="noStrike" cap="none">
                <a:solidFill>
                  <a:schemeClr val="dk1"/>
                </a:solidFill>
                <a:latin typeface="Times"/>
                <a:ea typeface="Times"/>
                <a:cs typeface="Times"/>
                <a:sym typeface="Times"/>
              </a:defRPr>
            </a:lvl7pPr>
            <a:lvl8pPr marL="3657600" marR="0" lvl="7" indent="-355600" algn="l" rtl="0">
              <a:lnSpc>
                <a:spcPct val="100000"/>
              </a:lnSpc>
              <a:spcBef>
                <a:spcPts val="400"/>
              </a:spcBef>
              <a:spcAft>
                <a:spcPts val="0"/>
              </a:spcAft>
              <a:buClr>
                <a:schemeClr val="dk1"/>
              </a:buClr>
              <a:buSzPts val="2000"/>
              <a:buFont typeface="Times"/>
              <a:buChar char="»"/>
              <a:defRPr sz="2000" b="0" i="0" u="none" strike="noStrike" cap="none">
                <a:solidFill>
                  <a:schemeClr val="dk1"/>
                </a:solidFill>
                <a:latin typeface="Times"/>
                <a:ea typeface="Times"/>
                <a:cs typeface="Times"/>
                <a:sym typeface="Times"/>
              </a:defRPr>
            </a:lvl8pPr>
            <a:lvl9pPr marL="4114800" marR="0" lvl="8" indent="-355600" algn="l" rtl="0">
              <a:lnSpc>
                <a:spcPct val="100000"/>
              </a:lnSpc>
              <a:spcBef>
                <a:spcPts val="400"/>
              </a:spcBef>
              <a:spcAft>
                <a:spcPts val="0"/>
              </a:spcAft>
              <a:buClr>
                <a:schemeClr val="dk1"/>
              </a:buClr>
              <a:buSzPts val="2000"/>
              <a:buFont typeface="Times"/>
              <a:buChar char="»"/>
              <a:defRPr sz="2000" b="0" i="0" u="none" strike="noStrike" cap="none">
                <a:solidFill>
                  <a:schemeClr val="dk1"/>
                </a:solidFill>
                <a:latin typeface="Times"/>
                <a:ea typeface="Times"/>
                <a:cs typeface="Times"/>
                <a:sym typeface="Times"/>
              </a:defRPr>
            </a:lvl9pPr>
          </a:lstStyle>
          <a:p>
            <a:endParaRPr/>
          </a:p>
        </p:txBody>
      </p:sp>
      <p:sp>
        <p:nvSpPr>
          <p:cNvPr id="12" name="Google Shape;12;p26"/>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9pPr>
          </a:lstStyle>
          <a:p>
            <a:endParaRPr/>
          </a:p>
        </p:txBody>
      </p:sp>
      <p:sp>
        <p:nvSpPr>
          <p:cNvPr id="13" name="Google Shape;13;p26"/>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9pPr>
          </a:lstStyle>
          <a:p>
            <a:endParaRPr/>
          </a:p>
        </p:txBody>
      </p:sp>
      <p:sp>
        <p:nvSpPr>
          <p:cNvPr id="14" name="Google Shape;14;p26"/>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pic>
        <p:nvPicPr>
          <p:cNvPr id="164" name="Google Shape;164;p1" descr="Plate 01.jpg                                                   00000158WD Passport                    00000000:"/>
          <p:cNvPicPr preferRelativeResize="0"/>
          <p:nvPr/>
        </p:nvPicPr>
        <p:blipFill rotWithShape="1">
          <a:blip r:embed="rId3">
            <a:alphaModFix/>
          </a:blip>
          <a:srcRect/>
          <a:stretch/>
        </p:blipFill>
        <p:spPr>
          <a:xfrm>
            <a:off x="381000" y="-35859"/>
            <a:ext cx="8382000" cy="6840537"/>
          </a:xfrm>
          <a:prstGeom prst="rect">
            <a:avLst/>
          </a:prstGeom>
          <a:noFill/>
          <a:ln>
            <a:noFill/>
          </a:ln>
        </p:spPr>
      </p:pic>
      <p:sp>
        <p:nvSpPr>
          <p:cNvPr id="165" name="Google Shape;165;p1"/>
          <p:cNvSpPr/>
          <p:nvPr/>
        </p:nvSpPr>
        <p:spPr>
          <a:xfrm>
            <a:off x="3060758" y="480921"/>
            <a:ext cx="2806239" cy="2160679"/>
          </a:xfrm>
          <a:custGeom>
            <a:avLst/>
            <a:gdLst/>
            <a:ahLst/>
            <a:cxnLst/>
            <a:rect l="l" t="t" r="r" b="b"/>
            <a:pathLst>
              <a:path w="2806239" h="2160679" extrusionOk="0">
                <a:moveTo>
                  <a:pt x="408156" y="56108"/>
                </a:moveTo>
                <a:cubicBezTo>
                  <a:pt x="287974" y="96168"/>
                  <a:pt x="346529" y="68163"/>
                  <a:pt x="233985" y="143193"/>
                </a:cubicBezTo>
                <a:lnTo>
                  <a:pt x="190442" y="172222"/>
                </a:lnTo>
                <a:lnTo>
                  <a:pt x="146899" y="201250"/>
                </a:lnTo>
                <a:cubicBezTo>
                  <a:pt x="74833" y="309352"/>
                  <a:pt x="167452" y="176588"/>
                  <a:pt x="74328" y="288336"/>
                </a:cubicBezTo>
                <a:cubicBezTo>
                  <a:pt x="48682" y="319111"/>
                  <a:pt x="34017" y="354443"/>
                  <a:pt x="16271" y="389936"/>
                </a:cubicBezTo>
                <a:cubicBezTo>
                  <a:pt x="11433" y="438317"/>
                  <a:pt x="1756" y="486457"/>
                  <a:pt x="1756" y="535079"/>
                </a:cubicBezTo>
                <a:cubicBezTo>
                  <a:pt x="1756" y="578890"/>
                  <a:pt x="0" y="625031"/>
                  <a:pt x="16271" y="665708"/>
                </a:cubicBezTo>
                <a:cubicBezTo>
                  <a:pt x="21953" y="679913"/>
                  <a:pt x="46129" y="673380"/>
                  <a:pt x="59813" y="680222"/>
                </a:cubicBezTo>
                <a:cubicBezTo>
                  <a:pt x="75415" y="688023"/>
                  <a:pt x="86019" y="707324"/>
                  <a:pt x="103356" y="709250"/>
                </a:cubicBezTo>
                <a:cubicBezTo>
                  <a:pt x="218860" y="722084"/>
                  <a:pt x="335585" y="718927"/>
                  <a:pt x="451699" y="723765"/>
                </a:cubicBezTo>
                <a:cubicBezTo>
                  <a:pt x="576486" y="806955"/>
                  <a:pt x="418602" y="707216"/>
                  <a:pt x="538785" y="767308"/>
                </a:cubicBezTo>
                <a:cubicBezTo>
                  <a:pt x="651323" y="823577"/>
                  <a:pt x="516431" y="774371"/>
                  <a:pt x="625871" y="810850"/>
                </a:cubicBezTo>
                <a:lnTo>
                  <a:pt x="712956" y="868908"/>
                </a:lnTo>
                <a:lnTo>
                  <a:pt x="756499" y="897936"/>
                </a:lnTo>
                <a:cubicBezTo>
                  <a:pt x="827223" y="1004021"/>
                  <a:pt x="733096" y="878433"/>
                  <a:pt x="843585" y="970508"/>
                </a:cubicBezTo>
                <a:cubicBezTo>
                  <a:pt x="856986" y="981675"/>
                  <a:pt x="860278" y="1001715"/>
                  <a:pt x="872613" y="1014050"/>
                </a:cubicBezTo>
                <a:cubicBezTo>
                  <a:pt x="884948" y="1026385"/>
                  <a:pt x="901642" y="1033403"/>
                  <a:pt x="916156" y="1043079"/>
                </a:cubicBezTo>
                <a:lnTo>
                  <a:pt x="974213" y="1217250"/>
                </a:lnTo>
                <a:lnTo>
                  <a:pt x="1003242" y="1304336"/>
                </a:lnTo>
                <a:cubicBezTo>
                  <a:pt x="1021467" y="1377236"/>
                  <a:pt x="1011448" y="1343469"/>
                  <a:pt x="1032271" y="1405936"/>
                </a:cubicBezTo>
                <a:cubicBezTo>
                  <a:pt x="1037109" y="1439803"/>
                  <a:pt x="1039093" y="1474202"/>
                  <a:pt x="1046785" y="1507536"/>
                </a:cubicBezTo>
                <a:cubicBezTo>
                  <a:pt x="1053665" y="1537351"/>
                  <a:pt x="1066137" y="1565593"/>
                  <a:pt x="1075813" y="1594622"/>
                </a:cubicBezTo>
                <a:lnTo>
                  <a:pt x="1090328" y="1638165"/>
                </a:lnTo>
                <a:cubicBezTo>
                  <a:pt x="1095166" y="1652679"/>
                  <a:pt x="1098000" y="1668024"/>
                  <a:pt x="1104842" y="1681708"/>
                </a:cubicBezTo>
                <a:cubicBezTo>
                  <a:pt x="1145523" y="1763068"/>
                  <a:pt x="1125835" y="1719676"/>
                  <a:pt x="1162899" y="1812336"/>
                </a:cubicBezTo>
                <a:cubicBezTo>
                  <a:pt x="1168568" y="1840681"/>
                  <a:pt x="1188026" y="1953577"/>
                  <a:pt x="1206442" y="1971993"/>
                </a:cubicBezTo>
                <a:lnTo>
                  <a:pt x="1249985" y="2015536"/>
                </a:lnTo>
                <a:cubicBezTo>
                  <a:pt x="1260338" y="2046597"/>
                  <a:pt x="1267046" y="2079450"/>
                  <a:pt x="1293528" y="2102622"/>
                </a:cubicBezTo>
                <a:cubicBezTo>
                  <a:pt x="1319784" y="2125596"/>
                  <a:pt x="1380613" y="2160679"/>
                  <a:pt x="1380613" y="2160679"/>
                </a:cubicBezTo>
                <a:cubicBezTo>
                  <a:pt x="1462861" y="2155841"/>
                  <a:pt x="1545658" y="2156821"/>
                  <a:pt x="1627356" y="2146165"/>
                </a:cubicBezTo>
                <a:cubicBezTo>
                  <a:pt x="1675885" y="2139835"/>
                  <a:pt x="1728851" y="2109931"/>
                  <a:pt x="1772499" y="2088108"/>
                </a:cubicBezTo>
                <a:cubicBezTo>
                  <a:pt x="1808980" y="1978662"/>
                  <a:pt x="1759769" y="2113568"/>
                  <a:pt x="1816042" y="2001022"/>
                </a:cubicBezTo>
                <a:cubicBezTo>
                  <a:pt x="1822884" y="1987338"/>
                  <a:pt x="1824529" y="1971541"/>
                  <a:pt x="1830556" y="1957479"/>
                </a:cubicBezTo>
                <a:cubicBezTo>
                  <a:pt x="1839079" y="1937592"/>
                  <a:pt x="1849909" y="1918774"/>
                  <a:pt x="1859585" y="1899422"/>
                </a:cubicBezTo>
                <a:cubicBezTo>
                  <a:pt x="1864423" y="1875231"/>
                  <a:pt x="1867608" y="1850650"/>
                  <a:pt x="1874099" y="1826850"/>
                </a:cubicBezTo>
                <a:cubicBezTo>
                  <a:pt x="1882150" y="1797330"/>
                  <a:pt x="1895707" y="1769450"/>
                  <a:pt x="1903128" y="1739765"/>
                </a:cubicBezTo>
                <a:cubicBezTo>
                  <a:pt x="1909286" y="1715131"/>
                  <a:pt x="1920589" y="1663614"/>
                  <a:pt x="1932156" y="1638165"/>
                </a:cubicBezTo>
                <a:cubicBezTo>
                  <a:pt x="1932173" y="1638127"/>
                  <a:pt x="2004718" y="1493041"/>
                  <a:pt x="2019242" y="1463993"/>
                </a:cubicBezTo>
                <a:cubicBezTo>
                  <a:pt x="2028918" y="1444641"/>
                  <a:pt x="2036269" y="1423939"/>
                  <a:pt x="2048271" y="1405936"/>
                </a:cubicBezTo>
                <a:cubicBezTo>
                  <a:pt x="2057947" y="1391422"/>
                  <a:pt x="2069498" y="1377995"/>
                  <a:pt x="2077299" y="1362393"/>
                </a:cubicBezTo>
                <a:cubicBezTo>
                  <a:pt x="2132276" y="1252439"/>
                  <a:pt x="2073468" y="1322682"/>
                  <a:pt x="2149871" y="1246279"/>
                </a:cubicBezTo>
                <a:cubicBezTo>
                  <a:pt x="2159547" y="1226927"/>
                  <a:pt x="2166323" y="1205828"/>
                  <a:pt x="2178899" y="1188222"/>
                </a:cubicBezTo>
                <a:cubicBezTo>
                  <a:pt x="2207331" y="1148416"/>
                  <a:pt x="2243988" y="1132432"/>
                  <a:pt x="2280499" y="1101136"/>
                </a:cubicBezTo>
                <a:cubicBezTo>
                  <a:pt x="2296084" y="1087778"/>
                  <a:pt x="2307839" y="1070195"/>
                  <a:pt x="2324042" y="1057593"/>
                </a:cubicBezTo>
                <a:cubicBezTo>
                  <a:pt x="2351581" y="1036174"/>
                  <a:pt x="2378030" y="1010568"/>
                  <a:pt x="2411128" y="999536"/>
                </a:cubicBezTo>
                <a:lnTo>
                  <a:pt x="2498213" y="970508"/>
                </a:lnTo>
                <a:cubicBezTo>
                  <a:pt x="2512727" y="960832"/>
                  <a:pt x="2526154" y="949280"/>
                  <a:pt x="2541756" y="941479"/>
                </a:cubicBezTo>
                <a:cubicBezTo>
                  <a:pt x="2555440" y="934637"/>
                  <a:pt x="2572569" y="935452"/>
                  <a:pt x="2585299" y="926965"/>
                </a:cubicBezTo>
                <a:cubicBezTo>
                  <a:pt x="2602378" y="915579"/>
                  <a:pt x="2613073" y="896563"/>
                  <a:pt x="2628842" y="883422"/>
                </a:cubicBezTo>
                <a:cubicBezTo>
                  <a:pt x="2642243" y="872255"/>
                  <a:pt x="2659347" y="865982"/>
                  <a:pt x="2672385" y="854393"/>
                </a:cubicBezTo>
                <a:cubicBezTo>
                  <a:pt x="2703068" y="827119"/>
                  <a:pt x="2759471" y="767308"/>
                  <a:pt x="2759471" y="767308"/>
                </a:cubicBezTo>
                <a:cubicBezTo>
                  <a:pt x="2777210" y="714090"/>
                  <a:pt x="2806239" y="685060"/>
                  <a:pt x="2773985" y="636679"/>
                </a:cubicBezTo>
                <a:cubicBezTo>
                  <a:pt x="2762599" y="619600"/>
                  <a:pt x="2743583" y="608905"/>
                  <a:pt x="2730442" y="593136"/>
                </a:cubicBezTo>
                <a:cubicBezTo>
                  <a:pt x="2719275" y="579735"/>
                  <a:pt x="2711089" y="564107"/>
                  <a:pt x="2701413" y="549593"/>
                </a:cubicBezTo>
                <a:cubicBezTo>
                  <a:pt x="2696575" y="530241"/>
                  <a:pt x="2697964" y="508134"/>
                  <a:pt x="2686899" y="491536"/>
                </a:cubicBezTo>
                <a:cubicBezTo>
                  <a:pt x="2677223" y="477022"/>
                  <a:pt x="2658958" y="470309"/>
                  <a:pt x="2643356" y="462508"/>
                </a:cubicBezTo>
                <a:cubicBezTo>
                  <a:pt x="2602820" y="442240"/>
                  <a:pt x="2535664" y="438829"/>
                  <a:pt x="2498213" y="433479"/>
                </a:cubicBezTo>
                <a:cubicBezTo>
                  <a:pt x="2483699" y="428641"/>
                  <a:pt x="2468045" y="426395"/>
                  <a:pt x="2454671" y="418965"/>
                </a:cubicBezTo>
                <a:cubicBezTo>
                  <a:pt x="2424173" y="402022"/>
                  <a:pt x="2367585" y="360908"/>
                  <a:pt x="2367585" y="360908"/>
                </a:cubicBezTo>
                <a:cubicBezTo>
                  <a:pt x="2357909" y="346394"/>
                  <a:pt x="2351684" y="328852"/>
                  <a:pt x="2338556" y="317365"/>
                </a:cubicBezTo>
                <a:cubicBezTo>
                  <a:pt x="2271718" y="258882"/>
                  <a:pt x="2258954" y="267731"/>
                  <a:pt x="2193413" y="230279"/>
                </a:cubicBezTo>
                <a:cubicBezTo>
                  <a:pt x="2178268" y="221624"/>
                  <a:pt x="2164385" y="210926"/>
                  <a:pt x="2149871" y="201250"/>
                </a:cubicBezTo>
                <a:cubicBezTo>
                  <a:pt x="2135357" y="206088"/>
                  <a:pt x="2121565" y="217150"/>
                  <a:pt x="2106328" y="215765"/>
                </a:cubicBezTo>
                <a:cubicBezTo>
                  <a:pt x="2061313" y="211673"/>
                  <a:pt x="1995105" y="188367"/>
                  <a:pt x="1946671" y="172222"/>
                </a:cubicBezTo>
                <a:cubicBezTo>
                  <a:pt x="1932157" y="162546"/>
                  <a:pt x="1919461" y="149318"/>
                  <a:pt x="1903128" y="143193"/>
                </a:cubicBezTo>
                <a:cubicBezTo>
                  <a:pt x="1880029" y="134531"/>
                  <a:pt x="1854638" y="134030"/>
                  <a:pt x="1830556" y="128679"/>
                </a:cubicBezTo>
                <a:cubicBezTo>
                  <a:pt x="1775878" y="116529"/>
                  <a:pt x="1777447" y="115815"/>
                  <a:pt x="1728956" y="99650"/>
                </a:cubicBezTo>
                <a:cubicBezTo>
                  <a:pt x="1637032" y="104488"/>
                  <a:pt x="1544858" y="105831"/>
                  <a:pt x="1453185" y="114165"/>
                </a:cubicBezTo>
                <a:cubicBezTo>
                  <a:pt x="1437948" y="115550"/>
                  <a:pt x="1424879" y="130064"/>
                  <a:pt x="1409642" y="128679"/>
                </a:cubicBezTo>
                <a:cubicBezTo>
                  <a:pt x="1369910" y="125067"/>
                  <a:pt x="1333379" y="101548"/>
                  <a:pt x="1293528" y="99650"/>
                </a:cubicBezTo>
                <a:lnTo>
                  <a:pt x="988728" y="85136"/>
                </a:lnTo>
                <a:cubicBezTo>
                  <a:pt x="899302" y="55328"/>
                  <a:pt x="990357" y="82794"/>
                  <a:pt x="843585" y="56108"/>
                </a:cubicBezTo>
                <a:cubicBezTo>
                  <a:pt x="823959" y="52540"/>
                  <a:pt x="805377" y="43578"/>
                  <a:pt x="785528" y="41593"/>
                </a:cubicBezTo>
                <a:cubicBezTo>
                  <a:pt x="708352" y="33875"/>
                  <a:pt x="630709" y="31917"/>
                  <a:pt x="553299" y="27079"/>
                </a:cubicBezTo>
                <a:cubicBezTo>
                  <a:pt x="485305" y="4415"/>
                  <a:pt x="492933" y="0"/>
                  <a:pt x="393642" y="27079"/>
                </a:cubicBezTo>
                <a:cubicBezTo>
                  <a:pt x="376813" y="31669"/>
                  <a:pt x="350099" y="56108"/>
                  <a:pt x="350099" y="56108"/>
                </a:cubicBezTo>
              </a:path>
            </a:pathLst>
          </a:custGeom>
          <a:solidFill>
            <a:srgbClr val="BBE0E3">
              <a:alpha val="17254"/>
            </a:srgb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lt1"/>
              </a:solidFill>
              <a:latin typeface="Times"/>
              <a:ea typeface="Times"/>
              <a:cs typeface="Times"/>
              <a:sym typeface="Times"/>
            </a:endParaRPr>
          </a:p>
        </p:txBody>
      </p:sp>
      <p:sp>
        <p:nvSpPr>
          <p:cNvPr id="166" name="Google Shape;166;p1"/>
          <p:cNvSpPr/>
          <p:nvPr/>
        </p:nvSpPr>
        <p:spPr>
          <a:xfrm>
            <a:off x="2002971" y="3784223"/>
            <a:ext cx="1483879" cy="922341"/>
          </a:xfrm>
          <a:custGeom>
            <a:avLst/>
            <a:gdLst/>
            <a:ahLst/>
            <a:cxnLst/>
            <a:rect l="l" t="t" r="r" b="b"/>
            <a:pathLst>
              <a:path w="1483879" h="922341" extrusionOk="0">
                <a:moveTo>
                  <a:pt x="275772" y="250748"/>
                </a:moveTo>
                <a:cubicBezTo>
                  <a:pt x="297543" y="258005"/>
                  <a:pt x="221845" y="238766"/>
                  <a:pt x="406400" y="279777"/>
                </a:cubicBezTo>
                <a:cubicBezTo>
                  <a:pt x="430482" y="285128"/>
                  <a:pt x="454781" y="289453"/>
                  <a:pt x="478972" y="294291"/>
                </a:cubicBezTo>
                <a:lnTo>
                  <a:pt x="566058" y="352348"/>
                </a:lnTo>
                <a:cubicBezTo>
                  <a:pt x="580572" y="362024"/>
                  <a:pt x="593051" y="375861"/>
                  <a:pt x="609600" y="381377"/>
                </a:cubicBezTo>
                <a:lnTo>
                  <a:pt x="653143" y="395891"/>
                </a:lnTo>
                <a:cubicBezTo>
                  <a:pt x="667657" y="410405"/>
                  <a:pt x="680483" y="426832"/>
                  <a:pt x="696686" y="439434"/>
                </a:cubicBezTo>
                <a:cubicBezTo>
                  <a:pt x="724225" y="460853"/>
                  <a:pt x="754743" y="478139"/>
                  <a:pt x="783772" y="497491"/>
                </a:cubicBezTo>
                <a:lnTo>
                  <a:pt x="827315" y="526520"/>
                </a:lnTo>
                <a:lnTo>
                  <a:pt x="870858" y="555548"/>
                </a:lnTo>
                <a:cubicBezTo>
                  <a:pt x="885372" y="565224"/>
                  <a:pt x="897131" y="582110"/>
                  <a:pt x="914400" y="584577"/>
                </a:cubicBezTo>
                <a:lnTo>
                  <a:pt x="1016000" y="599091"/>
                </a:lnTo>
                <a:cubicBezTo>
                  <a:pt x="1030514" y="603929"/>
                  <a:pt x="1046169" y="606176"/>
                  <a:pt x="1059543" y="613606"/>
                </a:cubicBezTo>
                <a:cubicBezTo>
                  <a:pt x="1090041" y="630549"/>
                  <a:pt x="1146629" y="671663"/>
                  <a:pt x="1146629" y="671663"/>
                </a:cubicBezTo>
                <a:cubicBezTo>
                  <a:pt x="1226323" y="791203"/>
                  <a:pt x="1170068" y="754420"/>
                  <a:pt x="1320800" y="773263"/>
                </a:cubicBezTo>
                <a:cubicBezTo>
                  <a:pt x="1335314" y="778101"/>
                  <a:pt x="1350969" y="780347"/>
                  <a:pt x="1364343" y="787777"/>
                </a:cubicBezTo>
                <a:cubicBezTo>
                  <a:pt x="1394841" y="804720"/>
                  <a:pt x="1451429" y="845834"/>
                  <a:pt x="1451429" y="845834"/>
                </a:cubicBezTo>
                <a:cubicBezTo>
                  <a:pt x="1461105" y="860348"/>
                  <a:pt x="1483879" y="872272"/>
                  <a:pt x="1480458" y="889377"/>
                </a:cubicBezTo>
                <a:cubicBezTo>
                  <a:pt x="1477037" y="906482"/>
                  <a:pt x="1454325" y="917318"/>
                  <a:pt x="1436915" y="918406"/>
                </a:cubicBezTo>
                <a:cubicBezTo>
                  <a:pt x="1373957" y="922341"/>
                  <a:pt x="1311124" y="908729"/>
                  <a:pt x="1248229" y="903891"/>
                </a:cubicBezTo>
                <a:lnTo>
                  <a:pt x="1161143" y="874863"/>
                </a:lnTo>
                <a:cubicBezTo>
                  <a:pt x="1146629" y="870025"/>
                  <a:pt x="1132806" y="862038"/>
                  <a:pt x="1117600" y="860348"/>
                </a:cubicBezTo>
                <a:lnTo>
                  <a:pt x="986972" y="845834"/>
                </a:lnTo>
                <a:cubicBezTo>
                  <a:pt x="957943" y="836158"/>
                  <a:pt x="925346" y="833779"/>
                  <a:pt x="899886" y="816806"/>
                </a:cubicBezTo>
                <a:cubicBezTo>
                  <a:pt x="885372" y="807130"/>
                  <a:pt x="871945" y="795578"/>
                  <a:pt x="856343" y="787777"/>
                </a:cubicBezTo>
                <a:cubicBezTo>
                  <a:pt x="736217" y="727714"/>
                  <a:pt x="905761" y="834845"/>
                  <a:pt x="754743" y="744234"/>
                </a:cubicBezTo>
                <a:cubicBezTo>
                  <a:pt x="724827" y="726284"/>
                  <a:pt x="696686" y="705529"/>
                  <a:pt x="667658" y="686177"/>
                </a:cubicBezTo>
                <a:lnTo>
                  <a:pt x="624115" y="657148"/>
                </a:lnTo>
                <a:cubicBezTo>
                  <a:pt x="575181" y="583749"/>
                  <a:pt x="621649" y="634144"/>
                  <a:pt x="551543" y="599091"/>
                </a:cubicBezTo>
                <a:cubicBezTo>
                  <a:pt x="535941" y="591290"/>
                  <a:pt x="523940" y="577148"/>
                  <a:pt x="508000" y="570063"/>
                </a:cubicBezTo>
                <a:cubicBezTo>
                  <a:pt x="480039" y="557636"/>
                  <a:pt x="420915" y="541034"/>
                  <a:pt x="420915" y="541034"/>
                </a:cubicBezTo>
                <a:cubicBezTo>
                  <a:pt x="367694" y="461204"/>
                  <a:pt x="420916" y="528940"/>
                  <a:pt x="348343" y="468463"/>
                </a:cubicBezTo>
                <a:cubicBezTo>
                  <a:pt x="332574" y="455322"/>
                  <a:pt x="321003" y="437522"/>
                  <a:pt x="304800" y="424920"/>
                </a:cubicBezTo>
                <a:cubicBezTo>
                  <a:pt x="277261" y="403501"/>
                  <a:pt x="246743" y="386215"/>
                  <a:pt x="217715" y="366863"/>
                </a:cubicBezTo>
                <a:cubicBezTo>
                  <a:pt x="203201" y="357187"/>
                  <a:pt x="186507" y="350169"/>
                  <a:pt x="174172" y="337834"/>
                </a:cubicBezTo>
                <a:cubicBezTo>
                  <a:pt x="118294" y="281956"/>
                  <a:pt x="142015" y="311370"/>
                  <a:pt x="101600" y="250748"/>
                </a:cubicBezTo>
                <a:cubicBezTo>
                  <a:pt x="91924" y="221720"/>
                  <a:pt x="89545" y="189123"/>
                  <a:pt x="72572" y="163663"/>
                </a:cubicBezTo>
                <a:cubicBezTo>
                  <a:pt x="6028" y="63847"/>
                  <a:pt x="25548" y="109675"/>
                  <a:pt x="0" y="33034"/>
                </a:cubicBezTo>
                <a:cubicBezTo>
                  <a:pt x="14514" y="23358"/>
                  <a:pt x="26336" y="6874"/>
                  <a:pt x="43543" y="4006"/>
                </a:cubicBezTo>
                <a:cubicBezTo>
                  <a:pt x="67580" y="0"/>
                  <a:pt x="115465" y="37439"/>
                  <a:pt x="130629" y="47548"/>
                </a:cubicBezTo>
                <a:cubicBezTo>
                  <a:pt x="149981" y="76577"/>
                  <a:pt x="177654" y="101536"/>
                  <a:pt x="188686" y="134634"/>
                </a:cubicBezTo>
                <a:cubicBezTo>
                  <a:pt x="193524" y="149148"/>
                  <a:pt x="196358" y="164493"/>
                  <a:pt x="203200" y="178177"/>
                </a:cubicBezTo>
                <a:cubicBezTo>
                  <a:pt x="211001" y="193779"/>
                  <a:pt x="218607" y="210823"/>
                  <a:pt x="232229" y="221720"/>
                </a:cubicBezTo>
                <a:cubicBezTo>
                  <a:pt x="244176" y="231277"/>
                  <a:pt x="262088" y="229392"/>
                  <a:pt x="275772" y="236234"/>
                </a:cubicBezTo>
                <a:cubicBezTo>
                  <a:pt x="281892" y="239294"/>
                  <a:pt x="254001" y="243491"/>
                  <a:pt x="275772" y="250748"/>
                </a:cubicBezTo>
                <a:close/>
              </a:path>
            </a:pathLst>
          </a:custGeom>
          <a:solidFill>
            <a:schemeClr val="accent1">
              <a:alpha val="13333"/>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7" name="Google Shape;167;p1"/>
          <p:cNvSpPr/>
          <p:nvPr/>
        </p:nvSpPr>
        <p:spPr>
          <a:xfrm>
            <a:off x="1683657" y="3996263"/>
            <a:ext cx="1791565" cy="1274881"/>
          </a:xfrm>
          <a:custGeom>
            <a:avLst/>
            <a:gdLst/>
            <a:ahLst/>
            <a:cxnLst/>
            <a:rect l="l" t="t" r="r" b="b"/>
            <a:pathLst>
              <a:path w="1791565" h="1274881" extrusionOk="0">
                <a:moveTo>
                  <a:pt x="188686" y="24194"/>
                </a:moveTo>
                <a:cubicBezTo>
                  <a:pt x="304805" y="101608"/>
                  <a:pt x="164491" y="0"/>
                  <a:pt x="261257" y="96766"/>
                </a:cubicBezTo>
                <a:cubicBezTo>
                  <a:pt x="273592" y="109101"/>
                  <a:pt x="291762" y="114205"/>
                  <a:pt x="304800" y="125794"/>
                </a:cubicBezTo>
                <a:cubicBezTo>
                  <a:pt x="335483" y="153068"/>
                  <a:pt x="362857" y="183851"/>
                  <a:pt x="391886" y="212880"/>
                </a:cubicBezTo>
                <a:cubicBezTo>
                  <a:pt x="406400" y="227394"/>
                  <a:pt x="415956" y="249932"/>
                  <a:pt x="435429" y="256423"/>
                </a:cubicBezTo>
                <a:lnTo>
                  <a:pt x="522514" y="285451"/>
                </a:lnTo>
                <a:cubicBezTo>
                  <a:pt x="649725" y="412662"/>
                  <a:pt x="488356" y="256986"/>
                  <a:pt x="609600" y="358023"/>
                </a:cubicBezTo>
                <a:cubicBezTo>
                  <a:pt x="625369" y="371164"/>
                  <a:pt x="635200" y="391598"/>
                  <a:pt x="653143" y="401566"/>
                </a:cubicBezTo>
                <a:cubicBezTo>
                  <a:pt x="679891" y="416426"/>
                  <a:pt x="740229" y="430594"/>
                  <a:pt x="740229" y="430594"/>
                </a:cubicBezTo>
                <a:lnTo>
                  <a:pt x="827314" y="488651"/>
                </a:lnTo>
                <a:cubicBezTo>
                  <a:pt x="841828" y="498327"/>
                  <a:pt x="854308" y="512164"/>
                  <a:pt x="870857" y="517680"/>
                </a:cubicBezTo>
                <a:cubicBezTo>
                  <a:pt x="1002992" y="561724"/>
                  <a:pt x="794284" y="494156"/>
                  <a:pt x="986972" y="546708"/>
                </a:cubicBezTo>
                <a:cubicBezTo>
                  <a:pt x="1016492" y="554759"/>
                  <a:pt x="1045029" y="566061"/>
                  <a:pt x="1074057" y="575737"/>
                </a:cubicBezTo>
                <a:lnTo>
                  <a:pt x="1117600" y="590251"/>
                </a:lnTo>
                <a:cubicBezTo>
                  <a:pt x="1127276" y="604765"/>
                  <a:pt x="1133007" y="622897"/>
                  <a:pt x="1146629" y="633794"/>
                </a:cubicBezTo>
                <a:cubicBezTo>
                  <a:pt x="1158576" y="643351"/>
                  <a:pt x="1175461" y="644105"/>
                  <a:pt x="1190172" y="648308"/>
                </a:cubicBezTo>
                <a:cubicBezTo>
                  <a:pt x="1317747" y="684758"/>
                  <a:pt x="1187371" y="642537"/>
                  <a:pt x="1291772" y="677337"/>
                </a:cubicBezTo>
                <a:cubicBezTo>
                  <a:pt x="1399884" y="749414"/>
                  <a:pt x="1267096" y="656775"/>
                  <a:pt x="1378857" y="749908"/>
                </a:cubicBezTo>
                <a:cubicBezTo>
                  <a:pt x="1392258" y="761075"/>
                  <a:pt x="1408999" y="767770"/>
                  <a:pt x="1422400" y="778937"/>
                </a:cubicBezTo>
                <a:cubicBezTo>
                  <a:pt x="1438169" y="792078"/>
                  <a:pt x="1448000" y="812512"/>
                  <a:pt x="1465943" y="822480"/>
                </a:cubicBezTo>
                <a:cubicBezTo>
                  <a:pt x="1492691" y="837340"/>
                  <a:pt x="1524000" y="841832"/>
                  <a:pt x="1553029" y="851508"/>
                </a:cubicBezTo>
                <a:lnTo>
                  <a:pt x="1596572" y="866023"/>
                </a:lnTo>
                <a:cubicBezTo>
                  <a:pt x="1639279" y="898054"/>
                  <a:pt x="1664482" y="912680"/>
                  <a:pt x="1698172" y="953108"/>
                </a:cubicBezTo>
                <a:cubicBezTo>
                  <a:pt x="1750166" y="1015501"/>
                  <a:pt x="1708984" y="974735"/>
                  <a:pt x="1741714" y="1040194"/>
                </a:cubicBezTo>
                <a:cubicBezTo>
                  <a:pt x="1749515" y="1055796"/>
                  <a:pt x="1761067" y="1069223"/>
                  <a:pt x="1770743" y="1083737"/>
                </a:cubicBezTo>
                <a:cubicBezTo>
                  <a:pt x="1775581" y="1103089"/>
                  <a:pt x="1791565" y="1122870"/>
                  <a:pt x="1785257" y="1141794"/>
                </a:cubicBezTo>
                <a:cubicBezTo>
                  <a:pt x="1779741" y="1158343"/>
                  <a:pt x="1757655" y="1163738"/>
                  <a:pt x="1741714" y="1170823"/>
                </a:cubicBezTo>
                <a:cubicBezTo>
                  <a:pt x="1713753" y="1183250"/>
                  <a:pt x="1683657" y="1190175"/>
                  <a:pt x="1654629" y="1199851"/>
                </a:cubicBezTo>
                <a:lnTo>
                  <a:pt x="1567543" y="1228880"/>
                </a:lnTo>
                <a:lnTo>
                  <a:pt x="1509486" y="1243394"/>
                </a:lnTo>
                <a:cubicBezTo>
                  <a:pt x="1350686" y="1190462"/>
                  <a:pt x="1591219" y="1274881"/>
                  <a:pt x="1422400" y="1199851"/>
                </a:cubicBezTo>
                <a:cubicBezTo>
                  <a:pt x="1394438" y="1187424"/>
                  <a:pt x="1364343" y="1180499"/>
                  <a:pt x="1335314" y="1170823"/>
                </a:cubicBezTo>
                <a:cubicBezTo>
                  <a:pt x="1320800" y="1165985"/>
                  <a:pt x="1306774" y="1159308"/>
                  <a:pt x="1291772" y="1156308"/>
                </a:cubicBezTo>
                <a:cubicBezTo>
                  <a:pt x="1144228" y="1126800"/>
                  <a:pt x="1279795" y="1157033"/>
                  <a:pt x="1175657" y="1127280"/>
                </a:cubicBezTo>
                <a:cubicBezTo>
                  <a:pt x="1160177" y="1122857"/>
                  <a:pt x="1092484" y="1108489"/>
                  <a:pt x="1074057" y="1098251"/>
                </a:cubicBezTo>
                <a:cubicBezTo>
                  <a:pt x="1043560" y="1081308"/>
                  <a:pt x="1016000" y="1059546"/>
                  <a:pt x="986972" y="1040194"/>
                </a:cubicBezTo>
                <a:cubicBezTo>
                  <a:pt x="972458" y="1030518"/>
                  <a:pt x="960352" y="1015397"/>
                  <a:pt x="943429" y="1011166"/>
                </a:cubicBezTo>
                <a:lnTo>
                  <a:pt x="885372" y="996651"/>
                </a:lnTo>
                <a:cubicBezTo>
                  <a:pt x="866019" y="982137"/>
                  <a:pt x="848317" y="965110"/>
                  <a:pt x="827314" y="953108"/>
                </a:cubicBezTo>
                <a:cubicBezTo>
                  <a:pt x="814031" y="945518"/>
                  <a:pt x="794590" y="949412"/>
                  <a:pt x="783772" y="938594"/>
                </a:cubicBezTo>
                <a:cubicBezTo>
                  <a:pt x="772954" y="927776"/>
                  <a:pt x="781987" y="903538"/>
                  <a:pt x="769257" y="895051"/>
                </a:cubicBezTo>
                <a:cubicBezTo>
                  <a:pt x="748731" y="881367"/>
                  <a:pt x="720619" y="886520"/>
                  <a:pt x="696686" y="880537"/>
                </a:cubicBezTo>
                <a:cubicBezTo>
                  <a:pt x="681843" y="876826"/>
                  <a:pt x="667657" y="870861"/>
                  <a:pt x="653143" y="866023"/>
                </a:cubicBezTo>
                <a:cubicBezTo>
                  <a:pt x="638629" y="851509"/>
                  <a:pt x="626679" y="833866"/>
                  <a:pt x="609600" y="822480"/>
                </a:cubicBezTo>
                <a:cubicBezTo>
                  <a:pt x="596870" y="813993"/>
                  <a:pt x="578004" y="817523"/>
                  <a:pt x="566057" y="807966"/>
                </a:cubicBezTo>
                <a:cubicBezTo>
                  <a:pt x="552436" y="797069"/>
                  <a:pt x="545684" y="779569"/>
                  <a:pt x="537029" y="764423"/>
                </a:cubicBezTo>
                <a:cubicBezTo>
                  <a:pt x="528008" y="748637"/>
                  <a:pt x="497581" y="677711"/>
                  <a:pt x="478972" y="662823"/>
                </a:cubicBezTo>
                <a:cubicBezTo>
                  <a:pt x="467025" y="653265"/>
                  <a:pt x="448803" y="655738"/>
                  <a:pt x="435429" y="648308"/>
                </a:cubicBezTo>
                <a:cubicBezTo>
                  <a:pt x="404931" y="631365"/>
                  <a:pt x="348343" y="590251"/>
                  <a:pt x="348343" y="590251"/>
                </a:cubicBezTo>
                <a:cubicBezTo>
                  <a:pt x="296542" y="512551"/>
                  <a:pt x="331649" y="559043"/>
                  <a:pt x="232229" y="459623"/>
                </a:cubicBezTo>
                <a:cubicBezTo>
                  <a:pt x="217715" y="445109"/>
                  <a:pt x="205765" y="427466"/>
                  <a:pt x="188686" y="416080"/>
                </a:cubicBezTo>
                <a:lnTo>
                  <a:pt x="101600" y="358023"/>
                </a:lnTo>
                <a:lnTo>
                  <a:pt x="58057" y="328994"/>
                </a:lnTo>
                <a:cubicBezTo>
                  <a:pt x="48381" y="314480"/>
                  <a:pt x="36114" y="301391"/>
                  <a:pt x="29029" y="285451"/>
                </a:cubicBezTo>
                <a:cubicBezTo>
                  <a:pt x="16602" y="257490"/>
                  <a:pt x="0" y="198366"/>
                  <a:pt x="0" y="198366"/>
                </a:cubicBezTo>
                <a:cubicBezTo>
                  <a:pt x="4838" y="169337"/>
                  <a:pt x="7376" y="139830"/>
                  <a:pt x="14514" y="111280"/>
                </a:cubicBezTo>
                <a:cubicBezTo>
                  <a:pt x="21935" y="81595"/>
                  <a:pt x="43543" y="24194"/>
                  <a:pt x="43543" y="24194"/>
                </a:cubicBezTo>
                <a:lnTo>
                  <a:pt x="188686" y="24194"/>
                </a:lnTo>
                <a:close/>
              </a:path>
            </a:pathLst>
          </a:custGeom>
          <a:solidFill>
            <a:schemeClr val="accent1">
              <a:alpha val="13333"/>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8" name="Google Shape;168;p1"/>
          <p:cNvSpPr/>
          <p:nvPr/>
        </p:nvSpPr>
        <p:spPr>
          <a:xfrm>
            <a:off x="3540525" y="4857037"/>
            <a:ext cx="734096" cy="440677"/>
          </a:xfrm>
          <a:custGeom>
            <a:avLst/>
            <a:gdLst/>
            <a:ahLst/>
            <a:cxnLst/>
            <a:rect l="l" t="t" r="r" b="b"/>
            <a:pathLst>
              <a:path w="734096" h="440677" extrusionOk="0">
                <a:moveTo>
                  <a:pt x="44504" y="5249"/>
                </a:moveTo>
                <a:lnTo>
                  <a:pt x="247704" y="19763"/>
                </a:lnTo>
                <a:cubicBezTo>
                  <a:pt x="594468" y="39027"/>
                  <a:pt x="464191" y="0"/>
                  <a:pt x="610561" y="48792"/>
                </a:cubicBezTo>
                <a:cubicBezTo>
                  <a:pt x="615399" y="63306"/>
                  <a:pt x="617645" y="78960"/>
                  <a:pt x="625075" y="92334"/>
                </a:cubicBezTo>
                <a:cubicBezTo>
                  <a:pt x="642018" y="122832"/>
                  <a:pt x="672100" y="146322"/>
                  <a:pt x="683132" y="179420"/>
                </a:cubicBezTo>
                <a:cubicBezTo>
                  <a:pt x="687970" y="193934"/>
                  <a:pt x="693443" y="208252"/>
                  <a:pt x="697646" y="222963"/>
                </a:cubicBezTo>
                <a:cubicBezTo>
                  <a:pt x="734096" y="350538"/>
                  <a:pt x="691875" y="220162"/>
                  <a:pt x="726675" y="324563"/>
                </a:cubicBezTo>
                <a:cubicBezTo>
                  <a:pt x="721837" y="343915"/>
                  <a:pt x="723226" y="366022"/>
                  <a:pt x="712161" y="382620"/>
                </a:cubicBezTo>
                <a:cubicBezTo>
                  <a:pt x="702485" y="397134"/>
                  <a:pt x="684652" y="404777"/>
                  <a:pt x="668618" y="411649"/>
                </a:cubicBezTo>
                <a:cubicBezTo>
                  <a:pt x="624624" y="430504"/>
                  <a:pt x="506153" y="437764"/>
                  <a:pt x="479932" y="440677"/>
                </a:cubicBezTo>
                <a:cubicBezTo>
                  <a:pt x="417037" y="435839"/>
                  <a:pt x="353555" y="436001"/>
                  <a:pt x="291246" y="426163"/>
                </a:cubicBezTo>
                <a:cubicBezTo>
                  <a:pt x="261022" y="421391"/>
                  <a:pt x="204161" y="397134"/>
                  <a:pt x="204161" y="397134"/>
                </a:cubicBezTo>
                <a:cubicBezTo>
                  <a:pt x="189647" y="382620"/>
                  <a:pt x="178561" y="363560"/>
                  <a:pt x="160618" y="353592"/>
                </a:cubicBezTo>
                <a:cubicBezTo>
                  <a:pt x="133870" y="338732"/>
                  <a:pt x="73532" y="324563"/>
                  <a:pt x="73532" y="324563"/>
                </a:cubicBezTo>
                <a:cubicBezTo>
                  <a:pt x="6988" y="224747"/>
                  <a:pt x="26507" y="270575"/>
                  <a:pt x="961" y="193934"/>
                </a:cubicBezTo>
                <a:cubicBezTo>
                  <a:pt x="3861" y="170737"/>
                  <a:pt x="0" y="60980"/>
                  <a:pt x="44504" y="34277"/>
                </a:cubicBezTo>
                <a:cubicBezTo>
                  <a:pt x="56950" y="26810"/>
                  <a:pt x="73532" y="34277"/>
                  <a:pt x="88046" y="34277"/>
                </a:cubicBezTo>
              </a:path>
            </a:pathLst>
          </a:custGeom>
          <a:solidFill>
            <a:schemeClr val="accent1">
              <a:alpha val="13333"/>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9" name="Google Shape;169;p1"/>
          <p:cNvSpPr/>
          <p:nvPr/>
        </p:nvSpPr>
        <p:spPr>
          <a:xfrm>
            <a:off x="3352800" y="5257800"/>
            <a:ext cx="876929" cy="406400"/>
          </a:xfrm>
          <a:custGeom>
            <a:avLst/>
            <a:gdLst/>
            <a:ahLst/>
            <a:cxnLst/>
            <a:rect l="l" t="t" r="r" b="b"/>
            <a:pathLst>
              <a:path w="876929" h="406400" extrusionOk="0">
                <a:moveTo>
                  <a:pt x="180243" y="0"/>
                </a:moveTo>
                <a:cubicBezTo>
                  <a:pt x="209272" y="19352"/>
                  <a:pt x="234231" y="47024"/>
                  <a:pt x="267329" y="58057"/>
                </a:cubicBezTo>
                <a:cubicBezTo>
                  <a:pt x="454147" y="120330"/>
                  <a:pt x="262873" y="60572"/>
                  <a:pt x="426986" y="101600"/>
                </a:cubicBezTo>
                <a:cubicBezTo>
                  <a:pt x="441829" y="105311"/>
                  <a:pt x="455292" y="114729"/>
                  <a:pt x="470529" y="116114"/>
                </a:cubicBezTo>
                <a:cubicBezTo>
                  <a:pt x="562202" y="124448"/>
                  <a:pt x="654377" y="125791"/>
                  <a:pt x="746301" y="130629"/>
                </a:cubicBezTo>
                <a:cubicBezTo>
                  <a:pt x="841302" y="162296"/>
                  <a:pt x="748059" y="118314"/>
                  <a:pt x="804358" y="188686"/>
                </a:cubicBezTo>
                <a:cubicBezTo>
                  <a:pt x="815255" y="202307"/>
                  <a:pt x="833387" y="208038"/>
                  <a:pt x="847901" y="217714"/>
                </a:cubicBezTo>
                <a:cubicBezTo>
                  <a:pt x="854745" y="238247"/>
                  <a:pt x="876929" y="301089"/>
                  <a:pt x="876929" y="319314"/>
                </a:cubicBezTo>
                <a:cubicBezTo>
                  <a:pt x="876929" y="334613"/>
                  <a:pt x="874865" y="353964"/>
                  <a:pt x="862415" y="362857"/>
                </a:cubicBezTo>
                <a:cubicBezTo>
                  <a:pt x="843386" y="376449"/>
                  <a:pt x="748310" y="398641"/>
                  <a:pt x="717272" y="406400"/>
                </a:cubicBezTo>
                <a:cubicBezTo>
                  <a:pt x="518910" y="401562"/>
                  <a:pt x="320402" y="400896"/>
                  <a:pt x="122186" y="391886"/>
                </a:cubicBezTo>
                <a:cubicBezTo>
                  <a:pt x="106902" y="391191"/>
                  <a:pt x="89461" y="388189"/>
                  <a:pt x="78643" y="377371"/>
                </a:cubicBezTo>
                <a:cubicBezTo>
                  <a:pt x="53974" y="352702"/>
                  <a:pt x="20586" y="290286"/>
                  <a:pt x="20586" y="290286"/>
                </a:cubicBezTo>
                <a:cubicBezTo>
                  <a:pt x="26357" y="209494"/>
                  <a:pt x="0" y="107673"/>
                  <a:pt x="64129" y="43543"/>
                </a:cubicBezTo>
                <a:cubicBezTo>
                  <a:pt x="76464" y="31208"/>
                  <a:pt x="93158" y="24190"/>
                  <a:pt x="107672" y="14514"/>
                </a:cubicBezTo>
                <a:lnTo>
                  <a:pt x="180243" y="0"/>
                </a:lnTo>
                <a:close/>
              </a:path>
            </a:pathLst>
          </a:custGeom>
          <a:solidFill>
            <a:schemeClr val="accent1">
              <a:alpha val="13333"/>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70" name="Google Shape;170;p1"/>
          <p:cNvSpPr/>
          <p:nvPr/>
        </p:nvSpPr>
        <p:spPr>
          <a:xfrm>
            <a:off x="2554514" y="3672114"/>
            <a:ext cx="498452" cy="377372"/>
          </a:xfrm>
          <a:custGeom>
            <a:avLst/>
            <a:gdLst/>
            <a:ahLst/>
            <a:cxnLst/>
            <a:rect l="l" t="t" r="r" b="b"/>
            <a:pathLst>
              <a:path w="498452" h="377372" extrusionOk="0">
                <a:moveTo>
                  <a:pt x="0" y="0"/>
                </a:moveTo>
                <a:cubicBezTo>
                  <a:pt x="29029" y="9676"/>
                  <a:pt x="57081" y="23028"/>
                  <a:pt x="87086" y="29029"/>
                </a:cubicBezTo>
                <a:cubicBezTo>
                  <a:pt x="197906" y="51193"/>
                  <a:pt x="135178" y="40483"/>
                  <a:pt x="275772" y="58057"/>
                </a:cubicBezTo>
                <a:cubicBezTo>
                  <a:pt x="290286" y="62895"/>
                  <a:pt x="304604" y="68369"/>
                  <a:pt x="319315" y="72572"/>
                </a:cubicBezTo>
                <a:cubicBezTo>
                  <a:pt x="446916" y="109030"/>
                  <a:pt x="316493" y="66794"/>
                  <a:pt x="420915" y="101600"/>
                </a:cubicBezTo>
                <a:cubicBezTo>
                  <a:pt x="443113" y="116399"/>
                  <a:pt x="490640" y="140022"/>
                  <a:pt x="493486" y="174172"/>
                </a:cubicBezTo>
                <a:cubicBezTo>
                  <a:pt x="498452" y="233763"/>
                  <a:pt x="494750" y="303536"/>
                  <a:pt x="449943" y="348343"/>
                </a:cubicBezTo>
                <a:cubicBezTo>
                  <a:pt x="437608" y="360678"/>
                  <a:pt x="420914" y="367696"/>
                  <a:pt x="406400" y="377372"/>
                </a:cubicBezTo>
                <a:cubicBezTo>
                  <a:pt x="314476" y="372534"/>
                  <a:pt x="222302" y="371191"/>
                  <a:pt x="130629" y="362857"/>
                </a:cubicBezTo>
                <a:cubicBezTo>
                  <a:pt x="115392" y="361472"/>
                  <a:pt x="100770" y="355185"/>
                  <a:pt x="87086" y="348343"/>
                </a:cubicBezTo>
                <a:cubicBezTo>
                  <a:pt x="71484" y="340542"/>
                  <a:pt x="58057" y="328991"/>
                  <a:pt x="43543" y="319315"/>
                </a:cubicBezTo>
                <a:cubicBezTo>
                  <a:pt x="33867" y="290286"/>
                  <a:pt x="10188" y="262520"/>
                  <a:pt x="14515" y="232229"/>
                </a:cubicBezTo>
                <a:cubicBezTo>
                  <a:pt x="19863" y="194790"/>
                  <a:pt x="23278" y="127617"/>
                  <a:pt x="43543" y="87086"/>
                </a:cubicBezTo>
                <a:cubicBezTo>
                  <a:pt x="51344" y="71484"/>
                  <a:pt x="58950" y="54440"/>
                  <a:pt x="72572" y="43543"/>
                </a:cubicBezTo>
                <a:cubicBezTo>
                  <a:pt x="92627" y="27499"/>
                  <a:pt x="109694" y="29029"/>
                  <a:pt x="130629" y="29029"/>
                </a:cubicBezTo>
              </a:path>
            </a:pathLst>
          </a:custGeom>
          <a:solidFill>
            <a:schemeClr val="accent1">
              <a:alpha val="13333"/>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71" name="Google Shape;171;p1"/>
          <p:cNvSpPr/>
          <p:nvPr/>
        </p:nvSpPr>
        <p:spPr>
          <a:xfrm>
            <a:off x="3156945" y="4090488"/>
            <a:ext cx="471626" cy="321855"/>
          </a:xfrm>
          <a:custGeom>
            <a:avLst/>
            <a:gdLst/>
            <a:ahLst/>
            <a:cxnLst/>
            <a:rect l="l" t="t" r="r" b="b"/>
            <a:pathLst>
              <a:path w="471626" h="321855" extrusionOk="0">
                <a:moveTo>
                  <a:pt x="79741" y="31569"/>
                </a:moveTo>
                <a:cubicBezTo>
                  <a:pt x="120865" y="31569"/>
                  <a:pt x="136333" y="0"/>
                  <a:pt x="340998" y="17055"/>
                </a:cubicBezTo>
                <a:cubicBezTo>
                  <a:pt x="355512" y="21893"/>
                  <a:pt x="371811" y="23082"/>
                  <a:pt x="384541" y="31569"/>
                </a:cubicBezTo>
                <a:cubicBezTo>
                  <a:pt x="408617" y="47619"/>
                  <a:pt x="443725" y="91879"/>
                  <a:pt x="457112" y="118655"/>
                </a:cubicBezTo>
                <a:cubicBezTo>
                  <a:pt x="463954" y="132339"/>
                  <a:pt x="466788" y="147684"/>
                  <a:pt x="471626" y="162198"/>
                </a:cubicBezTo>
                <a:cubicBezTo>
                  <a:pt x="466788" y="191226"/>
                  <a:pt x="469064" y="222391"/>
                  <a:pt x="457112" y="249283"/>
                </a:cubicBezTo>
                <a:cubicBezTo>
                  <a:pt x="445348" y="275751"/>
                  <a:pt x="393158" y="306434"/>
                  <a:pt x="370026" y="321855"/>
                </a:cubicBezTo>
                <a:cubicBezTo>
                  <a:pt x="331321" y="317017"/>
                  <a:pt x="292289" y="314319"/>
                  <a:pt x="253912" y="307341"/>
                </a:cubicBezTo>
                <a:cubicBezTo>
                  <a:pt x="238859" y="304604"/>
                  <a:pt x="225129" y="296852"/>
                  <a:pt x="210369" y="292826"/>
                </a:cubicBezTo>
                <a:cubicBezTo>
                  <a:pt x="30303" y="243717"/>
                  <a:pt x="150936" y="282693"/>
                  <a:pt x="50712" y="249283"/>
                </a:cubicBezTo>
                <a:cubicBezTo>
                  <a:pt x="0" y="173216"/>
                  <a:pt x="13182" y="213214"/>
                  <a:pt x="36198" y="75112"/>
                </a:cubicBezTo>
                <a:cubicBezTo>
                  <a:pt x="42649" y="36407"/>
                  <a:pt x="49099" y="17055"/>
                  <a:pt x="94255" y="17055"/>
                </a:cubicBezTo>
                <a:cubicBezTo>
                  <a:pt x="101097" y="17055"/>
                  <a:pt x="38617" y="31569"/>
                  <a:pt x="79741" y="31569"/>
                </a:cubicBezTo>
                <a:close/>
              </a:path>
            </a:pathLst>
          </a:custGeom>
          <a:solidFill>
            <a:schemeClr val="accent1">
              <a:alpha val="13333"/>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72" name="Google Shape;172;p1"/>
          <p:cNvSpPr/>
          <p:nvPr/>
        </p:nvSpPr>
        <p:spPr>
          <a:xfrm>
            <a:off x="1727200" y="1582938"/>
            <a:ext cx="1190171" cy="1247348"/>
          </a:xfrm>
          <a:custGeom>
            <a:avLst/>
            <a:gdLst/>
            <a:ahLst/>
            <a:cxnLst/>
            <a:rect l="l" t="t" r="r" b="b"/>
            <a:pathLst>
              <a:path w="1190171" h="1247348" extrusionOk="0">
                <a:moveTo>
                  <a:pt x="841829" y="57176"/>
                </a:moveTo>
                <a:cubicBezTo>
                  <a:pt x="827315" y="47500"/>
                  <a:pt x="813888" y="35949"/>
                  <a:pt x="798286" y="28148"/>
                </a:cubicBezTo>
                <a:cubicBezTo>
                  <a:pt x="741989" y="0"/>
                  <a:pt x="725836" y="17763"/>
                  <a:pt x="653143" y="28148"/>
                </a:cubicBezTo>
                <a:cubicBezTo>
                  <a:pt x="638629" y="32986"/>
                  <a:pt x="622974" y="35232"/>
                  <a:pt x="609600" y="42662"/>
                </a:cubicBezTo>
                <a:cubicBezTo>
                  <a:pt x="566654" y="66521"/>
                  <a:pt x="511166" y="102869"/>
                  <a:pt x="478971" y="144262"/>
                </a:cubicBezTo>
                <a:cubicBezTo>
                  <a:pt x="457552" y="171801"/>
                  <a:pt x="449943" y="211996"/>
                  <a:pt x="420914" y="231348"/>
                </a:cubicBezTo>
                <a:cubicBezTo>
                  <a:pt x="378097" y="259892"/>
                  <a:pt x="368754" y="262008"/>
                  <a:pt x="333829" y="303919"/>
                </a:cubicBezTo>
                <a:cubicBezTo>
                  <a:pt x="273354" y="376490"/>
                  <a:pt x="341084" y="323272"/>
                  <a:pt x="261257" y="376491"/>
                </a:cubicBezTo>
                <a:cubicBezTo>
                  <a:pt x="228572" y="474546"/>
                  <a:pt x="273901" y="368260"/>
                  <a:pt x="203200" y="449062"/>
                </a:cubicBezTo>
                <a:cubicBezTo>
                  <a:pt x="180226" y="475318"/>
                  <a:pt x="164495" y="507119"/>
                  <a:pt x="145143" y="536148"/>
                </a:cubicBezTo>
                <a:lnTo>
                  <a:pt x="116114" y="579691"/>
                </a:lnTo>
                <a:cubicBezTo>
                  <a:pt x="106438" y="594205"/>
                  <a:pt x="92602" y="606685"/>
                  <a:pt x="87086" y="623233"/>
                </a:cubicBezTo>
                <a:cubicBezTo>
                  <a:pt x="77410" y="652262"/>
                  <a:pt x="75030" y="684859"/>
                  <a:pt x="58057" y="710319"/>
                </a:cubicBezTo>
                <a:cubicBezTo>
                  <a:pt x="48381" y="724833"/>
                  <a:pt x="36114" y="737922"/>
                  <a:pt x="29029" y="753862"/>
                </a:cubicBezTo>
                <a:cubicBezTo>
                  <a:pt x="16602" y="781824"/>
                  <a:pt x="0" y="840948"/>
                  <a:pt x="0" y="840948"/>
                </a:cubicBezTo>
                <a:cubicBezTo>
                  <a:pt x="3709" y="881753"/>
                  <a:pt x="1105" y="988299"/>
                  <a:pt x="29029" y="1044148"/>
                </a:cubicBezTo>
                <a:cubicBezTo>
                  <a:pt x="59268" y="1104626"/>
                  <a:pt x="79826" y="1102204"/>
                  <a:pt x="145143" y="1145748"/>
                </a:cubicBezTo>
                <a:cubicBezTo>
                  <a:pt x="159657" y="1155424"/>
                  <a:pt x="172137" y="1169260"/>
                  <a:pt x="188686" y="1174776"/>
                </a:cubicBezTo>
                <a:cubicBezTo>
                  <a:pt x="293067" y="1209571"/>
                  <a:pt x="162738" y="1167363"/>
                  <a:pt x="290286" y="1203805"/>
                </a:cubicBezTo>
                <a:cubicBezTo>
                  <a:pt x="304997" y="1208008"/>
                  <a:pt x="318827" y="1215319"/>
                  <a:pt x="333829" y="1218319"/>
                </a:cubicBezTo>
                <a:cubicBezTo>
                  <a:pt x="367201" y="1224993"/>
                  <a:pt x="523301" y="1243818"/>
                  <a:pt x="551543" y="1247348"/>
                </a:cubicBezTo>
                <a:cubicBezTo>
                  <a:pt x="604762" y="1242510"/>
                  <a:pt x="658575" y="1242120"/>
                  <a:pt x="711200" y="1232833"/>
                </a:cubicBezTo>
                <a:cubicBezTo>
                  <a:pt x="741333" y="1227515"/>
                  <a:pt x="798286" y="1203805"/>
                  <a:pt x="798286" y="1203805"/>
                </a:cubicBezTo>
                <a:cubicBezTo>
                  <a:pt x="812800" y="1194129"/>
                  <a:pt x="826227" y="1182577"/>
                  <a:pt x="841829" y="1174776"/>
                </a:cubicBezTo>
                <a:cubicBezTo>
                  <a:pt x="855513" y="1167934"/>
                  <a:pt x="871997" y="1167692"/>
                  <a:pt x="885371" y="1160262"/>
                </a:cubicBezTo>
                <a:cubicBezTo>
                  <a:pt x="915869" y="1143319"/>
                  <a:pt x="939359" y="1113238"/>
                  <a:pt x="972457" y="1102205"/>
                </a:cubicBezTo>
                <a:lnTo>
                  <a:pt x="1059543" y="1073176"/>
                </a:lnTo>
                <a:cubicBezTo>
                  <a:pt x="1086887" y="1045832"/>
                  <a:pt x="1115948" y="1022464"/>
                  <a:pt x="1132114" y="986091"/>
                </a:cubicBezTo>
                <a:cubicBezTo>
                  <a:pt x="1144541" y="958129"/>
                  <a:pt x="1151467" y="928034"/>
                  <a:pt x="1161143" y="899005"/>
                </a:cubicBezTo>
                <a:lnTo>
                  <a:pt x="1175657" y="855462"/>
                </a:lnTo>
                <a:lnTo>
                  <a:pt x="1190171" y="811919"/>
                </a:lnTo>
                <a:cubicBezTo>
                  <a:pt x="1185333" y="719995"/>
                  <a:pt x="1183991" y="627821"/>
                  <a:pt x="1175657" y="536148"/>
                </a:cubicBezTo>
                <a:cubicBezTo>
                  <a:pt x="1174272" y="520911"/>
                  <a:pt x="1164854" y="507448"/>
                  <a:pt x="1161143" y="492605"/>
                </a:cubicBezTo>
                <a:cubicBezTo>
                  <a:pt x="1155160" y="468672"/>
                  <a:pt x="1152612" y="443966"/>
                  <a:pt x="1146629" y="420033"/>
                </a:cubicBezTo>
                <a:cubicBezTo>
                  <a:pt x="1142918" y="405191"/>
                  <a:pt x="1139544" y="389865"/>
                  <a:pt x="1132114" y="376491"/>
                </a:cubicBezTo>
                <a:cubicBezTo>
                  <a:pt x="1115171" y="345993"/>
                  <a:pt x="1074057" y="289405"/>
                  <a:pt x="1074057" y="289405"/>
                </a:cubicBezTo>
                <a:cubicBezTo>
                  <a:pt x="1050447" y="218574"/>
                  <a:pt x="1043246" y="171508"/>
                  <a:pt x="986971" y="115233"/>
                </a:cubicBezTo>
                <a:cubicBezTo>
                  <a:pt x="972457" y="100719"/>
                  <a:pt x="961372" y="81659"/>
                  <a:pt x="943429" y="71691"/>
                </a:cubicBezTo>
                <a:cubicBezTo>
                  <a:pt x="877407" y="35012"/>
                  <a:pt x="852146" y="42662"/>
                  <a:pt x="783771" y="42662"/>
                </a:cubicBezTo>
              </a:path>
            </a:pathLst>
          </a:custGeom>
          <a:solidFill>
            <a:schemeClr val="accent1">
              <a:alpha val="13333"/>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cxnSp>
        <p:nvCxnSpPr>
          <p:cNvPr id="173" name="Google Shape;173;p1"/>
          <p:cNvCxnSpPr/>
          <p:nvPr/>
        </p:nvCxnSpPr>
        <p:spPr>
          <a:xfrm rot="-5400000" flipH="1">
            <a:off x="1409700" y="1485900"/>
            <a:ext cx="685800" cy="6096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174" name="Google Shape;174;p1"/>
          <p:cNvCxnSpPr>
            <a:endCxn id="166" idx="0"/>
          </p:cNvCxnSpPr>
          <p:nvPr/>
        </p:nvCxnSpPr>
        <p:spPr>
          <a:xfrm>
            <a:off x="1371600" y="3886201"/>
            <a:ext cx="907200" cy="1488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175" name="Google Shape;175;p1"/>
          <p:cNvCxnSpPr>
            <a:endCxn id="167" idx="46"/>
          </p:cNvCxnSpPr>
          <p:nvPr/>
        </p:nvCxnSpPr>
        <p:spPr>
          <a:xfrm rot="10800000" flipH="1">
            <a:off x="1371600" y="4659000"/>
            <a:ext cx="791100" cy="2940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176" name="Google Shape;176;p1"/>
          <p:cNvCxnSpPr>
            <a:stCxn id="177" idx="3"/>
          </p:cNvCxnSpPr>
          <p:nvPr/>
        </p:nvCxnSpPr>
        <p:spPr>
          <a:xfrm>
            <a:off x="1371600" y="2883932"/>
            <a:ext cx="1447800" cy="9261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178" name="Google Shape;178;p1"/>
          <p:cNvCxnSpPr>
            <a:stCxn id="179" idx="1"/>
          </p:cNvCxnSpPr>
          <p:nvPr/>
        </p:nvCxnSpPr>
        <p:spPr>
          <a:xfrm rot="10800000">
            <a:off x="3505200" y="4191010"/>
            <a:ext cx="3657600" cy="9474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180" name="Google Shape;180;p1"/>
          <p:cNvCxnSpPr/>
          <p:nvPr/>
        </p:nvCxnSpPr>
        <p:spPr>
          <a:xfrm rot="10800000" flipH="1">
            <a:off x="2590800" y="5105400"/>
            <a:ext cx="1219200" cy="12954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181" name="Google Shape;181;p1"/>
          <p:cNvCxnSpPr/>
          <p:nvPr/>
        </p:nvCxnSpPr>
        <p:spPr>
          <a:xfrm rot="10800000" flipH="1">
            <a:off x="1905000" y="4191000"/>
            <a:ext cx="1066800" cy="1295400"/>
          </a:xfrm>
          <a:prstGeom prst="straightConnector1">
            <a:avLst/>
          </a:prstGeom>
          <a:solidFill>
            <a:schemeClr val="accent1"/>
          </a:solidFill>
          <a:ln w="28575" cap="flat" cmpd="sng">
            <a:solidFill>
              <a:schemeClr val="dk1"/>
            </a:solidFill>
            <a:prstDash val="solid"/>
            <a:round/>
            <a:headEnd type="none" w="sm" len="sm"/>
            <a:tailEnd type="stealth" w="med" len="med"/>
          </a:ln>
        </p:spPr>
      </p:cxnSp>
      <p:sp>
        <p:nvSpPr>
          <p:cNvPr id="182" name="Google Shape;182;p1"/>
          <p:cNvSpPr txBox="1"/>
          <p:nvPr/>
        </p:nvSpPr>
        <p:spPr>
          <a:xfrm>
            <a:off x="0" y="1371600"/>
            <a:ext cx="17526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Lateral corticospinal tract</a:t>
            </a:r>
            <a:endParaRPr sz="1400" b="0" i="0" u="none" strike="noStrike" cap="none">
              <a:solidFill>
                <a:srgbClr val="000000"/>
              </a:solidFill>
              <a:latin typeface="Arial"/>
              <a:ea typeface="Arial"/>
              <a:cs typeface="Arial"/>
              <a:sym typeface="Arial"/>
            </a:endParaRPr>
          </a:p>
        </p:txBody>
      </p:sp>
      <p:sp>
        <p:nvSpPr>
          <p:cNvPr id="183" name="Google Shape;183;p1"/>
          <p:cNvSpPr txBox="1"/>
          <p:nvPr/>
        </p:nvSpPr>
        <p:spPr>
          <a:xfrm>
            <a:off x="3962400" y="152400"/>
            <a:ext cx="12192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Fasciculus Gracilis</a:t>
            </a:r>
            <a:endParaRPr sz="1400" b="1" i="0" u="none" strike="noStrike" cap="none">
              <a:solidFill>
                <a:schemeClr val="dk1"/>
              </a:solidFill>
              <a:latin typeface="Times"/>
              <a:ea typeface="Times"/>
              <a:cs typeface="Times"/>
              <a:sym typeface="Times"/>
            </a:endParaRPr>
          </a:p>
        </p:txBody>
      </p:sp>
      <p:sp>
        <p:nvSpPr>
          <p:cNvPr id="184" name="Google Shape;184;p1"/>
          <p:cNvSpPr txBox="1"/>
          <p:nvPr/>
        </p:nvSpPr>
        <p:spPr>
          <a:xfrm>
            <a:off x="0" y="4495800"/>
            <a:ext cx="14478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Anterolateral System</a:t>
            </a:r>
            <a:endParaRPr sz="1400" b="0" i="0" u="none" strike="noStrike" cap="none">
              <a:solidFill>
                <a:srgbClr val="000000"/>
              </a:solidFill>
              <a:latin typeface="Arial"/>
              <a:ea typeface="Arial"/>
              <a:cs typeface="Arial"/>
              <a:sym typeface="Arial"/>
            </a:endParaRPr>
          </a:p>
        </p:txBody>
      </p:sp>
      <p:sp>
        <p:nvSpPr>
          <p:cNvPr id="185" name="Google Shape;185;p1"/>
          <p:cNvSpPr txBox="1"/>
          <p:nvPr/>
        </p:nvSpPr>
        <p:spPr>
          <a:xfrm>
            <a:off x="0" y="3505200"/>
            <a:ext cx="1295400" cy="738664"/>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Medullary Reticulospinal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tract</a:t>
            </a:r>
            <a:endParaRPr sz="1400" b="0" i="0" u="none" strike="noStrike" cap="none">
              <a:solidFill>
                <a:srgbClr val="000000"/>
              </a:solidFill>
              <a:latin typeface="Arial"/>
              <a:ea typeface="Arial"/>
              <a:cs typeface="Arial"/>
              <a:sym typeface="Arial"/>
            </a:endParaRPr>
          </a:p>
        </p:txBody>
      </p:sp>
      <p:sp>
        <p:nvSpPr>
          <p:cNvPr id="186" name="Google Shape;186;p1"/>
          <p:cNvSpPr txBox="1"/>
          <p:nvPr/>
        </p:nvSpPr>
        <p:spPr>
          <a:xfrm>
            <a:off x="2133600" y="5943600"/>
            <a:ext cx="1371600" cy="738664"/>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Pontine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reticulospinal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tract</a:t>
            </a:r>
            <a:endParaRPr sz="1400" b="0" i="0" u="none" strike="noStrike" cap="none">
              <a:solidFill>
                <a:srgbClr val="000000"/>
              </a:solidFill>
              <a:latin typeface="Arial"/>
              <a:ea typeface="Arial"/>
              <a:cs typeface="Arial"/>
              <a:sym typeface="Arial"/>
            </a:endParaRPr>
          </a:p>
        </p:txBody>
      </p:sp>
      <p:sp>
        <p:nvSpPr>
          <p:cNvPr id="187" name="Google Shape;187;p1"/>
          <p:cNvSpPr txBox="1"/>
          <p:nvPr/>
        </p:nvSpPr>
        <p:spPr>
          <a:xfrm>
            <a:off x="228600" y="5257800"/>
            <a:ext cx="1828800" cy="307777"/>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Propriospinal tract</a:t>
            </a:r>
            <a:endParaRPr sz="1400" b="0" i="0" u="none" strike="noStrike" cap="none">
              <a:solidFill>
                <a:srgbClr val="000000"/>
              </a:solidFill>
              <a:latin typeface="Arial"/>
              <a:ea typeface="Arial"/>
              <a:cs typeface="Arial"/>
              <a:sym typeface="Arial"/>
            </a:endParaRPr>
          </a:p>
        </p:txBody>
      </p:sp>
      <p:sp>
        <p:nvSpPr>
          <p:cNvPr id="177" name="Google Shape;177;p1"/>
          <p:cNvSpPr txBox="1"/>
          <p:nvPr/>
        </p:nvSpPr>
        <p:spPr>
          <a:xfrm>
            <a:off x="152400" y="2514600"/>
            <a:ext cx="1219200" cy="738664"/>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Lateral motor nucleus</a:t>
            </a:r>
            <a:endParaRPr sz="1400" b="0" i="0" u="none" strike="noStrike" cap="none">
              <a:solidFill>
                <a:srgbClr val="000000"/>
              </a:solidFill>
              <a:latin typeface="Arial"/>
              <a:ea typeface="Arial"/>
              <a:cs typeface="Arial"/>
              <a:sym typeface="Arial"/>
            </a:endParaRPr>
          </a:p>
        </p:txBody>
      </p:sp>
      <p:sp>
        <p:nvSpPr>
          <p:cNvPr id="179" name="Google Shape;179;p1"/>
          <p:cNvSpPr txBox="1"/>
          <p:nvPr/>
        </p:nvSpPr>
        <p:spPr>
          <a:xfrm>
            <a:off x="7162800" y="4876800"/>
            <a:ext cx="16002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Medial motor nucleus</a:t>
            </a:r>
            <a:endParaRPr sz="1400" b="0" i="0" u="none" strike="noStrike" cap="none">
              <a:solidFill>
                <a:srgbClr val="000000"/>
              </a:solidFill>
              <a:latin typeface="Arial"/>
              <a:ea typeface="Arial"/>
              <a:cs typeface="Arial"/>
              <a:sym typeface="Arial"/>
            </a:endParaRPr>
          </a:p>
        </p:txBody>
      </p:sp>
      <p:sp>
        <p:nvSpPr>
          <p:cNvPr id="188" name="Google Shape;188;p1"/>
          <p:cNvSpPr/>
          <p:nvPr/>
        </p:nvSpPr>
        <p:spPr>
          <a:xfrm>
            <a:off x="5867400" y="152400"/>
            <a:ext cx="457200" cy="762000"/>
          </a:xfrm>
          <a:prstGeom prst="flowChartMagneticDisk">
            <a:avLst/>
          </a:prstGeom>
          <a:solidFill>
            <a:srgbClr val="FF00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89" name="Google Shape;189;p1"/>
          <p:cNvSpPr/>
          <p:nvPr/>
        </p:nvSpPr>
        <p:spPr>
          <a:xfrm>
            <a:off x="2667000" y="0"/>
            <a:ext cx="457200" cy="762000"/>
          </a:xfrm>
          <a:prstGeom prst="flowChartMagneticDisk">
            <a:avLst/>
          </a:prstGeom>
          <a:solidFill>
            <a:srgbClr val="FF00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90" name="Google Shape;190;p1"/>
          <p:cNvSpPr/>
          <p:nvPr/>
        </p:nvSpPr>
        <p:spPr>
          <a:xfrm>
            <a:off x="4191000" y="5638800"/>
            <a:ext cx="457200" cy="1066800"/>
          </a:xfrm>
          <a:prstGeom prst="flowChartMagneticDisk">
            <a:avLst/>
          </a:prstGeom>
          <a:solidFill>
            <a:srgbClr val="FF00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91" name="Google Shape;191;p1"/>
          <p:cNvSpPr txBox="1"/>
          <p:nvPr/>
        </p:nvSpPr>
        <p:spPr>
          <a:xfrm>
            <a:off x="5715000" y="304800"/>
            <a:ext cx="99060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a:ea typeface="Times"/>
                <a:cs typeface="Times"/>
                <a:sym typeface="Times"/>
              </a:rPr>
              <a:t>PSA</a:t>
            </a:r>
            <a:endParaRPr sz="1400" b="0" i="0" u="none" strike="noStrike" cap="none">
              <a:solidFill>
                <a:srgbClr val="000000"/>
              </a:solidFill>
              <a:latin typeface="Arial"/>
              <a:ea typeface="Arial"/>
              <a:cs typeface="Arial"/>
              <a:sym typeface="Arial"/>
            </a:endParaRPr>
          </a:p>
        </p:txBody>
      </p:sp>
      <p:sp>
        <p:nvSpPr>
          <p:cNvPr id="192" name="Google Shape;192;p1"/>
          <p:cNvSpPr txBox="1"/>
          <p:nvPr/>
        </p:nvSpPr>
        <p:spPr>
          <a:xfrm>
            <a:off x="4038600" y="6172200"/>
            <a:ext cx="91440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a:ea typeface="Times"/>
                <a:cs typeface="Times"/>
                <a:sym typeface="Times"/>
              </a:rPr>
              <a:t>ASA</a:t>
            </a:r>
            <a:endParaRPr sz="1400" b="0" i="0" u="none" strike="noStrike" cap="none">
              <a:solidFill>
                <a:srgbClr val="000000"/>
              </a:solidFill>
              <a:latin typeface="Arial"/>
              <a:ea typeface="Arial"/>
              <a:cs typeface="Arial"/>
              <a:sym typeface="Arial"/>
            </a:endParaRPr>
          </a:p>
        </p:txBody>
      </p:sp>
      <p:sp>
        <p:nvSpPr>
          <p:cNvPr id="193" name="Google Shape;193;p1"/>
          <p:cNvSpPr txBox="1"/>
          <p:nvPr/>
        </p:nvSpPr>
        <p:spPr>
          <a:xfrm>
            <a:off x="2438400" y="228600"/>
            <a:ext cx="99060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a:ea typeface="Times"/>
                <a:cs typeface="Times"/>
                <a:sym typeface="Times"/>
              </a:rPr>
              <a:t>PSA</a:t>
            </a:r>
            <a:endParaRPr sz="1400" b="0" i="0" u="none" strike="noStrike" cap="none">
              <a:solidFill>
                <a:srgbClr val="000000"/>
              </a:solidFill>
              <a:latin typeface="Arial"/>
              <a:ea typeface="Arial"/>
              <a:cs typeface="Arial"/>
              <a:sym typeface="Arial"/>
            </a:endParaRPr>
          </a:p>
        </p:txBody>
      </p:sp>
      <p:cxnSp>
        <p:nvCxnSpPr>
          <p:cNvPr id="194" name="Google Shape;194;p1"/>
          <p:cNvCxnSpPr/>
          <p:nvPr/>
        </p:nvCxnSpPr>
        <p:spPr>
          <a:xfrm rot="5400000">
            <a:off x="4076700" y="1028700"/>
            <a:ext cx="762000" cy="76200"/>
          </a:xfrm>
          <a:prstGeom prst="straightConnector1">
            <a:avLst/>
          </a:prstGeom>
          <a:solidFill>
            <a:schemeClr val="accent1"/>
          </a:solidFill>
          <a:ln w="28575" cap="flat" cmpd="sng">
            <a:solidFill>
              <a:schemeClr val="dk1"/>
            </a:solidFill>
            <a:prstDash val="solid"/>
            <a:round/>
            <a:headEnd type="none" w="sm" len="sm"/>
            <a:tailEnd type="stealth" w="med" len="med"/>
          </a:ln>
        </p:spPr>
      </p:cxnSp>
      <p:sp>
        <p:nvSpPr>
          <p:cNvPr id="195" name="Google Shape;195;p1"/>
          <p:cNvSpPr txBox="1"/>
          <p:nvPr/>
        </p:nvSpPr>
        <p:spPr>
          <a:xfrm>
            <a:off x="7391400" y="228600"/>
            <a:ext cx="121920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a:ea typeface="Times"/>
                <a:cs typeface="Times"/>
                <a:sym typeface="Times"/>
              </a:rPr>
              <a:t>Sacral</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8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8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8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7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7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7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7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93"/>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89"/>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91"/>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88"/>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9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pic>
        <p:nvPicPr>
          <p:cNvPr id="201" name="Google Shape;201;p2" descr="Plate 02.jpg                                                   00000158WD Passport                    00000000:"/>
          <p:cNvPicPr preferRelativeResize="0"/>
          <p:nvPr/>
        </p:nvPicPr>
        <p:blipFill rotWithShape="1">
          <a:blip r:embed="rId3">
            <a:alphaModFix/>
          </a:blip>
          <a:srcRect/>
          <a:stretch/>
        </p:blipFill>
        <p:spPr>
          <a:xfrm>
            <a:off x="381000" y="28575"/>
            <a:ext cx="8382000" cy="6800850"/>
          </a:xfrm>
          <a:prstGeom prst="rect">
            <a:avLst/>
          </a:prstGeom>
          <a:noFill/>
          <a:ln>
            <a:noFill/>
          </a:ln>
        </p:spPr>
      </p:pic>
      <p:sp>
        <p:nvSpPr>
          <p:cNvPr id="202" name="Google Shape;202;p2"/>
          <p:cNvSpPr/>
          <p:nvPr/>
        </p:nvSpPr>
        <p:spPr>
          <a:xfrm>
            <a:off x="2286000" y="3505200"/>
            <a:ext cx="498452" cy="377372"/>
          </a:xfrm>
          <a:custGeom>
            <a:avLst/>
            <a:gdLst/>
            <a:ahLst/>
            <a:cxnLst/>
            <a:rect l="l" t="t" r="r" b="b"/>
            <a:pathLst>
              <a:path w="498452" h="377372" extrusionOk="0">
                <a:moveTo>
                  <a:pt x="0" y="0"/>
                </a:moveTo>
                <a:cubicBezTo>
                  <a:pt x="29029" y="9676"/>
                  <a:pt x="57081" y="23028"/>
                  <a:pt x="87086" y="29029"/>
                </a:cubicBezTo>
                <a:cubicBezTo>
                  <a:pt x="197906" y="51193"/>
                  <a:pt x="135178" y="40483"/>
                  <a:pt x="275772" y="58057"/>
                </a:cubicBezTo>
                <a:cubicBezTo>
                  <a:pt x="290286" y="62895"/>
                  <a:pt x="304604" y="68369"/>
                  <a:pt x="319315" y="72572"/>
                </a:cubicBezTo>
                <a:cubicBezTo>
                  <a:pt x="446916" y="109030"/>
                  <a:pt x="316493" y="66794"/>
                  <a:pt x="420915" y="101600"/>
                </a:cubicBezTo>
                <a:cubicBezTo>
                  <a:pt x="443113" y="116399"/>
                  <a:pt x="490640" y="140022"/>
                  <a:pt x="493486" y="174172"/>
                </a:cubicBezTo>
                <a:cubicBezTo>
                  <a:pt x="498452" y="233763"/>
                  <a:pt x="494750" y="303536"/>
                  <a:pt x="449943" y="348343"/>
                </a:cubicBezTo>
                <a:cubicBezTo>
                  <a:pt x="437608" y="360678"/>
                  <a:pt x="420914" y="367696"/>
                  <a:pt x="406400" y="377372"/>
                </a:cubicBezTo>
                <a:cubicBezTo>
                  <a:pt x="314476" y="372534"/>
                  <a:pt x="222302" y="371191"/>
                  <a:pt x="130629" y="362857"/>
                </a:cubicBezTo>
                <a:cubicBezTo>
                  <a:pt x="115392" y="361472"/>
                  <a:pt x="100770" y="355185"/>
                  <a:pt x="87086" y="348343"/>
                </a:cubicBezTo>
                <a:cubicBezTo>
                  <a:pt x="71484" y="340542"/>
                  <a:pt x="58057" y="328991"/>
                  <a:pt x="43543" y="319315"/>
                </a:cubicBezTo>
                <a:cubicBezTo>
                  <a:pt x="33867" y="290286"/>
                  <a:pt x="10188" y="262520"/>
                  <a:pt x="14515" y="232229"/>
                </a:cubicBezTo>
                <a:cubicBezTo>
                  <a:pt x="19863" y="194790"/>
                  <a:pt x="23278" y="127617"/>
                  <a:pt x="43543" y="87086"/>
                </a:cubicBezTo>
                <a:cubicBezTo>
                  <a:pt x="51344" y="71484"/>
                  <a:pt x="58950" y="54440"/>
                  <a:pt x="72572" y="43543"/>
                </a:cubicBezTo>
                <a:cubicBezTo>
                  <a:pt x="92627" y="27499"/>
                  <a:pt x="109694" y="29029"/>
                  <a:pt x="130629" y="29029"/>
                </a:cubicBezTo>
              </a:path>
            </a:pathLst>
          </a:custGeom>
          <a:solidFill>
            <a:schemeClr val="accent1">
              <a:alpha val="13333"/>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03" name="Google Shape;203;p2"/>
          <p:cNvSpPr/>
          <p:nvPr/>
        </p:nvSpPr>
        <p:spPr>
          <a:xfrm>
            <a:off x="2895600" y="4114800"/>
            <a:ext cx="471626" cy="321855"/>
          </a:xfrm>
          <a:custGeom>
            <a:avLst/>
            <a:gdLst/>
            <a:ahLst/>
            <a:cxnLst/>
            <a:rect l="l" t="t" r="r" b="b"/>
            <a:pathLst>
              <a:path w="471626" h="321855" extrusionOk="0">
                <a:moveTo>
                  <a:pt x="79741" y="31569"/>
                </a:moveTo>
                <a:cubicBezTo>
                  <a:pt x="120865" y="31569"/>
                  <a:pt x="136333" y="0"/>
                  <a:pt x="340998" y="17055"/>
                </a:cubicBezTo>
                <a:cubicBezTo>
                  <a:pt x="355512" y="21893"/>
                  <a:pt x="371811" y="23082"/>
                  <a:pt x="384541" y="31569"/>
                </a:cubicBezTo>
                <a:cubicBezTo>
                  <a:pt x="408617" y="47619"/>
                  <a:pt x="443725" y="91879"/>
                  <a:pt x="457112" y="118655"/>
                </a:cubicBezTo>
                <a:cubicBezTo>
                  <a:pt x="463954" y="132339"/>
                  <a:pt x="466788" y="147684"/>
                  <a:pt x="471626" y="162198"/>
                </a:cubicBezTo>
                <a:cubicBezTo>
                  <a:pt x="466788" y="191226"/>
                  <a:pt x="469064" y="222391"/>
                  <a:pt x="457112" y="249283"/>
                </a:cubicBezTo>
                <a:cubicBezTo>
                  <a:pt x="445348" y="275751"/>
                  <a:pt x="393158" y="306434"/>
                  <a:pt x="370026" y="321855"/>
                </a:cubicBezTo>
                <a:cubicBezTo>
                  <a:pt x="331321" y="317017"/>
                  <a:pt x="292289" y="314319"/>
                  <a:pt x="253912" y="307341"/>
                </a:cubicBezTo>
                <a:cubicBezTo>
                  <a:pt x="238859" y="304604"/>
                  <a:pt x="225129" y="296852"/>
                  <a:pt x="210369" y="292826"/>
                </a:cubicBezTo>
                <a:cubicBezTo>
                  <a:pt x="30303" y="243717"/>
                  <a:pt x="150936" y="282693"/>
                  <a:pt x="50712" y="249283"/>
                </a:cubicBezTo>
                <a:cubicBezTo>
                  <a:pt x="0" y="173216"/>
                  <a:pt x="13182" y="213214"/>
                  <a:pt x="36198" y="75112"/>
                </a:cubicBezTo>
                <a:cubicBezTo>
                  <a:pt x="42649" y="36407"/>
                  <a:pt x="49099" y="17055"/>
                  <a:pt x="94255" y="17055"/>
                </a:cubicBezTo>
                <a:cubicBezTo>
                  <a:pt x="101097" y="17055"/>
                  <a:pt x="38617" y="31569"/>
                  <a:pt x="79741" y="31569"/>
                </a:cubicBezTo>
                <a:close/>
              </a:path>
            </a:pathLst>
          </a:custGeom>
          <a:solidFill>
            <a:schemeClr val="accent1">
              <a:alpha val="13333"/>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04" name="Google Shape;204;p2"/>
          <p:cNvSpPr/>
          <p:nvPr/>
        </p:nvSpPr>
        <p:spPr>
          <a:xfrm>
            <a:off x="1905001" y="1905000"/>
            <a:ext cx="914400" cy="1066800"/>
          </a:xfrm>
          <a:custGeom>
            <a:avLst/>
            <a:gdLst/>
            <a:ahLst/>
            <a:cxnLst/>
            <a:rect l="l" t="t" r="r" b="b"/>
            <a:pathLst>
              <a:path w="1190171" h="1247348" extrusionOk="0">
                <a:moveTo>
                  <a:pt x="841829" y="57176"/>
                </a:moveTo>
                <a:cubicBezTo>
                  <a:pt x="827315" y="47500"/>
                  <a:pt x="813888" y="35949"/>
                  <a:pt x="798286" y="28148"/>
                </a:cubicBezTo>
                <a:cubicBezTo>
                  <a:pt x="741989" y="0"/>
                  <a:pt x="725836" y="17763"/>
                  <a:pt x="653143" y="28148"/>
                </a:cubicBezTo>
                <a:cubicBezTo>
                  <a:pt x="638629" y="32986"/>
                  <a:pt x="622974" y="35232"/>
                  <a:pt x="609600" y="42662"/>
                </a:cubicBezTo>
                <a:cubicBezTo>
                  <a:pt x="566654" y="66521"/>
                  <a:pt x="511166" y="102869"/>
                  <a:pt x="478971" y="144262"/>
                </a:cubicBezTo>
                <a:cubicBezTo>
                  <a:pt x="457552" y="171801"/>
                  <a:pt x="449943" y="211996"/>
                  <a:pt x="420914" y="231348"/>
                </a:cubicBezTo>
                <a:cubicBezTo>
                  <a:pt x="378097" y="259892"/>
                  <a:pt x="368754" y="262008"/>
                  <a:pt x="333829" y="303919"/>
                </a:cubicBezTo>
                <a:cubicBezTo>
                  <a:pt x="273354" y="376490"/>
                  <a:pt x="341084" y="323272"/>
                  <a:pt x="261257" y="376491"/>
                </a:cubicBezTo>
                <a:cubicBezTo>
                  <a:pt x="228572" y="474546"/>
                  <a:pt x="273901" y="368260"/>
                  <a:pt x="203200" y="449062"/>
                </a:cubicBezTo>
                <a:cubicBezTo>
                  <a:pt x="180226" y="475318"/>
                  <a:pt x="164495" y="507119"/>
                  <a:pt x="145143" y="536148"/>
                </a:cubicBezTo>
                <a:lnTo>
                  <a:pt x="116114" y="579691"/>
                </a:lnTo>
                <a:cubicBezTo>
                  <a:pt x="106438" y="594205"/>
                  <a:pt x="92602" y="606685"/>
                  <a:pt x="87086" y="623233"/>
                </a:cubicBezTo>
                <a:cubicBezTo>
                  <a:pt x="77410" y="652262"/>
                  <a:pt x="75030" y="684859"/>
                  <a:pt x="58057" y="710319"/>
                </a:cubicBezTo>
                <a:cubicBezTo>
                  <a:pt x="48381" y="724833"/>
                  <a:pt x="36114" y="737922"/>
                  <a:pt x="29029" y="753862"/>
                </a:cubicBezTo>
                <a:cubicBezTo>
                  <a:pt x="16602" y="781824"/>
                  <a:pt x="0" y="840948"/>
                  <a:pt x="0" y="840948"/>
                </a:cubicBezTo>
                <a:cubicBezTo>
                  <a:pt x="3709" y="881753"/>
                  <a:pt x="1105" y="988299"/>
                  <a:pt x="29029" y="1044148"/>
                </a:cubicBezTo>
                <a:cubicBezTo>
                  <a:pt x="59268" y="1104626"/>
                  <a:pt x="79826" y="1102204"/>
                  <a:pt x="145143" y="1145748"/>
                </a:cubicBezTo>
                <a:cubicBezTo>
                  <a:pt x="159657" y="1155424"/>
                  <a:pt x="172137" y="1169260"/>
                  <a:pt x="188686" y="1174776"/>
                </a:cubicBezTo>
                <a:cubicBezTo>
                  <a:pt x="293067" y="1209571"/>
                  <a:pt x="162738" y="1167363"/>
                  <a:pt x="290286" y="1203805"/>
                </a:cubicBezTo>
                <a:cubicBezTo>
                  <a:pt x="304997" y="1208008"/>
                  <a:pt x="318827" y="1215319"/>
                  <a:pt x="333829" y="1218319"/>
                </a:cubicBezTo>
                <a:cubicBezTo>
                  <a:pt x="367201" y="1224993"/>
                  <a:pt x="523301" y="1243818"/>
                  <a:pt x="551543" y="1247348"/>
                </a:cubicBezTo>
                <a:cubicBezTo>
                  <a:pt x="604762" y="1242510"/>
                  <a:pt x="658575" y="1242120"/>
                  <a:pt x="711200" y="1232833"/>
                </a:cubicBezTo>
                <a:cubicBezTo>
                  <a:pt x="741333" y="1227515"/>
                  <a:pt x="798286" y="1203805"/>
                  <a:pt x="798286" y="1203805"/>
                </a:cubicBezTo>
                <a:cubicBezTo>
                  <a:pt x="812800" y="1194129"/>
                  <a:pt x="826227" y="1182577"/>
                  <a:pt x="841829" y="1174776"/>
                </a:cubicBezTo>
                <a:cubicBezTo>
                  <a:pt x="855513" y="1167934"/>
                  <a:pt x="871997" y="1167692"/>
                  <a:pt x="885371" y="1160262"/>
                </a:cubicBezTo>
                <a:cubicBezTo>
                  <a:pt x="915869" y="1143319"/>
                  <a:pt x="939359" y="1113238"/>
                  <a:pt x="972457" y="1102205"/>
                </a:cubicBezTo>
                <a:lnTo>
                  <a:pt x="1059543" y="1073176"/>
                </a:lnTo>
                <a:cubicBezTo>
                  <a:pt x="1086887" y="1045832"/>
                  <a:pt x="1115948" y="1022464"/>
                  <a:pt x="1132114" y="986091"/>
                </a:cubicBezTo>
                <a:cubicBezTo>
                  <a:pt x="1144541" y="958129"/>
                  <a:pt x="1151467" y="928034"/>
                  <a:pt x="1161143" y="899005"/>
                </a:cubicBezTo>
                <a:lnTo>
                  <a:pt x="1175657" y="855462"/>
                </a:lnTo>
                <a:lnTo>
                  <a:pt x="1190171" y="811919"/>
                </a:lnTo>
                <a:cubicBezTo>
                  <a:pt x="1185333" y="719995"/>
                  <a:pt x="1183991" y="627821"/>
                  <a:pt x="1175657" y="536148"/>
                </a:cubicBezTo>
                <a:cubicBezTo>
                  <a:pt x="1174272" y="520911"/>
                  <a:pt x="1164854" y="507448"/>
                  <a:pt x="1161143" y="492605"/>
                </a:cubicBezTo>
                <a:cubicBezTo>
                  <a:pt x="1155160" y="468672"/>
                  <a:pt x="1152612" y="443966"/>
                  <a:pt x="1146629" y="420033"/>
                </a:cubicBezTo>
                <a:cubicBezTo>
                  <a:pt x="1142918" y="405191"/>
                  <a:pt x="1139544" y="389865"/>
                  <a:pt x="1132114" y="376491"/>
                </a:cubicBezTo>
                <a:cubicBezTo>
                  <a:pt x="1115171" y="345993"/>
                  <a:pt x="1074057" y="289405"/>
                  <a:pt x="1074057" y="289405"/>
                </a:cubicBezTo>
                <a:cubicBezTo>
                  <a:pt x="1050447" y="218574"/>
                  <a:pt x="1043246" y="171508"/>
                  <a:pt x="986971" y="115233"/>
                </a:cubicBezTo>
                <a:cubicBezTo>
                  <a:pt x="972457" y="100719"/>
                  <a:pt x="961372" y="81659"/>
                  <a:pt x="943429" y="71691"/>
                </a:cubicBezTo>
                <a:cubicBezTo>
                  <a:pt x="877407" y="35012"/>
                  <a:pt x="852146" y="42662"/>
                  <a:pt x="783771" y="42662"/>
                </a:cubicBezTo>
              </a:path>
            </a:pathLst>
          </a:custGeom>
          <a:solidFill>
            <a:schemeClr val="accent1">
              <a:alpha val="13333"/>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cxnSp>
        <p:nvCxnSpPr>
          <p:cNvPr id="205" name="Google Shape;205;p2"/>
          <p:cNvCxnSpPr/>
          <p:nvPr/>
        </p:nvCxnSpPr>
        <p:spPr>
          <a:xfrm>
            <a:off x="1295400" y="1905000"/>
            <a:ext cx="914400" cy="3810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206" name="Google Shape;206;p2"/>
          <p:cNvCxnSpPr/>
          <p:nvPr/>
        </p:nvCxnSpPr>
        <p:spPr>
          <a:xfrm rot="10800000" flipH="1">
            <a:off x="1219202" y="3812900"/>
            <a:ext cx="793662" cy="733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207" name="Google Shape;207;p2"/>
          <p:cNvCxnSpPr/>
          <p:nvPr/>
        </p:nvCxnSpPr>
        <p:spPr>
          <a:xfrm rot="10800000" flipH="1">
            <a:off x="1371600" y="4659086"/>
            <a:ext cx="791029" cy="217714"/>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208" name="Google Shape;208;p2"/>
          <p:cNvCxnSpPr>
            <a:stCxn id="209" idx="3"/>
            <a:endCxn id="202" idx="12"/>
          </p:cNvCxnSpPr>
          <p:nvPr/>
        </p:nvCxnSpPr>
        <p:spPr>
          <a:xfrm>
            <a:off x="1219200" y="2960132"/>
            <a:ext cx="1110300" cy="6321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210" name="Google Shape;210;p2"/>
          <p:cNvCxnSpPr>
            <a:stCxn id="211" idx="1"/>
            <a:endCxn id="203" idx="3"/>
          </p:cNvCxnSpPr>
          <p:nvPr/>
        </p:nvCxnSpPr>
        <p:spPr>
          <a:xfrm rot="10800000">
            <a:off x="3352800" y="4233310"/>
            <a:ext cx="3581400" cy="11337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212" name="Google Shape;212;p2"/>
          <p:cNvCxnSpPr/>
          <p:nvPr/>
        </p:nvCxnSpPr>
        <p:spPr>
          <a:xfrm rot="10800000">
            <a:off x="4267200" y="4818743"/>
            <a:ext cx="2362200" cy="1353457"/>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213" name="Google Shape;213;p2"/>
          <p:cNvCxnSpPr/>
          <p:nvPr/>
        </p:nvCxnSpPr>
        <p:spPr>
          <a:xfrm rot="10800000">
            <a:off x="3657600" y="5334000"/>
            <a:ext cx="0" cy="838201"/>
          </a:xfrm>
          <a:prstGeom prst="straightConnector1">
            <a:avLst/>
          </a:prstGeom>
          <a:solidFill>
            <a:schemeClr val="accent1"/>
          </a:solidFill>
          <a:ln w="28575" cap="flat" cmpd="sng">
            <a:solidFill>
              <a:schemeClr val="dk1"/>
            </a:solidFill>
            <a:prstDash val="solid"/>
            <a:round/>
            <a:headEnd type="none" w="sm" len="sm"/>
            <a:tailEnd type="stealth" w="med" len="med"/>
          </a:ln>
        </p:spPr>
      </p:cxnSp>
      <p:sp>
        <p:nvSpPr>
          <p:cNvPr id="214" name="Google Shape;214;p2"/>
          <p:cNvSpPr txBox="1"/>
          <p:nvPr/>
        </p:nvSpPr>
        <p:spPr>
          <a:xfrm>
            <a:off x="0" y="1600200"/>
            <a:ext cx="17526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Lateral corticospinal tract</a:t>
            </a:r>
            <a:endParaRPr sz="1400" b="0" i="0" u="none" strike="noStrike" cap="none">
              <a:solidFill>
                <a:srgbClr val="000000"/>
              </a:solidFill>
              <a:latin typeface="Arial"/>
              <a:ea typeface="Arial"/>
              <a:cs typeface="Arial"/>
              <a:sym typeface="Arial"/>
            </a:endParaRPr>
          </a:p>
        </p:txBody>
      </p:sp>
      <p:sp>
        <p:nvSpPr>
          <p:cNvPr id="215" name="Google Shape;215;p2"/>
          <p:cNvSpPr txBox="1"/>
          <p:nvPr/>
        </p:nvSpPr>
        <p:spPr>
          <a:xfrm>
            <a:off x="3886200" y="0"/>
            <a:ext cx="12192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Facilis Gracilis</a:t>
            </a:r>
            <a:endParaRPr sz="1400" b="1" i="0" u="none" strike="noStrike" cap="none">
              <a:solidFill>
                <a:schemeClr val="dk1"/>
              </a:solidFill>
              <a:latin typeface="Times"/>
              <a:ea typeface="Times"/>
              <a:cs typeface="Times"/>
              <a:sym typeface="Times"/>
            </a:endParaRPr>
          </a:p>
        </p:txBody>
      </p:sp>
      <p:sp>
        <p:nvSpPr>
          <p:cNvPr id="216" name="Google Shape;216;p2"/>
          <p:cNvSpPr txBox="1"/>
          <p:nvPr/>
        </p:nvSpPr>
        <p:spPr>
          <a:xfrm>
            <a:off x="-152400" y="4876800"/>
            <a:ext cx="2286000" cy="307777"/>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Anterolateral System</a:t>
            </a:r>
            <a:endParaRPr sz="1400" b="0" i="0" u="none" strike="noStrike" cap="none">
              <a:solidFill>
                <a:srgbClr val="000000"/>
              </a:solidFill>
              <a:latin typeface="Arial"/>
              <a:ea typeface="Arial"/>
              <a:cs typeface="Arial"/>
              <a:sym typeface="Arial"/>
            </a:endParaRPr>
          </a:p>
        </p:txBody>
      </p:sp>
      <p:sp>
        <p:nvSpPr>
          <p:cNvPr id="217" name="Google Shape;217;p2"/>
          <p:cNvSpPr txBox="1"/>
          <p:nvPr/>
        </p:nvSpPr>
        <p:spPr>
          <a:xfrm>
            <a:off x="0" y="3733800"/>
            <a:ext cx="1371600" cy="738664"/>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Medullary Reticulospinal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tract</a:t>
            </a:r>
            <a:endParaRPr sz="1400" b="0" i="0" u="none" strike="noStrike" cap="none">
              <a:solidFill>
                <a:srgbClr val="000000"/>
              </a:solidFill>
              <a:latin typeface="Arial"/>
              <a:ea typeface="Arial"/>
              <a:cs typeface="Arial"/>
              <a:sym typeface="Arial"/>
            </a:endParaRPr>
          </a:p>
        </p:txBody>
      </p:sp>
      <p:sp>
        <p:nvSpPr>
          <p:cNvPr id="218" name="Google Shape;218;p2"/>
          <p:cNvSpPr txBox="1"/>
          <p:nvPr/>
        </p:nvSpPr>
        <p:spPr>
          <a:xfrm>
            <a:off x="3048000" y="2971800"/>
            <a:ext cx="30480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a:ea typeface="Times"/>
              <a:cs typeface="Times"/>
              <a:sym typeface="Times"/>
            </a:endParaRPr>
          </a:p>
        </p:txBody>
      </p:sp>
      <p:sp>
        <p:nvSpPr>
          <p:cNvPr id="219" name="Google Shape;219;p2"/>
          <p:cNvSpPr txBox="1"/>
          <p:nvPr/>
        </p:nvSpPr>
        <p:spPr>
          <a:xfrm>
            <a:off x="609600" y="5867400"/>
            <a:ext cx="19812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Pontine reticulospinal tract</a:t>
            </a:r>
            <a:endParaRPr sz="1400" b="0" i="0" u="none" strike="noStrike" cap="none">
              <a:solidFill>
                <a:srgbClr val="000000"/>
              </a:solidFill>
              <a:latin typeface="Arial"/>
              <a:ea typeface="Arial"/>
              <a:cs typeface="Arial"/>
              <a:sym typeface="Arial"/>
            </a:endParaRPr>
          </a:p>
        </p:txBody>
      </p:sp>
      <p:sp>
        <p:nvSpPr>
          <p:cNvPr id="220" name="Google Shape;220;p2"/>
          <p:cNvSpPr txBox="1"/>
          <p:nvPr/>
        </p:nvSpPr>
        <p:spPr>
          <a:xfrm>
            <a:off x="2514600" y="6096000"/>
            <a:ext cx="18288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Lateral Vestibulospinal tract</a:t>
            </a:r>
            <a:endParaRPr sz="1400" b="0" i="0" u="none" strike="noStrike" cap="none">
              <a:solidFill>
                <a:srgbClr val="000000"/>
              </a:solidFill>
              <a:latin typeface="Arial"/>
              <a:ea typeface="Arial"/>
              <a:cs typeface="Arial"/>
              <a:sym typeface="Arial"/>
            </a:endParaRPr>
          </a:p>
        </p:txBody>
      </p:sp>
      <p:sp>
        <p:nvSpPr>
          <p:cNvPr id="209" name="Google Shape;209;p2"/>
          <p:cNvSpPr txBox="1"/>
          <p:nvPr/>
        </p:nvSpPr>
        <p:spPr>
          <a:xfrm>
            <a:off x="0" y="2590800"/>
            <a:ext cx="1219200" cy="738664"/>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Lateral motor nucleus</a:t>
            </a:r>
            <a:endParaRPr sz="1400" b="0" i="0" u="none" strike="noStrike" cap="none">
              <a:solidFill>
                <a:srgbClr val="000000"/>
              </a:solidFill>
              <a:latin typeface="Arial"/>
              <a:ea typeface="Arial"/>
              <a:cs typeface="Arial"/>
              <a:sym typeface="Arial"/>
            </a:endParaRPr>
          </a:p>
        </p:txBody>
      </p:sp>
      <p:sp>
        <p:nvSpPr>
          <p:cNvPr id="211" name="Google Shape;211;p2"/>
          <p:cNvSpPr txBox="1"/>
          <p:nvPr/>
        </p:nvSpPr>
        <p:spPr>
          <a:xfrm>
            <a:off x="6934200" y="5105400"/>
            <a:ext cx="16002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Medial motor nucleus</a:t>
            </a:r>
            <a:endParaRPr sz="1400" b="0" i="0" u="none" strike="noStrike" cap="none">
              <a:solidFill>
                <a:srgbClr val="000000"/>
              </a:solidFill>
              <a:latin typeface="Arial"/>
              <a:ea typeface="Arial"/>
              <a:cs typeface="Arial"/>
              <a:sym typeface="Arial"/>
            </a:endParaRPr>
          </a:p>
        </p:txBody>
      </p:sp>
      <p:sp>
        <p:nvSpPr>
          <p:cNvPr id="221" name="Google Shape;221;p2"/>
          <p:cNvSpPr/>
          <p:nvPr/>
        </p:nvSpPr>
        <p:spPr>
          <a:xfrm>
            <a:off x="5867400" y="152400"/>
            <a:ext cx="457200" cy="762000"/>
          </a:xfrm>
          <a:prstGeom prst="flowChartMagneticDisk">
            <a:avLst/>
          </a:prstGeom>
          <a:solidFill>
            <a:srgbClr val="FF00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22" name="Google Shape;222;p2"/>
          <p:cNvSpPr/>
          <p:nvPr/>
        </p:nvSpPr>
        <p:spPr>
          <a:xfrm>
            <a:off x="2667000" y="0"/>
            <a:ext cx="457200" cy="762000"/>
          </a:xfrm>
          <a:prstGeom prst="flowChartMagneticDisk">
            <a:avLst/>
          </a:prstGeom>
          <a:solidFill>
            <a:srgbClr val="FF00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23" name="Google Shape;223;p2"/>
          <p:cNvSpPr/>
          <p:nvPr/>
        </p:nvSpPr>
        <p:spPr>
          <a:xfrm>
            <a:off x="4191000" y="5638800"/>
            <a:ext cx="457200" cy="1066800"/>
          </a:xfrm>
          <a:prstGeom prst="flowChartMagneticDisk">
            <a:avLst/>
          </a:prstGeom>
          <a:solidFill>
            <a:srgbClr val="FF00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24" name="Google Shape;224;p2"/>
          <p:cNvSpPr txBox="1"/>
          <p:nvPr/>
        </p:nvSpPr>
        <p:spPr>
          <a:xfrm>
            <a:off x="5715000" y="304800"/>
            <a:ext cx="99060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a:ea typeface="Times"/>
                <a:cs typeface="Times"/>
                <a:sym typeface="Times"/>
              </a:rPr>
              <a:t>PSA</a:t>
            </a:r>
            <a:endParaRPr sz="1400" b="0" i="0" u="none" strike="noStrike" cap="none">
              <a:solidFill>
                <a:srgbClr val="000000"/>
              </a:solidFill>
              <a:latin typeface="Arial"/>
              <a:ea typeface="Arial"/>
              <a:cs typeface="Arial"/>
              <a:sym typeface="Arial"/>
            </a:endParaRPr>
          </a:p>
        </p:txBody>
      </p:sp>
      <p:sp>
        <p:nvSpPr>
          <p:cNvPr id="225" name="Google Shape;225;p2"/>
          <p:cNvSpPr txBox="1"/>
          <p:nvPr/>
        </p:nvSpPr>
        <p:spPr>
          <a:xfrm>
            <a:off x="4038600" y="6172200"/>
            <a:ext cx="91440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a:ea typeface="Times"/>
                <a:cs typeface="Times"/>
                <a:sym typeface="Times"/>
              </a:rPr>
              <a:t>ASA</a:t>
            </a:r>
            <a:endParaRPr sz="1400" b="0" i="0" u="none" strike="noStrike" cap="none">
              <a:solidFill>
                <a:srgbClr val="000000"/>
              </a:solidFill>
              <a:latin typeface="Arial"/>
              <a:ea typeface="Arial"/>
              <a:cs typeface="Arial"/>
              <a:sym typeface="Arial"/>
            </a:endParaRPr>
          </a:p>
        </p:txBody>
      </p:sp>
      <p:sp>
        <p:nvSpPr>
          <p:cNvPr id="226" name="Google Shape;226;p2"/>
          <p:cNvSpPr txBox="1"/>
          <p:nvPr/>
        </p:nvSpPr>
        <p:spPr>
          <a:xfrm>
            <a:off x="2438400" y="228600"/>
            <a:ext cx="99060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a:ea typeface="Times"/>
                <a:cs typeface="Times"/>
                <a:sym typeface="Times"/>
              </a:rPr>
              <a:t>PSA</a:t>
            </a:r>
            <a:endParaRPr sz="1400" b="0" i="0" u="none" strike="noStrike" cap="none">
              <a:solidFill>
                <a:srgbClr val="000000"/>
              </a:solidFill>
              <a:latin typeface="Arial"/>
              <a:ea typeface="Arial"/>
              <a:cs typeface="Arial"/>
              <a:sym typeface="Arial"/>
            </a:endParaRPr>
          </a:p>
        </p:txBody>
      </p:sp>
      <p:sp>
        <p:nvSpPr>
          <p:cNvPr id="227" name="Google Shape;227;p2"/>
          <p:cNvSpPr/>
          <p:nvPr/>
        </p:nvSpPr>
        <p:spPr>
          <a:xfrm>
            <a:off x="2882913" y="608138"/>
            <a:ext cx="2920952" cy="2278743"/>
          </a:xfrm>
          <a:custGeom>
            <a:avLst/>
            <a:gdLst/>
            <a:ahLst/>
            <a:cxnLst/>
            <a:rect l="l" t="t" r="r" b="b"/>
            <a:pathLst>
              <a:path w="2920952" h="2278743" extrusionOk="0">
                <a:moveTo>
                  <a:pt x="105180" y="348343"/>
                </a:moveTo>
                <a:cubicBezTo>
                  <a:pt x="119694" y="343505"/>
                  <a:pt x="134012" y="338031"/>
                  <a:pt x="148723" y="333828"/>
                </a:cubicBezTo>
                <a:cubicBezTo>
                  <a:pt x="167903" y="328348"/>
                  <a:pt x="187856" y="325622"/>
                  <a:pt x="206780" y="319314"/>
                </a:cubicBezTo>
                <a:cubicBezTo>
                  <a:pt x="231497" y="311075"/>
                  <a:pt x="254216" y="297141"/>
                  <a:pt x="279352" y="290286"/>
                </a:cubicBezTo>
                <a:cubicBezTo>
                  <a:pt x="307744" y="282543"/>
                  <a:pt x="337887" y="282909"/>
                  <a:pt x="366437" y="275771"/>
                </a:cubicBezTo>
                <a:cubicBezTo>
                  <a:pt x="396122" y="268350"/>
                  <a:pt x="424494" y="256419"/>
                  <a:pt x="453523" y="246743"/>
                </a:cubicBezTo>
                <a:cubicBezTo>
                  <a:pt x="468037" y="241905"/>
                  <a:pt x="482223" y="235939"/>
                  <a:pt x="497066" y="232228"/>
                </a:cubicBezTo>
                <a:lnTo>
                  <a:pt x="613180" y="203200"/>
                </a:lnTo>
                <a:cubicBezTo>
                  <a:pt x="627694" y="193524"/>
                  <a:pt x="640782" y="181256"/>
                  <a:pt x="656723" y="174171"/>
                </a:cubicBezTo>
                <a:cubicBezTo>
                  <a:pt x="746961" y="134065"/>
                  <a:pt x="781650" y="141359"/>
                  <a:pt x="888952" y="130628"/>
                </a:cubicBezTo>
                <a:cubicBezTo>
                  <a:pt x="927657" y="120952"/>
                  <a:pt x="965945" y="109424"/>
                  <a:pt x="1005066" y="101600"/>
                </a:cubicBezTo>
                <a:cubicBezTo>
                  <a:pt x="1053447" y="91924"/>
                  <a:pt x="1102133" y="83665"/>
                  <a:pt x="1150209" y="72571"/>
                </a:cubicBezTo>
                <a:cubicBezTo>
                  <a:pt x="1165117" y="69131"/>
                  <a:pt x="1178909" y="61768"/>
                  <a:pt x="1193752" y="58057"/>
                </a:cubicBezTo>
                <a:cubicBezTo>
                  <a:pt x="1241545" y="46109"/>
                  <a:pt x="1305973" y="37653"/>
                  <a:pt x="1353409" y="29028"/>
                </a:cubicBezTo>
                <a:cubicBezTo>
                  <a:pt x="1499677" y="2433"/>
                  <a:pt x="1345452" y="24580"/>
                  <a:pt x="1542094" y="0"/>
                </a:cubicBezTo>
                <a:cubicBezTo>
                  <a:pt x="1638856" y="4838"/>
                  <a:pt x="1735782" y="7084"/>
                  <a:pt x="1832380" y="14514"/>
                </a:cubicBezTo>
                <a:cubicBezTo>
                  <a:pt x="1921998" y="21408"/>
                  <a:pt x="1898077" y="24991"/>
                  <a:pt x="1963009" y="43543"/>
                </a:cubicBezTo>
                <a:cubicBezTo>
                  <a:pt x="1982189" y="49023"/>
                  <a:pt x="2001714" y="53219"/>
                  <a:pt x="2021066" y="58057"/>
                </a:cubicBezTo>
                <a:cubicBezTo>
                  <a:pt x="2035580" y="67733"/>
                  <a:pt x="2048575" y="80214"/>
                  <a:pt x="2064609" y="87086"/>
                </a:cubicBezTo>
                <a:cubicBezTo>
                  <a:pt x="2082944" y="94944"/>
                  <a:pt x="2103486" y="96120"/>
                  <a:pt x="2122666" y="101600"/>
                </a:cubicBezTo>
                <a:cubicBezTo>
                  <a:pt x="2222712" y="130184"/>
                  <a:pt x="2096135" y="104435"/>
                  <a:pt x="2253294" y="130628"/>
                </a:cubicBezTo>
                <a:cubicBezTo>
                  <a:pt x="2267808" y="135466"/>
                  <a:pt x="2283153" y="138301"/>
                  <a:pt x="2296837" y="145143"/>
                </a:cubicBezTo>
                <a:cubicBezTo>
                  <a:pt x="2319646" y="156548"/>
                  <a:pt x="2383090" y="206752"/>
                  <a:pt x="2398437" y="217714"/>
                </a:cubicBezTo>
                <a:cubicBezTo>
                  <a:pt x="2412632" y="227853"/>
                  <a:pt x="2426378" y="238942"/>
                  <a:pt x="2441980" y="246743"/>
                </a:cubicBezTo>
                <a:cubicBezTo>
                  <a:pt x="2455664" y="253585"/>
                  <a:pt x="2471009" y="256419"/>
                  <a:pt x="2485523" y="261257"/>
                </a:cubicBezTo>
                <a:cubicBezTo>
                  <a:pt x="2523093" y="298827"/>
                  <a:pt x="2564069" y="345496"/>
                  <a:pt x="2616152" y="362857"/>
                </a:cubicBezTo>
                <a:lnTo>
                  <a:pt x="2659694" y="377371"/>
                </a:lnTo>
                <a:cubicBezTo>
                  <a:pt x="2696178" y="486818"/>
                  <a:pt x="2646964" y="351911"/>
                  <a:pt x="2703237" y="464457"/>
                </a:cubicBezTo>
                <a:cubicBezTo>
                  <a:pt x="2710079" y="478141"/>
                  <a:pt x="2709265" y="495270"/>
                  <a:pt x="2717752" y="508000"/>
                </a:cubicBezTo>
                <a:cubicBezTo>
                  <a:pt x="2748816" y="554596"/>
                  <a:pt x="2759185" y="550840"/>
                  <a:pt x="2804837" y="566057"/>
                </a:cubicBezTo>
                <a:cubicBezTo>
                  <a:pt x="2842408" y="603628"/>
                  <a:pt x="2889074" y="644601"/>
                  <a:pt x="2906437" y="696686"/>
                </a:cubicBezTo>
                <a:lnTo>
                  <a:pt x="2920952" y="740228"/>
                </a:lnTo>
                <a:cubicBezTo>
                  <a:pt x="2906438" y="754742"/>
                  <a:pt x="2896166" y="775434"/>
                  <a:pt x="2877409" y="783771"/>
                </a:cubicBezTo>
                <a:cubicBezTo>
                  <a:pt x="2850516" y="795723"/>
                  <a:pt x="2819051" y="791902"/>
                  <a:pt x="2790323" y="798286"/>
                </a:cubicBezTo>
                <a:cubicBezTo>
                  <a:pt x="2775388" y="801605"/>
                  <a:pt x="2761623" y="809089"/>
                  <a:pt x="2746780" y="812800"/>
                </a:cubicBezTo>
                <a:cubicBezTo>
                  <a:pt x="2703157" y="823706"/>
                  <a:pt x="2624490" y="831432"/>
                  <a:pt x="2587123" y="856343"/>
                </a:cubicBezTo>
                <a:cubicBezTo>
                  <a:pt x="2558094" y="875695"/>
                  <a:pt x="2524707" y="889730"/>
                  <a:pt x="2500037" y="914400"/>
                </a:cubicBezTo>
                <a:cubicBezTo>
                  <a:pt x="2445676" y="968761"/>
                  <a:pt x="2475967" y="951452"/>
                  <a:pt x="2412952" y="972457"/>
                </a:cubicBezTo>
                <a:cubicBezTo>
                  <a:pt x="2296836" y="1049868"/>
                  <a:pt x="2437143" y="948266"/>
                  <a:pt x="2340380" y="1045028"/>
                </a:cubicBezTo>
                <a:cubicBezTo>
                  <a:pt x="2328045" y="1057363"/>
                  <a:pt x="2311351" y="1064381"/>
                  <a:pt x="2296837" y="1074057"/>
                </a:cubicBezTo>
                <a:cubicBezTo>
                  <a:pt x="2280353" y="1098784"/>
                  <a:pt x="2242272" y="1157651"/>
                  <a:pt x="2224266" y="1175657"/>
                </a:cubicBezTo>
                <a:cubicBezTo>
                  <a:pt x="2207161" y="1192762"/>
                  <a:pt x="2185561" y="1204686"/>
                  <a:pt x="2166209" y="1219200"/>
                </a:cubicBezTo>
                <a:cubicBezTo>
                  <a:pt x="2120890" y="1355152"/>
                  <a:pt x="2195131" y="1154072"/>
                  <a:pt x="2108152" y="1306286"/>
                </a:cubicBezTo>
                <a:cubicBezTo>
                  <a:pt x="2098255" y="1323606"/>
                  <a:pt x="2101495" y="1346008"/>
                  <a:pt x="2093637" y="1364343"/>
                </a:cubicBezTo>
                <a:cubicBezTo>
                  <a:pt x="2086765" y="1380376"/>
                  <a:pt x="2074285" y="1393372"/>
                  <a:pt x="2064609" y="1407886"/>
                </a:cubicBezTo>
                <a:cubicBezTo>
                  <a:pt x="2059771" y="1427238"/>
                  <a:pt x="2054421" y="1446470"/>
                  <a:pt x="2050094" y="1465943"/>
                </a:cubicBezTo>
                <a:cubicBezTo>
                  <a:pt x="2044742" y="1490025"/>
                  <a:pt x="2041563" y="1514581"/>
                  <a:pt x="2035580" y="1538514"/>
                </a:cubicBezTo>
                <a:cubicBezTo>
                  <a:pt x="2018324" y="1607540"/>
                  <a:pt x="2020127" y="1558663"/>
                  <a:pt x="2006552" y="1640114"/>
                </a:cubicBezTo>
                <a:cubicBezTo>
                  <a:pt x="1988927" y="1745863"/>
                  <a:pt x="1999718" y="1740017"/>
                  <a:pt x="1977523" y="1828800"/>
                </a:cubicBezTo>
                <a:cubicBezTo>
                  <a:pt x="1966845" y="1871515"/>
                  <a:pt x="1954751" y="1888859"/>
                  <a:pt x="1933980" y="1930400"/>
                </a:cubicBezTo>
                <a:cubicBezTo>
                  <a:pt x="1929142" y="1954590"/>
                  <a:pt x="1925957" y="1979171"/>
                  <a:pt x="1919466" y="2002971"/>
                </a:cubicBezTo>
                <a:cubicBezTo>
                  <a:pt x="1902065" y="2066773"/>
                  <a:pt x="1879056" y="2151909"/>
                  <a:pt x="1803352" y="2177143"/>
                </a:cubicBezTo>
                <a:lnTo>
                  <a:pt x="1759809" y="2191657"/>
                </a:lnTo>
                <a:cubicBezTo>
                  <a:pt x="1694942" y="2234901"/>
                  <a:pt x="1690495" y="2248899"/>
                  <a:pt x="1629180" y="2264228"/>
                </a:cubicBezTo>
                <a:cubicBezTo>
                  <a:pt x="1605247" y="2270211"/>
                  <a:pt x="1580799" y="2273905"/>
                  <a:pt x="1556609" y="2278743"/>
                </a:cubicBezTo>
                <a:cubicBezTo>
                  <a:pt x="1508228" y="2273905"/>
                  <a:pt x="1458843" y="2275161"/>
                  <a:pt x="1411466" y="2264228"/>
                </a:cubicBezTo>
                <a:cubicBezTo>
                  <a:pt x="1394469" y="2260306"/>
                  <a:pt x="1383525" y="2243001"/>
                  <a:pt x="1367923" y="2235200"/>
                </a:cubicBezTo>
                <a:cubicBezTo>
                  <a:pt x="1354239" y="2228358"/>
                  <a:pt x="1338894" y="2225524"/>
                  <a:pt x="1324380" y="2220686"/>
                </a:cubicBezTo>
                <a:cubicBezTo>
                  <a:pt x="1256647" y="2119086"/>
                  <a:pt x="1295352" y="2152953"/>
                  <a:pt x="1222780" y="2104571"/>
                </a:cubicBezTo>
                <a:cubicBezTo>
                  <a:pt x="1193629" y="2060844"/>
                  <a:pt x="1186819" y="2054529"/>
                  <a:pt x="1164723" y="2002971"/>
                </a:cubicBezTo>
                <a:cubicBezTo>
                  <a:pt x="1158696" y="1988909"/>
                  <a:pt x="1155047" y="1973942"/>
                  <a:pt x="1150209" y="1959428"/>
                </a:cubicBezTo>
                <a:cubicBezTo>
                  <a:pt x="1145371" y="1814285"/>
                  <a:pt x="1148458" y="1668661"/>
                  <a:pt x="1135694" y="1524000"/>
                </a:cubicBezTo>
                <a:cubicBezTo>
                  <a:pt x="1133792" y="1502447"/>
                  <a:pt x="1113508" y="1486469"/>
                  <a:pt x="1106666" y="1465943"/>
                </a:cubicBezTo>
                <a:cubicBezTo>
                  <a:pt x="1090102" y="1416249"/>
                  <a:pt x="1099364" y="1393282"/>
                  <a:pt x="1077637" y="1349828"/>
                </a:cubicBezTo>
                <a:cubicBezTo>
                  <a:pt x="1008637" y="1211830"/>
                  <a:pt x="1094468" y="1443864"/>
                  <a:pt x="1019580" y="1219200"/>
                </a:cubicBezTo>
                <a:lnTo>
                  <a:pt x="990552" y="1132114"/>
                </a:lnTo>
                <a:cubicBezTo>
                  <a:pt x="985714" y="1117600"/>
                  <a:pt x="982879" y="1102255"/>
                  <a:pt x="976037" y="1088571"/>
                </a:cubicBezTo>
                <a:cubicBezTo>
                  <a:pt x="966361" y="1069219"/>
                  <a:pt x="962308" y="1045813"/>
                  <a:pt x="947009" y="1030514"/>
                </a:cubicBezTo>
                <a:cubicBezTo>
                  <a:pt x="936191" y="1019696"/>
                  <a:pt x="917528" y="1022027"/>
                  <a:pt x="903466" y="1016000"/>
                </a:cubicBezTo>
                <a:cubicBezTo>
                  <a:pt x="753960" y="951926"/>
                  <a:pt x="956559" y="1024022"/>
                  <a:pt x="758323" y="957943"/>
                </a:cubicBezTo>
                <a:lnTo>
                  <a:pt x="671237" y="928914"/>
                </a:lnTo>
                <a:cubicBezTo>
                  <a:pt x="651885" y="924076"/>
                  <a:pt x="632360" y="919880"/>
                  <a:pt x="613180" y="914400"/>
                </a:cubicBezTo>
                <a:cubicBezTo>
                  <a:pt x="551747" y="896848"/>
                  <a:pt x="575750" y="895207"/>
                  <a:pt x="497066" y="885371"/>
                </a:cubicBezTo>
                <a:cubicBezTo>
                  <a:pt x="444040" y="878743"/>
                  <a:pt x="390628" y="875695"/>
                  <a:pt x="337409" y="870857"/>
                </a:cubicBezTo>
                <a:lnTo>
                  <a:pt x="206780" y="827314"/>
                </a:lnTo>
                <a:lnTo>
                  <a:pt x="163237" y="812800"/>
                </a:lnTo>
                <a:lnTo>
                  <a:pt x="76152" y="754743"/>
                </a:lnTo>
                <a:lnTo>
                  <a:pt x="32609" y="725714"/>
                </a:lnTo>
                <a:cubicBezTo>
                  <a:pt x="0" y="627891"/>
                  <a:pt x="2000" y="652422"/>
                  <a:pt x="32609" y="478971"/>
                </a:cubicBezTo>
                <a:cubicBezTo>
                  <a:pt x="35641" y="461793"/>
                  <a:pt x="46845" y="444673"/>
                  <a:pt x="61637" y="435428"/>
                </a:cubicBezTo>
                <a:cubicBezTo>
                  <a:pt x="87585" y="419211"/>
                  <a:pt x="148723" y="406400"/>
                  <a:pt x="148723" y="406400"/>
                </a:cubicBezTo>
                <a:cubicBezTo>
                  <a:pt x="183753" y="353856"/>
                  <a:pt x="162150" y="370658"/>
                  <a:pt x="206780" y="348343"/>
                </a:cubicBezTo>
              </a:path>
            </a:pathLst>
          </a:custGeom>
          <a:solidFill>
            <a:schemeClr val="accent1">
              <a:alpha val="1450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28" name="Google Shape;228;p2"/>
          <p:cNvSpPr/>
          <p:nvPr/>
        </p:nvSpPr>
        <p:spPr>
          <a:xfrm>
            <a:off x="1625600" y="3817257"/>
            <a:ext cx="1480457" cy="1524000"/>
          </a:xfrm>
          <a:custGeom>
            <a:avLst/>
            <a:gdLst/>
            <a:ahLst/>
            <a:cxnLst/>
            <a:rect l="l" t="t" r="r" b="b"/>
            <a:pathLst>
              <a:path w="1480457" h="1524000" extrusionOk="0">
                <a:moveTo>
                  <a:pt x="246743" y="0"/>
                </a:moveTo>
                <a:cubicBezTo>
                  <a:pt x="276950" y="120830"/>
                  <a:pt x="240168" y="1365"/>
                  <a:pt x="290286" y="101600"/>
                </a:cubicBezTo>
                <a:cubicBezTo>
                  <a:pt x="350351" y="221731"/>
                  <a:pt x="243214" y="52176"/>
                  <a:pt x="333829" y="203200"/>
                </a:cubicBezTo>
                <a:cubicBezTo>
                  <a:pt x="351779" y="233116"/>
                  <a:pt x="391886" y="290286"/>
                  <a:pt x="391886" y="290286"/>
                </a:cubicBezTo>
                <a:cubicBezTo>
                  <a:pt x="428366" y="399729"/>
                  <a:pt x="379157" y="264830"/>
                  <a:pt x="435429" y="377372"/>
                </a:cubicBezTo>
                <a:cubicBezTo>
                  <a:pt x="459039" y="424591"/>
                  <a:pt x="437376" y="422861"/>
                  <a:pt x="478971" y="464457"/>
                </a:cubicBezTo>
                <a:cubicBezTo>
                  <a:pt x="491306" y="476792"/>
                  <a:pt x="508000" y="483810"/>
                  <a:pt x="522514" y="493486"/>
                </a:cubicBezTo>
                <a:lnTo>
                  <a:pt x="580571" y="580572"/>
                </a:lnTo>
                <a:cubicBezTo>
                  <a:pt x="590247" y="595086"/>
                  <a:pt x="597265" y="611779"/>
                  <a:pt x="609600" y="624114"/>
                </a:cubicBezTo>
                <a:lnTo>
                  <a:pt x="653143" y="667657"/>
                </a:lnTo>
                <a:cubicBezTo>
                  <a:pt x="689624" y="777103"/>
                  <a:pt x="636170" y="646441"/>
                  <a:pt x="711200" y="740229"/>
                </a:cubicBezTo>
                <a:cubicBezTo>
                  <a:pt x="720757" y="752176"/>
                  <a:pt x="718284" y="770398"/>
                  <a:pt x="725714" y="783772"/>
                </a:cubicBezTo>
                <a:cubicBezTo>
                  <a:pt x="742657" y="814269"/>
                  <a:pt x="772738" y="837760"/>
                  <a:pt x="783771" y="870857"/>
                </a:cubicBezTo>
                <a:cubicBezTo>
                  <a:pt x="788609" y="885371"/>
                  <a:pt x="788728" y="902453"/>
                  <a:pt x="798286" y="914400"/>
                </a:cubicBezTo>
                <a:cubicBezTo>
                  <a:pt x="809183" y="928022"/>
                  <a:pt x="828791" y="931840"/>
                  <a:pt x="841829" y="943429"/>
                </a:cubicBezTo>
                <a:cubicBezTo>
                  <a:pt x="872512" y="970703"/>
                  <a:pt x="894757" y="1007742"/>
                  <a:pt x="928914" y="1030514"/>
                </a:cubicBezTo>
                <a:cubicBezTo>
                  <a:pt x="1028730" y="1097059"/>
                  <a:pt x="982902" y="1077540"/>
                  <a:pt x="1059543" y="1103086"/>
                </a:cubicBezTo>
                <a:cubicBezTo>
                  <a:pt x="1069219" y="1117600"/>
                  <a:pt x="1073779" y="1137384"/>
                  <a:pt x="1088571" y="1146629"/>
                </a:cubicBezTo>
                <a:cubicBezTo>
                  <a:pt x="1114519" y="1162846"/>
                  <a:pt x="1175657" y="1175657"/>
                  <a:pt x="1175657" y="1175657"/>
                </a:cubicBezTo>
                <a:cubicBezTo>
                  <a:pt x="1204686" y="1195009"/>
                  <a:pt x="1229645" y="1222681"/>
                  <a:pt x="1262743" y="1233714"/>
                </a:cubicBezTo>
                <a:lnTo>
                  <a:pt x="1349829" y="1262743"/>
                </a:lnTo>
                <a:cubicBezTo>
                  <a:pt x="1378857" y="1282095"/>
                  <a:pt x="1425881" y="1287703"/>
                  <a:pt x="1436914" y="1320800"/>
                </a:cubicBezTo>
                <a:lnTo>
                  <a:pt x="1465943" y="1407886"/>
                </a:lnTo>
                <a:lnTo>
                  <a:pt x="1480457" y="1451429"/>
                </a:lnTo>
                <a:cubicBezTo>
                  <a:pt x="1470781" y="1465943"/>
                  <a:pt x="1466221" y="1485727"/>
                  <a:pt x="1451429" y="1494972"/>
                </a:cubicBezTo>
                <a:cubicBezTo>
                  <a:pt x="1425481" y="1511189"/>
                  <a:pt x="1364343" y="1524000"/>
                  <a:pt x="1364343" y="1524000"/>
                </a:cubicBezTo>
                <a:cubicBezTo>
                  <a:pt x="1325638" y="1519162"/>
                  <a:pt x="1286606" y="1516463"/>
                  <a:pt x="1248229" y="1509486"/>
                </a:cubicBezTo>
                <a:cubicBezTo>
                  <a:pt x="1233176" y="1506749"/>
                  <a:pt x="1219621" y="1498291"/>
                  <a:pt x="1204686" y="1494972"/>
                </a:cubicBezTo>
                <a:cubicBezTo>
                  <a:pt x="1150864" y="1483011"/>
                  <a:pt x="1051718" y="1472222"/>
                  <a:pt x="1001486" y="1465943"/>
                </a:cubicBezTo>
                <a:cubicBezTo>
                  <a:pt x="921651" y="1439332"/>
                  <a:pt x="993184" y="1467419"/>
                  <a:pt x="914400" y="1422400"/>
                </a:cubicBezTo>
                <a:cubicBezTo>
                  <a:pt x="895614" y="1411665"/>
                  <a:pt x="876230" y="1401895"/>
                  <a:pt x="856343" y="1393372"/>
                </a:cubicBezTo>
                <a:cubicBezTo>
                  <a:pt x="842281" y="1387345"/>
                  <a:pt x="826484" y="1385699"/>
                  <a:pt x="812800" y="1378857"/>
                </a:cubicBezTo>
                <a:cubicBezTo>
                  <a:pt x="797198" y="1371056"/>
                  <a:pt x="783771" y="1359505"/>
                  <a:pt x="769257" y="1349829"/>
                </a:cubicBezTo>
                <a:lnTo>
                  <a:pt x="682171" y="1219200"/>
                </a:lnTo>
                <a:cubicBezTo>
                  <a:pt x="672495" y="1204686"/>
                  <a:pt x="667657" y="1185333"/>
                  <a:pt x="653143" y="1175657"/>
                </a:cubicBezTo>
                <a:lnTo>
                  <a:pt x="609600" y="1146629"/>
                </a:lnTo>
                <a:cubicBezTo>
                  <a:pt x="544677" y="1049246"/>
                  <a:pt x="621157" y="1144658"/>
                  <a:pt x="537029" y="1088572"/>
                </a:cubicBezTo>
                <a:cubicBezTo>
                  <a:pt x="503503" y="1066221"/>
                  <a:pt x="485877" y="1033616"/>
                  <a:pt x="464457" y="1001486"/>
                </a:cubicBezTo>
                <a:cubicBezTo>
                  <a:pt x="448173" y="952633"/>
                  <a:pt x="449612" y="950108"/>
                  <a:pt x="420914" y="899886"/>
                </a:cubicBezTo>
                <a:cubicBezTo>
                  <a:pt x="412259" y="884740"/>
                  <a:pt x="400541" y="871489"/>
                  <a:pt x="391886" y="856343"/>
                </a:cubicBezTo>
                <a:cubicBezTo>
                  <a:pt x="382866" y="840557"/>
                  <a:pt x="352438" y="769630"/>
                  <a:pt x="333829" y="754743"/>
                </a:cubicBezTo>
                <a:cubicBezTo>
                  <a:pt x="321882" y="745186"/>
                  <a:pt x="304800" y="745067"/>
                  <a:pt x="290286" y="740229"/>
                </a:cubicBezTo>
                <a:cubicBezTo>
                  <a:pt x="222073" y="672016"/>
                  <a:pt x="258130" y="713766"/>
                  <a:pt x="188686" y="609600"/>
                </a:cubicBezTo>
                <a:lnTo>
                  <a:pt x="130629" y="522514"/>
                </a:lnTo>
                <a:cubicBezTo>
                  <a:pt x="94144" y="413067"/>
                  <a:pt x="143360" y="547977"/>
                  <a:pt x="87086" y="435429"/>
                </a:cubicBezTo>
                <a:cubicBezTo>
                  <a:pt x="80244" y="421745"/>
                  <a:pt x="79413" y="405570"/>
                  <a:pt x="72571" y="391886"/>
                </a:cubicBezTo>
                <a:cubicBezTo>
                  <a:pt x="64770" y="376284"/>
                  <a:pt x="50628" y="364283"/>
                  <a:pt x="43543" y="348343"/>
                </a:cubicBezTo>
                <a:cubicBezTo>
                  <a:pt x="31116" y="320381"/>
                  <a:pt x="24190" y="290286"/>
                  <a:pt x="14514" y="261257"/>
                </a:cubicBezTo>
                <a:lnTo>
                  <a:pt x="0" y="217714"/>
                </a:lnTo>
                <a:cubicBezTo>
                  <a:pt x="4838" y="179009"/>
                  <a:pt x="7536" y="139977"/>
                  <a:pt x="14514" y="101600"/>
                </a:cubicBezTo>
                <a:cubicBezTo>
                  <a:pt x="17251" y="86547"/>
                  <a:pt x="16579" y="66950"/>
                  <a:pt x="29029" y="58057"/>
                </a:cubicBezTo>
                <a:cubicBezTo>
                  <a:pt x="53928" y="40272"/>
                  <a:pt x="116114" y="29029"/>
                  <a:pt x="116114" y="29029"/>
                </a:cubicBezTo>
                <a:cubicBezTo>
                  <a:pt x="140305" y="33867"/>
                  <a:pt x="164753" y="37560"/>
                  <a:pt x="188686" y="43543"/>
                </a:cubicBezTo>
                <a:cubicBezTo>
                  <a:pt x="252863" y="59587"/>
                  <a:pt x="211856" y="58057"/>
                  <a:pt x="246743" y="58057"/>
                </a:cubicBezTo>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29" name="Google Shape;229;p2"/>
          <p:cNvSpPr/>
          <p:nvPr/>
        </p:nvSpPr>
        <p:spPr>
          <a:xfrm>
            <a:off x="1988457" y="3811418"/>
            <a:ext cx="1179078" cy="1137953"/>
          </a:xfrm>
          <a:custGeom>
            <a:avLst/>
            <a:gdLst/>
            <a:ahLst/>
            <a:cxnLst/>
            <a:rect l="l" t="t" r="r" b="b"/>
            <a:pathLst>
              <a:path w="1179078" h="1137953" extrusionOk="0">
                <a:moveTo>
                  <a:pt x="188686" y="136468"/>
                </a:moveTo>
                <a:cubicBezTo>
                  <a:pt x="200781" y="163077"/>
                  <a:pt x="194279" y="176683"/>
                  <a:pt x="203200" y="194525"/>
                </a:cubicBezTo>
                <a:cubicBezTo>
                  <a:pt x="218802" y="225730"/>
                  <a:pt x="241904" y="252582"/>
                  <a:pt x="261257" y="281611"/>
                </a:cubicBezTo>
                <a:cubicBezTo>
                  <a:pt x="270933" y="296125"/>
                  <a:pt x="282485" y="309551"/>
                  <a:pt x="290286" y="325153"/>
                </a:cubicBezTo>
                <a:cubicBezTo>
                  <a:pt x="299962" y="344506"/>
                  <a:pt x="306738" y="365604"/>
                  <a:pt x="319314" y="383211"/>
                </a:cubicBezTo>
                <a:cubicBezTo>
                  <a:pt x="331245" y="399914"/>
                  <a:pt x="350255" y="410551"/>
                  <a:pt x="362857" y="426753"/>
                </a:cubicBezTo>
                <a:cubicBezTo>
                  <a:pt x="384276" y="454292"/>
                  <a:pt x="401562" y="484810"/>
                  <a:pt x="420914" y="513839"/>
                </a:cubicBezTo>
                <a:cubicBezTo>
                  <a:pt x="430590" y="528353"/>
                  <a:pt x="435429" y="547706"/>
                  <a:pt x="449943" y="557382"/>
                </a:cubicBezTo>
                <a:lnTo>
                  <a:pt x="493486" y="586411"/>
                </a:lnTo>
                <a:cubicBezTo>
                  <a:pt x="533945" y="647099"/>
                  <a:pt x="543927" y="674406"/>
                  <a:pt x="595086" y="717039"/>
                </a:cubicBezTo>
                <a:cubicBezTo>
                  <a:pt x="608487" y="728206"/>
                  <a:pt x="625228" y="734901"/>
                  <a:pt x="638629" y="746068"/>
                </a:cubicBezTo>
                <a:cubicBezTo>
                  <a:pt x="688720" y="787811"/>
                  <a:pt x="695892" y="823214"/>
                  <a:pt x="769257" y="847668"/>
                </a:cubicBezTo>
                <a:lnTo>
                  <a:pt x="856343" y="876696"/>
                </a:lnTo>
                <a:cubicBezTo>
                  <a:pt x="870857" y="881534"/>
                  <a:pt x="887156" y="882724"/>
                  <a:pt x="899886" y="891211"/>
                </a:cubicBezTo>
                <a:cubicBezTo>
                  <a:pt x="999702" y="957754"/>
                  <a:pt x="953874" y="938235"/>
                  <a:pt x="1030514" y="963782"/>
                </a:cubicBezTo>
                <a:cubicBezTo>
                  <a:pt x="1045028" y="973458"/>
                  <a:pt x="1061722" y="980476"/>
                  <a:pt x="1074057" y="992811"/>
                </a:cubicBezTo>
                <a:cubicBezTo>
                  <a:pt x="1086392" y="1005146"/>
                  <a:pt x="1089465" y="1025456"/>
                  <a:pt x="1103086" y="1036353"/>
                </a:cubicBezTo>
                <a:cubicBezTo>
                  <a:pt x="1115033" y="1045910"/>
                  <a:pt x="1132115" y="1046030"/>
                  <a:pt x="1146629" y="1050868"/>
                </a:cubicBezTo>
                <a:cubicBezTo>
                  <a:pt x="1156305" y="1065382"/>
                  <a:pt x="1179078" y="1077306"/>
                  <a:pt x="1175657" y="1094411"/>
                </a:cubicBezTo>
                <a:cubicBezTo>
                  <a:pt x="1172236" y="1111516"/>
                  <a:pt x="1148822" y="1118427"/>
                  <a:pt x="1132114" y="1123439"/>
                </a:cubicBezTo>
                <a:cubicBezTo>
                  <a:pt x="1099346" y="1133269"/>
                  <a:pt x="1064381" y="1133115"/>
                  <a:pt x="1030514" y="1137953"/>
                </a:cubicBezTo>
                <a:cubicBezTo>
                  <a:pt x="1016000" y="1133115"/>
                  <a:pt x="1000346" y="1130869"/>
                  <a:pt x="986972" y="1123439"/>
                </a:cubicBezTo>
                <a:cubicBezTo>
                  <a:pt x="956474" y="1106496"/>
                  <a:pt x="932984" y="1076414"/>
                  <a:pt x="899886" y="1065382"/>
                </a:cubicBezTo>
                <a:lnTo>
                  <a:pt x="856343" y="1050868"/>
                </a:lnTo>
                <a:lnTo>
                  <a:pt x="725714" y="963782"/>
                </a:lnTo>
                <a:cubicBezTo>
                  <a:pt x="711200" y="954106"/>
                  <a:pt x="698721" y="940269"/>
                  <a:pt x="682172" y="934753"/>
                </a:cubicBezTo>
                <a:lnTo>
                  <a:pt x="638629" y="920239"/>
                </a:lnTo>
                <a:cubicBezTo>
                  <a:pt x="561220" y="804125"/>
                  <a:pt x="609600" y="852505"/>
                  <a:pt x="493486" y="775096"/>
                </a:cubicBezTo>
                <a:lnTo>
                  <a:pt x="449943" y="746068"/>
                </a:lnTo>
                <a:cubicBezTo>
                  <a:pt x="421688" y="661300"/>
                  <a:pt x="457537" y="739147"/>
                  <a:pt x="391886" y="673496"/>
                </a:cubicBezTo>
                <a:cubicBezTo>
                  <a:pt x="379551" y="661161"/>
                  <a:pt x="377650" y="639198"/>
                  <a:pt x="362857" y="629953"/>
                </a:cubicBezTo>
                <a:cubicBezTo>
                  <a:pt x="336909" y="613736"/>
                  <a:pt x="275772" y="600925"/>
                  <a:pt x="275772" y="600925"/>
                </a:cubicBezTo>
                <a:cubicBezTo>
                  <a:pt x="241227" y="497290"/>
                  <a:pt x="263716" y="539299"/>
                  <a:pt x="217714" y="470296"/>
                </a:cubicBezTo>
                <a:cubicBezTo>
                  <a:pt x="212876" y="455782"/>
                  <a:pt x="212757" y="438700"/>
                  <a:pt x="203200" y="426753"/>
                </a:cubicBezTo>
                <a:cubicBezTo>
                  <a:pt x="192303" y="413132"/>
                  <a:pt x="173058" y="408892"/>
                  <a:pt x="159657" y="397725"/>
                </a:cubicBezTo>
                <a:cubicBezTo>
                  <a:pt x="143888" y="384584"/>
                  <a:pt x="130628" y="368696"/>
                  <a:pt x="116114" y="354182"/>
                </a:cubicBezTo>
                <a:lnTo>
                  <a:pt x="87086" y="267096"/>
                </a:lnTo>
                <a:cubicBezTo>
                  <a:pt x="82248" y="252582"/>
                  <a:pt x="81059" y="236283"/>
                  <a:pt x="72572" y="223553"/>
                </a:cubicBezTo>
                <a:lnTo>
                  <a:pt x="43543" y="180011"/>
                </a:lnTo>
                <a:lnTo>
                  <a:pt x="14514" y="92925"/>
                </a:lnTo>
                <a:lnTo>
                  <a:pt x="0" y="49382"/>
                </a:lnTo>
                <a:cubicBezTo>
                  <a:pt x="4838" y="34868"/>
                  <a:pt x="0" y="10677"/>
                  <a:pt x="14514" y="5839"/>
                </a:cubicBezTo>
                <a:cubicBezTo>
                  <a:pt x="32031" y="0"/>
                  <a:pt x="107130" y="27035"/>
                  <a:pt x="130629" y="34868"/>
                </a:cubicBezTo>
                <a:cubicBezTo>
                  <a:pt x="163078" y="132216"/>
                  <a:pt x="176591" y="109859"/>
                  <a:pt x="188686" y="136468"/>
                </a:cubicBez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30" name="Google Shape;230;p2"/>
          <p:cNvSpPr/>
          <p:nvPr/>
        </p:nvSpPr>
        <p:spPr>
          <a:xfrm>
            <a:off x="3276600" y="4800600"/>
            <a:ext cx="725715" cy="261257"/>
          </a:xfrm>
          <a:custGeom>
            <a:avLst/>
            <a:gdLst/>
            <a:ahLst/>
            <a:cxnLst/>
            <a:rect l="l" t="t" r="r" b="b"/>
            <a:pathLst>
              <a:path w="725715" h="261257" extrusionOk="0">
                <a:moveTo>
                  <a:pt x="29029" y="116115"/>
                </a:moveTo>
                <a:cubicBezTo>
                  <a:pt x="38705" y="101601"/>
                  <a:pt x="44436" y="83469"/>
                  <a:pt x="58057" y="72572"/>
                </a:cubicBezTo>
                <a:cubicBezTo>
                  <a:pt x="70004" y="63014"/>
                  <a:pt x="87916" y="64899"/>
                  <a:pt x="101600" y="58057"/>
                </a:cubicBezTo>
                <a:cubicBezTo>
                  <a:pt x="117202" y="50256"/>
                  <a:pt x="129109" y="35900"/>
                  <a:pt x="145143" y="29029"/>
                </a:cubicBezTo>
                <a:cubicBezTo>
                  <a:pt x="179359" y="14365"/>
                  <a:pt x="281260" y="3363"/>
                  <a:pt x="304800" y="0"/>
                </a:cubicBezTo>
                <a:cubicBezTo>
                  <a:pt x="377372" y="4838"/>
                  <a:pt x="450227" y="6483"/>
                  <a:pt x="522515" y="14515"/>
                </a:cubicBezTo>
                <a:cubicBezTo>
                  <a:pt x="537721" y="16205"/>
                  <a:pt x="555239" y="18211"/>
                  <a:pt x="566057" y="29029"/>
                </a:cubicBezTo>
                <a:cubicBezTo>
                  <a:pt x="590727" y="53699"/>
                  <a:pt x="599445" y="91445"/>
                  <a:pt x="624115" y="116115"/>
                </a:cubicBezTo>
                <a:lnTo>
                  <a:pt x="667657" y="159657"/>
                </a:lnTo>
                <a:cubicBezTo>
                  <a:pt x="701524" y="261257"/>
                  <a:pt x="725715" y="237067"/>
                  <a:pt x="653143" y="261257"/>
                </a:cubicBezTo>
                <a:lnTo>
                  <a:pt x="566057" y="232229"/>
                </a:lnTo>
                <a:cubicBezTo>
                  <a:pt x="366390" y="165674"/>
                  <a:pt x="537844" y="218166"/>
                  <a:pt x="29029" y="203200"/>
                </a:cubicBezTo>
                <a:cubicBezTo>
                  <a:pt x="19353" y="188686"/>
                  <a:pt x="0" y="177101"/>
                  <a:pt x="0" y="159657"/>
                </a:cubicBezTo>
                <a:cubicBezTo>
                  <a:pt x="0" y="54213"/>
                  <a:pt x="20661" y="72572"/>
                  <a:pt x="87086" y="72572"/>
                </a:cubicBezTo>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31" name="Google Shape;231;p2"/>
          <p:cNvSpPr/>
          <p:nvPr/>
        </p:nvSpPr>
        <p:spPr>
          <a:xfrm>
            <a:off x="3352800" y="5029200"/>
            <a:ext cx="644363" cy="306836"/>
          </a:xfrm>
          <a:custGeom>
            <a:avLst/>
            <a:gdLst/>
            <a:ahLst/>
            <a:cxnLst/>
            <a:rect l="l" t="t" r="r" b="b"/>
            <a:pathLst>
              <a:path w="644363" h="306836" extrusionOk="0">
                <a:moveTo>
                  <a:pt x="34763" y="31065"/>
                </a:moveTo>
                <a:cubicBezTo>
                  <a:pt x="51696" y="21389"/>
                  <a:pt x="91318" y="0"/>
                  <a:pt x="121849" y="2036"/>
                </a:cubicBezTo>
                <a:cubicBezTo>
                  <a:pt x="194420" y="6874"/>
                  <a:pt x="267104" y="10250"/>
                  <a:pt x="339563" y="16551"/>
                </a:cubicBezTo>
                <a:cubicBezTo>
                  <a:pt x="378423" y="19930"/>
                  <a:pt x="416848" y="27367"/>
                  <a:pt x="455678" y="31065"/>
                </a:cubicBezTo>
                <a:cubicBezTo>
                  <a:pt x="518475" y="37046"/>
                  <a:pt x="581468" y="40741"/>
                  <a:pt x="644363" y="45579"/>
                </a:cubicBezTo>
                <a:cubicBezTo>
                  <a:pt x="639525" y="74608"/>
                  <a:pt x="641168" y="105500"/>
                  <a:pt x="629849" y="132665"/>
                </a:cubicBezTo>
                <a:cubicBezTo>
                  <a:pt x="616431" y="164869"/>
                  <a:pt x="600821" y="200399"/>
                  <a:pt x="571792" y="219751"/>
                </a:cubicBezTo>
                <a:cubicBezTo>
                  <a:pt x="557278" y="229427"/>
                  <a:pt x="544189" y="241694"/>
                  <a:pt x="528249" y="248779"/>
                </a:cubicBezTo>
                <a:cubicBezTo>
                  <a:pt x="500287" y="261206"/>
                  <a:pt x="470192" y="268132"/>
                  <a:pt x="441163" y="277808"/>
                </a:cubicBezTo>
                <a:cubicBezTo>
                  <a:pt x="374220" y="300122"/>
                  <a:pt x="412616" y="289323"/>
                  <a:pt x="325049" y="306836"/>
                </a:cubicBezTo>
                <a:cubicBezTo>
                  <a:pt x="286344" y="301998"/>
                  <a:pt x="246566" y="302585"/>
                  <a:pt x="208935" y="292322"/>
                </a:cubicBezTo>
                <a:cubicBezTo>
                  <a:pt x="192106" y="287732"/>
                  <a:pt x="180994" y="271095"/>
                  <a:pt x="165392" y="263294"/>
                </a:cubicBezTo>
                <a:cubicBezTo>
                  <a:pt x="144565" y="252881"/>
                  <a:pt x="82400" y="238917"/>
                  <a:pt x="63792" y="234265"/>
                </a:cubicBezTo>
                <a:cubicBezTo>
                  <a:pt x="44440" y="205236"/>
                  <a:pt x="0" y="181592"/>
                  <a:pt x="5735" y="147179"/>
                </a:cubicBezTo>
                <a:cubicBezTo>
                  <a:pt x="10573" y="118151"/>
                  <a:pt x="10943" y="88013"/>
                  <a:pt x="20249" y="60094"/>
                </a:cubicBezTo>
                <a:cubicBezTo>
                  <a:pt x="25765" y="43545"/>
                  <a:pt x="17830" y="40741"/>
                  <a:pt x="34763" y="31065"/>
                </a:cubicBez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32" name="Google Shape;232;p2"/>
          <p:cNvSpPr/>
          <p:nvPr/>
        </p:nvSpPr>
        <p:spPr>
          <a:xfrm>
            <a:off x="4008090" y="4336950"/>
            <a:ext cx="331681" cy="751816"/>
          </a:xfrm>
          <a:custGeom>
            <a:avLst/>
            <a:gdLst/>
            <a:ahLst/>
            <a:cxnLst/>
            <a:rect l="l" t="t" r="r" b="b"/>
            <a:pathLst>
              <a:path w="331681" h="751816" extrusionOk="0">
                <a:moveTo>
                  <a:pt x="99453" y="699507"/>
                </a:moveTo>
                <a:cubicBezTo>
                  <a:pt x="64908" y="595873"/>
                  <a:pt x="87397" y="637881"/>
                  <a:pt x="41396" y="568879"/>
                </a:cubicBezTo>
                <a:cubicBezTo>
                  <a:pt x="36558" y="549526"/>
                  <a:pt x="29355" y="530615"/>
                  <a:pt x="26881" y="510821"/>
                </a:cubicBezTo>
                <a:cubicBezTo>
                  <a:pt x="15662" y="421067"/>
                  <a:pt x="0" y="268388"/>
                  <a:pt x="26881" y="176993"/>
                </a:cubicBezTo>
                <a:cubicBezTo>
                  <a:pt x="36725" y="143522"/>
                  <a:pt x="51841" y="100940"/>
                  <a:pt x="84939" y="89907"/>
                </a:cubicBezTo>
                <a:lnTo>
                  <a:pt x="128481" y="75393"/>
                </a:lnTo>
                <a:cubicBezTo>
                  <a:pt x="140766" y="63108"/>
                  <a:pt x="191992" y="6189"/>
                  <a:pt x="215567" y="2821"/>
                </a:cubicBezTo>
                <a:cubicBezTo>
                  <a:pt x="235315" y="0"/>
                  <a:pt x="254272" y="12498"/>
                  <a:pt x="273624" y="17336"/>
                </a:cubicBezTo>
                <a:cubicBezTo>
                  <a:pt x="283300" y="31850"/>
                  <a:pt x="296528" y="44546"/>
                  <a:pt x="302653" y="60879"/>
                </a:cubicBezTo>
                <a:cubicBezTo>
                  <a:pt x="320649" y="108867"/>
                  <a:pt x="330093" y="275643"/>
                  <a:pt x="331681" y="293107"/>
                </a:cubicBezTo>
                <a:cubicBezTo>
                  <a:pt x="322005" y="307621"/>
                  <a:pt x="309524" y="320616"/>
                  <a:pt x="302653" y="336650"/>
                </a:cubicBezTo>
                <a:cubicBezTo>
                  <a:pt x="290494" y="365022"/>
                  <a:pt x="277415" y="460945"/>
                  <a:pt x="273624" y="481793"/>
                </a:cubicBezTo>
                <a:cubicBezTo>
                  <a:pt x="269211" y="506064"/>
                  <a:pt x="262599" y="529943"/>
                  <a:pt x="259110" y="554364"/>
                </a:cubicBezTo>
                <a:cubicBezTo>
                  <a:pt x="252914" y="597735"/>
                  <a:pt x="251799" y="641778"/>
                  <a:pt x="244596" y="684993"/>
                </a:cubicBezTo>
                <a:cubicBezTo>
                  <a:pt x="242081" y="700084"/>
                  <a:pt x="240899" y="717718"/>
                  <a:pt x="230081" y="728536"/>
                </a:cubicBezTo>
                <a:cubicBezTo>
                  <a:pt x="219263" y="739354"/>
                  <a:pt x="201053" y="738212"/>
                  <a:pt x="186539" y="743050"/>
                </a:cubicBezTo>
                <a:cubicBezTo>
                  <a:pt x="80994" y="716665"/>
                  <a:pt x="166273" y="751816"/>
                  <a:pt x="99453" y="684993"/>
                </a:cubicBezTo>
                <a:lnTo>
                  <a:pt x="99453" y="699507"/>
                </a:ln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33" name="Google Shape;233;p2"/>
          <p:cNvSpPr/>
          <p:nvPr/>
        </p:nvSpPr>
        <p:spPr>
          <a:xfrm>
            <a:off x="2350036" y="1219200"/>
            <a:ext cx="610878" cy="640665"/>
          </a:xfrm>
          <a:custGeom>
            <a:avLst/>
            <a:gdLst/>
            <a:ahLst/>
            <a:cxnLst/>
            <a:rect l="l" t="t" r="r" b="b"/>
            <a:pathLst>
              <a:path w="610878" h="640665" extrusionOk="0">
                <a:moveTo>
                  <a:pt x="509278" y="0"/>
                </a:moveTo>
                <a:cubicBezTo>
                  <a:pt x="377383" y="18842"/>
                  <a:pt x="440136" y="3695"/>
                  <a:pt x="320593" y="43543"/>
                </a:cubicBezTo>
                <a:lnTo>
                  <a:pt x="277050" y="58057"/>
                </a:lnTo>
                <a:lnTo>
                  <a:pt x="189964" y="116114"/>
                </a:lnTo>
                <a:lnTo>
                  <a:pt x="146421" y="145143"/>
                </a:lnTo>
                <a:cubicBezTo>
                  <a:pt x="141583" y="159657"/>
                  <a:pt x="141464" y="176739"/>
                  <a:pt x="131907" y="188686"/>
                </a:cubicBezTo>
                <a:cubicBezTo>
                  <a:pt x="121010" y="202307"/>
                  <a:pt x="100699" y="205379"/>
                  <a:pt x="88364" y="217714"/>
                </a:cubicBezTo>
                <a:cubicBezTo>
                  <a:pt x="76029" y="230049"/>
                  <a:pt x="69011" y="246743"/>
                  <a:pt x="59335" y="261257"/>
                </a:cubicBezTo>
                <a:cubicBezTo>
                  <a:pt x="49659" y="290286"/>
                  <a:pt x="37728" y="318658"/>
                  <a:pt x="30307" y="348343"/>
                </a:cubicBezTo>
                <a:cubicBezTo>
                  <a:pt x="12082" y="421243"/>
                  <a:pt x="22101" y="387476"/>
                  <a:pt x="1278" y="449943"/>
                </a:cubicBezTo>
                <a:cubicBezTo>
                  <a:pt x="6116" y="474133"/>
                  <a:pt x="0" y="503562"/>
                  <a:pt x="15793" y="522514"/>
                </a:cubicBezTo>
                <a:cubicBezTo>
                  <a:pt x="28563" y="537838"/>
                  <a:pt x="54670" y="531549"/>
                  <a:pt x="73850" y="537029"/>
                </a:cubicBezTo>
                <a:cubicBezTo>
                  <a:pt x="88561" y="541232"/>
                  <a:pt x="102879" y="546705"/>
                  <a:pt x="117393" y="551543"/>
                </a:cubicBezTo>
                <a:cubicBezTo>
                  <a:pt x="131907" y="561219"/>
                  <a:pt x="145333" y="572770"/>
                  <a:pt x="160935" y="580571"/>
                </a:cubicBezTo>
                <a:cubicBezTo>
                  <a:pt x="281123" y="640665"/>
                  <a:pt x="123229" y="540921"/>
                  <a:pt x="248021" y="624114"/>
                </a:cubicBezTo>
                <a:cubicBezTo>
                  <a:pt x="310916" y="619276"/>
                  <a:pt x="374706" y="621225"/>
                  <a:pt x="436707" y="609600"/>
                </a:cubicBezTo>
                <a:cubicBezTo>
                  <a:pt x="453852" y="606385"/>
                  <a:pt x="464648" y="588372"/>
                  <a:pt x="480250" y="580571"/>
                </a:cubicBezTo>
                <a:cubicBezTo>
                  <a:pt x="493934" y="573729"/>
                  <a:pt x="509279" y="570895"/>
                  <a:pt x="523793" y="566057"/>
                </a:cubicBezTo>
                <a:cubicBezTo>
                  <a:pt x="588971" y="500878"/>
                  <a:pt x="560845" y="541986"/>
                  <a:pt x="596364" y="435429"/>
                </a:cubicBezTo>
                <a:lnTo>
                  <a:pt x="610878" y="391886"/>
                </a:lnTo>
                <a:cubicBezTo>
                  <a:pt x="606040" y="353181"/>
                  <a:pt x="604537" y="313911"/>
                  <a:pt x="596364" y="275771"/>
                </a:cubicBezTo>
                <a:cubicBezTo>
                  <a:pt x="589953" y="245852"/>
                  <a:pt x="577011" y="217714"/>
                  <a:pt x="567335" y="188686"/>
                </a:cubicBezTo>
                <a:lnTo>
                  <a:pt x="552821" y="145143"/>
                </a:lnTo>
                <a:lnTo>
                  <a:pt x="538307" y="101600"/>
                </a:lnTo>
                <a:cubicBezTo>
                  <a:pt x="533469" y="87086"/>
                  <a:pt x="536523" y="66543"/>
                  <a:pt x="523793" y="58057"/>
                </a:cubicBezTo>
                <a:cubicBezTo>
                  <a:pt x="474557" y="25234"/>
                  <a:pt x="492585" y="41364"/>
                  <a:pt x="509278" y="0"/>
                </a:cubicBez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cxnSp>
        <p:nvCxnSpPr>
          <p:cNvPr id="234" name="Google Shape;234;p2"/>
          <p:cNvCxnSpPr>
            <a:endCxn id="230" idx="11"/>
          </p:cNvCxnSpPr>
          <p:nvPr/>
        </p:nvCxnSpPr>
        <p:spPr>
          <a:xfrm rot="10800000" flipH="1">
            <a:off x="1752602" y="5003700"/>
            <a:ext cx="1553100" cy="939900"/>
          </a:xfrm>
          <a:prstGeom prst="straightConnector1">
            <a:avLst/>
          </a:prstGeom>
          <a:solidFill>
            <a:schemeClr val="accent1"/>
          </a:solidFill>
          <a:ln w="28575" cap="flat" cmpd="sng">
            <a:solidFill>
              <a:schemeClr val="dk1"/>
            </a:solidFill>
            <a:prstDash val="solid"/>
            <a:round/>
            <a:headEnd type="none" w="sm" len="sm"/>
            <a:tailEnd type="stealth" w="med" len="med"/>
          </a:ln>
        </p:spPr>
      </p:cxnSp>
      <p:sp>
        <p:nvSpPr>
          <p:cNvPr id="235" name="Google Shape;235;p2"/>
          <p:cNvSpPr txBox="1"/>
          <p:nvPr/>
        </p:nvSpPr>
        <p:spPr>
          <a:xfrm>
            <a:off x="304800" y="457200"/>
            <a:ext cx="17526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Dorsalateral Funiculus</a:t>
            </a:r>
            <a:endParaRPr sz="1400" b="1" i="0" u="none" strike="noStrike" cap="none">
              <a:solidFill>
                <a:schemeClr val="dk1"/>
              </a:solidFill>
              <a:latin typeface="Times"/>
              <a:ea typeface="Times"/>
              <a:cs typeface="Times"/>
              <a:sym typeface="Times"/>
            </a:endParaRPr>
          </a:p>
        </p:txBody>
      </p:sp>
      <p:cxnSp>
        <p:nvCxnSpPr>
          <p:cNvPr id="236" name="Google Shape;236;p2"/>
          <p:cNvCxnSpPr/>
          <p:nvPr/>
        </p:nvCxnSpPr>
        <p:spPr>
          <a:xfrm rot="-5400000" flipH="1">
            <a:off x="1981200" y="838200"/>
            <a:ext cx="609600" cy="609600"/>
          </a:xfrm>
          <a:prstGeom prst="straightConnector1">
            <a:avLst/>
          </a:prstGeom>
          <a:solidFill>
            <a:schemeClr val="accent1"/>
          </a:solidFill>
          <a:ln w="28575" cap="flat" cmpd="sng">
            <a:solidFill>
              <a:schemeClr val="dk1"/>
            </a:solidFill>
            <a:prstDash val="solid"/>
            <a:round/>
            <a:headEnd type="none" w="sm" len="sm"/>
            <a:tailEnd type="stealth" w="med" len="med"/>
          </a:ln>
        </p:spPr>
      </p:cxnSp>
      <p:sp>
        <p:nvSpPr>
          <p:cNvPr id="237" name="Google Shape;237;p2"/>
          <p:cNvSpPr txBox="1"/>
          <p:nvPr/>
        </p:nvSpPr>
        <p:spPr>
          <a:xfrm>
            <a:off x="5334000" y="5943600"/>
            <a:ext cx="1600200" cy="738664"/>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Anterior Corticospinal Tract</a:t>
            </a:r>
            <a:endParaRPr sz="1400" b="0" i="0" u="none" strike="noStrike" cap="none">
              <a:solidFill>
                <a:srgbClr val="000000"/>
              </a:solidFill>
              <a:latin typeface="Arial"/>
              <a:ea typeface="Arial"/>
              <a:cs typeface="Arial"/>
              <a:sym typeface="Arial"/>
            </a:endParaRPr>
          </a:p>
        </p:txBody>
      </p:sp>
      <p:cxnSp>
        <p:nvCxnSpPr>
          <p:cNvPr id="238" name="Google Shape;238;p2"/>
          <p:cNvCxnSpPr/>
          <p:nvPr/>
        </p:nvCxnSpPr>
        <p:spPr>
          <a:xfrm rot="-5400000" flipH="1">
            <a:off x="4267200" y="533400"/>
            <a:ext cx="762000" cy="152400"/>
          </a:xfrm>
          <a:prstGeom prst="straightConnector1">
            <a:avLst/>
          </a:prstGeom>
          <a:solidFill>
            <a:schemeClr val="accent1"/>
          </a:solidFill>
          <a:ln w="28575" cap="flat" cmpd="sng">
            <a:solidFill>
              <a:schemeClr val="dk1"/>
            </a:solidFill>
            <a:prstDash val="solid"/>
            <a:round/>
            <a:headEnd type="none" w="sm" len="sm"/>
            <a:tailEnd type="stealth" w="med" len="med"/>
          </a:ln>
        </p:spPr>
      </p:cxnSp>
      <p:sp>
        <p:nvSpPr>
          <p:cNvPr id="239" name="Google Shape;239;p2"/>
          <p:cNvSpPr txBox="1"/>
          <p:nvPr/>
        </p:nvSpPr>
        <p:spPr>
          <a:xfrm>
            <a:off x="6934200" y="685800"/>
            <a:ext cx="17526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a:ea typeface="Times"/>
                <a:cs typeface="Times"/>
                <a:sym typeface="Times"/>
              </a:rPr>
              <a:t>Lumbar</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3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1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2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1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3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1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1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0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0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26"/>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222"/>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224"/>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221"/>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225"/>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2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pic>
        <p:nvPicPr>
          <p:cNvPr id="245" name="Google Shape;245;p3" descr="Plate 03.jpg                                                   00000158WD Passport                    00000000:"/>
          <p:cNvPicPr preferRelativeResize="0"/>
          <p:nvPr/>
        </p:nvPicPr>
        <p:blipFill rotWithShape="1">
          <a:blip r:embed="rId3">
            <a:alphaModFix/>
          </a:blip>
          <a:srcRect/>
          <a:stretch/>
        </p:blipFill>
        <p:spPr>
          <a:xfrm>
            <a:off x="457200" y="71438"/>
            <a:ext cx="8686800" cy="6786562"/>
          </a:xfrm>
          <a:prstGeom prst="rect">
            <a:avLst/>
          </a:prstGeom>
          <a:noFill/>
          <a:ln>
            <a:noFill/>
          </a:ln>
        </p:spPr>
      </p:pic>
      <p:sp>
        <p:nvSpPr>
          <p:cNvPr id="246" name="Google Shape;246;p3"/>
          <p:cNvSpPr/>
          <p:nvPr/>
        </p:nvSpPr>
        <p:spPr>
          <a:xfrm>
            <a:off x="4091524" y="1447800"/>
            <a:ext cx="683676" cy="2299247"/>
          </a:xfrm>
          <a:custGeom>
            <a:avLst/>
            <a:gdLst/>
            <a:ahLst/>
            <a:cxnLst/>
            <a:rect l="l" t="t" r="r" b="b"/>
            <a:pathLst>
              <a:path w="683676" h="2193597" extrusionOk="0">
                <a:moveTo>
                  <a:pt x="161162" y="28607"/>
                </a:moveTo>
                <a:cubicBezTo>
                  <a:pt x="370245" y="18651"/>
                  <a:pt x="424945" y="0"/>
                  <a:pt x="596590" y="28607"/>
                </a:cubicBezTo>
                <a:cubicBezTo>
                  <a:pt x="611681" y="31122"/>
                  <a:pt x="625619" y="38283"/>
                  <a:pt x="640133" y="43121"/>
                </a:cubicBezTo>
                <a:cubicBezTo>
                  <a:pt x="680411" y="163958"/>
                  <a:pt x="640487" y="31971"/>
                  <a:pt x="669162" y="304379"/>
                </a:cubicBezTo>
                <a:cubicBezTo>
                  <a:pt x="671250" y="324217"/>
                  <a:pt x="678838" y="343084"/>
                  <a:pt x="683676" y="362436"/>
                </a:cubicBezTo>
                <a:cubicBezTo>
                  <a:pt x="678838" y="633369"/>
                  <a:pt x="677760" y="904396"/>
                  <a:pt x="669162" y="1175236"/>
                </a:cubicBezTo>
                <a:cubicBezTo>
                  <a:pt x="668076" y="1209429"/>
                  <a:pt x="657891" y="1242780"/>
                  <a:pt x="654647" y="1276836"/>
                </a:cubicBezTo>
                <a:cubicBezTo>
                  <a:pt x="631760" y="1517146"/>
                  <a:pt x="663247" y="1410692"/>
                  <a:pt x="625619" y="1523579"/>
                </a:cubicBezTo>
                <a:cubicBezTo>
                  <a:pt x="620781" y="1596150"/>
                  <a:pt x="621391" y="1669292"/>
                  <a:pt x="611105" y="1741293"/>
                </a:cubicBezTo>
                <a:cubicBezTo>
                  <a:pt x="606778" y="1771584"/>
                  <a:pt x="582076" y="1828379"/>
                  <a:pt x="582076" y="1828379"/>
                </a:cubicBezTo>
                <a:cubicBezTo>
                  <a:pt x="571358" y="1946275"/>
                  <a:pt x="570707" y="1983681"/>
                  <a:pt x="553047" y="2089636"/>
                </a:cubicBezTo>
                <a:cubicBezTo>
                  <a:pt x="548991" y="2113970"/>
                  <a:pt x="550772" y="2140788"/>
                  <a:pt x="538533" y="2162207"/>
                </a:cubicBezTo>
                <a:cubicBezTo>
                  <a:pt x="529878" y="2177353"/>
                  <a:pt x="509504" y="2181560"/>
                  <a:pt x="494990" y="2191236"/>
                </a:cubicBezTo>
                <a:cubicBezTo>
                  <a:pt x="465962" y="2186398"/>
                  <a:pt x="432014" y="2193597"/>
                  <a:pt x="407905" y="2176721"/>
                </a:cubicBezTo>
                <a:cubicBezTo>
                  <a:pt x="379324" y="2156714"/>
                  <a:pt x="349847" y="2089636"/>
                  <a:pt x="349847" y="2089636"/>
                </a:cubicBezTo>
                <a:cubicBezTo>
                  <a:pt x="324838" y="1989598"/>
                  <a:pt x="344254" y="2049421"/>
                  <a:pt x="277276" y="1915464"/>
                </a:cubicBezTo>
                <a:lnTo>
                  <a:pt x="277276" y="1915464"/>
                </a:lnTo>
                <a:cubicBezTo>
                  <a:pt x="242731" y="1811830"/>
                  <a:pt x="265220" y="1853839"/>
                  <a:pt x="219219" y="1784836"/>
                </a:cubicBezTo>
                <a:cubicBezTo>
                  <a:pt x="214381" y="1765484"/>
                  <a:pt x="212563" y="1745114"/>
                  <a:pt x="204705" y="1726779"/>
                </a:cubicBezTo>
                <a:cubicBezTo>
                  <a:pt x="197833" y="1710745"/>
                  <a:pt x="180689" y="1699944"/>
                  <a:pt x="175676" y="1683236"/>
                </a:cubicBezTo>
                <a:cubicBezTo>
                  <a:pt x="165846" y="1650468"/>
                  <a:pt x="167282" y="1615295"/>
                  <a:pt x="161162" y="1581636"/>
                </a:cubicBezTo>
                <a:cubicBezTo>
                  <a:pt x="157594" y="1562010"/>
                  <a:pt x="151485" y="1542931"/>
                  <a:pt x="146647" y="1523579"/>
                </a:cubicBezTo>
                <a:cubicBezTo>
                  <a:pt x="100746" y="1156361"/>
                  <a:pt x="159472" y="1613356"/>
                  <a:pt x="117619" y="1320379"/>
                </a:cubicBezTo>
                <a:cubicBezTo>
                  <a:pt x="112103" y="1281765"/>
                  <a:pt x="108260" y="1242928"/>
                  <a:pt x="103105" y="1204264"/>
                </a:cubicBezTo>
                <a:cubicBezTo>
                  <a:pt x="98584" y="1170354"/>
                  <a:pt x="92368" y="1136665"/>
                  <a:pt x="88590" y="1102664"/>
                </a:cubicBezTo>
                <a:cubicBezTo>
                  <a:pt x="77851" y="1006015"/>
                  <a:pt x="69238" y="909141"/>
                  <a:pt x="59562" y="812379"/>
                </a:cubicBezTo>
                <a:cubicBezTo>
                  <a:pt x="54724" y="763998"/>
                  <a:pt x="47744" y="715783"/>
                  <a:pt x="45047" y="667236"/>
                </a:cubicBezTo>
                <a:cubicBezTo>
                  <a:pt x="28103" y="362236"/>
                  <a:pt x="40165" y="492666"/>
                  <a:pt x="16019" y="275350"/>
                </a:cubicBezTo>
                <a:cubicBezTo>
                  <a:pt x="20857" y="217293"/>
                  <a:pt x="0" y="150795"/>
                  <a:pt x="30533" y="101179"/>
                </a:cubicBezTo>
                <a:cubicBezTo>
                  <a:pt x="48463" y="72043"/>
                  <a:pt x="98799" y="94357"/>
                  <a:pt x="132133" y="86664"/>
                </a:cubicBezTo>
                <a:cubicBezTo>
                  <a:pt x="264550" y="56106"/>
                  <a:pt x="182179" y="57636"/>
                  <a:pt x="233733" y="57636"/>
                </a:cubicBezTo>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47" name="Google Shape;247;p3"/>
          <p:cNvSpPr/>
          <p:nvPr/>
        </p:nvSpPr>
        <p:spPr>
          <a:xfrm>
            <a:off x="3657600" y="1600200"/>
            <a:ext cx="609600" cy="1905000"/>
          </a:xfrm>
          <a:custGeom>
            <a:avLst/>
            <a:gdLst/>
            <a:ahLst/>
            <a:cxnLst/>
            <a:rect l="l" t="t" r="r" b="b"/>
            <a:pathLst>
              <a:path w="517853" h="1805214" extrusionOk="0">
                <a:moveTo>
                  <a:pt x="14514" y="36286"/>
                </a:moveTo>
                <a:cubicBezTo>
                  <a:pt x="29028" y="0"/>
                  <a:pt x="101928" y="28974"/>
                  <a:pt x="145143" y="21772"/>
                </a:cubicBezTo>
                <a:cubicBezTo>
                  <a:pt x="160234" y="19257"/>
                  <a:pt x="173387" y="7258"/>
                  <a:pt x="188686" y="7258"/>
                </a:cubicBezTo>
                <a:cubicBezTo>
                  <a:pt x="232497" y="7258"/>
                  <a:pt x="275771" y="16934"/>
                  <a:pt x="319314" y="21772"/>
                </a:cubicBezTo>
                <a:cubicBezTo>
                  <a:pt x="328990" y="36286"/>
                  <a:pt x="342827" y="48766"/>
                  <a:pt x="348343" y="65315"/>
                </a:cubicBezTo>
                <a:cubicBezTo>
                  <a:pt x="367109" y="121612"/>
                  <a:pt x="376709" y="348648"/>
                  <a:pt x="377371" y="355601"/>
                </a:cubicBezTo>
                <a:cubicBezTo>
                  <a:pt x="380615" y="389657"/>
                  <a:pt x="388108" y="423200"/>
                  <a:pt x="391886" y="457201"/>
                </a:cubicBezTo>
                <a:cubicBezTo>
                  <a:pt x="397787" y="510313"/>
                  <a:pt x="402081" y="563594"/>
                  <a:pt x="406400" y="616858"/>
                </a:cubicBezTo>
                <a:cubicBezTo>
                  <a:pt x="443346" y="1072523"/>
                  <a:pt x="418258" y="856859"/>
                  <a:pt x="449943" y="1110343"/>
                </a:cubicBezTo>
                <a:cubicBezTo>
                  <a:pt x="477160" y="1600258"/>
                  <a:pt x="447884" y="1208969"/>
                  <a:pt x="478971" y="1473201"/>
                </a:cubicBezTo>
                <a:cubicBezTo>
                  <a:pt x="500970" y="1660189"/>
                  <a:pt x="479438" y="1562148"/>
                  <a:pt x="508000" y="1676401"/>
                </a:cubicBezTo>
                <a:cubicBezTo>
                  <a:pt x="503162" y="1715106"/>
                  <a:pt x="517853" y="1762057"/>
                  <a:pt x="493486" y="1792515"/>
                </a:cubicBezTo>
                <a:cubicBezTo>
                  <a:pt x="483327" y="1805214"/>
                  <a:pt x="422476" y="1707771"/>
                  <a:pt x="420914" y="1705429"/>
                </a:cubicBezTo>
                <a:cubicBezTo>
                  <a:pt x="416076" y="1690915"/>
                  <a:pt x="413242" y="1675570"/>
                  <a:pt x="406400" y="1661886"/>
                </a:cubicBezTo>
                <a:cubicBezTo>
                  <a:pt x="398599" y="1646284"/>
                  <a:pt x="383332" y="1634737"/>
                  <a:pt x="377371" y="1618343"/>
                </a:cubicBezTo>
                <a:cubicBezTo>
                  <a:pt x="363737" y="1580849"/>
                  <a:pt x="360959" y="1540078"/>
                  <a:pt x="348343" y="1502229"/>
                </a:cubicBezTo>
                <a:lnTo>
                  <a:pt x="333829" y="1458686"/>
                </a:lnTo>
                <a:cubicBezTo>
                  <a:pt x="328991" y="1424819"/>
                  <a:pt x="323739" y="1391009"/>
                  <a:pt x="319314" y="1357086"/>
                </a:cubicBezTo>
                <a:cubicBezTo>
                  <a:pt x="309224" y="1279730"/>
                  <a:pt x="314956" y="1198866"/>
                  <a:pt x="290286" y="1124858"/>
                </a:cubicBezTo>
                <a:lnTo>
                  <a:pt x="261257" y="1037772"/>
                </a:lnTo>
                <a:lnTo>
                  <a:pt x="217714" y="907143"/>
                </a:lnTo>
                <a:lnTo>
                  <a:pt x="203200" y="863601"/>
                </a:lnTo>
                <a:cubicBezTo>
                  <a:pt x="198362" y="824896"/>
                  <a:pt x="198949" y="785118"/>
                  <a:pt x="188686" y="747486"/>
                </a:cubicBezTo>
                <a:cubicBezTo>
                  <a:pt x="184096" y="730657"/>
                  <a:pt x="165782" y="720276"/>
                  <a:pt x="159657" y="703943"/>
                </a:cubicBezTo>
                <a:cubicBezTo>
                  <a:pt x="150995" y="680844"/>
                  <a:pt x="150494" y="655454"/>
                  <a:pt x="145143" y="631372"/>
                </a:cubicBezTo>
                <a:cubicBezTo>
                  <a:pt x="140816" y="611899"/>
                  <a:pt x="134541" y="592876"/>
                  <a:pt x="130629" y="573315"/>
                </a:cubicBezTo>
                <a:cubicBezTo>
                  <a:pt x="124857" y="544457"/>
                  <a:pt x="123252" y="514779"/>
                  <a:pt x="116114" y="486229"/>
                </a:cubicBezTo>
                <a:cubicBezTo>
                  <a:pt x="108693" y="456544"/>
                  <a:pt x="92117" y="429325"/>
                  <a:pt x="87086" y="399143"/>
                </a:cubicBezTo>
                <a:cubicBezTo>
                  <a:pt x="82346" y="370705"/>
                  <a:pt x="66748" y="271354"/>
                  <a:pt x="58057" y="239486"/>
                </a:cubicBezTo>
                <a:cubicBezTo>
                  <a:pt x="21379" y="104999"/>
                  <a:pt x="0" y="72572"/>
                  <a:pt x="14514" y="36286"/>
                </a:cubicBez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48" name="Google Shape;248;p3"/>
          <p:cNvSpPr/>
          <p:nvPr/>
        </p:nvSpPr>
        <p:spPr>
          <a:xfrm>
            <a:off x="3410857" y="1778000"/>
            <a:ext cx="630603" cy="1748971"/>
          </a:xfrm>
          <a:custGeom>
            <a:avLst/>
            <a:gdLst/>
            <a:ahLst/>
            <a:cxnLst/>
            <a:rect l="l" t="t" r="r" b="b"/>
            <a:pathLst>
              <a:path w="630603" h="1748971" extrusionOk="0">
                <a:moveTo>
                  <a:pt x="14514" y="21771"/>
                </a:moveTo>
                <a:cubicBezTo>
                  <a:pt x="29028" y="0"/>
                  <a:pt x="109414" y="32936"/>
                  <a:pt x="145143" y="50800"/>
                </a:cubicBezTo>
                <a:cubicBezTo>
                  <a:pt x="160745" y="58601"/>
                  <a:pt x="174172" y="70153"/>
                  <a:pt x="188686" y="79829"/>
                </a:cubicBezTo>
                <a:lnTo>
                  <a:pt x="232229" y="210457"/>
                </a:lnTo>
                <a:cubicBezTo>
                  <a:pt x="237067" y="224971"/>
                  <a:pt x="243032" y="239157"/>
                  <a:pt x="246743" y="254000"/>
                </a:cubicBezTo>
                <a:cubicBezTo>
                  <a:pt x="256419" y="292705"/>
                  <a:pt x="263156" y="332265"/>
                  <a:pt x="275772" y="370114"/>
                </a:cubicBezTo>
                <a:cubicBezTo>
                  <a:pt x="303435" y="453106"/>
                  <a:pt x="315607" y="482201"/>
                  <a:pt x="333829" y="573314"/>
                </a:cubicBezTo>
                <a:cubicBezTo>
                  <a:pt x="338667" y="597505"/>
                  <a:pt x="342360" y="621953"/>
                  <a:pt x="348343" y="645886"/>
                </a:cubicBezTo>
                <a:cubicBezTo>
                  <a:pt x="352054" y="660729"/>
                  <a:pt x="359417" y="674521"/>
                  <a:pt x="362857" y="689429"/>
                </a:cubicBezTo>
                <a:cubicBezTo>
                  <a:pt x="373951" y="737504"/>
                  <a:pt x="376284" y="787764"/>
                  <a:pt x="391886" y="834571"/>
                </a:cubicBezTo>
                <a:lnTo>
                  <a:pt x="478972" y="1095829"/>
                </a:lnTo>
                <a:lnTo>
                  <a:pt x="508000" y="1182914"/>
                </a:lnTo>
                <a:cubicBezTo>
                  <a:pt x="512838" y="1197428"/>
                  <a:pt x="519999" y="1211366"/>
                  <a:pt x="522514" y="1226457"/>
                </a:cubicBezTo>
                <a:cubicBezTo>
                  <a:pt x="527352" y="1255486"/>
                  <a:pt x="529891" y="1284993"/>
                  <a:pt x="537029" y="1313543"/>
                </a:cubicBezTo>
                <a:cubicBezTo>
                  <a:pt x="544450" y="1343228"/>
                  <a:pt x="558635" y="1370944"/>
                  <a:pt x="566057" y="1400629"/>
                </a:cubicBezTo>
                <a:cubicBezTo>
                  <a:pt x="570895" y="1419981"/>
                  <a:pt x="575092" y="1439506"/>
                  <a:pt x="580572" y="1458686"/>
                </a:cubicBezTo>
                <a:cubicBezTo>
                  <a:pt x="584775" y="1473397"/>
                  <a:pt x="591061" y="1487469"/>
                  <a:pt x="595086" y="1502229"/>
                </a:cubicBezTo>
                <a:cubicBezTo>
                  <a:pt x="605583" y="1540719"/>
                  <a:pt x="624114" y="1618343"/>
                  <a:pt x="624114" y="1618343"/>
                </a:cubicBezTo>
                <a:cubicBezTo>
                  <a:pt x="619276" y="1652210"/>
                  <a:pt x="630603" y="1692939"/>
                  <a:pt x="609600" y="1719943"/>
                </a:cubicBezTo>
                <a:cubicBezTo>
                  <a:pt x="590814" y="1744096"/>
                  <a:pt x="522514" y="1748971"/>
                  <a:pt x="522514" y="1748971"/>
                </a:cubicBezTo>
                <a:cubicBezTo>
                  <a:pt x="508000" y="1744133"/>
                  <a:pt x="490919" y="1744014"/>
                  <a:pt x="478972" y="1734457"/>
                </a:cubicBezTo>
                <a:cubicBezTo>
                  <a:pt x="465350" y="1723560"/>
                  <a:pt x="455073" y="1707587"/>
                  <a:pt x="449943" y="1690914"/>
                </a:cubicBezTo>
                <a:cubicBezTo>
                  <a:pt x="414518" y="1575784"/>
                  <a:pt x="427674" y="1550544"/>
                  <a:pt x="406400" y="1444171"/>
                </a:cubicBezTo>
                <a:cubicBezTo>
                  <a:pt x="403400" y="1429169"/>
                  <a:pt x="396724" y="1415143"/>
                  <a:pt x="391886" y="1400629"/>
                </a:cubicBezTo>
                <a:cubicBezTo>
                  <a:pt x="387048" y="1357086"/>
                  <a:pt x="383568" y="1313371"/>
                  <a:pt x="377372" y="1270000"/>
                </a:cubicBezTo>
                <a:cubicBezTo>
                  <a:pt x="373883" y="1245578"/>
                  <a:pt x="366608" y="1221812"/>
                  <a:pt x="362857" y="1197429"/>
                </a:cubicBezTo>
                <a:cubicBezTo>
                  <a:pt x="356926" y="1158876"/>
                  <a:pt x="355320" y="1119691"/>
                  <a:pt x="348343" y="1081314"/>
                </a:cubicBezTo>
                <a:cubicBezTo>
                  <a:pt x="345606" y="1066261"/>
                  <a:pt x="337540" y="1052614"/>
                  <a:pt x="333829" y="1037771"/>
                </a:cubicBezTo>
                <a:cubicBezTo>
                  <a:pt x="327846" y="1013838"/>
                  <a:pt x="325805" y="989000"/>
                  <a:pt x="319314" y="965200"/>
                </a:cubicBezTo>
                <a:cubicBezTo>
                  <a:pt x="311263" y="935679"/>
                  <a:pt x="290286" y="878114"/>
                  <a:pt x="290286" y="878114"/>
                </a:cubicBezTo>
                <a:cubicBezTo>
                  <a:pt x="282092" y="820753"/>
                  <a:pt x="275409" y="760549"/>
                  <a:pt x="261257" y="703943"/>
                </a:cubicBezTo>
                <a:cubicBezTo>
                  <a:pt x="257546" y="689100"/>
                  <a:pt x="250946" y="675111"/>
                  <a:pt x="246743" y="660400"/>
                </a:cubicBezTo>
                <a:cubicBezTo>
                  <a:pt x="241263" y="641220"/>
                  <a:pt x="237709" y="621523"/>
                  <a:pt x="232229" y="602343"/>
                </a:cubicBezTo>
                <a:cubicBezTo>
                  <a:pt x="228026" y="587632"/>
                  <a:pt x="221917" y="573511"/>
                  <a:pt x="217714" y="558800"/>
                </a:cubicBezTo>
                <a:cubicBezTo>
                  <a:pt x="212234" y="539620"/>
                  <a:pt x="212121" y="518585"/>
                  <a:pt x="203200" y="500743"/>
                </a:cubicBezTo>
                <a:cubicBezTo>
                  <a:pt x="187598" y="469538"/>
                  <a:pt x="145143" y="413657"/>
                  <a:pt x="145143" y="413657"/>
                </a:cubicBezTo>
                <a:cubicBezTo>
                  <a:pt x="140491" y="395049"/>
                  <a:pt x="126527" y="332884"/>
                  <a:pt x="116114" y="312057"/>
                </a:cubicBezTo>
                <a:cubicBezTo>
                  <a:pt x="75577" y="230984"/>
                  <a:pt x="83018" y="306236"/>
                  <a:pt x="58057" y="181429"/>
                </a:cubicBezTo>
                <a:cubicBezTo>
                  <a:pt x="37850" y="80392"/>
                  <a:pt x="0" y="43543"/>
                  <a:pt x="14514" y="21771"/>
                </a:cubicBez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49" name="Google Shape;249;p3"/>
          <p:cNvSpPr/>
          <p:nvPr/>
        </p:nvSpPr>
        <p:spPr>
          <a:xfrm>
            <a:off x="1756229" y="1782838"/>
            <a:ext cx="1562704" cy="1918305"/>
          </a:xfrm>
          <a:custGeom>
            <a:avLst/>
            <a:gdLst/>
            <a:ahLst/>
            <a:cxnLst/>
            <a:rect l="l" t="t" r="r" b="b"/>
            <a:pathLst>
              <a:path w="1562704" h="1918305" extrusionOk="0">
                <a:moveTo>
                  <a:pt x="1538514" y="45962"/>
                </a:moveTo>
                <a:cubicBezTo>
                  <a:pt x="1562704" y="91924"/>
                  <a:pt x="1536616" y="249832"/>
                  <a:pt x="1524000" y="350762"/>
                </a:cubicBezTo>
                <a:cubicBezTo>
                  <a:pt x="1521836" y="368071"/>
                  <a:pt x="1506560" y="381267"/>
                  <a:pt x="1494971" y="394305"/>
                </a:cubicBezTo>
                <a:cubicBezTo>
                  <a:pt x="1412525" y="487057"/>
                  <a:pt x="1441070" y="470330"/>
                  <a:pt x="1364342" y="495905"/>
                </a:cubicBezTo>
                <a:cubicBezTo>
                  <a:pt x="1344990" y="524934"/>
                  <a:pt x="1339383" y="571959"/>
                  <a:pt x="1306285" y="582991"/>
                </a:cubicBezTo>
                <a:cubicBezTo>
                  <a:pt x="1277257" y="592667"/>
                  <a:pt x="1248885" y="604598"/>
                  <a:pt x="1219200" y="612019"/>
                </a:cubicBezTo>
                <a:cubicBezTo>
                  <a:pt x="1200590" y="616671"/>
                  <a:pt x="1138429" y="630633"/>
                  <a:pt x="1117600" y="641048"/>
                </a:cubicBezTo>
                <a:cubicBezTo>
                  <a:pt x="1101998" y="648849"/>
                  <a:pt x="1089997" y="662991"/>
                  <a:pt x="1074057" y="670076"/>
                </a:cubicBezTo>
                <a:cubicBezTo>
                  <a:pt x="1046095" y="682503"/>
                  <a:pt x="1012431" y="682132"/>
                  <a:pt x="986971" y="699105"/>
                </a:cubicBezTo>
                <a:cubicBezTo>
                  <a:pt x="930698" y="736620"/>
                  <a:pt x="959977" y="722617"/>
                  <a:pt x="899885" y="742648"/>
                </a:cubicBezTo>
                <a:cubicBezTo>
                  <a:pt x="895047" y="757162"/>
                  <a:pt x="897821" y="777298"/>
                  <a:pt x="885371" y="786191"/>
                </a:cubicBezTo>
                <a:cubicBezTo>
                  <a:pt x="860472" y="803976"/>
                  <a:pt x="798285" y="815219"/>
                  <a:pt x="798285" y="815219"/>
                </a:cubicBezTo>
                <a:cubicBezTo>
                  <a:pt x="783771" y="824895"/>
                  <a:pt x="770344" y="836447"/>
                  <a:pt x="754742" y="844248"/>
                </a:cubicBezTo>
                <a:cubicBezTo>
                  <a:pt x="741058" y="851090"/>
                  <a:pt x="724574" y="851332"/>
                  <a:pt x="711200" y="858762"/>
                </a:cubicBezTo>
                <a:cubicBezTo>
                  <a:pt x="668253" y="882621"/>
                  <a:pt x="612766" y="918969"/>
                  <a:pt x="580571" y="960362"/>
                </a:cubicBezTo>
                <a:cubicBezTo>
                  <a:pt x="559152" y="987901"/>
                  <a:pt x="541866" y="1018419"/>
                  <a:pt x="522514" y="1047448"/>
                </a:cubicBezTo>
                <a:lnTo>
                  <a:pt x="493485" y="1090991"/>
                </a:lnTo>
                <a:cubicBezTo>
                  <a:pt x="483809" y="1105505"/>
                  <a:pt x="469973" y="1117985"/>
                  <a:pt x="464457" y="1134533"/>
                </a:cubicBezTo>
                <a:cubicBezTo>
                  <a:pt x="459619" y="1149047"/>
                  <a:pt x="455969" y="1164014"/>
                  <a:pt x="449942" y="1178076"/>
                </a:cubicBezTo>
                <a:cubicBezTo>
                  <a:pt x="427842" y="1229641"/>
                  <a:pt x="421040" y="1235944"/>
                  <a:pt x="391885" y="1279676"/>
                </a:cubicBezTo>
                <a:lnTo>
                  <a:pt x="362857" y="1366762"/>
                </a:lnTo>
                <a:cubicBezTo>
                  <a:pt x="358019" y="1381276"/>
                  <a:pt x="352053" y="1395462"/>
                  <a:pt x="348342" y="1410305"/>
                </a:cubicBezTo>
                <a:cubicBezTo>
                  <a:pt x="343504" y="1429657"/>
                  <a:pt x="341686" y="1450027"/>
                  <a:pt x="333828" y="1468362"/>
                </a:cubicBezTo>
                <a:cubicBezTo>
                  <a:pt x="326957" y="1484396"/>
                  <a:pt x="311885" y="1495965"/>
                  <a:pt x="304800" y="1511905"/>
                </a:cubicBezTo>
                <a:cubicBezTo>
                  <a:pt x="292373" y="1539867"/>
                  <a:pt x="285447" y="1569962"/>
                  <a:pt x="275771" y="1598991"/>
                </a:cubicBezTo>
                <a:lnTo>
                  <a:pt x="217714" y="1773162"/>
                </a:lnTo>
                <a:cubicBezTo>
                  <a:pt x="207361" y="1804223"/>
                  <a:pt x="200653" y="1837076"/>
                  <a:pt x="174171" y="1860248"/>
                </a:cubicBezTo>
                <a:cubicBezTo>
                  <a:pt x="147915" y="1883222"/>
                  <a:pt x="87085" y="1918305"/>
                  <a:pt x="87085" y="1918305"/>
                </a:cubicBezTo>
                <a:cubicBezTo>
                  <a:pt x="72571" y="1913467"/>
                  <a:pt x="54360" y="1914609"/>
                  <a:pt x="43542" y="1903791"/>
                </a:cubicBezTo>
                <a:cubicBezTo>
                  <a:pt x="32724" y="1892973"/>
                  <a:pt x="35870" y="1873932"/>
                  <a:pt x="29028" y="1860248"/>
                </a:cubicBezTo>
                <a:cubicBezTo>
                  <a:pt x="21227" y="1844646"/>
                  <a:pt x="9676" y="1831219"/>
                  <a:pt x="0" y="1816705"/>
                </a:cubicBezTo>
                <a:cubicBezTo>
                  <a:pt x="4838" y="1681238"/>
                  <a:pt x="6059" y="1545594"/>
                  <a:pt x="14514" y="1410305"/>
                </a:cubicBezTo>
                <a:cubicBezTo>
                  <a:pt x="20841" y="1309067"/>
                  <a:pt x="47080" y="1385172"/>
                  <a:pt x="87085" y="1265162"/>
                </a:cubicBezTo>
                <a:cubicBezTo>
                  <a:pt x="91923" y="1250648"/>
                  <a:pt x="97397" y="1236330"/>
                  <a:pt x="101600" y="1221619"/>
                </a:cubicBezTo>
                <a:cubicBezTo>
                  <a:pt x="107080" y="1202439"/>
                  <a:pt x="108256" y="1181897"/>
                  <a:pt x="116114" y="1163562"/>
                </a:cubicBezTo>
                <a:cubicBezTo>
                  <a:pt x="122985" y="1147528"/>
                  <a:pt x="138057" y="1135959"/>
                  <a:pt x="145142" y="1120019"/>
                </a:cubicBezTo>
                <a:cubicBezTo>
                  <a:pt x="157569" y="1092057"/>
                  <a:pt x="157198" y="1058393"/>
                  <a:pt x="174171" y="1032933"/>
                </a:cubicBezTo>
                <a:cubicBezTo>
                  <a:pt x="193523" y="1003905"/>
                  <a:pt x="207559" y="970517"/>
                  <a:pt x="232228" y="945848"/>
                </a:cubicBezTo>
                <a:cubicBezTo>
                  <a:pt x="246742" y="931334"/>
                  <a:pt x="263169" y="918508"/>
                  <a:pt x="275771" y="902305"/>
                </a:cubicBezTo>
                <a:cubicBezTo>
                  <a:pt x="297190" y="874766"/>
                  <a:pt x="314476" y="844248"/>
                  <a:pt x="333828" y="815219"/>
                </a:cubicBezTo>
                <a:lnTo>
                  <a:pt x="391885" y="728133"/>
                </a:lnTo>
                <a:cubicBezTo>
                  <a:pt x="407011" y="682759"/>
                  <a:pt x="421681" y="626022"/>
                  <a:pt x="464457" y="597505"/>
                </a:cubicBezTo>
                <a:lnTo>
                  <a:pt x="508000" y="568476"/>
                </a:lnTo>
                <a:cubicBezTo>
                  <a:pt x="517676" y="553962"/>
                  <a:pt x="523407" y="535830"/>
                  <a:pt x="537028" y="524933"/>
                </a:cubicBezTo>
                <a:cubicBezTo>
                  <a:pt x="548975" y="515376"/>
                  <a:pt x="569753" y="521237"/>
                  <a:pt x="580571" y="510419"/>
                </a:cubicBezTo>
                <a:cubicBezTo>
                  <a:pt x="591389" y="499601"/>
                  <a:pt x="588243" y="480560"/>
                  <a:pt x="595085" y="466876"/>
                </a:cubicBezTo>
                <a:cubicBezTo>
                  <a:pt x="602886" y="451274"/>
                  <a:pt x="610986" y="434820"/>
                  <a:pt x="624114" y="423333"/>
                </a:cubicBezTo>
                <a:cubicBezTo>
                  <a:pt x="685539" y="369587"/>
                  <a:pt x="694937" y="370697"/>
                  <a:pt x="754742" y="350762"/>
                </a:cubicBezTo>
                <a:cubicBezTo>
                  <a:pt x="823745" y="304760"/>
                  <a:pt x="781736" y="327249"/>
                  <a:pt x="885371" y="292705"/>
                </a:cubicBezTo>
                <a:cubicBezTo>
                  <a:pt x="885376" y="292703"/>
                  <a:pt x="972453" y="263679"/>
                  <a:pt x="972457" y="263676"/>
                </a:cubicBezTo>
                <a:cubicBezTo>
                  <a:pt x="1001485" y="244324"/>
                  <a:pt x="1026444" y="216651"/>
                  <a:pt x="1059542" y="205619"/>
                </a:cubicBezTo>
                <a:lnTo>
                  <a:pt x="1146628" y="176591"/>
                </a:lnTo>
                <a:lnTo>
                  <a:pt x="1190171" y="162076"/>
                </a:lnTo>
                <a:cubicBezTo>
                  <a:pt x="1204685" y="147562"/>
                  <a:pt x="1216635" y="129919"/>
                  <a:pt x="1233714" y="118533"/>
                </a:cubicBezTo>
                <a:cubicBezTo>
                  <a:pt x="1246764" y="109833"/>
                  <a:pt x="1326847" y="91924"/>
                  <a:pt x="1335314" y="89505"/>
                </a:cubicBezTo>
                <a:cubicBezTo>
                  <a:pt x="1350025" y="85302"/>
                  <a:pt x="1363922" y="78310"/>
                  <a:pt x="1378857" y="74991"/>
                </a:cubicBezTo>
                <a:cubicBezTo>
                  <a:pt x="1454911" y="58090"/>
                  <a:pt x="1514324" y="0"/>
                  <a:pt x="1538514" y="45962"/>
                </a:cubicBez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50" name="Google Shape;250;p3"/>
          <p:cNvSpPr/>
          <p:nvPr/>
        </p:nvSpPr>
        <p:spPr>
          <a:xfrm>
            <a:off x="1814286" y="3773714"/>
            <a:ext cx="1294799" cy="1175657"/>
          </a:xfrm>
          <a:custGeom>
            <a:avLst/>
            <a:gdLst/>
            <a:ahLst/>
            <a:cxnLst/>
            <a:rect l="l" t="t" r="r" b="b"/>
            <a:pathLst>
              <a:path w="1294799" h="1175657" extrusionOk="0">
                <a:moveTo>
                  <a:pt x="0" y="29029"/>
                </a:moveTo>
                <a:cubicBezTo>
                  <a:pt x="19352" y="24191"/>
                  <a:pt x="38877" y="19995"/>
                  <a:pt x="58057" y="14515"/>
                </a:cubicBezTo>
                <a:cubicBezTo>
                  <a:pt x="72768" y="10312"/>
                  <a:pt x="86300" y="0"/>
                  <a:pt x="101600" y="0"/>
                </a:cubicBezTo>
                <a:cubicBezTo>
                  <a:pt x="135811" y="0"/>
                  <a:pt x="169333" y="9677"/>
                  <a:pt x="203200" y="14515"/>
                </a:cubicBezTo>
                <a:cubicBezTo>
                  <a:pt x="217714" y="19353"/>
                  <a:pt x="234796" y="19472"/>
                  <a:pt x="246743" y="29029"/>
                </a:cubicBezTo>
                <a:cubicBezTo>
                  <a:pt x="260364" y="39926"/>
                  <a:pt x="264604" y="59171"/>
                  <a:pt x="275771" y="72572"/>
                </a:cubicBezTo>
                <a:cubicBezTo>
                  <a:pt x="310694" y="114481"/>
                  <a:pt x="320042" y="116601"/>
                  <a:pt x="362857" y="145143"/>
                </a:cubicBezTo>
                <a:cubicBezTo>
                  <a:pt x="440259" y="261249"/>
                  <a:pt x="338672" y="120961"/>
                  <a:pt x="435428" y="217715"/>
                </a:cubicBezTo>
                <a:cubicBezTo>
                  <a:pt x="532191" y="314477"/>
                  <a:pt x="391884" y="212875"/>
                  <a:pt x="508000" y="290286"/>
                </a:cubicBezTo>
                <a:cubicBezTo>
                  <a:pt x="517676" y="304800"/>
                  <a:pt x="524693" y="321494"/>
                  <a:pt x="537028" y="333829"/>
                </a:cubicBezTo>
                <a:cubicBezTo>
                  <a:pt x="549363" y="346164"/>
                  <a:pt x="569674" y="349236"/>
                  <a:pt x="580571" y="362857"/>
                </a:cubicBezTo>
                <a:cubicBezTo>
                  <a:pt x="590128" y="374804"/>
                  <a:pt x="586598" y="393670"/>
                  <a:pt x="595085" y="406400"/>
                </a:cubicBezTo>
                <a:cubicBezTo>
                  <a:pt x="606471" y="423479"/>
                  <a:pt x="625487" y="434174"/>
                  <a:pt x="638628" y="449943"/>
                </a:cubicBezTo>
                <a:cubicBezTo>
                  <a:pt x="689129" y="510544"/>
                  <a:pt x="639719" y="484174"/>
                  <a:pt x="711200" y="508000"/>
                </a:cubicBezTo>
                <a:cubicBezTo>
                  <a:pt x="808583" y="572923"/>
                  <a:pt x="713171" y="496443"/>
                  <a:pt x="769257" y="580572"/>
                </a:cubicBezTo>
                <a:cubicBezTo>
                  <a:pt x="780643" y="597651"/>
                  <a:pt x="796597" y="611513"/>
                  <a:pt x="812800" y="624115"/>
                </a:cubicBezTo>
                <a:cubicBezTo>
                  <a:pt x="887662" y="682341"/>
                  <a:pt x="877730" y="674787"/>
                  <a:pt x="943428" y="696686"/>
                </a:cubicBezTo>
                <a:cubicBezTo>
                  <a:pt x="1070640" y="823898"/>
                  <a:pt x="909270" y="668221"/>
                  <a:pt x="1030514" y="769257"/>
                </a:cubicBezTo>
                <a:cubicBezTo>
                  <a:pt x="1046283" y="782398"/>
                  <a:pt x="1057854" y="800198"/>
                  <a:pt x="1074057" y="812800"/>
                </a:cubicBezTo>
                <a:cubicBezTo>
                  <a:pt x="1101596" y="834219"/>
                  <a:pt x="1161143" y="870857"/>
                  <a:pt x="1161143" y="870857"/>
                </a:cubicBezTo>
                <a:cubicBezTo>
                  <a:pt x="1180495" y="899886"/>
                  <a:pt x="1208168" y="924845"/>
                  <a:pt x="1219200" y="957943"/>
                </a:cubicBezTo>
                <a:cubicBezTo>
                  <a:pt x="1239230" y="1018035"/>
                  <a:pt x="1225227" y="988756"/>
                  <a:pt x="1262743" y="1045029"/>
                </a:cubicBezTo>
                <a:cubicBezTo>
                  <a:pt x="1274831" y="1081295"/>
                  <a:pt x="1294799" y="1103008"/>
                  <a:pt x="1248228" y="1132115"/>
                </a:cubicBezTo>
                <a:cubicBezTo>
                  <a:pt x="1222280" y="1148332"/>
                  <a:pt x="1190171" y="1151467"/>
                  <a:pt x="1161143" y="1161143"/>
                </a:cubicBezTo>
                <a:lnTo>
                  <a:pt x="1117600" y="1175657"/>
                </a:lnTo>
                <a:cubicBezTo>
                  <a:pt x="1103086" y="1165981"/>
                  <a:pt x="1089997" y="1153714"/>
                  <a:pt x="1074057" y="1146629"/>
                </a:cubicBezTo>
                <a:cubicBezTo>
                  <a:pt x="1046095" y="1134202"/>
                  <a:pt x="1012431" y="1134573"/>
                  <a:pt x="986971" y="1117600"/>
                </a:cubicBezTo>
                <a:cubicBezTo>
                  <a:pt x="972457" y="1107924"/>
                  <a:pt x="959030" y="1096373"/>
                  <a:pt x="943428" y="1088572"/>
                </a:cubicBezTo>
                <a:cubicBezTo>
                  <a:pt x="929744" y="1081730"/>
                  <a:pt x="913259" y="1081487"/>
                  <a:pt x="899885" y="1074057"/>
                </a:cubicBezTo>
                <a:cubicBezTo>
                  <a:pt x="869388" y="1057114"/>
                  <a:pt x="841828" y="1035352"/>
                  <a:pt x="812800" y="1016000"/>
                </a:cubicBezTo>
                <a:lnTo>
                  <a:pt x="769257" y="986972"/>
                </a:lnTo>
                <a:lnTo>
                  <a:pt x="725714" y="957943"/>
                </a:lnTo>
                <a:cubicBezTo>
                  <a:pt x="697458" y="873174"/>
                  <a:pt x="733308" y="951023"/>
                  <a:pt x="667657" y="885372"/>
                </a:cubicBezTo>
                <a:cubicBezTo>
                  <a:pt x="602005" y="819720"/>
                  <a:pt x="679854" y="855571"/>
                  <a:pt x="595085" y="827315"/>
                </a:cubicBezTo>
                <a:cubicBezTo>
                  <a:pt x="523019" y="719213"/>
                  <a:pt x="615638" y="851977"/>
                  <a:pt x="522514" y="740229"/>
                </a:cubicBezTo>
                <a:cubicBezTo>
                  <a:pt x="511347" y="726828"/>
                  <a:pt x="507107" y="707583"/>
                  <a:pt x="493485" y="696686"/>
                </a:cubicBezTo>
                <a:cubicBezTo>
                  <a:pt x="481538" y="687129"/>
                  <a:pt x="464457" y="687010"/>
                  <a:pt x="449943" y="682172"/>
                </a:cubicBezTo>
                <a:cubicBezTo>
                  <a:pt x="425253" y="608104"/>
                  <a:pt x="451189" y="664275"/>
                  <a:pt x="391885" y="595086"/>
                </a:cubicBezTo>
                <a:cubicBezTo>
                  <a:pt x="376142" y="576719"/>
                  <a:pt x="362403" y="556713"/>
                  <a:pt x="348343" y="537029"/>
                </a:cubicBezTo>
                <a:cubicBezTo>
                  <a:pt x="338204" y="522834"/>
                  <a:pt x="331649" y="505821"/>
                  <a:pt x="319314" y="493486"/>
                </a:cubicBezTo>
                <a:cubicBezTo>
                  <a:pt x="306979" y="481151"/>
                  <a:pt x="290285" y="474133"/>
                  <a:pt x="275771" y="464457"/>
                </a:cubicBezTo>
                <a:cubicBezTo>
                  <a:pt x="270933" y="449943"/>
                  <a:pt x="268099" y="434599"/>
                  <a:pt x="261257" y="420915"/>
                </a:cubicBezTo>
                <a:cubicBezTo>
                  <a:pt x="241050" y="380501"/>
                  <a:pt x="220785" y="365929"/>
                  <a:pt x="188685" y="333829"/>
                </a:cubicBezTo>
                <a:cubicBezTo>
                  <a:pt x="154819" y="232229"/>
                  <a:pt x="188686" y="256419"/>
                  <a:pt x="116114" y="232229"/>
                </a:cubicBezTo>
                <a:cubicBezTo>
                  <a:pt x="111276" y="217715"/>
                  <a:pt x="109030" y="202060"/>
                  <a:pt x="101600" y="188686"/>
                </a:cubicBezTo>
                <a:cubicBezTo>
                  <a:pt x="84657" y="158188"/>
                  <a:pt x="54576" y="134698"/>
                  <a:pt x="43543" y="101600"/>
                </a:cubicBezTo>
                <a:lnTo>
                  <a:pt x="0" y="29029"/>
                </a:ln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51" name="Google Shape;251;p3"/>
          <p:cNvSpPr/>
          <p:nvPr/>
        </p:nvSpPr>
        <p:spPr>
          <a:xfrm>
            <a:off x="2295041" y="3715657"/>
            <a:ext cx="1199333" cy="740229"/>
          </a:xfrm>
          <a:custGeom>
            <a:avLst/>
            <a:gdLst/>
            <a:ahLst/>
            <a:cxnLst/>
            <a:rect l="l" t="t" r="r" b="b"/>
            <a:pathLst>
              <a:path w="1199333" h="740229" extrusionOk="0">
                <a:moveTo>
                  <a:pt x="854559" y="377372"/>
                </a:moveTo>
                <a:cubicBezTo>
                  <a:pt x="883588" y="396724"/>
                  <a:pt x="908547" y="424397"/>
                  <a:pt x="941645" y="435429"/>
                </a:cubicBezTo>
                <a:lnTo>
                  <a:pt x="1028730" y="464457"/>
                </a:lnTo>
                <a:cubicBezTo>
                  <a:pt x="1144849" y="541870"/>
                  <a:pt x="1004535" y="440264"/>
                  <a:pt x="1101302" y="537029"/>
                </a:cubicBezTo>
                <a:cubicBezTo>
                  <a:pt x="1113637" y="549364"/>
                  <a:pt x="1130331" y="556381"/>
                  <a:pt x="1144845" y="566057"/>
                </a:cubicBezTo>
                <a:cubicBezTo>
                  <a:pt x="1154521" y="595086"/>
                  <a:pt x="1199333" y="636170"/>
                  <a:pt x="1173873" y="653143"/>
                </a:cubicBezTo>
                <a:lnTo>
                  <a:pt x="1086788" y="711200"/>
                </a:lnTo>
                <a:lnTo>
                  <a:pt x="1043245" y="740229"/>
                </a:lnTo>
                <a:cubicBezTo>
                  <a:pt x="1004540" y="735391"/>
                  <a:pt x="965507" y="732692"/>
                  <a:pt x="927130" y="725714"/>
                </a:cubicBezTo>
                <a:cubicBezTo>
                  <a:pt x="912078" y="722977"/>
                  <a:pt x="898679" y="713715"/>
                  <a:pt x="883588" y="711200"/>
                </a:cubicBezTo>
                <a:cubicBezTo>
                  <a:pt x="840373" y="703998"/>
                  <a:pt x="796502" y="701524"/>
                  <a:pt x="752959" y="696686"/>
                </a:cubicBezTo>
                <a:cubicBezTo>
                  <a:pt x="738445" y="691848"/>
                  <a:pt x="723100" y="689014"/>
                  <a:pt x="709416" y="682172"/>
                </a:cubicBezTo>
                <a:cubicBezTo>
                  <a:pt x="596870" y="625899"/>
                  <a:pt x="731776" y="675110"/>
                  <a:pt x="622330" y="638629"/>
                </a:cubicBezTo>
                <a:cubicBezTo>
                  <a:pt x="553327" y="592626"/>
                  <a:pt x="595339" y="615118"/>
                  <a:pt x="491702" y="580572"/>
                </a:cubicBezTo>
                <a:cubicBezTo>
                  <a:pt x="477188" y="575734"/>
                  <a:pt x="460889" y="574544"/>
                  <a:pt x="448159" y="566057"/>
                </a:cubicBezTo>
                <a:cubicBezTo>
                  <a:pt x="419130" y="546705"/>
                  <a:pt x="385743" y="532670"/>
                  <a:pt x="361073" y="508000"/>
                </a:cubicBezTo>
                <a:cubicBezTo>
                  <a:pt x="306712" y="453639"/>
                  <a:pt x="337003" y="470948"/>
                  <a:pt x="273988" y="449943"/>
                </a:cubicBezTo>
                <a:cubicBezTo>
                  <a:pt x="244959" y="430591"/>
                  <a:pt x="206255" y="420915"/>
                  <a:pt x="186902" y="391886"/>
                </a:cubicBezTo>
                <a:cubicBezTo>
                  <a:pt x="177226" y="377372"/>
                  <a:pt x="171001" y="359830"/>
                  <a:pt x="157873" y="348343"/>
                </a:cubicBezTo>
                <a:cubicBezTo>
                  <a:pt x="131617" y="325369"/>
                  <a:pt x="70788" y="290286"/>
                  <a:pt x="70788" y="290286"/>
                </a:cubicBezTo>
                <a:cubicBezTo>
                  <a:pt x="65950" y="275772"/>
                  <a:pt x="63115" y="260427"/>
                  <a:pt x="56273" y="246743"/>
                </a:cubicBezTo>
                <a:cubicBezTo>
                  <a:pt x="0" y="134197"/>
                  <a:pt x="49214" y="269104"/>
                  <a:pt x="12730" y="159657"/>
                </a:cubicBezTo>
                <a:cubicBezTo>
                  <a:pt x="22406" y="130629"/>
                  <a:pt x="16299" y="89545"/>
                  <a:pt x="41759" y="72572"/>
                </a:cubicBezTo>
                <a:cubicBezTo>
                  <a:pt x="141575" y="6027"/>
                  <a:pt x="95747" y="25546"/>
                  <a:pt x="172388" y="0"/>
                </a:cubicBezTo>
                <a:cubicBezTo>
                  <a:pt x="206255" y="4838"/>
                  <a:pt x="241220" y="4684"/>
                  <a:pt x="273988" y="14514"/>
                </a:cubicBezTo>
                <a:cubicBezTo>
                  <a:pt x="290696" y="19526"/>
                  <a:pt x="301497" y="36672"/>
                  <a:pt x="317530" y="43543"/>
                </a:cubicBezTo>
                <a:cubicBezTo>
                  <a:pt x="335865" y="51401"/>
                  <a:pt x="356481" y="52325"/>
                  <a:pt x="375588" y="58057"/>
                </a:cubicBezTo>
                <a:cubicBezTo>
                  <a:pt x="404896" y="66849"/>
                  <a:pt x="433645" y="77410"/>
                  <a:pt x="462673" y="87086"/>
                </a:cubicBezTo>
                <a:lnTo>
                  <a:pt x="506216" y="101600"/>
                </a:lnTo>
                <a:cubicBezTo>
                  <a:pt x="520730" y="111276"/>
                  <a:pt x="534157" y="122828"/>
                  <a:pt x="549759" y="130629"/>
                </a:cubicBezTo>
                <a:cubicBezTo>
                  <a:pt x="563443" y="137471"/>
                  <a:pt x="579928" y="137713"/>
                  <a:pt x="593302" y="145143"/>
                </a:cubicBezTo>
                <a:cubicBezTo>
                  <a:pt x="623800" y="162086"/>
                  <a:pt x="651359" y="183847"/>
                  <a:pt x="680388" y="203200"/>
                </a:cubicBezTo>
                <a:lnTo>
                  <a:pt x="723930" y="232229"/>
                </a:lnTo>
                <a:lnTo>
                  <a:pt x="767473" y="261257"/>
                </a:lnTo>
                <a:cubicBezTo>
                  <a:pt x="844886" y="377376"/>
                  <a:pt x="743280" y="237062"/>
                  <a:pt x="840045" y="333829"/>
                </a:cubicBezTo>
                <a:cubicBezTo>
                  <a:pt x="852380" y="346164"/>
                  <a:pt x="858607" y="363417"/>
                  <a:pt x="869073" y="377372"/>
                </a:cubicBezTo>
                <a:cubicBezTo>
                  <a:pt x="873178" y="382846"/>
                  <a:pt x="878750" y="387048"/>
                  <a:pt x="854559" y="377372"/>
                </a:cubicBez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52" name="Google Shape;252;p3"/>
          <p:cNvSpPr/>
          <p:nvPr/>
        </p:nvSpPr>
        <p:spPr>
          <a:xfrm>
            <a:off x="2590956" y="2525486"/>
            <a:ext cx="964567" cy="783771"/>
          </a:xfrm>
          <a:custGeom>
            <a:avLst/>
            <a:gdLst/>
            <a:ahLst/>
            <a:cxnLst/>
            <a:rect l="l" t="t" r="r" b="b"/>
            <a:pathLst>
              <a:path w="964567" h="783771" extrusionOk="0">
                <a:moveTo>
                  <a:pt x="50644" y="261257"/>
                </a:moveTo>
                <a:cubicBezTo>
                  <a:pt x="57901" y="254000"/>
                  <a:pt x="67338" y="230049"/>
                  <a:pt x="79673" y="217714"/>
                </a:cubicBezTo>
                <a:cubicBezTo>
                  <a:pt x="113086" y="184301"/>
                  <a:pt x="136856" y="185275"/>
                  <a:pt x="181273" y="174171"/>
                </a:cubicBezTo>
                <a:cubicBezTo>
                  <a:pt x="250274" y="128170"/>
                  <a:pt x="208268" y="150658"/>
                  <a:pt x="311901" y="116114"/>
                </a:cubicBezTo>
                <a:lnTo>
                  <a:pt x="355444" y="101600"/>
                </a:lnTo>
                <a:cubicBezTo>
                  <a:pt x="369958" y="91924"/>
                  <a:pt x="383046" y="79656"/>
                  <a:pt x="398987" y="72571"/>
                </a:cubicBezTo>
                <a:cubicBezTo>
                  <a:pt x="470025" y="40999"/>
                  <a:pt x="479187" y="48511"/>
                  <a:pt x="544130" y="29028"/>
                </a:cubicBezTo>
                <a:cubicBezTo>
                  <a:pt x="573438" y="20236"/>
                  <a:pt x="631215" y="0"/>
                  <a:pt x="631215" y="0"/>
                </a:cubicBezTo>
                <a:cubicBezTo>
                  <a:pt x="655406" y="4838"/>
                  <a:pt x="679854" y="8531"/>
                  <a:pt x="703787" y="14514"/>
                </a:cubicBezTo>
                <a:cubicBezTo>
                  <a:pt x="718630" y="18225"/>
                  <a:pt x="738437" y="16578"/>
                  <a:pt x="747330" y="29028"/>
                </a:cubicBezTo>
                <a:cubicBezTo>
                  <a:pt x="838181" y="156220"/>
                  <a:pt x="695829" y="96916"/>
                  <a:pt x="805387" y="261257"/>
                </a:cubicBezTo>
                <a:cubicBezTo>
                  <a:pt x="888580" y="386049"/>
                  <a:pt x="788836" y="228155"/>
                  <a:pt x="848930" y="348343"/>
                </a:cubicBezTo>
                <a:cubicBezTo>
                  <a:pt x="856731" y="363945"/>
                  <a:pt x="868282" y="377371"/>
                  <a:pt x="877958" y="391885"/>
                </a:cubicBezTo>
                <a:cubicBezTo>
                  <a:pt x="899895" y="479629"/>
                  <a:pt x="886164" y="431017"/>
                  <a:pt x="921501" y="537028"/>
                </a:cubicBezTo>
                <a:lnTo>
                  <a:pt x="936015" y="580571"/>
                </a:lnTo>
                <a:cubicBezTo>
                  <a:pt x="924201" y="710525"/>
                  <a:pt x="964567" y="725952"/>
                  <a:pt x="877958" y="769257"/>
                </a:cubicBezTo>
                <a:cubicBezTo>
                  <a:pt x="864274" y="776099"/>
                  <a:pt x="848929" y="778933"/>
                  <a:pt x="834415" y="783771"/>
                </a:cubicBezTo>
                <a:cubicBezTo>
                  <a:pt x="805387" y="778933"/>
                  <a:pt x="776531" y="772907"/>
                  <a:pt x="747330" y="769257"/>
                </a:cubicBezTo>
                <a:cubicBezTo>
                  <a:pt x="699083" y="763226"/>
                  <a:pt x="650383" y="761169"/>
                  <a:pt x="602187" y="754743"/>
                </a:cubicBezTo>
                <a:cubicBezTo>
                  <a:pt x="577334" y="751429"/>
                  <a:pt x="499146" y="733990"/>
                  <a:pt x="471558" y="725714"/>
                </a:cubicBezTo>
                <a:cubicBezTo>
                  <a:pt x="442250" y="716921"/>
                  <a:pt x="413501" y="706361"/>
                  <a:pt x="384473" y="696685"/>
                </a:cubicBezTo>
                <a:lnTo>
                  <a:pt x="340930" y="682171"/>
                </a:lnTo>
                <a:lnTo>
                  <a:pt x="297387" y="667657"/>
                </a:lnTo>
                <a:cubicBezTo>
                  <a:pt x="268358" y="648305"/>
                  <a:pt x="229653" y="638629"/>
                  <a:pt x="210301" y="609600"/>
                </a:cubicBezTo>
                <a:cubicBezTo>
                  <a:pt x="171597" y="551543"/>
                  <a:pt x="195787" y="575733"/>
                  <a:pt x="137730" y="537028"/>
                </a:cubicBezTo>
                <a:cubicBezTo>
                  <a:pt x="132892" y="522514"/>
                  <a:pt x="131702" y="506215"/>
                  <a:pt x="123215" y="493485"/>
                </a:cubicBezTo>
                <a:cubicBezTo>
                  <a:pt x="111829" y="476406"/>
                  <a:pt x="92813" y="465711"/>
                  <a:pt x="79673" y="449943"/>
                </a:cubicBezTo>
                <a:cubicBezTo>
                  <a:pt x="68506" y="436542"/>
                  <a:pt x="60320" y="420914"/>
                  <a:pt x="50644" y="406400"/>
                </a:cubicBezTo>
                <a:cubicBezTo>
                  <a:pt x="37079" y="365705"/>
                  <a:pt x="0" y="306419"/>
                  <a:pt x="36130" y="261257"/>
                </a:cubicBezTo>
                <a:cubicBezTo>
                  <a:pt x="45688" y="249310"/>
                  <a:pt x="43387" y="268514"/>
                  <a:pt x="50644" y="261257"/>
                </a:cubicBez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53" name="Google Shape;253;p3"/>
          <p:cNvSpPr/>
          <p:nvPr/>
        </p:nvSpPr>
        <p:spPr>
          <a:xfrm>
            <a:off x="2209800" y="3200400"/>
            <a:ext cx="880721" cy="426232"/>
          </a:xfrm>
          <a:custGeom>
            <a:avLst/>
            <a:gdLst/>
            <a:ahLst/>
            <a:cxnLst/>
            <a:rect l="l" t="t" r="r" b="b"/>
            <a:pathLst>
              <a:path w="880721" h="426232" extrusionOk="0">
                <a:moveTo>
                  <a:pt x="125979" y="19832"/>
                </a:moveTo>
                <a:cubicBezTo>
                  <a:pt x="157427" y="24670"/>
                  <a:pt x="213306" y="27684"/>
                  <a:pt x="256607" y="34346"/>
                </a:cubicBezTo>
                <a:cubicBezTo>
                  <a:pt x="276323" y="37379"/>
                  <a:pt x="294891" y="46224"/>
                  <a:pt x="314664" y="48860"/>
                </a:cubicBezTo>
                <a:cubicBezTo>
                  <a:pt x="367634" y="55923"/>
                  <a:pt x="421102" y="58537"/>
                  <a:pt x="474321" y="63375"/>
                </a:cubicBezTo>
                <a:cubicBezTo>
                  <a:pt x="583761" y="99854"/>
                  <a:pt x="448869" y="50648"/>
                  <a:pt x="561407" y="106917"/>
                </a:cubicBezTo>
                <a:cubicBezTo>
                  <a:pt x="626863" y="139645"/>
                  <a:pt x="586104" y="98469"/>
                  <a:pt x="648493" y="150460"/>
                </a:cubicBezTo>
                <a:cubicBezTo>
                  <a:pt x="664262" y="163601"/>
                  <a:pt x="676267" y="180862"/>
                  <a:pt x="692036" y="194003"/>
                </a:cubicBezTo>
                <a:cubicBezTo>
                  <a:pt x="729552" y="225266"/>
                  <a:pt x="735481" y="222999"/>
                  <a:pt x="779121" y="237546"/>
                </a:cubicBezTo>
                <a:cubicBezTo>
                  <a:pt x="793635" y="247222"/>
                  <a:pt x="811177" y="253447"/>
                  <a:pt x="822664" y="266575"/>
                </a:cubicBezTo>
                <a:cubicBezTo>
                  <a:pt x="845638" y="292831"/>
                  <a:pt x="880721" y="353660"/>
                  <a:pt x="880721" y="353660"/>
                </a:cubicBezTo>
                <a:cubicBezTo>
                  <a:pt x="875883" y="368174"/>
                  <a:pt x="878657" y="388310"/>
                  <a:pt x="866207" y="397203"/>
                </a:cubicBezTo>
                <a:cubicBezTo>
                  <a:pt x="841308" y="414988"/>
                  <a:pt x="779121" y="426232"/>
                  <a:pt x="779121" y="426232"/>
                </a:cubicBezTo>
                <a:cubicBezTo>
                  <a:pt x="696874" y="421394"/>
                  <a:pt x="614397" y="419528"/>
                  <a:pt x="532379" y="411717"/>
                </a:cubicBezTo>
                <a:cubicBezTo>
                  <a:pt x="512521" y="409826"/>
                  <a:pt x="493947" y="400771"/>
                  <a:pt x="474321" y="397203"/>
                </a:cubicBezTo>
                <a:cubicBezTo>
                  <a:pt x="440662" y="391083"/>
                  <a:pt x="406588" y="387527"/>
                  <a:pt x="372721" y="382689"/>
                </a:cubicBezTo>
                <a:lnTo>
                  <a:pt x="285636" y="324632"/>
                </a:lnTo>
                <a:cubicBezTo>
                  <a:pt x="271122" y="314956"/>
                  <a:pt x="259402" y="297767"/>
                  <a:pt x="242093" y="295603"/>
                </a:cubicBezTo>
                <a:lnTo>
                  <a:pt x="125979" y="281089"/>
                </a:lnTo>
                <a:cubicBezTo>
                  <a:pt x="111465" y="276251"/>
                  <a:pt x="93254" y="277393"/>
                  <a:pt x="82436" y="266575"/>
                </a:cubicBezTo>
                <a:cubicBezTo>
                  <a:pt x="32530" y="216669"/>
                  <a:pt x="28116" y="190700"/>
                  <a:pt x="9864" y="135946"/>
                </a:cubicBezTo>
                <a:cubicBezTo>
                  <a:pt x="18833" y="73167"/>
                  <a:pt x="0" y="24723"/>
                  <a:pt x="67921" y="5317"/>
                </a:cubicBezTo>
                <a:cubicBezTo>
                  <a:pt x="86529" y="0"/>
                  <a:pt x="94531" y="14994"/>
                  <a:pt x="125979" y="19832"/>
                </a:cubicBez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54" name="Google Shape;254;p3"/>
          <p:cNvSpPr/>
          <p:nvPr/>
        </p:nvSpPr>
        <p:spPr>
          <a:xfrm>
            <a:off x="3338286" y="3804393"/>
            <a:ext cx="348343" cy="272691"/>
          </a:xfrm>
          <a:custGeom>
            <a:avLst/>
            <a:gdLst/>
            <a:ahLst/>
            <a:cxnLst/>
            <a:rect l="l" t="t" r="r" b="b"/>
            <a:pathLst>
              <a:path w="348343" h="272691" extrusionOk="0">
                <a:moveTo>
                  <a:pt x="43543" y="27378"/>
                </a:moveTo>
                <a:cubicBezTo>
                  <a:pt x="149636" y="9696"/>
                  <a:pt x="162520" y="0"/>
                  <a:pt x="290285" y="27378"/>
                </a:cubicBezTo>
                <a:cubicBezTo>
                  <a:pt x="307342" y="31033"/>
                  <a:pt x="319314" y="46731"/>
                  <a:pt x="333828" y="56407"/>
                </a:cubicBezTo>
                <a:cubicBezTo>
                  <a:pt x="338666" y="70921"/>
                  <a:pt x="348343" y="84650"/>
                  <a:pt x="348343" y="99950"/>
                </a:cubicBezTo>
                <a:cubicBezTo>
                  <a:pt x="348343" y="124619"/>
                  <a:pt x="342490" y="149422"/>
                  <a:pt x="333828" y="172521"/>
                </a:cubicBezTo>
                <a:cubicBezTo>
                  <a:pt x="321703" y="204854"/>
                  <a:pt x="283847" y="237017"/>
                  <a:pt x="261257" y="259607"/>
                </a:cubicBezTo>
                <a:cubicBezTo>
                  <a:pt x="258813" y="259403"/>
                  <a:pt x="78935" y="272691"/>
                  <a:pt x="43543" y="216064"/>
                </a:cubicBezTo>
                <a:cubicBezTo>
                  <a:pt x="27326" y="190116"/>
                  <a:pt x="24190" y="158007"/>
                  <a:pt x="14514" y="128978"/>
                </a:cubicBezTo>
                <a:lnTo>
                  <a:pt x="0" y="85436"/>
                </a:lnTo>
                <a:cubicBezTo>
                  <a:pt x="42446" y="21765"/>
                  <a:pt x="11584" y="41893"/>
                  <a:pt x="101600" y="41893"/>
                </a:cubicBezTo>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55" name="Google Shape;255;p3"/>
          <p:cNvSpPr/>
          <p:nvPr/>
        </p:nvSpPr>
        <p:spPr>
          <a:xfrm>
            <a:off x="3410857" y="4975967"/>
            <a:ext cx="740229" cy="220147"/>
          </a:xfrm>
          <a:custGeom>
            <a:avLst/>
            <a:gdLst/>
            <a:ahLst/>
            <a:cxnLst/>
            <a:rect l="l" t="t" r="r" b="b"/>
            <a:pathLst>
              <a:path w="740229" h="220147" extrusionOk="0">
                <a:moveTo>
                  <a:pt x="0" y="176604"/>
                </a:moveTo>
                <a:cubicBezTo>
                  <a:pt x="72571" y="181442"/>
                  <a:pt x="145280" y="184534"/>
                  <a:pt x="217714" y="191119"/>
                </a:cubicBezTo>
                <a:cubicBezTo>
                  <a:pt x="258803" y="194854"/>
                  <a:pt x="362684" y="212861"/>
                  <a:pt x="406400" y="220147"/>
                </a:cubicBezTo>
                <a:cubicBezTo>
                  <a:pt x="474133" y="215309"/>
                  <a:pt x="542445" y="215706"/>
                  <a:pt x="609600" y="205633"/>
                </a:cubicBezTo>
                <a:cubicBezTo>
                  <a:pt x="639860" y="201094"/>
                  <a:pt x="667657" y="186280"/>
                  <a:pt x="696686" y="176604"/>
                </a:cubicBezTo>
                <a:lnTo>
                  <a:pt x="740229" y="162090"/>
                </a:lnTo>
                <a:cubicBezTo>
                  <a:pt x="735391" y="147576"/>
                  <a:pt x="736532" y="129365"/>
                  <a:pt x="725714" y="118547"/>
                </a:cubicBezTo>
                <a:cubicBezTo>
                  <a:pt x="681140" y="73973"/>
                  <a:pt x="638678" y="54915"/>
                  <a:pt x="580572" y="45976"/>
                </a:cubicBezTo>
                <a:cubicBezTo>
                  <a:pt x="537270" y="39314"/>
                  <a:pt x="493486" y="36300"/>
                  <a:pt x="449943" y="31462"/>
                </a:cubicBezTo>
                <a:cubicBezTo>
                  <a:pt x="408834" y="17758"/>
                  <a:pt x="363107" y="0"/>
                  <a:pt x="319314" y="2433"/>
                </a:cubicBezTo>
                <a:cubicBezTo>
                  <a:pt x="260547" y="5698"/>
                  <a:pt x="203641" y="24962"/>
                  <a:pt x="145143" y="31462"/>
                </a:cubicBezTo>
                <a:lnTo>
                  <a:pt x="14514" y="45976"/>
                </a:lnTo>
                <a:lnTo>
                  <a:pt x="0" y="176604"/>
                </a:ln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56" name="Google Shape;256;p3"/>
          <p:cNvSpPr/>
          <p:nvPr/>
        </p:nvSpPr>
        <p:spPr>
          <a:xfrm>
            <a:off x="3200400" y="4876800"/>
            <a:ext cx="938939" cy="165995"/>
          </a:xfrm>
          <a:custGeom>
            <a:avLst/>
            <a:gdLst/>
            <a:ahLst/>
            <a:cxnLst/>
            <a:rect l="l" t="t" r="r" b="b"/>
            <a:pathLst>
              <a:path w="729542" h="220424" extrusionOk="0">
                <a:moveTo>
                  <a:pt x="88146" y="46252"/>
                </a:moveTo>
                <a:cubicBezTo>
                  <a:pt x="114756" y="41414"/>
                  <a:pt x="175559" y="38940"/>
                  <a:pt x="218774" y="31738"/>
                </a:cubicBezTo>
                <a:cubicBezTo>
                  <a:pt x="233865" y="29223"/>
                  <a:pt x="247195" y="19550"/>
                  <a:pt x="262317" y="17224"/>
                </a:cubicBezTo>
                <a:cubicBezTo>
                  <a:pt x="310374" y="9831"/>
                  <a:pt x="359079" y="7547"/>
                  <a:pt x="407460" y="2709"/>
                </a:cubicBezTo>
                <a:cubicBezTo>
                  <a:pt x="499384" y="7547"/>
                  <a:pt x="592807" y="0"/>
                  <a:pt x="683232" y="17224"/>
                </a:cubicBezTo>
                <a:cubicBezTo>
                  <a:pt x="729542" y="26045"/>
                  <a:pt x="710062" y="85836"/>
                  <a:pt x="697746" y="104309"/>
                </a:cubicBezTo>
                <a:cubicBezTo>
                  <a:pt x="677818" y="134201"/>
                  <a:pt x="648011" y="159599"/>
                  <a:pt x="610660" y="162366"/>
                </a:cubicBezTo>
                <a:cubicBezTo>
                  <a:pt x="494762" y="170951"/>
                  <a:pt x="378431" y="172043"/>
                  <a:pt x="262317" y="176881"/>
                </a:cubicBezTo>
                <a:lnTo>
                  <a:pt x="175232" y="205909"/>
                </a:lnTo>
                <a:lnTo>
                  <a:pt x="131689" y="220424"/>
                </a:lnTo>
                <a:cubicBezTo>
                  <a:pt x="102660" y="215586"/>
                  <a:pt x="70925" y="219070"/>
                  <a:pt x="44603" y="205909"/>
                </a:cubicBezTo>
                <a:cubicBezTo>
                  <a:pt x="0" y="183607"/>
                  <a:pt x="16499" y="136019"/>
                  <a:pt x="30089" y="104309"/>
                </a:cubicBezTo>
                <a:cubicBezTo>
                  <a:pt x="36961" y="88276"/>
                  <a:pt x="44159" y="69741"/>
                  <a:pt x="59117" y="60766"/>
                </a:cubicBezTo>
                <a:cubicBezTo>
                  <a:pt x="71563" y="53298"/>
                  <a:pt x="61537" y="51090"/>
                  <a:pt x="88146" y="46252"/>
                </a:cubicBez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57" name="Google Shape;257;p3"/>
          <p:cNvSpPr/>
          <p:nvPr/>
        </p:nvSpPr>
        <p:spPr>
          <a:xfrm>
            <a:off x="4065009" y="4368800"/>
            <a:ext cx="190951" cy="356069"/>
          </a:xfrm>
          <a:custGeom>
            <a:avLst/>
            <a:gdLst/>
            <a:ahLst/>
            <a:cxnLst/>
            <a:rect l="l" t="t" r="r" b="b"/>
            <a:pathLst>
              <a:path w="190951" h="356069" extrusionOk="0">
                <a:moveTo>
                  <a:pt x="42534" y="203200"/>
                </a:moveTo>
                <a:cubicBezTo>
                  <a:pt x="44953" y="166914"/>
                  <a:pt x="0" y="95869"/>
                  <a:pt x="42534" y="29029"/>
                </a:cubicBezTo>
                <a:cubicBezTo>
                  <a:pt x="58962" y="3214"/>
                  <a:pt x="129620" y="0"/>
                  <a:pt x="129620" y="0"/>
                </a:cubicBezTo>
                <a:cubicBezTo>
                  <a:pt x="166449" y="110489"/>
                  <a:pt x="152647" y="57081"/>
                  <a:pt x="173162" y="159657"/>
                </a:cubicBezTo>
                <a:cubicBezTo>
                  <a:pt x="168324" y="208038"/>
                  <a:pt x="190951" y="268459"/>
                  <a:pt x="158648" y="304800"/>
                </a:cubicBezTo>
                <a:cubicBezTo>
                  <a:pt x="113076" y="356069"/>
                  <a:pt x="38650" y="283950"/>
                  <a:pt x="28020" y="246743"/>
                </a:cubicBezTo>
                <a:cubicBezTo>
                  <a:pt x="22704" y="228135"/>
                  <a:pt x="40115" y="239486"/>
                  <a:pt x="42534" y="203200"/>
                </a:cubicBez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58" name="Google Shape;258;p3"/>
          <p:cNvSpPr txBox="1"/>
          <p:nvPr/>
        </p:nvSpPr>
        <p:spPr>
          <a:xfrm>
            <a:off x="1371600" y="1295400"/>
            <a:ext cx="17526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Lateral corticospinal tract</a:t>
            </a:r>
            <a:endParaRPr sz="1400" b="0" i="0" u="none" strike="noStrike" cap="none">
              <a:solidFill>
                <a:srgbClr val="000000"/>
              </a:solidFill>
              <a:latin typeface="Arial"/>
              <a:ea typeface="Arial"/>
              <a:cs typeface="Arial"/>
              <a:sym typeface="Arial"/>
            </a:endParaRPr>
          </a:p>
        </p:txBody>
      </p:sp>
      <p:sp>
        <p:nvSpPr>
          <p:cNvPr id="259" name="Google Shape;259;p3"/>
          <p:cNvSpPr txBox="1"/>
          <p:nvPr/>
        </p:nvSpPr>
        <p:spPr>
          <a:xfrm>
            <a:off x="4648200" y="685800"/>
            <a:ext cx="12192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Fasciculus Gracilis</a:t>
            </a:r>
            <a:endParaRPr sz="1400" b="1" i="0" u="none" strike="noStrike" cap="none">
              <a:solidFill>
                <a:schemeClr val="dk1"/>
              </a:solidFill>
              <a:latin typeface="Times"/>
              <a:ea typeface="Times"/>
              <a:cs typeface="Times"/>
              <a:sym typeface="Times"/>
            </a:endParaRPr>
          </a:p>
        </p:txBody>
      </p:sp>
      <p:sp>
        <p:nvSpPr>
          <p:cNvPr id="260" name="Google Shape;260;p3"/>
          <p:cNvSpPr txBox="1"/>
          <p:nvPr/>
        </p:nvSpPr>
        <p:spPr>
          <a:xfrm>
            <a:off x="0" y="5181600"/>
            <a:ext cx="2286000" cy="307777"/>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Anterolateral System</a:t>
            </a:r>
            <a:endParaRPr sz="1400" b="0" i="0" u="none" strike="noStrike" cap="none">
              <a:solidFill>
                <a:srgbClr val="000000"/>
              </a:solidFill>
              <a:latin typeface="Arial"/>
              <a:ea typeface="Arial"/>
              <a:cs typeface="Arial"/>
              <a:sym typeface="Arial"/>
            </a:endParaRPr>
          </a:p>
        </p:txBody>
      </p:sp>
      <p:sp>
        <p:nvSpPr>
          <p:cNvPr id="261" name="Google Shape;261;p3"/>
          <p:cNvSpPr txBox="1"/>
          <p:nvPr/>
        </p:nvSpPr>
        <p:spPr>
          <a:xfrm>
            <a:off x="0" y="4495800"/>
            <a:ext cx="19050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Medullary Reticulospinal tract</a:t>
            </a:r>
            <a:endParaRPr sz="1400" b="0" i="0" u="none" strike="noStrike" cap="none">
              <a:solidFill>
                <a:srgbClr val="000000"/>
              </a:solidFill>
              <a:latin typeface="Arial"/>
              <a:ea typeface="Arial"/>
              <a:cs typeface="Arial"/>
              <a:sym typeface="Arial"/>
            </a:endParaRPr>
          </a:p>
        </p:txBody>
      </p:sp>
      <p:sp>
        <p:nvSpPr>
          <p:cNvPr id="262" name="Google Shape;262;p3"/>
          <p:cNvSpPr txBox="1"/>
          <p:nvPr/>
        </p:nvSpPr>
        <p:spPr>
          <a:xfrm>
            <a:off x="762000" y="5562600"/>
            <a:ext cx="19812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Pontine reticulospinal tract</a:t>
            </a:r>
            <a:endParaRPr sz="1400" b="0" i="0" u="none" strike="noStrike" cap="none">
              <a:solidFill>
                <a:srgbClr val="000000"/>
              </a:solidFill>
              <a:latin typeface="Arial"/>
              <a:ea typeface="Arial"/>
              <a:cs typeface="Arial"/>
              <a:sym typeface="Arial"/>
            </a:endParaRPr>
          </a:p>
        </p:txBody>
      </p:sp>
      <p:sp>
        <p:nvSpPr>
          <p:cNvPr id="263" name="Google Shape;263;p3"/>
          <p:cNvSpPr txBox="1"/>
          <p:nvPr/>
        </p:nvSpPr>
        <p:spPr>
          <a:xfrm>
            <a:off x="2971800" y="5715000"/>
            <a:ext cx="18288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Lateral Vestibulospinal tract</a:t>
            </a:r>
            <a:endParaRPr sz="1400" b="0" i="0" u="none" strike="noStrike" cap="none">
              <a:solidFill>
                <a:srgbClr val="000000"/>
              </a:solidFill>
              <a:latin typeface="Arial"/>
              <a:ea typeface="Arial"/>
              <a:cs typeface="Arial"/>
              <a:sym typeface="Arial"/>
            </a:endParaRPr>
          </a:p>
        </p:txBody>
      </p:sp>
      <p:sp>
        <p:nvSpPr>
          <p:cNvPr id="264" name="Google Shape;264;p3"/>
          <p:cNvSpPr txBox="1"/>
          <p:nvPr/>
        </p:nvSpPr>
        <p:spPr>
          <a:xfrm>
            <a:off x="3200400" y="304800"/>
            <a:ext cx="1219200" cy="523220"/>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Fasciculs Cuneatus</a:t>
            </a:r>
            <a:endParaRPr sz="1400" b="1" i="0" u="none" strike="noStrike" cap="none">
              <a:solidFill>
                <a:schemeClr val="dk1"/>
              </a:solidFill>
              <a:latin typeface="Times"/>
              <a:ea typeface="Times"/>
              <a:cs typeface="Times"/>
              <a:sym typeface="Times"/>
            </a:endParaRPr>
          </a:p>
        </p:txBody>
      </p:sp>
      <p:sp>
        <p:nvSpPr>
          <p:cNvPr id="265" name="Google Shape;265;p3"/>
          <p:cNvSpPr txBox="1"/>
          <p:nvPr/>
        </p:nvSpPr>
        <p:spPr>
          <a:xfrm>
            <a:off x="228600" y="3657600"/>
            <a:ext cx="1524000" cy="738664"/>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Ventral Spinocerebellar Tract</a:t>
            </a:r>
            <a:endParaRPr sz="1400" b="0" i="0" u="none" strike="noStrike" cap="none">
              <a:solidFill>
                <a:srgbClr val="000000"/>
              </a:solidFill>
              <a:latin typeface="Arial"/>
              <a:ea typeface="Arial"/>
              <a:cs typeface="Arial"/>
              <a:sym typeface="Arial"/>
            </a:endParaRPr>
          </a:p>
        </p:txBody>
      </p:sp>
      <p:sp>
        <p:nvSpPr>
          <p:cNvPr id="266" name="Google Shape;266;p3"/>
          <p:cNvSpPr txBox="1"/>
          <p:nvPr/>
        </p:nvSpPr>
        <p:spPr>
          <a:xfrm>
            <a:off x="533400" y="1981200"/>
            <a:ext cx="1524000" cy="738664"/>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Dorsal Spinocerebellar Tract</a:t>
            </a:r>
            <a:endParaRPr sz="1400" b="0" i="0" u="none" strike="noStrike" cap="none">
              <a:solidFill>
                <a:srgbClr val="000000"/>
              </a:solidFill>
              <a:latin typeface="Arial"/>
              <a:ea typeface="Arial"/>
              <a:cs typeface="Arial"/>
              <a:sym typeface="Arial"/>
            </a:endParaRPr>
          </a:p>
        </p:txBody>
      </p:sp>
      <p:sp>
        <p:nvSpPr>
          <p:cNvPr id="267" name="Google Shape;267;p3"/>
          <p:cNvSpPr txBox="1"/>
          <p:nvPr/>
        </p:nvSpPr>
        <p:spPr>
          <a:xfrm>
            <a:off x="5029200" y="5562600"/>
            <a:ext cx="19050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Anterior Corticospinal Tract</a:t>
            </a:r>
            <a:endParaRPr sz="1400" b="0" i="0" u="none" strike="noStrike" cap="none">
              <a:solidFill>
                <a:srgbClr val="000000"/>
              </a:solidFill>
              <a:latin typeface="Arial"/>
              <a:ea typeface="Arial"/>
              <a:cs typeface="Arial"/>
              <a:sym typeface="Arial"/>
            </a:endParaRPr>
          </a:p>
        </p:txBody>
      </p:sp>
      <p:sp>
        <p:nvSpPr>
          <p:cNvPr id="268" name="Google Shape;268;p3"/>
          <p:cNvSpPr txBox="1"/>
          <p:nvPr/>
        </p:nvSpPr>
        <p:spPr>
          <a:xfrm>
            <a:off x="2133600" y="685800"/>
            <a:ext cx="12192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Dorsolateral Funiculus</a:t>
            </a:r>
            <a:endParaRPr sz="1400" b="1" i="0" u="none" strike="noStrike" cap="none">
              <a:solidFill>
                <a:schemeClr val="dk1"/>
              </a:solidFill>
              <a:latin typeface="Times"/>
              <a:ea typeface="Times"/>
              <a:cs typeface="Times"/>
              <a:sym typeface="Times"/>
            </a:endParaRPr>
          </a:p>
        </p:txBody>
      </p:sp>
      <p:cxnSp>
        <p:nvCxnSpPr>
          <p:cNvPr id="269" name="Google Shape;269;p3"/>
          <p:cNvCxnSpPr/>
          <p:nvPr/>
        </p:nvCxnSpPr>
        <p:spPr>
          <a:xfrm rot="5400000">
            <a:off x="4610100" y="1257300"/>
            <a:ext cx="533400" cy="4572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270" name="Google Shape;270;p3"/>
          <p:cNvCxnSpPr>
            <a:endCxn id="247" idx="2"/>
          </p:cNvCxnSpPr>
          <p:nvPr/>
        </p:nvCxnSpPr>
        <p:spPr>
          <a:xfrm flipH="1">
            <a:off x="3879601" y="838200"/>
            <a:ext cx="82800" cy="7698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271" name="Google Shape;271;p3"/>
          <p:cNvCxnSpPr>
            <a:endCxn id="248" idx="1"/>
          </p:cNvCxnSpPr>
          <p:nvPr/>
        </p:nvCxnSpPr>
        <p:spPr>
          <a:xfrm>
            <a:off x="3276600" y="1143000"/>
            <a:ext cx="279300" cy="6858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272" name="Google Shape;272;p3"/>
          <p:cNvCxnSpPr/>
          <p:nvPr/>
        </p:nvCxnSpPr>
        <p:spPr>
          <a:xfrm rot="-5400000" flipH="1">
            <a:off x="2628900" y="2095500"/>
            <a:ext cx="990600" cy="1524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273" name="Google Shape;273;p3"/>
          <p:cNvCxnSpPr/>
          <p:nvPr/>
        </p:nvCxnSpPr>
        <p:spPr>
          <a:xfrm>
            <a:off x="1981200" y="2209800"/>
            <a:ext cx="533400" cy="1524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274" name="Google Shape;274;p3"/>
          <p:cNvCxnSpPr>
            <a:endCxn id="250" idx="39"/>
          </p:cNvCxnSpPr>
          <p:nvPr/>
        </p:nvCxnSpPr>
        <p:spPr>
          <a:xfrm>
            <a:off x="1371600" y="4267200"/>
            <a:ext cx="762000" cy="1500"/>
          </a:xfrm>
          <a:prstGeom prst="straightConnector1">
            <a:avLst/>
          </a:prstGeom>
          <a:solidFill>
            <a:schemeClr val="accent1"/>
          </a:solidFill>
          <a:ln w="28575" cap="flat" cmpd="sng">
            <a:solidFill>
              <a:schemeClr val="dk1"/>
            </a:solidFill>
            <a:prstDash val="solid"/>
            <a:round/>
            <a:headEnd type="none" w="sm" len="sm"/>
            <a:tailEnd type="stealth" w="med" len="med"/>
          </a:ln>
        </p:spPr>
      </p:cxnSp>
      <p:sp>
        <p:nvSpPr>
          <p:cNvPr id="275" name="Google Shape;275;p3"/>
          <p:cNvSpPr txBox="1"/>
          <p:nvPr/>
        </p:nvSpPr>
        <p:spPr>
          <a:xfrm>
            <a:off x="304800" y="2895600"/>
            <a:ext cx="1219200" cy="523220"/>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Rubrospinal Tract</a:t>
            </a:r>
            <a:endParaRPr sz="1400" b="0" i="0" u="none" strike="noStrike" cap="none">
              <a:solidFill>
                <a:srgbClr val="000000"/>
              </a:solidFill>
              <a:latin typeface="Arial"/>
              <a:ea typeface="Arial"/>
              <a:cs typeface="Arial"/>
              <a:sym typeface="Arial"/>
            </a:endParaRPr>
          </a:p>
        </p:txBody>
      </p:sp>
      <p:cxnSp>
        <p:nvCxnSpPr>
          <p:cNvPr id="276" name="Google Shape;276;p3"/>
          <p:cNvCxnSpPr/>
          <p:nvPr/>
        </p:nvCxnSpPr>
        <p:spPr>
          <a:xfrm>
            <a:off x="1371600" y="3276600"/>
            <a:ext cx="1066800" cy="762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277" name="Google Shape;277;p3"/>
          <p:cNvCxnSpPr/>
          <p:nvPr/>
        </p:nvCxnSpPr>
        <p:spPr>
          <a:xfrm rot="10800000" flipH="1">
            <a:off x="2133600" y="4267200"/>
            <a:ext cx="990600" cy="9906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278" name="Google Shape;278;p3"/>
          <p:cNvCxnSpPr>
            <a:endCxn id="255" idx="1"/>
          </p:cNvCxnSpPr>
          <p:nvPr/>
        </p:nvCxnSpPr>
        <p:spPr>
          <a:xfrm rot="10800000" flipH="1">
            <a:off x="3352800" y="5167201"/>
            <a:ext cx="275700" cy="6240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279" name="Google Shape;279;p3"/>
          <p:cNvCxnSpPr>
            <a:endCxn id="256" idx="10"/>
          </p:cNvCxnSpPr>
          <p:nvPr/>
        </p:nvCxnSpPr>
        <p:spPr>
          <a:xfrm rot="10800000" flipH="1">
            <a:off x="2667000" y="5031900"/>
            <a:ext cx="590700" cy="5307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280" name="Google Shape;280;p3"/>
          <p:cNvCxnSpPr>
            <a:endCxn id="257" idx="3"/>
          </p:cNvCxnSpPr>
          <p:nvPr/>
        </p:nvCxnSpPr>
        <p:spPr>
          <a:xfrm rot="10800000">
            <a:off x="4238100" y="4528500"/>
            <a:ext cx="1019700" cy="10341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281" name="Google Shape;281;p3"/>
          <p:cNvCxnSpPr>
            <a:endCxn id="254" idx="6"/>
          </p:cNvCxnSpPr>
          <p:nvPr/>
        </p:nvCxnSpPr>
        <p:spPr>
          <a:xfrm rot="10800000" flipH="1">
            <a:off x="1752600" y="4020601"/>
            <a:ext cx="1629300" cy="780000"/>
          </a:xfrm>
          <a:prstGeom prst="straightConnector1">
            <a:avLst/>
          </a:prstGeom>
          <a:solidFill>
            <a:schemeClr val="accent1"/>
          </a:solidFill>
          <a:ln w="28575" cap="flat" cmpd="sng">
            <a:solidFill>
              <a:schemeClr val="dk1"/>
            </a:solidFill>
            <a:prstDash val="solid"/>
            <a:round/>
            <a:headEnd type="none" w="sm" len="sm"/>
            <a:tailEnd type="stealth" w="med" len="med"/>
          </a:ln>
        </p:spPr>
      </p:cxnSp>
      <p:sp>
        <p:nvSpPr>
          <p:cNvPr id="282" name="Google Shape;282;p3"/>
          <p:cNvSpPr txBox="1"/>
          <p:nvPr/>
        </p:nvSpPr>
        <p:spPr>
          <a:xfrm>
            <a:off x="7162800" y="1143000"/>
            <a:ext cx="152400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a:ea typeface="Times"/>
                <a:cs typeface="Times"/>
                <a:sym typeface="Times"/>
              </a:rPr>
              <a:t>Thoracic</a:t>
            </a:r>
            <a:endParaRPr sz="1400" b="0" i="0" u="none" strike="noStrike" cap="none">
              <a:solidFill>
                <a:srgbClr val="000000"/>
              </a:solidFill>
              <a:latin typeface="Arial"/>
              <a:ea typeface="Arial"/>
              <a:cs typeface="Arial"/>
              <a:sym typeface="Arial"/>
            </a:endParaRPr>
          </a:p>
        </p:txBody>
      </p:sp>
      <p:sp>
        <p:nvSpPr>
          <p:cNvPr id="283" name="Google Shape;283;p3"/>
          <p:cNvSpPr/>
          <p:nvPr/>
        </p:nvSpPr>
        <p:spPr>
          <a:xfrm>
            <a:off x="4108775" y="3810000"/>
            <a:ext cx="293626" cy="200025"/>
          </a:xfrm>
          <a:custGeom>
            <a:avLst/>
            <a:gdLst/>
            <a:ahLst/>
            <a:cxnLst/>
            <a:rect l="l" t="t" r="r" b="b"/>
            <a:pathLst>
              <a:path w="293626" h="200025" extrusionOk="0">
                <a:moveTo>
                  <a:pt x="25075" y="0"/>
                </a:moveTo>
                <a:lnTo>
                  <a:pt x="25075" y="0"/>
                </a:lnTo>
                <a:cubicBezTo>
                  <a:pt x="120077" y="35626"/>
                  <a:pt x="75540" y="19997"/>
                  <a:pt x="158425" y="47625"/>
                </a:cubicBezTo>
                <a:cubicBezTo>
                  <a:pt x="167950" y="50800"/>
                  <a:pt x="178646" y="51581"/>
                  <a:pt x="187000" y="57150"/>
                </a:cubicBezTo>
                <a:cubicBezTo>
                  <a:pt x="196525" y="63500"/>
                  <a:pt x="205114" y="71551"/>
                  <a:pt x="215575" y="76200"/>
                </a:cubicBezTo>
                <a:cubicBezTo>
                  <a:pt x="233925" y="84355"/>
                  <a:pt x="272725" y="95250"/>
                  <a:pt x="272725" y="95250"/>
                </a:cubicBezTo>
                <a:cubicBezTo>
                  <a:pt x="279075" y="104775"/>
                  <a:pt x="290156" y="112492"/>
                  <a:pt x="291775" y="123825"/>
                </a:cubicBezTo>
                <a:cubicBezTo>
                  <a:pt x="293626" y="136784"/>
                  <a:pt x="290428" y="151703"/>
                  <a:pt x="282250" y="161925"/>
                </a:cubicBezTo>
                <a:cubicBezTo>
                  <a:pt x="275978" y="169765"/>
                  <a:pt x="263415" y="169015"/>
                  <a:pt x="253675" y="171450"/>
                </a:cubicBezTo>
                <a:cubicBezTo>
                  <a:pt x="237969" y="175377"/>
                  <a:pt x="221756" y="177048"/>
                  <a:pt x="206050" y="180975"/>
                </a:cubicBezTo>
                <a:cubicBezTo>
                  <a:pt x="196310" y="183410"/>
                  <a:pt x="187129" y="187742"/>
                  <a:pt x="177475" y="190500"/>
                </a:cubicBezTo>
                <a:cubicBezTo>
                  <a:pt x="164888" y="194096"/>
                  <a:pt x="152075" y="196850"/>
                  <a:pt x="139375" y="200025"/>
                </a:cubicBezTo>
                <a:cubicBezTo>
                  <a:pt x="117425" y="196367"/>
                  <a:pt x="77098" y="192699"/>
                  <a:pt x="53650" y="180975"/>
                </a:cubicBezTo>
                <a:cubicBezTo>
                  <a:pt x="43411" y="175855"/>
                  <a:pt x="34600" y="168275"/>
                  <a:pt x="25075" y="161925"/>
                </a:cubicBezTo>
                <a:cubicBezTo>
                  <a:pt x="703" y="88808"/>
                  <a:pt x="0" y="114098"/>
                  <a:pt x="15550" y="28575"/>
                </a:cubicBezTo>
                <a:cubicBezTo>
                  <a:pt x="17346" y="18697"/>
                  <a:pt x="17975" y="7100"/>
                  <a:pt x="25075" y="0"/>
                </a:cubicBezTo>
                <a:lnTo>
                  <a:pt x="25075" y="0"/>
                </a:lnTo>
                <a:close/>
              </a:path>
            </a:pathLst>
          </a:custGeom>
          <a:solidFill>
            <a:schemeClr val="accent1">
              <a:alpha val="1450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cxnSp>
        <p:nvCxnSpPr>
          <p:cNvPr id="284" name="Google Shape;284;p3"/>
          <p:cNvCxnSpPr>
            <a:stCxn id="285" idx="1"/>
            <a:endCxn id="283" idx="10"/>
          </p:cNvCxnSpPr>
          <p:nvPr/>
        </p:nvCxnSpPr>
        <p:spPr>
          <a:xfrm rot="10800000">
            <a:off x="4286100" y="4000489"/>
            <a:ext cx="2190900" cy="1182600"/>
          </a:xfrm>
          <a:prstGeom prst="straightConnector1">
            <a:avLst/>
          </a:prstGeom>
          <a:solidFill>
            <a:schemeClr val="accent1"/>
          </a:solidFill>
          <a:ln w="28575" cap="flat" cmpd="sng">
            <a:solidFill>
              <a:schemeClr val="dk1"/>
            </a:solidFill>
            <a:prstDash val="solid"/>
            <a:round/>
            <a:headEnd type="none" w="sm" len="sm"/>
            <a:tailEnd type="stealth" w="med" len="med"/>
          </a:ln>
        </p:spPr>
      </p:cxnSp>
      <p:sp>
        <p:nvSpPr>
          <p:cNvPr id="285" name="Google Shape;285;p3"/>
          <p:cNvSpPr txBox="1"/>
          <p:nvPr/>
        </p:nvSpPr>
        <p:spPr>
          <a:xfrm>
            <a:off x="6477000" y="5029200"/>
            <a:ext cx="1905000" cy="307777"/>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Nucleus Clarke</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7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6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7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7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7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6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7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6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7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6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7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6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8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6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28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26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285"/>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284"/>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2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pic>
        <p:nvPicPr>
          <p:cNvPr id="291" name="Google Shape;291;p4" descr="Plate 04.jpg                                                   00000158WD Passport                    00000000:"/>
          <p:cNvPicPr preferRelativeResize="0"/>
          <p:nvPr/>
        </p:nvPicPr>
        <p:blipFill rotWithShape="1">
          <a:blip r:embed="rId3">
            <a:alphaModFix/>
          </a:blip>
          <a:srcRect/>
          <a:stretch/>
        </p:blipFill>
        <p:spPr>
          <a:xfrm>
            <a:off x="304800" y="304800"/>
            <a:ext cx="9144000" cy="6200775"/>
          </a:xfrm>
          <a:prstGeom prst="rect">
            <a:avLst/>
          </a:prstGeom>
          <a:noFill/>
          <a:ln>
            <a:noFill/>
          </a:ln>
        </p:spPr>
      </p:pic>
      <p:sp>
        <p:nvSpPr>
          <p:cNvPr id="292" name="Google Shape;292;p4"/>
          <p:cNvSpPr/>
          <p:nvPr/>
        </p:nvSpPr>
        <p:spPr>
          <a:xfrm>
            <a:off x="4365626" y="1423987"/>
            <a:ext cx="625857" cy="2361432"/>
          </a:xfrm>
          <a:custGeom>
            <a:avLst/>
            <a:gdLst/>
            <a:ahLst/>
            <a:cxnLst/>
            <a:rect l="l" t="t" r="r" b="b"/>
            <a:pathLst>
              <a:path w="625857" h="2299746" extrusionOk="0">
                <a:moveTo>
                  <a:pt x="366031" y="43543"/>
                </a:moveTo>
                <a:cubicBezTo>
                  <a:pt x="370869" y="58057"/>
                  <a:pt x="377226" y="72150"/>
                  <a:pt x="380545" y="87085"/>
                </a:cubicBezTo>
                <a:cubicBezTo>
                  <a:pt x="395025" y="152243"/>
                  <a:pt x="402585" y="241899"/>
                  <a:pt x="409574" y="304800"/>
                </a:cubicBezTo>
                <a:cubicBezTo>
                  <a:pt x="414412" y="493486"/>
                  <a:pt x="417102" y="682239"/>
                  <a:pt x="424088" y="870857"/>
                </a:cubicBezTo>
                <a:cubicBezTo>
                  <a:pt x="426780" y="943540"/>
                  <a:pt x="432302" y="1016112"/>
                  <a:pt x="438603" y="1088571"/>
                </a:cubicBezTo>
                <a:cubicBezTo>
                  <a:pt x="441982" y="1127430"/>
                  <a:pt x="448560" y="1165946"/>
                  <a:pt x="453117" y="1204685"/>
                </a:cubicBezTo>
                <a:cubicBezTo>
                  <a:pt x="458236" y="1248196"/>
                  <a:pt x="463993" y="1291654"/>
                  <a:pt x="467631" y="1335314"/>
                </a:cubicBezTo>
                <a:cubicBezTo>
                  <a:pt x="502484" y="1753556"/>
                  <a:pt x="463617" y="1386282"/>
                  <a:pt x="496660" y="1683657"/>
                </a:cubicBezTo>
                <a:cubicBezTo>
                  <a:pt x="494266" y="1769833"/>
                  <a:pt x="625857" y="2154948"/>
                  <a:pt x="438603" y="2235200"/>
                </a:cubicBezTo>
                <a:cubicBezTo>
                  <a:pt x="420268" y="2243058"/>
                  <a:pt x="399726" y="2244234"/>
                  <a:pt x="380545" y="2249714"/>
                </a:cubicBezTo>
                <a:cubicBezTo>
                  <a:pt x="365835" y="2253917"/>
                  <a:pt x="351517" y="2259390"/>
                  <a:pt x="337003" y="2264228"/>
                </a:cubicBezTo>
                <a:cubicBezTo>
                  <a:pt x="322489" y="2273904"/>
                  <a:pt x="310818" y="2291521"/>
                  <a:pt x="293460" y="2293257"/>
                </a:cubicBezTo>
                <a:cubicBezTo>
                  <a:pt x="259419" y="2296661"/>
                  <a:pt x="218864" y="2299746"/>
                  <a:pt x="191860" y="2278743"/>
                </a:cubicBezTo>
                <a:cubicBezTo>
                  <a:pt x="167707" y="2259957"/>
                  <a:pt x="176515" y="2219026"/>
                  <a:pt x="162831" y="2191657"/>
                </a:cubicBezTo>
                <a:lnTo>
                  <a:pt x="133803" y="2133600"/>
                </a:lnTo>
                <a:cubicBezTo>
                  <a:pt x="128965" y="2104571"/>
                  <a:pt x="125672" y="2075242"/>
                  <a:pt x="119288" y="2046514"/>
                </a:cubicBezTo>
                <a:cubicBezTo>
                  <a:pt x="115969" y="2031579"/>
                  <a:pt x="107511" y="2018024"/>
                  <a:pt x="104774" y="2002971"/>
                </a:cubicBezTo>
                <a:cubicBezTo>
                  <a:pt x="97797" y="1964594"/>
                  <a:pt x="95415" y="1925521"/>
                  <a:pt x="90260" y="1886857"/>
                </a:cubicBezTo>
                <a:cubicBezTo>
                  <a:pt x="85739" y="1852947"/>
                  <a:pt x="80583" y="1819124"/>
                  <a:pt x="75745" y="1785257"/>
                </a:cubicBezTo>
                <a:cubicBezTo>
                  <a:pt x="70907" y="1717524"/>
                  <a:pt x="68465" y="1649576"/>
                  <a:pt x="61231" y="1582057"/>
                </a:cubicBezTo>
                <a:cubicBezTo>
                  <a:pt x="53942" y="1514025"/>
                  <a:pt x="32203" y="1378857"/>
                  <a:pt x="32203" y="1378857"/>
                </a:cubicBezTo>
                <a:cubicBezTo>
                  <a:pt x="27365" y="1156305"/>
                  <a:pt x="25927" y="933652"/>
                  <a:pt x="17688" y="711200"/>
                </a:cubicBezTo>
                <a:cubicBezTo>
                  <a:pt x="16244" y="672221"/>
                  <a:pt x="3174" y="634091"/>
                  <a:pt x="3174" y="595085"/>
                </a:cubicBezTo>
                <a:cubicBezTo>
                  <a:pt x="3174" y="430519"/>
                  <a:pt x="0" y="265213"/>
                  <a:pt x="17688" y="101600"/>
                </a:cubicBezTo>
                <a:cubicBezTo>
                  <a:pt x="19894" y="81193"/>
                  <a:pt x="43288" y="68026"/>
                  <a:pt x="61231" y="58057"/>
                </a:cubicBezTo>
                <a:cubicBezTo>
                  <a:pt x="87979" y="43197"/>
                  <a:pt x="118632" y="36449"/>
                  <a:pt x="148317" y="29028"/>
                </a:cubicBezTo>
                <a:cubicBezTo>
                  <a:pt x="221217" y="10803"/>
                  <a:pt x="187450" y="20822"/>
                  <a:pt x="249917" y="0"/>
                </a:cubicBezTo>
                <a:cubicBezTo>
                  <a:pt x="304520" y="13651"/>
                  <a:pt x="314728" y="2371"/>
                  <a:pt x="337003" y="58057"/>
                </a:cubicBezTo>
                <a:cubicBezTo>
                  <a:pt x="340597" y="67041"/>
                  <a:pt x="337003" y="77409"/>
                  <a:pt x="337003" y="87085"/>
                </a:cubicBezTo>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93" name="Google Shape;293;p4"/>
          <p:cNvSpPr/>
          <p:nvPr/>
        </p:nvSpPr>
        <p:spPr>
          <a:xfrm>
            <a:off x="3093937" y="1471158"/>
            <a:ext cx="1409844" cy="2334311"/>
          </a:xfrm>
          <a:custGeom>
            <a:avLst/>
            <a:gdLst/>
            <a:ahLst/>
            <a:cxnLst/>
            <a:rect l="l" t="t" r="r" b="b"/>
            <a:pathLst>
              <a:path w="1409844" h="2334311" extrusionOk="0">
                <a:moveTo>
                  <a:pt x="84692" y="406400"/>
                </a:moveTo>
                <a:cubicBezTo>
                  <a:pt x="113720" y="387048"/>
                  <a:pt x="140572" y="363945"/>
                  <a:pt x="229834" y="319315"/>
                </a:cubicBezTo>
                <a:cubicBezTo>
                  <a:pt x="239510" y="304801"/>
                  <a:pt x="245241" y="286669"/>
                  <a:pt x="258863" y="275772"/>
                </a:cubicBezTo>
                <a:cubicBezTo>
                  <a:pt x="270810" y="266215"/>
                  <a:pt x="289032" y="268688"/>
                  <a:pt x="302406" y="261258"/>
                </a:cubicBezTo>
                <a:cubicBezTo>
                  <a:pt x="332904" y="244315"/>
                  <a:pt x="356394" y="214233"/>
                  <a:pt x="389492" y="203200"/>
                </a:cubicBezTo>
                <a:cubicBezTo>
                  <a:pt x="404006" y="198362"/>
                  <a:pt x="419660" y="196116"/>
                  <a:pt x="433034" y="188686"/>
                </a:cubicBezTo>
                <a:cubicBezTo>
                  <a:pt x="433049" y="188678"/>
                  <a:pt x="541884" y="116119"/>
                  <a:pt x="563663" y="101600"/>
                </a:cubicBezTo>
                <a:cubicBezTo>
                  <a:pt x="578177" y="91924"/>
                  <a:pt x="590657" y="78088"/>
                  <a:pt x="607206" y="72572"/>
                </a:cubicBezTo>
                <a:lnTo>
                  <a:pt x="650749" y="58058"/>
                </a:lnTo>
                <a:cubicBezTo>
                  <a:pt x="665263" y="48382"/>
                  <a:pt x="678351" y="36114"/>
                  <a:pt x="694292" y="29029"/>
                </a:cubicBezTo>
                <a:cubicBezTo>
                  <a:pt x="722253" y="16602"/>
                  <a:pt x="781377" y="0"/>
                  <a:pt x="781377" y="0"/>
                </a:cubicBezTo>
                <a:cubicBezTo>
                  <a:pt x="829758" y="4838"/>
                  <a:pt x="878730" y="5554"/>
                  <a:pt x="926520" y="14515"/>
                </a:cubicBezTo>
                <a:cubicBezTo>
                  <a:pt x="956595" y="20154"/>
                  <a:pt x="1013606" y="43543"/>
                  <a:pt x="1013606" y="43543"/>
                </a:cubicBezTo>
                <a:cubicBezTo>
                  <a:pt x="1052310" y="159658"/>
                  <a:pt x="994254" y="24191"/>
                  <a:pt x="1071663" y="101600"/>
                </a:cubicBezTo>
                <a:cubicBezTo>
                  <a:pt x="1082481" y="112418"/>
                  <a:pt x="1079335" y="131459"/>
                  <a:pt x="1086177" y="145143"/>
                </a:cubicBezTo>
                <a:cubicBezTo>
                  <a:pt x="1093978" y="160745"/>
                  <a:pt x="1105530" y="174172"/>
                  <a:pt x="1115206" y="188686"/>
                </a:cubicBezTo>
                <a:lnTo>
                  <a:pt x="1158749" y="319315"/>
                </a:lnTo>
                <a:cubicBezTo>
                  <a:pt x="1163587" y="333829"/>
                  <a:pt x="1169552" y="348015"/>
                  <a:pt x="1173263" y="362858"/>
                </a:cubicBezTo>
                <a:lnTo>
                  <a:pt x="1187777" y="420915"/>
                </a:lnTo>
                <a:cubicBezTo>
                  <a:pt x="1223092" y="809358"/>
                  <a:pt x="1183520" y="418006"/>
                  <a:pt x="1216806" y="667658"/>
                </a:cubicBezTo>
                <a:cubicBezTo>
                  <a:pt x="1222596" y="711084"/>
                  <a:pt x="1225124" y="754916"/>
                  <a:pt x="1231320" y="798286"/>
                </a:cubicBezTo>
                <a:cubicBezTo>
                  <a:pt x="1239644" y="856553"/>
                  <a:pt x="1255020" y="913842"/>
                  <a:pt x="1260349" y="972458"/>
                </a:cubicBezTo>
                <a:cubicBezTo>
                  <a:pt x="1295140" y="1355167"/>
                  <a:pt x="1256053" y="988086"/>
                  <a:pt x="1289377" y="1204686"/>
                </a:cubicBezTo>
                <a:cubicBezTo>
                  <a:pt x="1300554" y="1277338"/>
                  <a:pt x="1309437" y="1379677"/>
                  <a:pt x="1318406" y="1451429"/>
                </a:cubicBezTo>
                <a:cubicBezTo>
                  <a:pt x="1322649" y="1485375"/>
                  <a:pt x="1328399" y="1519119"/>
                  <a:pt x="1332920" y="1553029"/>
                </a:cubicBezTo>
                <a:cubicBezTo>
                  <a:pt x="1346216" y="1652752"/>
                  <a:pt x="1350598" y="1697613"/>
                  <a:pt x="1361949" y="1799772"/>
                </a:cubicBezTo>
                <a:cubicBezTo>
                  <a:pt x="1366787" y="1901372"/>
                  <a:pt x="1376463" y="2002857"/>
                  <a:pt x="1376463" y="2104572"/>
                </a:cubicBezTo>
                <a:cubicBezTo>
                  <a:pt x="1376463" y="2167653"/>
                  <a:pt x="1409844" y="2252205"/>
                  <a:pt x="1361949" y="2293258"/>
                </a:cubicBezTo>
                <a:cubicBezTo>
                  <a:pt x="1314054" y="2334311"/>
                  <a:pt x="1236158" y="2283581"/>
                  <a:pt x="1173263" y="2278743"/>
                </a:cubicBezTo>
                <a:cubicBezTo>
                  <a:pt x="1068841" y="2243937"/>
                  <a:pt x="1199264" y="2286173"/>
                  <a:pt x="1071663" y="2249715"/>
                </a:cubicBezTo>
                <a:cubicBezTo>
                  <a:pt x="1056952" y="2245512"/>
                  <a:pt x="1042634" y="2240038"/>
                  <a:pt x="1028120" y="2235200"/>
                </a:cubicBezTo>
                <a:cubicBezTo>
                  <a:pt x="1018444" y="2220686"/>
                  <a:pt x="1012713" y="2202555"/>
                  <a:pt x="999092" y="2191658"/>
                </a:cubicBezTo>
                <a:cubicBezTo>
                  <a:pt x="987145" y="2182100"/>
                  <a:pt x="966367" y="2187961"/>
                  <a:pt x="955549" y="2177143"/>
                </a:cubicBezTo>
                <a:cubicBezTo>
                  <a:pt x="864027" y="2085621"/>
                  <a:pt x="919479" y="2119518"/>
                  <a:pt x="882977" y="2046515"/>
                </a:cubicBezTo>
                <a:cubicBezTo>
                  <a:pt x="875176" y="2030913"/>
                  <a:pt x="861750" y="2018574"/>
                  <a:pt x="853949" y="2002972"/>
                </a:cubicBezTo>
                <a:cubicBezTo>
                  <a:pt x="842346" y="1979767"/>
                  <a:pt x="831123" y="1923081"/>
                  <a:pt x="824920" y="1901372"/>
                </a:cubicBezTo>
                <a:cubicBezTo>
                  <a:pt x="820717" y="1886661"/>
                  <a:pt x="814117" y="1872672"/>
                  <a:pt x="810406" y="1857829"/>
                </a:cubicBezTo>
                <a:cubicBezTo>
                  <a:pt x="804423" y="1833896"/>
                  <a:pt x="804554" y="1808357"/>
                  <a:pt x="795892" y="1785258"/>
                </a:cubicBezTo>
                <a:cubicBezTo>
                  <a:pt x="789767" y="1768925"/>
                  <a:pt x="776539" y="1756229"/>
                  <a:pt x="766863" y="1741715"/>
                </a:cubicBezTo>
                <a:cubicBezTo>
                  <a:pt x="713931" y="1582915"/>
                  <a:pt x="798350" y="1823448"/>
                  <a:pt x="723320" y="1654629"/>
                </a:cubicBezTo>
                <a:cubicBezTo>
                  <a:pt x="710893" y="1626667"/>
                  <a:pt x="703968" y="1596572"/>
                  <a:pt x="694292" y="1567543"/>
                </a:cubicBezTo>
                <a:lnTo>
                  <a:pt x="636234" y="1393372"/>
                </a:lnTo>
                <a:cubicBezTo>
                  <a:pt x="631396" y="1378858"/>
                  <a:pt x="636234" y="1354667"/>
                  <a:pt x="621720" y="1349829"/>
                </a:cubicBezTo>
                <a:lnTo>
                  <a:pt x="534634" y="1320800"/>
                </a:lnTo>
                <a:cubicBezTo>
                  <a:pt x="407426" y="1193592"/>
                  <a:pt x="563099" y="1354958"/>
                  <a:pt x="462063" y="1233715"/>
                </a:cubicBezTo>
                <a:cubicBezTo>
                  <a:pt x="427139" y="1191807"/>
                  <a:pt x="417791" y="1189686"/>
                  <a:pt x="374977" y="1161143"/>
                </a:cubicBezTo>
                <a:cubicBezTo>
                  <a:pt x="365301" y="1146629"/>
                  <a:pt x="360463" y="1127276"/>
                  <a:pt x="345949" y="1117600"/>
                </a:cubicBezTo>
                <a:cubicBezTo>
                  <a:pt x="329351" y="1106535"/>
                  <a:pt x="306227" y="1110944"/>
                  <a:pt x="287892" y="1103086"/>
                </a:cubicBezTo>
                <a:cubicBezTo>
                  <a:pt x="271858" y="1096215"/>
                  <a:pt x="258863" y="1083734"/>
                  <a:pt x="244349" y="1074058"/>
                </a:cubicBezTo>
                <a:cubicBezTo>
                  <a:pt x="234673" y="1059544"/>
                  <a:pt x="225459" y="1044710"/>
                  <a:pt x="215320" y="1030515"/>
                </a:cubicBezTo>
                <a:cubicBezTo>
                  <a:pt x="201260" y="1010830"/>
                  <a:pt x="182595" y="994095"/>
                  <a:pt x="171777" y="972458"/>
                </a:cubicBezTo>
                <a:cubicBezTo>
                  <a:pt x="143032" y="914967"/>
                  <a:pt x="156416" y="884525"/>
                  <a:pt x="113720" y="841829"/>
                </a:cubicBezTo>
                <a:cubicBezTo>
                  <a:pt x="101385" y="829494"/>
                  <a:pt x="84691" y="822476"/>
                  <a:pt x="70177" y="812800"/>
                </a:cubicBezTo>
                <a:lnTo>
                  <a:pt x="41149" y="725715"/>
                </a:lnTo>
                <a:lnTo>
                  <a:pt x="26634" y="682172"/>
                </a:lnTo>
                <a:cubicBezTo>
                  <a:pt x="16035" y="597375"/>
                  <a:pt x="0" y="558873"/>
                  <a:pt x="26634" y="478972"/>
                </a:cubicBezTo>
                <a:cubicBezTo>
                  <a:pt x="32150" y="462423"/>
                  <a:pt x="42041" y="446326"/>
                  <a:pt x="55663" y="435429"/>
                </a:cubicBezTo>
                <a:cubicBezTo>
                  <a:pt x="130393" y="375646"/>
                  <a:pt x="55664" y="425752"/>
                  <a:pt x="84692" y="406400"/>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94" name="Google Shape;294;p4"/>
          <p:cNvSpPr/>
          <p:nvPr/>
        </p:nvSpPr>
        <p:spPr>
          <a:xfrm>
            <a:off x="2803754" y="1886391"/>
            <a:ext cx="403903" cy="677416"/>
          </a:xfrm>
          <a:custGeom>
            <a:avLst/>
            <a:gdLst/>
            <a:ahLst/>
            <a:cxnLst/>
            <a:rect l="l" t="t" r="r" b="b"/>
            <a:pathLst>
              <a:path w="403903" h="677416" extrusionOk="0">
                <a:moveTo>
                  <a:pt x="55560" y="34710"/>
                </a:moveTo>
                <a:cubicBezTo>
                  <a:pt x="87008" y="32291"/>
                  <a:pt x="152646" y="27589"/>
                  <a:pt x="200703" y="20196"/>
                </a:cubicBezTo>
                <a:cubicBezTo>
                  <a:pt x="215825" y="17870"/>
                  <a:pt x="230041" y="0"/>
                  <a:pt x="244246" y="5682"/>
                </a:cubicBezTo>
                <a:cubicBezTo>
                  <a:pt x="260442" y="12161"/>
                  <a:pt x="263599" y="34711"/>
                  <a:pt x="273275" y="49225"/>
                </a:cubicBezTo>
                <a:cubicBezTo>
                  <a:pt x="278113" y="78253"/>
                  <a:pt x="281623" y="107534"/>
                  <a:pt x="287789" y="136310"/>
                </a:cubicBezTo>
                <a:cubicBezTo>
                  <a:pt x="296148" y="175321"/>
                  <a:pt x="308992" y="213304"/>
                  <a:pt x="316817" y="252425"/>
                </a:cubicBezTo>
                <a:cubicBezTo>
                  <a:pt x="326793" y="302301"/>
                  <a:pt x="332183" y="335231"/>
                  <a:pt x="345846" y="383053"/>
                </a:cubicBezTo>
                <a:cubicBezTo>
                  <a:pt x="350049" y="397764"/>
                  <a:pt x="356157" y="411885"/>
                  <a:pt x="360360" y="426596"/>
                </a:cubicBezTo>
                <a:cubicBezTo>
                  <a:pt x="378063" y="488556"/>
                  <a:pt x="374420" y="489864"/>
                  <a:pt x="389389" y="557225"/>
                </a:cubicBezTo>
                <a:cubicBezTo>
                  <a:pt x="393716" y="576698"/>
                  <a:pt x="399065" y="595930"/>
                  <a:pt x="403903" y="615282"/>
                </a:cubicBezTo>
                <a:cubicBezTo>
                  <a:pt x="374874" y="624958"/>
                  <a:pt x="333790" y="669770"/>
                  <a:pt x="316817" y="644310"/>
                </a:cubicBezTo>
                <a:cubicBezTo>
                  <a:pt x="233620" y="519511"/>
                  <a:pt x="333371" y="677416"/>
                  <a:pt x="273275" y="557225"/>
                </a:cubicBezTo>
                <a:cubicBezTo>
                  <a:pt x="253068" y="516811"/>
                  <a:pt x="232803" y="502239"/>
                  <a:pt x="200703" y="470139"/>
                </a:cubicBezTo>
                <a:cubicBezTo>
                  <a:pt x="166159" y="366504"/>
                  <a:pt x="188648" y="408513"/>
                  <a:pt x="142646" y="339510"/>
                </a:cubicBezTo>
                <a:cubicBezTo>
                  <a:pt x="137808" y="324996"/>
                  <a:pt x="134974" y="309651"/>
                  <a:pt x="128132" y="295967"/>
                </a:cubicBezTo>
                <a:cubicBezTo>
                  <a:pt x="120331" y="280365"/>
                  <a:pt x="106188" y="268365"/>
                  <a:pt x="99103" y="252425"/>
                </a:cubicBezTo>
                <a:cubicBezTo>
                  <a:pt x="86676" y="224463"/>
                  <a:pt x="79751" y="194368"/>
                  <a:pt x="70075" y="165339"/>
                </a:cubicBezTo>
                <a:cubicBezTo>
                  <a:pt x="65237" y="150825"/>
                  <a:pt x="64047" y="134526"/>
                  <a:pt x="55560" y="121796"/>
                </a:cubicBezTo>
                <a:cubicBezTo>
                  <a:pt x="54586" y="120335"/>
                  <a:pt x="0" y="46727"/>
                  <a:pt x="12017" y="34710"/>
                </a:cubicBezTo>
                <a:cubicBezTo>
                  <a:pt x="22835" y="23892"/>
                  <a:pt x="24112" y="37129"/>
                  <a:pt x="55560" y="34710"/>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95" name="Google Shape;295;p4"/>
          <p:cNvSpPr/>
          <p:nvPr/>
        </p:nvSpPr>
        <p:spPr>
          <a:xfrm>
            <a:off x="1157743" y="2033587"/>
            <a:ext cx="1356857" cy="1996496"/>
          </a:xfrm>
          <a:custGeom>
            <a:avLst/>
            <a:gdLst/>
            <a:ahLst/>
            <a:cxnLst/>
            <a:rect l="l" t="t" r="r" b="b"/>
            <a:pathLst>
              <a:path w="1701571" h="2094467" extrusionOk="0">
                <a:moveTo>
                  <a:pt x="1541914" y="0"/>
                </a:moveTo>
                <a:lnTo>
                  <a:pt x="1454828" y="29028"/>
                </a:lnTo>
                <a:cubicBezTo>
                  <a:pt x="1440314" y="33866"/>
                  <a:pt x="1426288" y="40541"/>
                  <a:pt x="1411286" y="43542"/>
                </a:cubicBezTo>
                <a:cubicBezTo>
                  <a:pt x="1323712" y="61058"/>
                  <a:pt x="1362118" y="50256"/>
                  <a:pt x="1295171" y="72571"/>
                </a:cubicBezTo>
                <a:cubicBezTo>
                  <a:pt x="1226169" y="118573"/>
                  <a:pt x="1268177" y="96084"/>
                  <a:pt x="1164543" y="130628"/>
                </a:cubicBezTo>
                <a:cubicBezTo>
                  <a:pt x="1164538" y="130630"/>
                  <a:pt x="1077461" y="159654"/>
                  <a:pt x="1077457" y="159657"/>
                </a:cubicBezTo>
                <a:cubicBezTo>
                  <a:pt x="977641" y="226201"/>
                  <a:pt x="1023469" y="206682"/>
                  <a:pt x="946828" y="232228"/>
                </a:cubicBezTo>
                <a:cubicBezTo>
                  <a:pt x="937152" y="246742"/>
                  <a:pt x="932592" y="266526"/>
                  <a:pt x="917800" y="275771"/>
                </a:cubicBezTo>
                <a:cubicBezTo>
                  <a:pt x="891852" y="291989"/>
                  <a:pt x="830714" y="304800"/>
                  <a:pt x="830714" y="304800"/>
                </a:cubicBezTo>
                <a:cubicBezTo>
                  <a:pt x="753307" y="420910"/>
                  <a:pt x="854904" y="280610"/>
                  <a:pt x="758143" y="377371"/>
                </a:cubicBezTo>
                <a:cubicBezTo>
                  <a:pt x="692492" y="443022"/>
                  <a:pt x="770339" y="407173"/>
                  <a:pt x="685571" y="435428"/>
                </a:cubicBezTo>
                <a:cubicBezTo>
                  <a:pt x="657029" y="478243"/>
                  <a:pt x="654909" y="487591"/>
                  <a:pt x="613000" y="522514"/>
                </a:cubicBezTo>
                <a:cubicBezTo>
                  <a:pt x="599599" y="533681"/>
                  <a:pt x="583971" y="541866"/>
                  <a:pt x="569457" y="551542"/>
                </a:cubicBezTo>
                <a:cubicBezTo>
                  <a:pt x="486265" y="676328"/>
                  <a:pt x="597037" y="529479"/>
                  <a:pt x="496886" y="609600"/>
                </a:cubicBezTo>
                <a:cubicBezTo>
                  <a:pt x="483265" y="620497"/>
                  <a:pt x="480192" y="640807"/>
                  <a:pt x="467857" y="653142"/>
                </a:cubicBezTo>
                <a:cubicBezTo>
                  <a:pt x="455522" y="665477"/>
                  <a:pt x="438828" y="672495"/>
                  <a:pt x="424314" y="682171"/>
                </a:cubicBezTo>
                <a:cubicBezTo>
                  <a:pt x="320598" y="837749"/>
                  <a:pt x="482109" y="601644"/>
                  <a:pt x="351743" y="769257"/>
                </a:cubicBezTo>
                <a:cubicBezTo>
                  <a:pt x="330324" y="796796"/>
                  <a:pt x="313038" y="827314"/>
                  <a:pt x="293686" y="856342"/>
                </a:cubicBezTo>
                <a:cubicBezTo>
                  <a:pt x="285199" y="869072"/>
                  <a:pt x="286601" y="886511"/>
                  <a:pt x="279171" y="899885"/>
                </a:cubicBezTo>
                <a:cubicBezTo>
                  <a:pt x="262228" y="930383"/>
                  <a:pt x="221114" y="986971"/>
                  <a:pt x="221114" y="986971"/>
                </a:cubicBezTo>
                <a:lnTo>
                  <a:pt x="119514" y="1291771"/>
                </a:lnTo>
                <a:lnTo>
                  <a:pt x="75971" y="1422400"/>
                </a:lnTo>
                <a:cubicBezTo>
                  <a:pt x="71133" y="1436914"/>
                  <a:pt x="64457" y="1450940"/>
                  <a:pt x="61457" y="1465942"/>
                </a:cubicBezTo>
                <a:cubicBezTo>
                  <a:pt x="43031" y="1558075"/>
                  <a:pt x="52927" y="1514581"/>
                  <a:pt x="32428" y="1596571"/>
                </a:cubicBezTo>
                <a:cubicBezTo>
                  <a:pt x="26930" y="1690043"/>
                  <a:pt x="0" y="1978259"/>
                  <a:pt x="32428" y="2075542"/>
                </a:cubicBezTo>
                <a:cubicBezTo>
                  <a:pt x="38736" y="2094467"/>
                  <a:pt x="70809" y="2064307"/>
                  <a:pt x="90486" y="2061028"/>
                </a:cubicBezTo>
                <a:cubicBezTo>
                  <a:pt x="128961" y="2054616"/>
                  <a:pt x="167788" y="2050395"/>
                  <a:pt x="206600" y="2046514"/>
                </a:cubicBezTo>
                <a:cubicBezTo>
                  <a:pt x="264569" y="2040717"/>
                  <a:pt x="322714" y="2036838"/>
                  <a:pt x="380771" y="2032000"/>
                </a:cubicBezTo>
                <a:cubicBezTo>
                  <a:pt x="432024" y="1955122"/>
                  <a:pt x="400965" y="2015277"/>
                  <a:pt x="424314" y="1886857"/>
                </a:cubicBezTo>
                <a:cubicBezTo>
                  <a:pt x="427882" y="1867231"/>
                  <a:pt x="434501" y="1848273"/>
                  <a:pt x="438828" y="1828800"/>
                </a:cubicBezTo>
                <a:cubicBezTo>
                  <a:pt x="444180" y="1804718"/>
                  <a:pt x="447991" y="1780310"/>
                  <a:pt x="453343" y="1756228"/>
                </a:cubicBezTo>
                <a:cubicBezTo>
                  <a:pt x="457670" y="1736755"/>
                  <a:pt x="462125" y="1717278"/>
                  <a:pt x="467857" y="1698171"/>
                </a:cubicBezTo>
                <a:cubicBezTo>
                  <a:pt x="476650" y="1668863"/>
                  <a:pt x="496886" y="1611085"/>
                  <a:pt x="496886" y="1611085"/>
                </a:cubicBezTo>
                <a:cubicBezTo>
                  <a:pt x="498485" y="1596693"/>
                  <a:pt x="515056" y="1425945"/>
                  <a:pt x="525914" y="1393371"/>
                </a:cubicBezTo>
                <a:cubicBezTo>
                  <a:pt x="531430" y="1376822"/>
                  <a:pt x="545267" y="1364342"/>
                  <a:pt x="554943" y="1349828"/>
                </a:cubicBezTo>
                <a:cubicBezTo>
                  <a:pt x="591423" y="1240385"/>
                  <a:pt x="542214" y="1375284"/>
                  <a:pt x="598486" y="1262742"/>
                </a:cubicBezTo>
                <a:cubicBezTo>
                  <a:pt x="605328" y="1249058"/>
                  <a:pt x="604514" y="1231930"/>
                  <a:pt x="613000" y="1219200"/>
                </a:cubicBezTo>
                <a:cubicBezTo>
                  <a:pt x="635351" y="1185674"/>
                  <a:pt x="667956" y="1168048"/>
                  <a:pt x="700086" y="1146628"/>
                </a:cubicBezTo>
                <a:cubicBezTo>
                  <a:pt x="721506" y="1114498"/>
                  <a:pt x="739130" y="1081893"/>
                  <a:pt x="772657" y="1059542"/>
                </a:cubicBezTo>
                <a:cubicBezTo>
                  <a:pt x="785387" y="1051055"/>
                  <a:pt x="801686" y="1049866"/>
                  <a:pt x="816200" y="1045028"/>
                </a:cubicBezTo>
                <a:cubicBezTo>
                  <a:pt x="840027" y="973546"/>
                  <a:pt x="813655" y="1022958"/>
                  <a:pt x="874257" y="972457"/>
                </a:cubicBezTo>
                <a:cubicBezTo>
                  <a:pt x="890026" y="959316"/>
                  <a:pt x="902215" y="942272"/>
                  <a:pt x="917800" y="928914"/>
                </a:cubicBezTo>
                <a:cubicBezTo>
                  <a:pt x="936167" y="913171"/>
                  <a:pt x="956172" y="899431"/>
                  <a:pt x="975857" y="885371"/>
                </a:cubicBezTo>
                <a:cubicBezTo>
                  <a:pt x="990052" y="875232"/>
                  <a:pt x="1005999" y="867509"/>
                  <a:pt x="1019400" y="856342"/>
                </a:cubicBezTo>
                <a:cubicBezTo>
                  <a:pt x="1131156" y="763213"/>
                  <a:pt x="998376" y="855845"/>
                  <a:pt x="1106486" y="783771"/>
                </a:cubicBezTo>
                <a:cubicBezTo>
                  <a:pt x="1111324" y="769257"/>
                  <a:pt x="1112513" y="752958"/>
                  <a:pt x="1121000" y="740228"/>
                </a:cubicBezTo>
                <a:cubicBezTo>
                  <a:pt x="1137051" y="716151"/>
                  <a:pt x="1181310" y="681045"/>
                  <a:pt x="1208086" y="667657"/>
                </a:cubicBezTo>
                <a:cubicBezTo>
                  <a:pt x="1221770" y="660815"/>
                  <a:pt x="1237944" y="659984"/>
                  <a:pt x="1251628" y="653142"/>
                </a:cubicBezTo>
                <a:cubicBezTo>
                  <a:pt x="1267230" y="645341"/>
                  <a:pt x="1280657" y="633790"/>
                  <a:pt x="1295171" y="624114"/>
                </a:cubicBezTo>
                <a:cubicBezTo>
                  <a:pt x="1364806" y="519663"/>
                  <a:pt x="1266197" y="648268"/>
                  <a:pt x="1411286" y="551542"/>
                </a:cubicBezTo>
                <a:cubicBezTo>
                  <a:pt x="1566882" y="447812"/>
                  <a:pt x="1330735" y="609354"/>
                  <a:pt x="1498371" y="478971"/>
                </a:cubicBezTo>
                <a:cubicBezTo>
                  <a:pt x="1525910" y="457552"/>
                  <a:pt x="1556428" y="440266"/>
                  <a:pt x="1585457" y="420914"/>
                </a:cubicBezTo>
                <a:cubicBezTo>
                  <a:pt x="1599971" y="411238"/>
                  <a:pt x="1612451" y="397401"/>
                  <a:pt x="1629000" y="391885"/>
                </a:cubicBezTo>
                <a:lnTo>
                  <a:pt x="1672543" y="377371"/>
                </a:lnTo>
                <a:cubicBezTo>
                  <a:pt x="1682219" y="362857"/>
                  <a:pt x="1701571" y="351272"/>
                  <a:pt x="1701571" y="333828"/>
                </a:cubicBezTo>
                <a:cubicBezTo>
                  <a:pt x="1701571" y="303229"/>
                  <a:pt x="1682219" y="275771"/>
                  <a:pt x="1672543" y="246742"/>
                </a:cubicBezTo>
                <a:lnTo>
                  <a:pt x="1629000" y="116114"/>
                </a:lnTo>
                <a:cubicBezTo>
                  <a:pt x="1624162" y="101600"/>
                  <a:pt x="1622973" y="85301"/>
                  <a:pt x="1614486" y="72571"/>
                </a:cubicBezTo>
                <a:cubicBezTo>
                  <a:pt x="1592369" y="39395"/>
                  <a:pt x="1583384" y="13823"/>
                  <a:pt x="1541914" y="0"/>
                </a:cubicBezTo>
                <a:lnTo>
                  <a:pt x="1541914" y="0"/>
                </a:ln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96" name="Google Shape;296;p4"/>
          <p:cNvSpPr/>
          <p:nvPr/>
        </p:nvSpPr>
        <p:spPr>
          <a:xfrm>
            <a:off x="1204686" y="4025673"/>
            <a:ext cx="754743" cy="646482"/>
          </a:xfrm>
          <a:custGeom>
            <a:avLst/>
            <a:gdLst/>
            <a:ahLst/>
            <a:cxnLst/>
            <a:rect l="l" t="t" r="r" b="b"/>
            <a:pathLst>
              <a:path w="754743" h="646482" extrusionOk="0">
                <a:moveTo>
                  <a:pt x="0" y="58057"/>
                </a:moveTo>
                <a:cubicBezTo>
                  <a:pt x="117270" y="38512"/>
                  <a:pt x="59164" y="52850"/>
                  <a:pt x="174171" y="14514"/>
                </a:cubicBezTo>
                <a:lnTo>
                  <a:pt x="217714" y="0"/>
                </a:lnTo>
                <a:cubicBezTo>
                  <a:pt x="256016" y="9575"/>
                  <a:pt x="291248" y="11467"/>
                  <a:pt x="319314" y="43543"/>
                </a:cubicBezTo>
                <a:cubicBezTo>
                  <a:pt x="437848" y="179010"/>
                  <a:pt x="322942" y="94342"/>
                  <a:pt x="420914" y="159657"/>
                </a:cubicBezTo>
                <a:cubicBezTo>
                  <a:pt x="430590" y="174171"/>
                  <a:pt x="437608" y="190865"/>
                  <a:pt x="449943" y="203200"/>
                </a:cubicBezTo>
                <a:cubicBezTo>
                  <a:pt x="533802" y="287059"/>
                  <a:pt x="453806" y="168771"/>
                  <a:pt x="537028" y="275771"/>
                </a:cubicBezTo>
                <a:cubicBezTo>
                  <a:pt x="558447" y="303310"/>
                  <a:pt x="575733" y="333828"/>
                  <a:pt x="595085" y="362857"/>
                </a:cubicBezTo>
                <a:cubicBezTo>
                  <a:pt x="604761" y="377371"/>
                  <a:pt x="611779" y="394065"/>
                  <a:pt x="624114" y="406400"/>
                </a:cubicBezTo>
                <a:lnTo>
                  <a:pt x="667657" y="449943"/>
                </a:lnTo>
                <a:cubicBezTo>
                  <a:pt x="672495" y="464457"/>
                  <a:pt x="673685" y="480755"/>
                  <a:pt x="682171" y="493485"/>
                </a:cubicBezTo>
                <a:cubicBezTo>
                  <a:pt x="693557" y="510564"/>
                  <a:pt x="712573" y="521259"/>
                  <a:pt x="725714" y="537028"/>
                </a:cubicBezTo>
                <a:cubicBezTo>
                  <a:pt x="736881" y="550429"/>
                  <a:pt x="745067" y="566057"/>
                  <a:pt x="754743" y="580571"/>
                </a:cubicBezTo>
                <a:cubicBezTo>
                  <a:pt x="725714" y="590247"/>
                  <a:pt x="698020" y="605805"/>
                  <a:pt x="667657" y="609600"/>
                </a:cubicBezTo>
                <a:cubicBezTo>
                  <a:pt x="531749" y="626588"/>
                  <a:pt x="589384" y="614654"/>
                  <a:pt x="493485" y="638628"/>
                </a:cubicBezTo>
                <a:cubicBezTo>
                  <a:pt x="454780" y="633790"/>
                  <a:pt x="409326" y="646482"/>
                  <a:pt x="377371" y="624114"/>
                </a:cubicBezTo>
                <a:cubicBezTo>
                  <a:pt x="352304" y="606567"/>
                  <a:pt x="365316" y="562488"/>
                  <a:pt x="348343" y="537028"/>
                </a:cubicBezTo>
                <a:cubicBezTo>
                  <a:pt x="328990" y="508000"/>
                  <a:pt x="314954" y="474613"/>
                  <a:pt x="290285" y="449943"/>
                </a:cubicBezTo>
                <a:cubicBezTo>
                  <a:pt x="234408" y="394065"/>
                  <a:pt x="258129" y="423479"/>
                  <a:pt x="217714" y="362857"/>
                </a:cubicBezTo>
                <a:cubicBezTo>
                  <a:pt x="212876" y="348343"/>
                  <a:pt x="210042" y="332998"/>
                  <a:pt x="203200" y="319314"/>
                </a:cubicBezTo>
                <a:cubicBezTo>
                  <a:pt x="182993" y="278900"/>
                  <a:pt x="162727" y="264327"/>
                  <a:pt x="130628" y="232228"/>
                </a:cubicBezTo>
                <a:cubicBezTo>
                  <a:pt x="96117" y="128693"/>
                  <a:pt x="145053" y="253865"/>
                  <a:pt x="72571" y="145143"/>
                </a:cubicBezTo>
                <a:cubicBezTo>
                  <a:pt x="27731" y="77884"/>
                  <a:pt x="90766" y="117955"/>
                  <a:pt x="0" y="58057"/>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97" name="Google Shape;297;p4"/>
          <p:cNvSpPr/>
          <p:nvPr/>
        </p:nvSpPr>
        <p:spPr>
          <a:xfrm>
            <a:off x="1676400" y="2643187"/>
            <a:ext cx="1160195" cy="1091486"/>
          </a:xfrm>
          <a:custGeom>
            <a:avLst/>
            <a:gdLst/>
            <a:ahLst/>
            <a:cxnLst/>
            <a:rect l="l" t="t" r="r" b="b"/>
            <a:pathLst>
              <a:path w="1160195" h="1091486" extrusionOk="0">
                <a:moveTo>
                  <a:pt x="20811" y="1001486"/>
                </a:moveTo>
                <a:cubicBezTo>
                  <a:pt x="38705" y="840453"/>
                  <a:pt x="21473" y="912416"/>
                  <a:pt x="64354" y="783772"/>
                </a:cubicBezTo>
                <a:cubicBezTo>
                  <a:pt x="69192" y="769258"/>
                  <a:pt x="68051" y="751048"/>
                  <a:pt x="78869" y="740229"/>
                </a:cubicBezTo>
                <a:cubicBezTo>
                  <a:pt x="130461" y="688636"/>
                  <a:pt x="120873" y="707403"/>
                  <a:pt x="151440" y="638629"/>
                </a:cubicBezTo>
                <a:cubicBezTo>
                  <a:pt x="162022" y="614821"/>
                  <a:pt x="167816" y="588833"/>
                  <a:pt x="180469" y="566058"/>
                </a:cubicBezTo>
                <a:cubicBezTo>
                  <a:pt x="192217" y="544912"/>
                  <a:pt x="209951" y="527685"/>
                  <a:pt x="224011" y="508000"/>
                </a:cubicBezTo>
                <a:cubicBezTo>
                  <a:pt x="234150" y="493805"/>
                  <a:pt x="241873" y="477859"/>
                  <a:pt x="253040" y="464458"/>
                </a:cubicBezTo>
                <a:cubicBezTo>
                  <a:pt x="287965" y="422549"/>
                  <a:pt x="297311" y="420430"/>
                  <a:pt x="340126" y="391886"/>
                </a:cubicBezTo>
                <a:cubicBezTo>
                  <a:pt x="354499" y="348767"/>
                  <a:pt x="363680" y="295761"/>
                  <a:pt x="398183" y="261258"/>
                </a:cubicBezTo>
                <a:cubicBezTo>
                  <a:pt x="410518" y="248923"/>
                  <a:pt x="427212" y="241905"/>
                  <a:pt x="441726" y="232229"/>
                </a:cubicBezTo>
                <a:cubicBezTo>
                  <a:pt x="524914" y="107444"/>
                  <a:pt x="414146" y="254292"/>
                  <a:pt x="514297" y="174172"/>
                </a:cubicBezTo>
                <a:cubicBezTo>
                  <a:pt x="527919" y="163275"/>
                  <a:pt x="530198" y="142116"/>
                  <a:pt x="543326" y="130629"/>
                </a:cubicBezTo>
                <a:cubicBezTo>
                  <a:pt x="569582" y="107655"/>
                  <a:pt x="601383" y="91924"/>
                  <a:pt x="630411" y="72572"/>
                </a:cubicBezTo>
                <a:cubicBezTo>
                  <a:pt x="644925" y="62896"/>
                  <a:pt x="657405" y="49059"/>
                  <a:pt x="673954" y="43543"/>
                </a:cubicBezTo>
                <a:cubicBezTo>
                  <a:pt x="738023" y="22187"/>
                  <a:pt x="703813" y="35871"/>
                  <a:pt x="775554" y="0"/>
                </a:cubicBezTo>
                <a:cubicBezTo>
                  <a:pt x="819097" y="4838"/>
                  <a:pt x="862968" y="7312"/>
                  <a:pt x="906183" y="14515"/>
                </a:cubicBezTo>
                <a:cubicBezTo>
                  <a:pt x="921274" y="17030"/>
                  <a:pt x="938908" y="18211"/>
                  <a:pt x="949726" y="29029"/>
                </a:cubicBezTo>
                <a:cubicBezTo>
                  <a:pt x="974396" y="53699"/>
                  <a:pt x="983113" y="91445"/>
                  <a:pt x="1007783" y="116115"/>
                </a:cubicBezTo>
                <a:cubicBezTo>
                  <a:pt x="1039883" y="148215"/>
                  <a:pt x="1060147" y="162786"/>
                  <a:pt x="1080354" y="203200"/>
                </a:cubicBezTo>
                <a:cubicBezTo>
                  <a:pt x="1087196" y="216884"/>
                  <a:pt x="1088027" y="233059"/>
                  <a:pt x="1094869" y="246743"/>
                </a:cubicBezTo>
                <a:cubicBezTo>
                  <a:pt x="1151138" y="359281"/>
                  <a:pt x="1101932" y="224389"/>
                  <a:pt x="1138411" y="333829"/>
                </a:cubicBezTo>
                <a:cubicBezTo>
                  <a:pt x="1156630" y="497790"/>
                  <a:pt x="1160195" y="453470"/>
                  <a:pt x="1138411" y="638629"/>
                </a:cubicBezTo>
                <a:cubicBezTo>
                  <a:pt x="1134119" y="675107"/>
                  <a:pt x="1127934" y="728291"/>
                  <a:pt x="1094869" y="754743"/>
                </a:cubicBezTo>
                <a:cubicBezTo>
                  <a:pt x="1082922" y="764301"/>
                  <a:pt x="1065840" y="764420"/>
                  <a:pt x="1051326" y="769258"/>
                </a:cubicBezTo>
                <a:cubicBezTo>
                  <a:pt x="1036812" y="783772"/>
                  <a:pt x="1023552" y="799660"/>
                  <a:pt x="1007783" y="812800"/>
                </a:cubicBezTo>
                <a:cubicBezTo>
                  <a:pt x="994382" y="823967"/>
                  <a:pt x="976575" y="829494"/>
                  <a:pt x="964240" y="841829"/>
                </a:cubicBezTo>
                <a:cubicBezTo>
                  <a:pt x="951905" y="854164"/>
                  <a:pt x="947546" y="873037"/>
                  <a:pt x="935211" y="885372"/>
                </a:cubicBezTo>
                <a:cubicBezTo>
                  <a:pt x="893618" y="926965"/>
                  <a:pt x="895343" y="905307"/>
                  <a:pt x="848126" y="928915"/>
                </a:cubicBezTo>
                <a:cubicBezTo>
                  <a:pt x="832524" y="936716"/>
                  <a:pt x="820523" y="950858"/>
                  <a:pt x="804583" y="957943"/>
                </a:cubicBezTo>
                <a:cubicBezTo>
                  <a:pt x="776621" y="970370"/>
                  <a:pt x="746526" y="977296"/>
                  <a:pt x="717497" y="986972"/>
                </a:cubicBezTo>
                <a:lnTo>
                  <a:pt x="673954" y="1001486"/>
                </a:lnTo>
                <a:cubicBezTo>
                  <a:pt x="603993" y="1048127"/>
                  <a:pt x="650876" y="1025475"/>
                  <a:pt x="543326" y="1045029"/>
                </a:cubicBezTo>
                <a:cubicBezTo>
                  <a:pt x="519054" y="1049442"/>
                  <a:pt x="494687" y="1053560"/>
                  <a:pt x="470754" y="1059543"/>
                </a:cubicBezTo>
                <a:cubicBezTo>
                  <a:pt x="455911" y="1063254"/>
                  <a:pt x="442146" y="1070739"/>
                  <a:pt x="427211" y="1074058"/>
                </a:cubicBezTo>
                <a:cubicBezTo>
                  <a:pt x="398483" y="1080442"/>
                  <a:pt x="369154" y="1083734"/>
                  <a:pt x="340126" y="1088572"/>
                </a:cubicBezTo>
                <a:cubicBezTo>
                  <a:pt x="238526" y="1083734"/>
                  <a:pt x="135537" y="1091486"/>
                  <a:pt x="35326" y="1074058"/>
                </a:cubicBezTo>
                <a:cubicBezTo>
                  <a:pt x="18140" y="1071069"/>
                  <a:pt x="10081" y="1047544"/>
                  <a:pt x="6297" y="1030515"/>
                </a:cubicBezTo>
                <a:cubicBezTo>
                  <a:pt x="0" y="1002178"/>
                  <a:pt x="6297" y="972458"/>
                  <a:pt x="6297" y="943429"/>
                </a:cubicBezTo>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98" name="Google Shape;298;p4"/>
          <p:cNvSpPr/>
          <p:nvPr/>
        </p:nvSpPr>
        <p:spPr>
          <a:xfrm>
            <a:off x="1577730" y="3815216"/>
            <a:ext cx="616036" cy="283028"/>
          </a:xfrm>
          <a:custGeom>
            <a:avLst/>
            <a:gdLst/>
            <a:ahLst/>
            <a:cxnLst/>
            <a:rect l="l" t="t" r="r" b="b"/>
            <a:pathLst>
              <a:path w="616036" h="283028" extrusionOk="0">
                <a:moveTo>
                  <a:pt x="33356" y="21771"/>
                </a:moveTo>
                <a:cubicBezTo>
                  <a:pt x="57546" y="0"/>
                  <a:pt x="129971" y="33252"/>
                  <a:pt x="178499" y="36285"/>
                </a:cubicBezTo>
                <a:cubicBezTo>
                  <a:pt x="284839" y="42931"/>
                  <a:pt x="391604" y="42303"/>
                  <a:pt x="497813" y="50800"/>
                </a:cubicBezTo>
                <a:cubicBezTo>
                  <a:pt x="513064" y="52020"/>
                  <a:pt x="527672" y="58472"/>
                  <a:pt x="541356" y="65314"/>
                </a:cubicBezTo>
                <a:cubicBezTo>
                  <a:pt x="556958" y="73115"/>
                  <a:pt x="570385" y="84666"/>
                  <a:pt x="584899" y="94342"/>
                </a:cubicBezTo>
                <a:cubicBezTo>
                  <a:pt x="598766" y="135943"/>
                  <a:pt x="616036" y="163751"/>
                  <a:pt x="584899" y="210457"/>
                </a:cubicBezTo>
                <a:cubicBezTo>
                  <a:pt x="576412" y="223187"/>
                  <a:pt x="555870" y="220133"/>
                  <a:pt x="541356" y="224971"/>
                </a:cubicBezTo>
                <a:cubicBezTo>
                  <a:pt x="526842" y="234647"/>
                  <a:pt x="513415" y="246199"/>
                  <a:pt x="497813" y="254000"/>
                </a:cubicBezTo>
                <a:cubicBezTo>
                  <a:pt x="476992" y="264411"/>
                  <a:pt x="414813" y="278378"/>
                  <a:pt x="396213" y="283028"/>
                </a:cubicBezTo>
                <a:cubicBezTo>
                  <a:pt x="221059" y="247998"/>
                  <a:pt x="297881" y="269603"/>
                  <a:pt x="163984" y="224971"/>
                </a:cubicBezTo>
                <a:cubicBezTo>
                  <a:pt x="163979" y="224969"/>
                  <a:pt x="76904" y="195946"/>
                  <a:pt x="76899" y="195942"/>
                </a:cubicBezTo>
                <a:lnTo>
                  <a:pt x="33356" y="166914"/>
                </a:lnTo>
                <a:cubicBezTo>
                  <a:pt x="0" y="66846"/>
                  <a:pt x="9166" y="43542"/>
                  <a:pt x="33356" y="21771"/>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99" name="Google Shape;299;p4"/>
          <p:cNvSpPr/>
          <p:nvPr/>
        </p:nvSpPr>
        <p:spPr>
          <a:xfrm>
            <a:off x="2030473" y="4406504"/>
            <a:ext cx="1313814" cy="852883"/>
          </a:xfrm>
          <a:custGeom>
            <a:avLst/>
            <a:gdLst/>
            <a:ahLst/>
            <a:cxnLst/>
            <a:rect l="l" t="t" r="r" b="b"/>
            <a:pathLst>
              <a:path w="1313814" h="852883" extrusionOk="0">
                <a:moveTo>
                  <a:pt x="146670" y="40083"/>
                </a:moveTo>
                <a:cubicBezTo>
                  <a:pt x="161184" y="49759"/>
                  <a:pt x="174272" y="62027"/>
                  <a:pt x="190213" y="69112"/>
                </a:cubicBezTo>
                <a:cubicBezTo>
                  <a:pt x="218174" y="81539"/>
                  <a:pt x="277298" y="98140"/>
                  <a:pt x="277298" y="98140"/>
                </a:cubicBezTo>
                <a:lnTo>
                  <a:pt x="407927" y="185226"/>
                </a:lnTo>
                <a:cubicBezTo>
                  <a:pt x="422441" y="194902"/>
                  <a:pt x="434921" y="208738"/>
                  <a:pt x="451470" y="214254"/>
                </a:cubicBezTo>
                <a:lnTo>
                  <a:pt x="495013" y="228769"/>
                </a:lnTo>
                <a:cubicBezTo>
                  <a:pt x="509527" y="243283"/>
                  <a:pt x="522787" y="259171"/>
                  <a:pt x="538556" y="272312"/>
                </a:cubicBezTo>
                <a:cubicBezTo>
                  <a:pt x="551957" y="283479"/>
                  <a:pt x="569763" y="289005"/>
                  <a:pt x="582098" y="301340"/>
                </a:cubicBezTo>
                <a:cubicBezTo>
                  <a:pt x="647749" y="366991"/>
                  <a:pt x="569902" y="331142"/>
                  <a:pt x="654670" y="359397"/>
                </a:cubicBezTo>
                <a:cubicBezTo>
                  <a:pt x="669184" y="369073"/>
                  <a:pt x="682611" y="380625"/>
                  <a:pt x="698213" y="388426"/>
                </a:cubicBezTo>
                <a:cubicBezTo>
                  <a:pt x="731390" y="405014"/>
                  <a:pt x="781206" y="409173"/>
                  <a:pt x="814327" y="417454"/>
                </a:cubicBezTo>
                <a:cubicBezTo>
                  <a:pt x="829170" y="421165"/>
                  <a:pt x="843027" y="428258"/>
                  <a:pt x="857870" y="431969"/>
                </a:cubicBezTo>
                <a:lnTo>
                  <a:pt x="973984" y="460997"/>
                </a:lnTo>
                <a:cubicBezTo>
                  <a:pt x="988498" y="470673"/>
                  <a:pt x="1005192" y="477691"/>
                  <a:pt x="1017527" y="490026"/>
                </a:cubicBezTo>
                <a:cubicBezTo>
                  <a:pt x="1029862" y="502361"/>
                  <a:pt x="1031763" y="524324"/>
                  <a:pt x="1046556" y="533569"/>
                </a:cubicBezTo>
                <a:cubicBezTo>
                  <a:pt x="1072504" y="549786"/>
                  <a:pt x="1133641" y="562597"/>
                  <a:pt x="1133641" y="562597"/>
                </a:cubicBezTo>
                <a:cubicBezTo>
                  <a:pt x="1148155" y="572273"/>
                  <a:pt x="1164849" y="579291"/>
                  <a:pt x="1177184" y="591626"/>
                </a:cubicBezTo>
                <a:cubicBezTo>
                  <a:pt x="1189519" y="603961"/>
                  <a:pt x="1192591" y="624272"/>
                  <a:pt x="1206213" y="635169"/>
                </a:cubicBezTo>
                <a:cubicBezTo>
                  <a:pt x="1218160" y="644726"/>
                  <a:pt x="1235242" y="644845"/>
                  <a:pt x="1249756" y="649683"/>
                </a:cubicBezTo>
                <a:cubicBezTo>
                  <a:pt x="1267883" y="667810"/>
                  <a:pt x="1313814" y="700761"/>
                  <a:pt x="1307813" y="736769"/>
                </a:cubicBezTo>
                <a:cubicBezTo>
                  <a:pt x="1298342" y="793595"/>
                  <a:pt x="1231253" y="796155"/>
                  <a:pt x="1191698" y="809340"/>
                </a:cubicBezTo>
                <a:lnTo>
                  <a:pt x="1148156" y="823854"/>
                </a:lnTo>
                <a:cubicBezTo>
                  <a:pt x="1133642" y="828692"/>
                  <a:pt x="1119704" y="835854"/>
                  <a:pt x="1104613" y="838369"/>
                </a:cubicBezTo>
                <a:lnTo>
                  <a:pt x="1017527" y="852883"/>
                </a:lnTo>
                <a:cubicBezTo>
                  <a:pt x="964308" y="848045"/>
                  <a:pt x="910495" y="847656"/>
                  <a:pt x="857870" y="838369"/>
                </a:cubicBezTo>
                <a:cubicBezTo>
                  <a:pt x="827737" y="833051"/>
                  <a:pt x="796244" y="826313"/>
                  <a:pt x="770784" y="809340"/>
                </a:cubicBezTo>
                <a:cubicBezTo>
                  <a:pt x="731642" y="783246"/>
                  <a:pt x="728765" y="775812"/>
                  <a:pt x="683698" y="765797"/>
                </a:cubicBezTo>
                <a:cubicBezTo>
                  <a:pt x="530422" y="731735"/>
                  <a:pt x="651097" y="769444"/>
                  <a:pt x="553070" y="736769"/>
                </a:cubicBezTo>
                <a:cubicBezTo>
                  <a:pt x="444954" y="664691"/>
                  <a:pt x="577747" y="757332"/>
                  <a:pt x="465984" y="664197"/>
                </a:cubicBezTo>
                <a:cubicBezTo>
                  <a:pt x="452583" y="653030"/>
                  <a:pt x="435842" y="646336"/>
                  <a:pt x="422441" y="635169"/>
                </a:cubicBezTo>
                <a:cubicBezTo>
                  <a:pt x="349958" y="574767"/>
                  <a:pt x="411878" y="602619"/>
                  <a:pt x="335356" y="577112"/>
                </a:cubicBezTo>
                <a:cubicBezTo>
                  <a:pt x="296652" y="551309"/>
                  <a:pt x="278358" y="543224"/>
                  <a:pt x="248270" y="504540"/>
                </a:cubicBezTo>
                <a:cubicBezTo>
                  <a:pt x="226851" y="477001"/>
                  <a:pt x="209566" y="446483"/>
                  <a:pt x="190213" y="417454"/>
                </a:cubicBezTo>
                <a:cubicBezTo>
                  <a:pt x="180537" y="402940"/>
                  <a:pt x="177733" y="379428"/>
                  <a:pt x="161184" y="373912"/>
                </a:cubicBezTo>
                <a:lnTo>
                  <a:pt x="117641" y="359397"/>
                </a:lnTo>
                <a:cubicBezTo>
                  <a:pt x="34450" y="234608"/>
                  <a:pt x="134190" y="392495"/>
                  <a:pt x="74098" y="272312"/>
                </a:cubicBezTo>
                <a:cubicBezTo>
                  <a:pt x="66297" y="256710"/>
                  <a:pt x="54746" y="243283"/>
                  <a:pt x="45070" y="228769"/>
                </a:cubicBezTo>
                <a:cubicBezTo>
                  <a:pt x="30485" y="170429"/>
                  <a:pt x="0" y="76273"/>
                  <a:pt x="45070" y="25569"/>
                </a:cubicBezTo>
                <a:cubicBezTo>
                  <a:pt x="67798" y="0"/>
                  <a:pt x="112803" y="35245"/>
                  <a:pt x="146670" y="40083"/>
                </a:cubicBezTo>
                <a:cubicBezTo>
                  <a:pt x="179493" y="89319"/>
                  <a:pt x="163363" y="71292"/>
                  <a:pt x="190213" y="98140"/>
                </a:cubicBezTo>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00" name="Google Shape;300;p4"/>
          <p:cNvSpPr/>
          <p:nvPr/>
        </p:nvSpPr>
        <p:spPr>
          <a:xfrm>
            <a:off x="3429000" y="4929187"/>
            <a:ext cx="990600" cy="228599"/>
          </a:xfrm>
          <a:custGeom>
            <a:avLst/>
            <a:gdLst/>
            <a:ahLst/>
            <a:cxnLst/>
            <a:rect l="l" t="t" r="r" b="b"/>
            <a:pathLst>
              <a:path w="788864" h="188685" extrusionOk="0">
                <a:moveTo>
                  <a:pt x="26609" y="87085"/>
                </a:moveTo>
                <a:cubicBezTo>
                  <a:pt x="53218" y="67733"/>
                  <a:pt x="181772" y="78645"/>
                  <a:pt x="229809" y="58057"/>
                </a:cubicBezTo>
                <a:cubicBezTo>
                  <a:pt x="245843" y="51185"/>
                  <a:pt x="256679" y="34158"/>
                  <a:pt x="273352" y="29028"/>
                </a:cubicBezTo>
                <a:cubicBezTo>
                  <a:pt x="320509" y="14518"/>
                  <a:pt x="418495" y="0"/>
                  <a:pt x="418495" y="0"/>
                </a:cubicBezTo>
                <a:cubicBezTo>
                  <a:pt x="466876" y="4838"/>
                  <a:pt x="515504" y="7638"/>
                  <a:pt x="563638" y="14514"/>
                </a:cubicBezTo>
                <a:cubicBezTo>
                  <a:pt x="583385" y="17335"/>
                  <a:pt x="602222" y="24701"/>
                  <a:pt x="621695" y="29028"/>
                </a:cubicBezTo>
                <a:cubicBezTo>
                  <a:pt x="726779" y="52381"/>
                  <a:pt x="660002" y="32122"/>
                  <a:pt x="737809" y="58057"/>
                </a:cubicBezTo>
                <a:cubicBezTo>
                  <a:pt x="743922" y="67226"/>
                  <a:pt x="788864" y="126364"/>
                  <a:pt x="781352" y="145143"/>
                </a:cubicBezTo>
                <a:cubicBezTo>
                  <a:pt x="772695" y="166786"/>
                  <a:pt x="712596" y="182575"/>
                  <a:pt x="694266" y="188685"/>
                </a:cubicBezTo>
                <a:cubicBezTo>
                  <a:pt x="486228" y="183847"/>
                  <a:pt x="277805" y="187713"/>
                  <a:pt x="70152" y="174171"/>
                </a:cubicBezTo>
                <a:cubicBezTo>
                  <a:pt x="14532" y="170544"/>
                  <a:pt x="0" y="106437"/>
                  <a:pt x="26609" y="87085"/>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01" name="Google Shape;301;p4"/>
          <p:cNvSpPr/>
          <p:nvPr/>
        </p:nvSpPr>
        <p:spPr>
          <a:xfrm>
            <a:off x="3505200" y="5081587"/>
            <a:ext cx="889000" cy="221343"/>
          </a:xfrm>
          <a:custGeom>
            <a:avLst/>
            <a:gdLst/>
            <a:ahLst/>
            <a:cxnLst/>
            <a:rect l="l" t="t" r="r" b="b"/>
            <a:pathLst>
              <a:path w="916819" h="139757" extrusionOk="0">
                <a:moveTo>
                  <a:pt x="104019" y="23643"/>
                </a:moveTo>
                <a:cubicBezTo>
                  <a:pt x="208038" y="18805"/>
                  <a:pt x="350899" y="0"/>
                  <a:pt x="670076" y="23643"/>
                </a:cubicBezTo>
                <a:cubicBezTo>
                  <a:pt x="689969" y="25117"/>
                  <a:pt x="708322" y="35826"/>
                  <a:pt x="728133" y="38157"/>
                </a:cubicBezTo>
                <a:cubicBezTo>
                  <a:pt x="790782" y="45527"/>
                  <a:pt x="853924" y="47833"/>
                  <a:pt x="916819" y="52671"/>
                </a:cubicBezTo>
                <a:cubicBezTo>
                  <a:pt x="892629" y="125243"/>
                  <a:pt x="916819" y="91376"/>
                  <a:pt x="815219" y="125243"/>
                </a:cubicBezTo>
                <a:lnTo>
                  <a:pt x="771676" y="139757"/>
                </a:lnTo>
                <a:cubicBezTo>
                  <a:pt x="592667" y="134919"/>
                  <a:pt x="413520" y="133761"/>
                  <a:pt x="234648" y="125243"/>
                </a:cubicBezTo>
                <a:cubicBezTo>
                  <a:pt x="210006" y="124070"/>
                  <a:pt x="186410" y="114784"/>
                  <a:pt x="162076" y="110728"/>
                </a:cubicBezTo>
                <a:cubicBezTo>
                  <a:pt x="128331" y="105104"/>
                  <a:pt x="94343" y="101052"/>
                  <a:pt x="60476" y="96214"/>
                </a:cubicBezTo>
                <a:cubicBezTo>
                  <a:pt x="55638" y="81700"/>
                  <a:pt x="40280" y="66876"/>
                  <a:pt x="45962" y="52671"/>
                </a:cubicBezTo>
                <a:cubicBezTo>
                  <a:pt x="59720" y="18276"/>
                  <a:pt x="0" y="28481"/>
                  <a:pt x="104019" y="23643"/>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02" name="Google Shape;302;p4"/>
          <p:cNvSpPr/>
          <p:nvPr/>
        </p:nvSpPr>
        <p:spPr>
          <a:xfrm>
            <a:off x="4513943" y="4365719"/>
            <a:ext cx="212068" cy="632411"/>
          </a:xfrm>
          <a:custGeom>
            <a:avLst/>
            <a:gdLst/>
            <a:ahLst/>
            <a:cxnLst/>
            <a:rect l="l" t="t" r="r" b="b"/>
            <a:pathLst>
              <a:path w="212068" h="632411" extrusionOk="0">
                <a:moveTo>
                  <a:pt x="58057" y="545325"/>
                </a:moveTo>
                <a:cubicBezTo>
                  <a:pt x="53219" y="513877"/>
                  <a:pt x="64058" y="569329"/>
                  <a:pt x="29028" y="429211"/>
                </a:cubicBezTo>
                <a:cubicBezTo>
                  <a:pt x="25317" y="414368"/>
                  <a:pt x="17833" y="400603"/>
                  <a:pt x="14514" y="385668"/>
                </a:cubicBezTo>
                <a:cubicBezTo>
                  <a:pt x="8130" y="356940"/>
                  <a:pt x="4838" y="327611"/>
                  <a:pt x="0" y="298582"/>
                </a:cubicBezTo>
                <a:cubicBezTo>
                  <a:pt x="4838" y="216334"/>
                  <a:pt x="6316" y="133820"/>
                  <a:pt x="14514" y="51839"/>
                </a:cubicBezTo>
                <a:cubicBezTo>
                  <a:pt x="16036" y="36616"/>
                  <a:pt x="14186" y="12008"/>
                  <a:pt x="29028" y="8297"/>
                </a:cubicBezTo>
                <a:cubicBezTo>
                  <a:pt x="62217" y="0"/>
                  <a:pt x="96761" y="17973"/>
                  <a:pt x="130628" y="22811"/>
                </a:cubicBezTo>
                <a:cubicBezTo>
                  <a:pt x="140304" y="37325"/>
                  <a:pt x="152572" y="50413"/>
                  <a:pt x="159657" y="66354"/>
                </a:cubicBezTo>
                <a:cubicBezTo>
                  <a:pt x="172084" y="94315"/>
                  <a:pt x="188686" y="153439"/>
                  <a:pt x="188686" y="153439"/>
                </a:cubicBezTo>
                <a:cubicBezTo>
                  <a:pt x="208951" y="335825"/>
                  <a:pt x="212068" y="296993"/>
                  <a:pt x="188686" y="530811"/>
                </a:cubicBezTo>
                <a:cubicBezTo>
                  <a:pt x="186400" y="553673"/>
                  <a:pt x="162425" y="604071"/>
                  <a:pt x="145143" y="617897"/>
                </a:cubicBezTo>
                <a:cubicBezTo>
                  <a:pt x="133196" y="627454"/>
                  <a:pt x="116114" y="627573"/>
                  <a:pt x="101600" y="632411"/>
                </a:cubicBezTo>
                <a:cubicBezTo>
                  <a:pt x="87086" y="627573"/>
                  <a:pt x="68875" y="628715"/>
                  <a:pt x="58057" y="617897"/>
                </a:cubicBezTo>
                <a:cubicBezTo>
                  <a:pt x="35893" y="595733"/>
                  <a:pt x="62895" y="576773"/>
                  <a:pt x="58057" y="545325"/>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03" name="Google Shape;303;p4"/>
          <p:cNvSpPr/>
          <p:nvPr/>
        </p:nvSpPr>
        <p:spPr>
          <a:xfrm>
            <a:off x="4267200" y="4090987"/>
            <a:ext cx="457200" cy="838200"/>
          </a:xfrm>
          <a:custGeom>
            <a:avLst/>
            <a:gdLst/>
            <a:ahLst/>
            <a:cxnLst/>
            <a:rect l="l" t="t" r="r" b="b"/>
            <a:pathLst>
              <a:path w="336785" h="711043" extrusionOk="0">
                <a:moveTo>
                  <a:pt x="9386" y="87086"/>
                </a:moveTo>
                <a:cubicBezTo>
                  <a:pt x="55388" y="18084"/>
                  <a:pt x="21867" y="49059"/>
                  <a:pt x="125500" y="14514"/>
                </a:cubicBezTo>
                <a:lnTo>
                  <a:pt x="169043" y="0"/>
                </a:lnTo>
                <a:cubicBezTo>
                  <a:pt x="207748" y="4838"/>
                  <a:pt x="246780" y="7536"/>
                  <a:pt x="285157" y="14514"/>
                </a:cubicBezTo>
                <a:cubicBezTo>
                  <a:pt x="300210" y="17251"/>
                  <a:pt x="324497" y="14318"/>
                  <a:pt x="328700" y="29029"/>
                </a:cubicBezTo>
                <a:cubicBezTo>
                  <a:pt x="336785" y="57325"/>
                  <a:pt x="323492" y="88195"/>
                  <a:pt x="314186" y="116114"/>
                </a:cubicBezTo>
                <a:cubicBezTo>
                  <a:pt x="302575" y="150947"/>
                  <a:pt x="272577" y="173205"/>
                  <a:pt x="241615" y="188686"/>
                </a:cubicBezTo>
                <a:cubicBezTo>
                  <a:pt x="227931" y="195528"/>
                  <a:pt x="212586" y="198362"/>
                  <a:pt x="198072" y="203200"/>
                </a:cubicBezTo>
                <a:cubicBezTo>
                  <a:pt x="188396" y="217714"/>
                  <a:pt x="171043" y="229414"/>
                  <a:pt x="169043" y="246743"/>
                </a:cubicBezTo>
                <a:cubicBezTo>
                  <a:pt x="115470" y="711043"/>
                  <a:pt x="195024" y="459083"/>
                  <a:pt x="140015" y="624114"/>
                </a:cubicBezTo>
                <a:cubicBezTo>
                  <a:pt x="125501" y="609600"/>
                  <a:pt x="106656" y="598393"/>
                  <a:pt x="96472" y="580571"/>
                </a:cubicBezTo>
                <a:cubicBezTo>
                  <a:pt x="86575" y="563251"/>
                  <a:pt x="87437" y="541694"/>
                  <a:pt x="81957" y="522514"/>
                </a:cubicBezTo>
                <a:cubicBezTo>
                  <a:pt x="77754" y="507803"/>
                  <a:pt x="72281" y="493485"/>
                  <a:pt x="67443" y="478971"/>
                </a:cubicBezTo>
                <a:cubicBezTo>
                  <a:pt x="64080" y="455429"/>
                  <a:pt x="53079" y="353530"/>
                  <a:pt x="38415" y="319314"/>
                </a:cubicBezTo>
                <a:cubicBezTo>
                  <a:pt x="31543" y="303280"/>
                  <a:pt x="19062" y="290285"/>
                  <a:pt x="9386" y="275771"/>
                </a:cubicBezTo>
                <a:cubicBezTo>
                  <a:pt x="24879" y="105340"/>
                  <a:pt x="0" y="163910"/>
                  <a:pt x="9386" y="87086"/>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04" name="Google Shape;304;p4"/>
          <p:cNvSpPr txBox="1"/>
          <p:nvPr/>
        </p:nvSpPr>
        <p:spPr>
          <a:xfrm>
            <a:off x="304800" y="1143000"/>
            <a:ext cx="16764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Lateral corticospinal tract</a:t>
            </a:r>
            <a:endParaRPr sz="1400" b="0" i="0" u="none" strike="noStrike" cap="none">
              <a:solidFill>
                <a:srgbClr val="000000"/>
              </a:solidFill>
              <a:latin typeface="Arial"/>
              <a:ea typeface="Arial"/>
              <a:cs typeface="Arial"/>
              <a:sym typeface="Arial"/>
            </a:endParaRPr>
          </a:p>
        </p:txBody>
      </p:sp>
      <p:sp>
        <p:nvSpPr>
          <p:cNvPr id="305" name="Google Shape;305;p4"/>
          <p:cNvSpPr txBox="1"/>
          <p:nvPr/>
        </p:nvSpPr>
        <p:spPr>
          <a:xfrm>
            <a:off x="4648200" y="685800"/>
            <a:ext cx="12192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Fasciculus Gracilis</a:t>
            </a:r>
            <a:endParaRPr sz="1400" b="1" i="0" u="none" strike="noStrike" cap="none">
              <a:solidFill>
                <a:schemeClr val="dk1"/>
              </a:solidFill>
              <a:latin typeface="Times"/>
              <a:ea typeface="Times"/>
              <a:cs typeface="Times"/>
              <a:sym typeface="Times"/>
            </a:endParaRPr>
          </a:p>
        </p:txBody>
      </p:sp>
      <p:sp>
        <p:nvSpPr>
          <p:cNvPr id="306" name="Google Shape;306;p4"/>
          <p:cNvSpPr txBox="1"/>
          <p:nvPr/>
        </p:nvSpPr>
        <p:spPr>
          <a:xfrm>
            <a:off x="1066800" y="5486400"/>
            <a:ext cx="2286000" cy="307777"/>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Anterolateral system</a:t>
            </a:r>
            <a:endParaRPr sz="1400" b="0" i="0" u="none" strike="noStrike" cap="none">
              <a:solidFill>
                <a:srgbClr val="000000"/>
              </a:solidFill>
              <a:latin typeface="Arial"/>
              <a:ea typeface="Arial"/>
              <a:cs typeface="Arial"/>
              <a:sym typeface="Arial"/>
            </a:endParaRPr>
          </a:p>
        </p:txBody>
      </p:sp>
      <p:sp>
        <p:nvSpPr>
          <p:cNvPr id="307" name="Google Shape;307;p4"/>
          <p:cNvSpPr txBox="1"/>
          <p:nvPr/>
        </p:nvSpPr>
        <p:spPr>
          <a:xfrm>
            <a:off x="4114800" y="5867400"/>
            <a:ext cx="19812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Pontine reticulospinal tract</a:t>
            </a:r>
            <a:endParaRPr sz="1400" b="0" i="0" u="none" strike="noStrike" cap="none">
              <a:solidFill>
                <a:srgbClr val="000000"/>
              </a:solidFill>
              <a:latin typeface="Arial"/>
              <a:ea typeface="Arial"/>
              <a:cs typeface="Arial"/>
              <a:sym typeface="Arial"/>
            </a:endParaRPr>
          </a:p>
        </p:txBody>
      </p:sp>
      <p:sp>
        <p:nvSpPr>
          <p:cNvPr id="308" name="Google Shape;308;p4"/>
          <p:cNvSpPr txBox="1"/>
          <p:nvPr/>
        </p:nvSpPr>
        <p:spPr>
          <a:xfrm>
            <a:off x="1905000" y="5943600"/>
            <a:ext cx="18288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Lateral Vestibulospinal tract</a:t>
            </a:r>
            <a:endParaRPr sz="1400" b="0" i="0" u="none" strike="noStrike" cap="none">
              <a:solidFill>
                <a:srgbClr val="000000"/>
              </a:solidFill>
              <a:latin typeface="Arial"/>
              <a:ea typeface="Arial"/>
              <a:cs typeface="Arial"/>
              <a:sym typeface="Arial"/>
            </a:endParaRPr>
          </a:p>
        </p:txBody>
      </p:sp>
      <p:sp>
        <p:nvSpPr>
          <p:cNvPr id="309" name="Google Shape;309;p4"/>
          <p:cNvSpPr txBox="1"/>
          <p:nvPr/>
        </p:nvSpPr>
        <p:spPr>
          <a:xfrm>
            <a:off x="3352800" y="762000"/>
            <a:ext cx="12192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Fasciculs Cuneatus</a:t>
            </a:r>
            <a:endParaRPr sz="1400" b="1" i="0" u="none" strike="noStrike" cap="none">
              <a:solidFill>
                <a:schemeClr val="dk1"/>
              </a:solidFill>
              <a:latin typeface="Times"/>
              <a:ea typeface="Times"/>
              <a:cs typeface="Times"/>
              <a:sym typeface="Times"/>
            </a:endParaRPr>
          </a:p>
        </p:txBody>
      </p:sp>
      <p:sp>
        <p:nvSpPr>
          <p:cNvPr id="310" name="Google Shape;310;p4"/>
          <p:cNvSpPr txBox="1"/>
          <p:nvPr/>
        </p:nvSpPr>
        <p:spPr>
          <a:xfrm>
            <a:off x="-381000" y="3733800"/>
            <a:ext cx="1524000" cy="738664"/>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Ventral Spinocerebellar Tract</a:t>
            </a:r>
            <a:endParaRPr sz="1400" b="0" i="0" u="none" strike="noStrike" cap="none">
              <a:solidFill>
                <a:srgbClr val="000000"/>
              </a:solidFill>
              <a:latin typeface="Arial"/>
              <a:ea typeface="Arial"/>
              <a:cs typeface="Arial"/>
              <a:sym typeface="Arial"/>
            </a:endParaRPr>
          </a:p>
        </p:txBody>
      </p:sp>
      <p:sp>
        <p:nvSpPr>
          <p:cNvPr id="311" name="Google Shape;311;p4"/>
          <p:cNvSpPr txBox="1"/>
          <p:nvPr/>
        </p:nvSpPr>
        <p:spPr>
          <a:xfrm>
            <a:off x="-152400" y="1981200"/>
            <a:ext cx="1524000" cy="738664"/>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Dorsal Spinocerebellar Tract</a:t>
            </a:r>
            <a:endParaRPr sz="1400" b="0" i="0" u="none" strike="noStrike" cap="none">
              <a:solidFill>
                <a:srgbClr val="000000"/>
              </a:solidFill>
              <a:latin typeface="Arial"/>
              <a:ea typeface="Arial"/>
              <a:cs typeface="Arial"/>
              <a:sym typeface="Arial"/>
            </a:endParaRPr>
          </a:p>
        </p:txBody>
      </p:sp>
      <p:sp>
        <p:nvSpPr>
          <p:cNvPr id="312" name="Google Shape;312;p4"/>
          <p:cNvSpPr txBox="1"/>
          <p:nvPr/>
        </p:nvSpPr>
        <p:spPr>
          <a:xfrm>
            <a:off x="6324600" y="5562600"/>
            <a:ext cx="1600200" cy="738664"/>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Anterior Corticospinal Tract</a:t>
            </a:r>
            <a:endParaRPr sz="1400" b="0" i="0" u="none" strike="noStrike" cap="none">
              <a:solidFill>
                <a:srgbClr val="000000"/>
              </a:solidFill>
              <a:latin typeface="Arial"/>
              <a:ea typeface="Arial"/>
              <a:cs typeface="Arial"/>
              <a:sym typeface="Arial"/>
            </a:endParaRPr>
          </a:p>
        </p:txBody>
      </p:sp>
      <p:sp>
        <p:nvSpPr>
          <p:cNvPr id="313" name="Google Shape;313;p4"/>
          <p:cNvSpPr txBox="1"/>
          <p:nvPr/>
        </p:nvSpPr>
        <p:spPr>
          <a:xfrm>
            <a:off x="1981200" y="990600"/>
            <a:ext cx="12192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Dorsolateral Funiculus</a:t>
            </a:r>
            <a:endParaRPr sz="1400" b="1" i="0" u="none" strike="noStrike" cap="none">
              <a:solidFill>
                <a:schemeClr val="dk1"/>
              </a:solidFill>
              <a:latin typeface="Times"/>
              <a:ea typeface="Times"/>
              <a:cs typeface="Times"/>
              <a:sym typeface="Times"/>
            </a:endParaRPr>
          </a:p>
        </p:txBody>
      </p:sp>
      <p:sp>
        <p:nvSpPr>
          <p:cNvPr id="314" name="Google Shape;314;p4"/>
          <p:cNvSpPr txBox="1"/>
          <p:nvPr/>
        </p:nvSpPr>
        <p:spPr>
          <a:xfrm>
            <a:off x="0" y="2895600"/>
            <a:ext cx="11430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Rubrospinal Tract</a:t>
            </a:r>
            <a:endParaRPr sz="1400" b="0" i="0" u="none" strike="noStrike" cap="none">
              <a:solidFill>
                <a:srgbClr val="000000"/>
              </a:solidFill>
              <a:latin typeface="Arial"/>
              <a:ea typeface="Arial"/>
              <a:cs typeface="Arial"/>
              <a:sym typeface="Arial"/>
            </a:endParaRPr>
          </a:p>
        </p:txBody>
      </p:sp>
      <p:sp>
        <p:nvSpPr>
          <p:cNvPr id="315" name="Google Shape;315;p4"/>
          <p:cNvSpPr txBox="1"/>
          <p:nvPr/>
        </p:nvSpPr>
        <p:spPr>
          <a:xfrm>
            <a:off x="5029200" y="3429000"/>
            <a:ext cx="1219200" cy="738664"/>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Medial Longitudnal Fasciculus</a:t>
            </a:r>
            <a:endParaRPr sz="1400" b="0" i="0" u="none" strike="noStrike" cap="none">
              <a:solidFill>
                <a:srgbClr val="000000"/>
              </a:solidFill>
              <a:latin typeface="Arial"/>
              <a:ea typeface="Arial"/>
              <a:cs typeface="Arial"/>
              <a:sym typeface="Arial"/>
            </a:endParaRPr>
          </a:p>
        </p:txBody>
      </p:sp>
      <p:cxnSp>
        <p:nvCxnSpPr>
          <p:cNvPr id="316" name="Google Shape;316;p4"/>
          <p:cNvCxnSpPr/>
          <p:nvPr/>
        </p:nvCxnSpPr>
        <p:spPr>
          <a:xfrm rot="5400000">
            <a:off x="4648200" y="1219200"/>
            <a:ext cx="685800" cy="6858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317" name="Google Shape;317;p4"/>
          <p:cNvCxnSpPr>
            <a:stCxn id="309" idx="2"/>
          </p:cNvCxnSpPr>
          <p:nvPr/>
        </p:nvCxnSpPr>
        <p:spPr>
          <a:xfrm flipH="1">
            <a:off x="3960900" y="1285220"/>
            <a:ext cx="1500" cy="3912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318" name="Google Shape;318;p4"/>
          <p:cNvCxnSpPr>
            <a:endCxn id="294" idx="0"/>
          </p:cNvCxnSpPr>
          <p:nvPr/>
        </p:nvCxnSpPr>
        <p:spPr>
          <a:xfrm>
            <a:off x="2743201" y="1524000"/>
            <a:ext cx="116100" cy="3972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319" name="Google Shape;319;p4"/>
          <p:cNvCxnSpPr/>
          <p:nvPr/>
        </p:nvCxnSpPr>
        <p:spPr>
          <a:xfrm>
            <a:off x="1066800" y="2438400"/>
            <a:ext cx="685800" cy="3810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320" name="Google Shape;320;p4"/>
          <p:cNvCxnSpPr>
            <a:endCxn id="298" idx="11"/>
          </p:cNvCxnSpPr>
          <p:nvPr/>
        </p:nvCxnSpPr>
        <p:spPr>
          <a:xfrm>
            <a:off x="685800" y="3429000"/>
            <a:ext cx="925200" cy="5532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321" name="Google Shape;321;p4"/>
          <p:cNvCxnSpPr>
            <a:stCxn id="310" idx="2"/>
          </p:cNvCxnSpPr>
          <p:nvPr/>
        </p:nvCxnSpPr>
        <p:spPr>
          <a:xfrm rot="-5400000" flipH="1">
            <a:off x="940800" y="3912664"/>
            <a:ext cx="99600" cy="1219200"/>
          </a:xfrm>
          <a:prstGeom prst="bentConnector2">
            <a:avLst/>
          </a:prstGeom>
          <a:solidFill>
            <a:schemeClr val="accent1"/>
          </a:solidFill>
          <a:ln w="28575" cap="flat" cmpd="sng">
            <a:solidFill>
              <a:schemeClr val="dk1"/>
            </a:solidFill>
            <a:prstDash val="solid"/>
            <a:round/>
            <a:headEnd type="none" w="sm" len="sm"/>
            <a:tailEnd type="stealth" w="med" len="med"/>
          </a:ln>
        </p:spPr>
      </p:cxnSp>
      <p:cxnSp>
        <p:nvCxnSpPr>
          <p:cNvPr id="322" name="Google Shape;322;p4"/>
          <p:cNvCxnSpPr/>
          <p:nvPr/>
        </p:nvCxnSpPr>
        <p:spPr>
          <a:xfrm rot="10800000" flipH="1">
            <a:off x="1981200" y="4953000"/>
            <a:ext cx="609600" cy="5334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323" name="Google Shape;323;p4"/>
          <p:cNvCxnSpPr>
            <a:endCxn id="301" idx="6"/>
          </p:cNvCxnSpPr>
          <p:nvPr/>
        </p:nvCxnSpPr>
        <p:spPr>
          <a:xfrm rot="10800000" flipH="1">
            <a:off x="3505200" y="5280001"/>
            <a:ext cx="227400" cy="7398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324" name="Google Shape;324;p4"/>
          <p:cNvCxnSpPr>
            <a:endCxn id="300" idx="7"/>
          </p:cNvCxnSpPr>
          <p:nvPr/>
        </p:nvCxnSpPr>
        <p:spPr>
          <a:xfrm rot="10800000">
            <a:off x="4410300" y="5105100"/>
            <a:ext cx="390300" cy="8385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325" name="Google Shape;325;p4"/>
          <p:cNvCxnSpPr/>
          <p:nvPr/>
        </p:nvCxnSpPr>
        <p:spPr>
          <a:xfrm rot="10800000">
            <a:off x="4724400" y="4648200"/>
            <a:ext cx="1752600" cy="11430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326" name="Google Shape;326;p4"/>
          <p:cNvCxnSpPr>
            <a:stCxn id="315" idx="1"/>
            <a:endCxn id="303" idx="5"/>
          </p:cNvCxnSpPr>
          <p:nvPr/>
        </p:nvCxnSpPr>
        <p:spPr>
          <a:xfrm flipH="1">
            <a:off x="4693800" y="3798332"/>
            <a:ext cx="335400" cy="4296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327" name="Google Shape;327;p4"/>
          <p:cNvCxnSpPr/>
          <p:nvPr/>
        </p:nvCxnSpPr>
        <p:spPr>
          <a:xfrm>
            <a:off x="1676400" y="1752600"/>
            <a:ext cx="838200" cy="1600200"/>
          </a:xfrm>
          <a:prstGeom prst="straightConnector1">
            <a:avLst/>
          </a:prstGeom>
          <a:solidFill>
            <a:schemeClr val="accent1"/>
          </a:solidFill>
          <a:ln w="28575" cap="flat" cmpd="sng">
            <a:solidFill>
              <a:schemeClr val="dk1"/>
            </a:solidFill>
            <a:prstDash val="solid"/>
            <a:round/>
            <a:headEnd type="none" w="sm" len="sm"/>
            <a:tailEnd type="stealth" w="med" len="med"/>
          </a:ln>
        </p:spPr>
      </p:cxnSp>
      <p:sp>
        <p:nvSpPr>
          <p:cNvPr id="328" name="Google Shape;328;p4"/>
          <p:cNvSpPr/>
          <p:nvPr/>
        </p:nvSpPr>
        <p:spPr>
          <a:xfrm>
            <a:off x="2286000" y="4230281"/>
            <a:ext cx="739588" cy="563710"/>
          </a:xfrm>
          <a:custGeom>
            <a:avLst/>
            <a:gdLst/>
            <a:ahLst/>
            <a:cxnLst/>
            <a:rect l="l" t="t" r="r" b="b"/>
            <a:pathLst>
              <a:path w="739588" h="563710" extrusionOk="0">
                <a:moveTo>
                  <a:pt x="121024" y="18990"/>
                </a:moveTo>
                <a:lnTo>
                  <a:pt x="121024" y="18990"/>
                </a:lnTo>
                <a:cubicBezTo>
                  <a:pt x="152400" y="50366"/>
                  <a:pt x="180810" y="85020"/>
                  <a:pt x="215153" y="113119"/>
                </a:cubicBezTo>
                <a:cubicBezTo>
                  <a:pt x="238001" y="131813"/>
                  <a:pt x="280767" y="143955"/>
                  <a:pt x="309282" y="153460"/>
                </a:cubicBezTo>
                <a:cubicBezTo>
                  <a:pt x="322729" y="166907"/>
                  <a:pt x="334149" y="182748"/>
                  <a:pt x="349624" y="193801"/>
                </a:cubicBezTo>
                <a:cubicBezTo>
                  <a:pt x="443880" y="261126"/>
                  <a:pt x="364745" y="190249"/>
                  <a:pt x="443753" y="234143"/>
                </a:cubicBezTo>
                <a:cubicBezTo>
                  <a:pt x="472008" y="249840"/>
                  <a:pt x="501579" y="265075"/>
                  <a:pt x="524435" y="287931"/>
                </a:cubicBezTo>
                <a:cubicBezTo>
                  <a:pt x="576204" y="339700"/>
                  <a:pt x="548953" y="317723"/>
                  <a:pt x="605118" y="355166"/>
                </a:cubicBezTo>
                <a:cubicBezTo>
                  <a:pt x="614083" y="368613"/>
                  <a:pt x="620584" y="384079"/>
                  <a:pt x="632012" y="395507"/>
                </a:cubicBezTo>
                <a:cubicBezTo>
                  <a:pt x="643440" y="406935"/>
                  <a:pt x="661711" y="410238"/>
                  <a:pt x="672353" y="422401"/>
                </a:cubicBezTo>
                <a:cubicBezTo>
                  <a:pt x="722147" y="479309"/>
                  <a:pt x="721119" y="488018"/>
                  <a:pt x="739588" y="543425"/>
                </a:cubicBezTo>
                <a:cubicBezTo>
                  <a:pt x="680412" y="563150"/>
                  <a:pt x="699705" y="563710"/>
                  <a:pt x="618565" y="543425"/>
                </a:cubicBezTo>
                <a:cubicBezTo>
                  <a:pt x="591062" y="536549"/>
                  <a:pt x="537882" y="516531"/>
                  <a:pt x="537882" y="516531"/>
                </a:cubicBezTo>
                <a:cubicBezTo>
                  <a:pt x="524435" y="507566"/>
                  <a:pt x="512309" y="496201"/>
                  <a:pt x="497541" y="489637"/>
                </a:cubicBezTo>
                <a:cubicBezTo>
                  <a:pt x="471636" y="478123"/>
                  <a:pt x="416859" y="462743"/>
                  <a:pt x="416859" y="462743"/>
                </a:cubicBezTo>
                <a:cubicBezTo>
                  <a:pt x="367109" y="412992"/>
                  <a:pt x="400515" y="442881"/>
                  <a:pt x="309282" y="382060"/>
                </a:cubicBezTo>
                <a:cubicBezTo>
                  <a:pt x="295835" y="373095"/>
                  <a:pt x="280369" y="366594"/>
                  <a:pt x="268941" y="355166"/>
                </a:cubicBezTo>
                <a:cubicBezTo>
                  <a:pt x="255494" y="341719"/>
                  <a:pt x="240774" y="329434"/>
                  <a:pt x="228600" y="314825"/>
                </a:cubicBezTo>
                <a:cubicBezTo>
                  <a:pt x="218254" y="302410"/>
                  <a:pt x="213134" y="285912"/>
                  <a:pt x="201706" y="274484"/>
                </a:cubicBezTo>
                <a:cubicBezTo>
                  <a:pt x="190278" y="263056"/>
                  <a:pt x="173985" y="257686"/>
                  <a:pt x="161365" y="247590"/>
                </a:cubicBezTo>
                <a:cubicBezTo>
                  <a:pt x="108626" y="205398"/>
                  <a:pt x="164189" y="230601"/>
                  <a:pt x="94129" y="207248"/>
                </a:cubicBezTo>
                <a:cubicBezTo>
                  <a:pt x="76200" y="180354"/>
                  <a:pt x="50562" y="157230"/>
                  <a:pt x="40341" y="126566"/>
                </a:cubicBezTo>
                <a:cubicBezTo>
                  <a:pt x="21783" y="70893"/>
                  <a:pt x="34757" y="98019"/>
                  <a:pt x="0" y="45884"/>
                </a:cubicBezTo>
                <a:cubicBezTo>
                  <a:pt x="13447" y="32437"/>
                  <a:pt x="21892" y="10155"/>
                  <a:pt x="40341" y="5543"/>
                </a:cubicBezTo>
                <a:cubicBezTo>
                  <a:pt x="62514" y="0"/>
                  <a:pt x="86568" y="9987"/>
                  <a:pt x="107576" y="18990"/>
                </a:cubicBezTo>
                <a:cubicBezTo>
                  <a:pt x="119229" y="23984"/>
                  <a:pt x="118783" y="18990"/>
                  <a:pt x="121024" y="18990"/>
                </a:cubicBezTo>
                <a:close/>
              </a:path>
            </a:pathLst>
          </a:custGeom>
          <a:solidFill>
            <a:schemeClr val="accent1">
              <a:alpha val="1450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29" name="Google Shape;329;p4"/>
          <p:cNvSpPr txBox="1"/>
          <p:nvPr/>
        </p:nvSpPr>
        <p:spPr>
          <a:xfrm>
            <a:off x="228600" y="4876800"/>
            <a:ext cx="1371600" cy="430887"/>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Medullary Reticulospinal tract</a:t>
            </a:r>
            <a:endParaRPr sz="1400" b="0" i="0" u="none" strike="noStrike" cap="none">
              <a:solidFill>
                <a:srgbClr val="000000"/>
              </a:solidFill>
              <a:latin typeface="Arial"/>
              <a:ea typeface="Arial"/>
              <a:cs typeface="Arial"/>
              <a:sym typeface="Arial"/>
            </a:endParaRPr>
          </a:p>
        </p:txBody>
      </p:sp>
      <p:cxnSp>
        <p:nvCxnSpPr>
          <p:cNvPr id="330" name="Google Shape;330;p4"/>
          <p:cNvCxnSpPr/>
          <p:nvPr/>
        </p:nvCxnSpPr>
        <p:spPr>
          <a:xfrm rot="10800000" flipH="1">
            <a:off x="1447800" y="4419600"/>
            <a:ext cx="1066800" cy="685800"/>
          </a:xfrm>
          <a:prstGeom prst="straightConnector1">
            <a:avLst/>
          </a:prstGeom>
          <a:solidFill>
            <a:schemeClr val="accent1"/>
          </a:solidFill>
          <a:ln w="28575" cap="flat" cmpd="sng">
            <a:solidFill>
              <a:schemeClr val="dk1"/>
            </a:solidFill>
            <a:prstDash val="solid"/>
            <a:round/>
            <a:headEnd type="none" w="sm" len="sm"/>
            <a:tailEnd type="stealth" w="med" len="med"/>
          </a:ln>
        </p:spPr>
      </p:cxnSp>
      <p:sp>
        <p:nvSpPr>
          <p:cNvPr id="331" name="Google Shape;331;p4"/>
          <p:cNvSpPr txBox="1"/>
          <p:nvPr/>
        </p:nvSpPr>
        <p:spPr>
          <a:xfrm>
            <a:off x="7239000" y="457200"/>
            <a:ext cx="190500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a:ea typeface="Times"/>
                <a:cs typeface="Times"/>
                <a:sym typeface="Times"/>
              </a:rPr>
              <a:t>Cervical</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1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2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0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2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0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2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0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2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1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2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1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327"/>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04"/>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29"/>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3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pic>
        <p:nvPicPr>
          <p:cNvPr id="337" name="Google Shape;337;p5" descr="Plate 05.jpg                                                   000001D0WD Passport                    00000000:"/>
          <p:cNvPicPr preferRelativeResize="0"/>
          <p:nvPr/>
        </p:nvPicPr>
        <p:blipFill rotWithShape="1">
          <a:blip r:embed="rId3">
            <a:alphaModFix/>
          </a:blip>
          <a:srcRect/>
          <a:stretch/>
        </p:blipFill>
        <p:spPr>
          <a:xfrm>
            <a:off x="381000" y="36513"/>
            <a:ext cx="8382000" cy="6784975"/>
          </a:xfrm>
          <a:prstGeom prst="rect">
            <a:avLst/>
          </a:prstGeom>
          <a:noFill/>
          <a:ln>
            <a:noFill/>
          </a:ln>
        </p:spPr>
      </p:pic>
      <p:sp>
        <p:nvSpPr>
          <p:cNvPr id="338" name="Google Shape;338;p5"/>
          <p:cNvSpPr/>
          <p:nvPr/>
        </p:nvSpPr>
        <p:spPr>
          <a:xfrm>
            <a:off x="3609192" y="990600"/>
            <a:ext cx="904751" cy="2289629"/>
          </a:xfrm>
          <a:custGeom>
            <a:avLst/>
            <a:gdLst/>
            <a:ahLst/>
            <a:cxnLst/>
            <a:rect l="l" t="t" r="r" b="b"/>
            <a:pathLst>
              <a:path w="904751" h="2235200" extrusionOk="0">
                <a:moveTo>
                  <a:pt x="280637" y="493485"/>
                </a:moveTo>
                <a:cubicBezTo>
                  <a:pt x="234986" y="478268"/>
                  <a:pt x="224615" y="482024"/>
                  <a:pt x="193551" y="435428"/>
                </a:cubicBezTo>
                <a:cubicBezTo>
                  <a:pt x="185064" y="422698"/>
                  <a:pt x="188594" y="403832"/>
                  <a:pt x="179037" y="391885"/>
                </a:cubicBezTo>
                <a:cubicBezTo>
                  <a:pt x="168140" y="378264"/>
                  <a:pt x="148895" y="374024"/>
                  <a:pt x="135494" y="362857"/>
                </a:cubicBezTo>
                <a:cubicBezTo>
                  <a:pt x="119725" y="349716"/>
                  <a:pt x="106465" y="333828"/>
                  <a:pt x="91951" y="319314"/>
                </a:cubicBezTo>
                <a:cubicBezTo>
                  <a:pt x="80146" y="283899"/>
                  <a:pt x="76545" y="260365"/>
                  <a:pt x="48408" y="232228"/>
                </a:cubicBezTo>
                <a:cubicBezTo>
                  <a:pt x="36073" y="219893"/>
                  <a:pt x="19379" y="212876"/>
                  <a:pt x="4865" y="203200"/>
                </a:cubicBezTo>
                <a:cubicBezTo>
                  <a:pt x="9703" y="174171"/>
                  <a:pt x="0" y="138262"/>
                  <a:pt x="19379" y="116114"/>
                </a:cubicBezTo>
                <a:cubicBezTo>
                  <a:pt x="39528" y="93086"/>
                  <a:pt x="81005" y="104058"/>
                  <a:pt x="106465" y="87085"/>
                </a:cubicBezTo>
                <a:cubicBezTo>
                  <a:pt x="190142" y="31302"/>
                  <a:pt x="109424" y="79596"/>
                  <a:pt x="193551" y="43542"/>
                </a:cubicBezTo>
                <a:cubicBezTo>
                  <a:pt x="213438" y="35019"/>
                  <a:pt x="230884" y="20731"/>
                  <a:pt x="251608" y="14514"/>
                </a:cubicBezTo>
                <a:cubicBezTo>
                  <a:pt x="279796" y="6058"/>
                  <a:pt x="309665" y="4838"/>
                  <a:pt x="338694" y="0"/>
                </a:cubicBezTo>
                <a:cubicBezTo>
                  <a:pt x="464484" y="4838"/>
                  <a:pt x="590731" y="2764"/>
                  <a:pt x="716065" y="14514"/>
                </a:cubicBezTo>
                <a:cubicBezTo>
                  <a:pt x="746530" y="17370"/>
                  <a:pt x="803151" y="43542"/>
                  <a:pt x="803151" y="43542"/>
                </a:cubicBezTo>
                <a:lnTo>
                  <a:pt x="832179" y="130628"/>
                </a:lnTo>
                <a:lnTo>
                  <a:pt x="846694" y="174171"/>
                </a:lnTo>
                <a:cubicBezTo>
                  <a:pt x="877881" y="361300"/>
                  <a:pt x="854842" y="202952"/>
                  <a:pt x="875722" y="537028"/>
                </a:cubicBezTo>
                <a:cubicBezTo>
                  <a:pt x="886663" y="712075"/>
                  <a:pt x="886473" y="695602"/>
                  <a:pt x="904751" y="841828"/>
                </a:cubicBezTo>
                <a:cubicBezTo>
                  <a:pt x="895075" y="1064380"/>
                  <a:pt x="890540" y="1287216"/>
                  <a:pt x="875722" y="1509485"/>
                </a:cubicBezTo>
                <a:cubicBezTo>
                  <a:pt x="870884" y="1582057"/>
                  <a:pt x="864437" y="1654539"/>
                  <a:pt x="861208" y="1727200"/>
                </a:cubicBezTo>
                <a:cubicBezTo>
                  <a:pt x="854760" y="1872280"/>
                  <a:pt x="855479" y="2017671"/>
                  <a:pt x="846694" y="2162628"/>
                </a:cubicBezTo>
                <a:cubicBezTo>
                  <a:pt x="845768" y="2177899"/>
                  <a:pt x="841736" y="2194224"/>
                  <a:pt x="832179" y="2206171"/>
                </a:cubicBezTo>
                <a:cubicBezTo>
                  <a:pt x="821282" y="2219792"/>
                  <a:pt x="803151" y="2225524"/>
                  <a:pt x="788637" y="2235200"/>
                </a:cubicBezTo>
                <a:cubicBezTo>
                  <a:pt x="769284" y="2230362"/>
                  <a:pt x="747177" y="2231750"/>
                  <a:pt x="730579" y="2220685"/>
                </a:cubicBezTo>
                <a:cubicBezTo>
                  <a:pt x="715195" y="2210429"/>
                  <a:pt x="677543" y="2129127"/>
                  <a:pt x="672522" y="2119085"/>
                </a:cubicBezTo>
                <a:cubicBezTo>
                  <a:pt x="667684" y="2090057"/>
                  <a:pt x="664174" y="2060775"/>
                  <a:pt x="658008" y="2032000"/>
                </a:cubicBezTo>
                <a:cubicBezTo>
                  <a:pt x="649649" y="1992989"/>
                  <a:pt x="628979" y="1915885"/>
                  <a:pt x="628979" y="1915885"/>
                </a:cubicBezTo>
                <a:cubicBezTo>
                  <a:pt x="624141" y="1862666"/>
                  <a:pt x="622022" y="1809129"/>
                  <a:pt x="614465" y="1756228"/>
                </a:cubicBezTo>
                <a:cubicBezTo>
                  <a:pt x="612301" y="1741082"/>
                  <a:pt x="602951" y="1727687"/>
                  <a:pt x="599951" y="1712685"/>
                </a:cubicBezTo>
                <a:cubicBezTo>
                  <a:pt x="539374" y="1409796"/>
                  <a:pt x="622847" y="1772172"/>
                  <a:pt x="570922" y="1538514"/>
                </a:cubicBezTo>
                <a:cubicBezTo>
                  <a:pt x="566595" y="1519041"/>
                  <a:pt x="561888" y="1499637"/>
                  <a:pt x="556408" y="1480457"/>
                </a:cubicBezTo>
                <a:cubicBezTo>
                  <a:pt x="552205" y="1465746"/>
                  <a:pt x="545605" y="1451757"/>
                  <a:pt x="541894" y="1436914"/>
                </a:cubicBezTo>
                <a:lnTo>
                  <a:pt x="512865" y="1320800"/>
                </a:lnTo>
                <a:cubicBezTo>
                  <a:pt x="508027" y="1286933"/>
                  <a:pt x="505060" y="1252746"/>
                  <a:pt x="498351" y="1219200"/>
                </a:cubicBezTo>
                <a:cubicBezTo>
                  <a:pt x="495351" y="1204198"/>
                  <a:pt x="486163" y="1190779"/>
                  <a:pt x="483837" y="1175657"/>
                </a:cubicBezTo>
                <a:cubicBezTo>
                  <a:pt x="476444" y="1127600"/>
                  <a:pt x="476715" y="1078571"/>
                  <a:pt x="469322" y="1030514"/>
                </a:cubicBezTo>
                <a:cubicBezTo>
                  <a:pt x="466996" y="1015392"/>
                  <a:pt x="458127" y="1001906"/>
                  <a:pt x="454808" y="986971"/>
                </a:cubicBezTo>
                <a:cubicBezTo>
                  <a:pt x="448424" y="958243"/>
                  <a:pt x="446066" y="928743"/>
                  <a:pt x="440294" y="899885"/>
                </a:cubicBezTo>
                <a:cubicBezTo>
                  <a:pt x="436382" y="880324"/>
                  <a:pt x="429691" y="861389"/>
                  <a:pt x="425779" y="841828"/>
                </a:cubicBezTo>
                <a:cubicBezTo>
                  <a:pt x="396461" y="695242"/>
                  <a:pt x="430733" y="813144"/>
                  <a:pt x="382237" y="667657"/>
                </a:cubicBezTo>
                <a:cubicBezTo>
                  <a:pt x="377399" y="653143"/>
                  <a:pt x="376209" y="636844"/>
                  <a:pt x="367722" y="624114"/>
                </a:cubicBezTo>
                <a:cubicBezTo>
                  <a:pt x="295656" y="516012"/>
                  <a:pt x="388275" y="648776"/>
                  <a:pt x="295151" y="537028"/>
                </a:cubicBezTo>
                <a:cubicBezTo>
                  <a:pt x="283984" y="523627"/>
                  <a:pt x="279744" y="504382"/>
                  <a:pt x="266122" y="493485"/>
                </a:cubicBezTo>
                <a:cubicBezTo>
                  <a:pt x="99347" y="360067"/>
                  <a:pt x="285604" y="541996"/>
                  <a:pt x="208065" y="464457"/>
                </a:cubicBezTo>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39" name="Google Shape;339;p5"/>
          <p:cNvSpPr/>
          <p:nvPr/>
        </p:nvSpPr>
        <p:spPr>
          <a:xfrm>
            <a:off x="2362200" y="1219200"/>
            <a:ext cx="1904999" cy="1879185"/>
          </a:xfrm>
          <a:custGeom>
            <a:avLst/>
            <a:gdLst/>
            <a:ahLst/>
            <a:cxnLst/>
            <a:rect l="l" t="t" r="r" b="b"/>
            <a:pathLst>
              <a:path w="1814286" h="1763071" extrusionOk="0">
                <a:moveTo>
                  <a:pt x="0" y="783772"/>
                </a:moveTo>
                <a:cubicBezTo>
                  <a:pt x="5005" y="743734"/>
                  <a:pt x="6653" y="668867"/>
                  <a:pt x="29029" y="624115"/>
                </a:cubicBezTo>
                <a:cubicBezTo>
                  <a:pt x="36830" y="608513"/>
                  <a:pt x="45722" y="592907"/>
                  <a:pt x="58057" y="580572"/>
                </a:cubicBezTo>
                <a:cubicBezTo>
                  <a:pt x="70392" y="568237"/>
                  <a:pt x="87086" y="561219"/>
                  <a:pt x="101600" y="551543"/>
                </a:cubicBezTo>
                <a:cubicBezTo>
                  <a:pt x="169333" y="449943"/>
                  <a:pt x="130628" y="483809"/>
                  <a:pt x="203200" y="435429"/>
                </a:cubicBezTo>
                <a:cubicBezTo>
                  <a:pt x="358019" y="203200"/>
                  <a:pt x="154819" y="483810"/>
                  <a:pt x="348343" y="290286"/>
                </a:cubicBezTo>
                <a:cubicBezTo>
                  <a:pt x="387925" y="250704"/>
                  <a:pt x="400292" y="234232"/>
                  <a:pt x="449943" y="203200"/>
                </a:cubicBezTo>
                <a:cubicBezTo>
                  <a:pt x="468291" y="191733"/>
                  <a:pt x="487911" y="182208"/>
                  <a:pt x="508000" y="174172"/>
                </a:cubicBezTo>
                <a:cubicBezTo>
                  <a:pt x="536410" y="162808"/>
                  <a:pt x="569626" y="162116"/>
                  <a:pt x="595086" y="145143"/>
                </a:cubicBezTo>
                <a:cubicBezTo>
                  <a:pt x="655227" y="105050"/>
                  <a:pt x="621706" y="120346"/>
                  <a:pt x="696686" y="101600"/>
                </a:cubicBezTo>
                <a:cubicBezTo>
                  <a:pt x="821478" y="18407"/>
                  <a:pt x="663584" y="118151"/>
                  <a:pt x="783772" y="58057"/>
                </a:cubicBezTo>
                <a:cubicBezTo>
                  <a:pt x="799374" y="50256"/>
                  <a:pt x="811374" y="36114"/>
                  <a:pt x="827314" y="29029"/>
                </a:cubicBezTo>
                <a:cubicBezTo>
                  <a:pt x="855276" y="16602"/>
                  <a:pt x="914400" y="0"/>
                  <a:pt x="914400" y="0"/>
                </a:cubicBezTo>
                <a:cubicBezTo>
                  <a:pt x="977295" y="4838"/>
                  <a:pt x="1040777" y="4677"/>
                  <a:pt x="1103086" y="14515"/>
                </a:cubicBezTo>
                <a:cubicBezTo>
                  <a:pt x="1133310" y="19287"/>
                  <a:pt x="1190172" y="43543"/>
                  <a:pt x="1190172" y="43543"/>
                </a:cubicBezTo>
                <a:cubicBezTo>
                  <a:pt x="1204686" y="53219"/>
                  <a:pt x="1218112" y="64771"/>
                  <a:pt x="1233714" y="72572"/>
                </a:cubicBezTo>
                <a:cubicBezTo>
                  <a:pt x="1247398" y="79414"/>
                  <a:pt x="1263883" y="79656"/>
                  <a:pt x="1277257" y="87086"/>
                </a:cubicBezTo>
                <a:cubicBezTo>
                  <a:pt x="1307755" y="104029"/>
                  <a:pt x="1364343" y="145143"/>
                  <a:pt x="1364343" y="145143"/>
                </a:cubicBezTo>
                <a:lnTo>
                  <a:pt x="1422400" y="232229"/>
                </a:lnTo>
                <a:lnTo>
                  <a:pt x="1451429" y="275772"/>
                </a:lnTo>
                <a:cubicBezTo>
                  <a:pt x="1456267" y="290286"/>
                  <a:pt x="1461740" y="304604"/>
                  <a:pt x="1465943" y="319315"/>
                </a:cubicBezTo>
                <a:cubicBezTo>
                  <a:pt x="1471423" y="338495"/>
                  <a:pt x="1472599" y="359037"/>
                  <a:pt x="1480457" y="377372"/>
                </a:cubicBezTo>
                <a:cubicBezTo>
                  <a:pt x="1487329" y="393406"/>
                  <a:pt x="1499810" y="406401"/>
                  <a:pt x="1509486" y="420915"/>
                </a:cubicBezTo>
                <a:cubicBezTo>
                  <a:pt x="1514136" y="439514"/>
                  <a:pt x="1528104" y="501694"/>
                  <a:pt x="1538514" y="522515"/>
                </a:cubicBezTo>
                <a:cubicBezTo>
                  <a:pt x="1546315" y="538117"/>
                  <a:pt x="1557867" y="551543"/>
                  <a:pt x="1567543" y="566057"/>
                </a:cubicBezTo>
                <a:cubicBezTo>
                  <a:pt x="1572381" y="580571"/>
                  <a:pt x="1576030" y="595538"/>
                  <a:pt x="1582057" y="609600"/>
                </a:cubicBezTo>
                <a:cubicBezTo>
                  <a:pt x="1590580" y="629487"/>
                  <a:pt x="1603489" y="647398"/>
                  <a:pt x="1611086" y="667657"/>
                </a:cubicBezTo>
                <a:cubicBezTo>
                  <a:pt x="1618090" y="686335"/>
                  <a:pt x="1620120" y="706534"/>
                  <a:pt x="1625600" y="725715"/>
                </a:cubicBezTo>
                <a:cubicBezTo>
                  <a:pt x="1657589" y="837679"/>
                  <a:pt x="1621885" y="676255"/>
                  <a:pt x="1654629" y="856343"/>
                </a:cubicBezTo>
                <a:cubicBezTo>
                  <a:pt x="1668310" y="931587"/>
                  <a:pt x="1672966" y="935817"/>
                  <a:pt x="1683657" y="1016000"/>
                </a:cubicBezTo>
                <a:cubicBezTo>
                  <a:pt x="1689447" y="1059427"/>
                  <a:pt x="1693586" y="1103059"/>
                  <a:pt x="1698172" y="1146629"/>
                </a:cubicBezTo>
                <a:cubicBezTo>
                  <a:pt x="1715443" y="1310699"/>
                  <a:pt x="1696922" y="1244479"/>
                  <a:pt x="1727200" y="1335315"/>
                </a:cubicBezTo>
                <a:cubicBezTo>
                  <a:pt x="1732038" y="1369182"/>
                  <a:pt x="1734021" y="1403581"/>
                  <a:pt x="1741714" y="1436915"/>
                </a:cubicBezTo>
                <a:cubicBezTo>
                  <a:pt x="1748594" y="1466730"/>
                  <a:pt x="1763322" y="1494315"/>
                  <a:pt x="1770743" y="1524000"/>
                </a:cubicBezTo>
                <a:cubicBezTo>
                  <a:pt x="1775581" y="1543352"/>
                  <a:pt x="1779777" y="1562877"/>
                  <a:pt x="1785257" y="1582057"/>
                </a:cubicBezTo>
                <a:cubicBezTo>
                  <a:pt x="1789460" y="1596768"/>
                  <a:pt x="1796061" y="1610757"/>
                  <a:pt x="1799772" y="1625600"/>
                </a:cubicBezTo>
                <a:cubicBezTo>
                  <a:pt x="1805755" y="1649533"/>
                  <a:pt x="1809448" y="1673981"/>
                  <a:pt x="1814286" y="1698172"/>
                </a:cubicBezTo>
                <a:cubicBezTo>
                  <a:pt x="1804610" y="1717524"/>
                  <a:pt x="1805783" y="1763071"/>
                  <a:pt x="1785257" y="1756229"/>
                </a:cubicBezTo>
                <a:cubicBezTo>
                  <a:pt x="1752159" y="1745196"/>
                  <a:pt x="1727200" y="1669143"/>
                  <a:pt x="1727200" y="1669143"/>
                </a:cubicBezTo>
                <a:cubicBezTo>
                  <a:pt x="1722362" y="1654629"/>
                  <a:pt x="1719528" y="1639284"/>
                  <a:pt x="1712686" y="1625600"/>
                </a:cubicBezTo>
                <a:cubicBezTo>
                  <a:pt x="1696375" y="1592979"/>
                  <a:pt x="1667629" y="1561444"/>
                  <a:pt x="1640114" y="1538515"/>
                </a:cubicBezTo>
                <a:cubicBezTo>
                  <a:pt x="1626713" y="1527348"/>
                  <a:pt x="1611086" y="1519162"/>
                  <a:pt x="1596572" y="1509486"/>
                </a:cubicBezTo>
                <a:cubicBezTo>
                  <a:pt x="1591734" y="1494972"/>
                  <a:pt x="1590544" y="1478673"/>
                  <a:pt x="1582057" y="1465943"/>
                </a:cubicBezTo>
                <a:cubicBezTo>
                  <a:pt x="1562876" y="1437171"/>
                  <a:pt x="1506066" y="1397149"/>
                  <a:pt x="1480457" y="1378857"/>
                </a:cubicBezTo>
                <a:cubicBezTo>
                  <a:pt x="1466262" y="1368718"/>
                  <a:pt x="1450315" y="1360996"/>
                  <a:pt x="1436914" y="1349829"/>
                </a:cubicBezTo>
                <a:cubicBezTo>
                  <a:pt x="1421145" y="1336688"/>
                  <a:pt x="1409574" y="1318888"/>
                  <a:pt x="1393372" y="1306286"/>
                </a:cubicBezTo>
                <a:cubicBezTo>
                  <a:pt x="1365833" y="1284867"/>
                  <a:pt x="1306286" y="1248229"/>
                  <a:pt x="1306286" y="1248229"/>
                </a:cubicBezTo>
                <a:cubicBezTo>
                  <a:pt x="1228875" y="1132114"/>
                  <a:pt x="1330477" y="1272420"/>
                  <a:pt x="1233714" y="1175657"/>
                </a:cubicBezTo>
                <a:cubicBezTo>
                  <a:pt x="1221379" y="1163322"/>
                  <a:pt x="1219478" y="1141360"/>
                  <a:pt x="1204686" y="1132115"/>
                </a:cubicBezTo>
                <a:cubicBezTo>
                  <a:pt x="1178738" y="1115898"/>
                  <a:pt x="1117600" y="1103086"/>
                  <a:pt x="1117600" y="1103086"/>
                </a:cubicBezTo>
                <a:cubicBezTo>
                  <a:pt x="1098248" y="1088572"/>
                  <a:pt x="1080546" y="1071545"/>
                  <a:pt x="1059543" y="1059543"/>
                </a:cubicBezTo>
                <a:cubicBezTo>
                  <a:pt x="1046259" y="1051952"/>
                  <a:pt x="1028730" y="1053516"/>
                  <a:pt x="1016000" y="1045029"/>
                </a:cubicBezTo>
                <a:cubicBezTo>
                  <a:pt x="998921" y="1033643"/>
                  <a:pt x="990400" y="1011455"/>
                  <a:pt x="972457" y="1001486"/>
                </a:cubicBezTo>
                <a:cubicBezTo>
                  <a:pt x="945709" y="986626"/>
                  <a:pt x="914400" y="982133"/>
                  <a:pt x="885372" y="972457"/>
                </a:cubicBezTo>
                <a:cubicBezTo>
                  <a:pt x="768253" y="933417"/>
                  <a:pt x="857076" y="958896"/>
                  <a:pt x="609600" y="943429"/>
                </a:cubicBezTo>
                <a:cubicBezTo>
                  <a:pt x="444834" y="910476"/>
                  <a:pt x="644427" y="947526"/>
                  <a:pt x="362857" y="914400"/>
                </a:cubicBezTo>
                <a:cubicBezTo>
                  <a:pt x="338357" y="911518"/>
                  <a:pt x="314765" y="902946"/>
                  <a:pt x="290286" y="899886"/>
                </a:cubicBezTo>
                <a:cubicBezTo>
                  <a:pt x="237260" y="893258"/>
                  <a:pt x="183848" y="890210"/>
                  <a:pt x="130629" y="885372"/>
                </a:cubicBezTo>
                <a:cubicBezTo>
                  <a:pt x="116115" y="875696"/>
                  <a:pt x="99421" y="868678"/>
                  <a:pt x="87086" y="856343"/>
                </a:cubicBezTo>
                <a:cubicBezTo>
                  <a:pt x="74751" y="844008"/>
                  <a:pt x="71679" y="823697"/>
                  <a:pt x="58057" y="812800"/>
                </a:cubicBezTo>
                <a:cubicBezTo>
                  <a:pt x="46110" y="803243"/>
                  <a:pt x="29028" y="803124"/>
                  <a:pt x="14514" y="798286"/>
                </a:cubicBezTo>
                <a:lnTo>
                  <a:pt x="0" y="783772"/>
                </a:ln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40" name="Google Shape;340;p5"/>
          <p:cNvSpPr/>
          <p:nvPr/>
        </p:nvSpPr>
        <p:spPr>
          <a:xfrm>
            <a:off x="2209800" y="2209800"/>
            <a:ext cx="1259068" cy="850910"/>
          </a:xfrm>
          <a:custGeom>
            <a:avLst/>
            <a:gdLst/>
            <a:ahLst/>
            <a:cxnLst/>
            <a:rect l="l" t="t" r="r" b="b"/>
            <a:pathLst>
              <a:path w="1259068" h="774710" extrusionOk="0">
                <a:moveTo>
                  <a:pt x="36386" y="295739"/>
                </a:moveTo>
                <a:cubicBezTo>
                  <a:pt x="41224" y="257034"/>
                  <a:pt x="9439" y="238907"/>
                  <a:pt x="36386" y="179625"/>
                </a:cubicBezTo>
                <a:cubicBezTo>
                  <a:pt x="50823" y="147864"/>
                  <a:pt x="65414" y="111892"/>
                  <a:pt x="94443" y="92539"/>
                </a:cubicBezTo>
                <a:cubicBezTo>
                  <a:pt x="108957" y="82863"/>
                  <a:pt x="122045" y="70595"/>
                  <a:pt x="137986" y="63510"/>
                </a:cubicBezTo>
                <a:cubicBezTo>
                  <a:pt x="280883" y="0"/>
                  <a:pt x="401264" y="27141"/>
                  <a:pt x="573414" y="19968"/>
                </a:cubicBezTo>
                <a:cubicBezTo>
                  <a:pt x="689284" y="26784"/>
                  <a:pt x="796129" y="24305"/>
                  <a:pt x="907243" y="48996"/>
                </a:cubicBezTo>
                <a:cubicBezTo>
                  <a:pt x="922178" y="52315"/>
                  <a:pt x="936272" y="58672"/>
                  <a:pt x="950786" y="63510"/>
                </a:cubicBezTo>
                <a:lnTo>
                  <a:pt x="1037871" y="121568"/>
                </a:lnTo>
                <a:cubicBezTo>
                  <a:pt x="1052385" y="131244"/>
                  <a:pt x="1064865" y="145080"/>
                  <a:pt x="1081414" y="150596"/>
                </a:cubicBezTo>
                <a:lnTo>
                  <a:pt x="1124957" y="165110"/>
                </a:lnTo>
                <a:cubicBezTo>
                  <a:pt x="1224773" y="231654"/>
                  <a:pt x="1201010" y="190070"/>
                  <a:pt x="1226557" y="266710"/>
                </a:cubicBezTo>
                <a:cubicBezTo>
                  <a:pt x="1232750" y="303866"/>
                  <a:pt x="1259068" y="403726"/>
                  <a:pt x="1226557" y="440882"/>
                </a:cubicBezTo>
                <a:cubicBezTo>
                  <a:pt x="1196084" y="475708"/>
                  <a:pt x="1132935" y="459753"/>
                  <a:pt x="1095928" y="484425"/>
                </a:cubicBezTo>
                <a:cubicBezTo>
                  <a:pt x="1081414" y="494101"/>
                  <a:pt x="1068326" y="506368"/>
                  <a:pt x="1052386" y="513453"/>
                </a:cubicBezTo>
                <a:cubicBezTo>
                  <a:pt x="1024424" y="525880"/>
                  <a:pt x="990760" y="525509"/>
                  <a:pt x="965300" y="542482"/>
                </a:cubicBezTo>
                <a:lnTo>
                  <a:pt x="878214" y="600539"/>
                </a:lnTo>
                <a:cubicBezTo>
                  <a:pt x="863700" y="610215"/>
                  <a:pt x="851220" y="624052"/>
                  <a:pt x="834671" y="629568"/>
                </a:cubicBezTo>
                <a:lnTo>
                  <a:pt x="791128" y="644082"/>
                </a:lnTo>
                <a:cubicBezTo>
                  <a:pt x="742194" y="717484"/>
                  <a:pt x="788664" y="667085"/>
                  <a:pt x="718557" y="702139"/>
                </a:cubicBezTo>
                <a:cubicBezTo>
                  <a:pt x="702955" y="709940"/>
                  <a:pt x="690955" y="724083"/>
                  <a:pt x="675014" y="731168"/>
                </a:cubicBezTo>
                <a:cubicBezTo>
                  <a:pt x="647052" y="743595"/>
                  <a:pt x="616957" y="750520"/>
                  <a:pt x="587928" y="760196"/>
                </a:cubicBezTo>
                <a:lnTo>
                  <a:pt x="544386" y="774710"/>
                </a:lnTo>
                <a:lnTo>
                  <a:pt x="457300" y="745682"/>
                </a:lnTo>
                <a:cubicBezTo>
                  <a:pt x="442786" y="740844"/>
                  <a:pt x="428848" y="733683"/>
                  <a:pt x="413757" y="731168"/>
                </a:cubicBezTo>
                <a:cubicBezTo>
                  <a:pt x="384728" y="726330"/>
                  <a:pt x="355221" y="723791"/>
                  <a:pt x="326671" y="716653"/>
                </a:cubicBezTo>
                <a:cubicBezTo>
                  <a:pt x="296986" y="709232"/>
                  <a:pt x="239586" y="687625"/>
                  <a:pt x="239586" y="687625"/>
                </a:cubicBezTo>
                <a:cubicBezTo>
                  <a:pt x="229910" y="673111"/>
                  <a:pt x="224179" y="654979"/>
                  <a:pt x="210557" y="644082"/>
                </a:cubicBezTo>
                <a:cubicBezTo>
                  <a:pt x="198610" y="634525"/>
                  <a:pt x="177832" y="640386"/>
                  <a:pt x="167014" y="629568"/>
                </a:cubicBezTo>
                <a:cubicBezTo>
                  <a:pt x="156196" y="618750"/>
                  <a:pt x="163318" y="596843"/>
                  <a:pt x="152500" y="586025"/>
                </a:cubicBezTo>
                <a:cubicBezTo>
                  <a:pt x="141682" y="575207"/>
                  <a:pt x="122641" y="578352"/>
                  <a:pt x="108957" y="571510"/>
                </a:cubicBezTo>
                <a:cubicBezTo>
                  <a:pt x="93355" y="563709"/>
                  <a:pt x="79928" y="552158"/>
                  <a:pt x="65414" y="542482"/>
                </a:cubicBezTo>
                <a:cubicBezTo>
                  <a:pt x="55738" y="513453"/>
                  <a:pt x="53359" y="480856"/>
                  <a:pt x="36386" y="455396"/>
                </a:cubicBezTo>
                <a:cubicBezTo>
                  <a:pt x="26710" y="440882"/>
                  <a:pt x="10010" y="429094"/>
                  <a:pt x="7357" y="411853"/>
                </a:cubicBezTo>
                <a:cubicBezTo>
                  <a:pt x="0" y="364035"/>
                  <a:pt x="31548" y="334444"/>
                  <a:pt x="36386" y="295739"/>
                </a:cubicBez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41" name="Google Shape;341;p5"/>
          <p:cNvSpPr/>
          <p:nvPr/>
        </p:nvSpPr>
        <p:spPr>
          <a:xfrm>
            <a:off x="2753325" y="2825485"/>
            <a:ext cx="1092961" cy="1107886"/>
          </a:xfrm>
          <a:custGeom>
            <a:avLst/>
            <a:gdLst/>
            <a:ahLst/>
            <a:cxnLst/>
            <a:rect l="l" t="t" r="r" b="b"/>
            <a:pathLst>
              <a:path w="1092961" h="1107886" extrusionOk="0">
                <a:moveTo>
                  <a:pt x="33418" y="498286"/>
                </a:moveTo>
                <a:cubicBezTo>
                  <a:pt x="38256" y="454743"/>
                  <a:pt x="40730" y="410873"/>
                  <a:pt x="47932" y="367658"/>
                </a:cubicBezTo>
                <a:cubicBezTo>
                  <a:pt x="50447" y="352567"/>
                  <a:pt x="53053" y="336192"/>
                  <a:pt x="62446" y="324115"/>
                </a:cubicBezTo>
                <a:cubicBezTo>
                  <a:pt x="87650" y="291710"/>
                  <a:pt x="115374" y="259801"/>
                  <a:pt x="149532" y="237029"/>
                </a:cubicBezTo>
                <a:lnTo>
                  <a:pt x="236618" y="178972"/>
                </a:lnTo>
                <a:cubicBezTo>
                  <a:pt x="251132" y="169296"/>
                  <a:pt x="263612" y="155460"/>
                  <a:pt x="280161" y="149944"/>
                </a:cubicBezTo>
                <a:lnTo>
                  <a:pt x="367246" y="120915"/>
                </a:lnTo>
                <a:cubicBezTo>
                  <a:pt x="381760" y="111239"/>
                  <a:pt x="394848" y="98971"/>
                  <a:pt x="410789" y="91886"/>
                </a:cubicBezTo>
                <a:cubicBezTo>
                  <a:pt x="438751" y="79459"/>
                  <a:pt x="497875" y="62858"/>
                  <a:pt x="497875" y="62858"/>
                </a:cubicBezTo>
                <a:cubicBezTo>
                  <a:pt x="512389" y="53182"/>
                  <a:pt x="525816" y="41630"/>
                  <a:pt x="541418" y="33829"/>
                </a:cubicBezTo>
                <a:cubicBezTo>
                  <a:pt x="609076" y="0"/>
                  <a:pt x="662570" y="26370"/>
                  <a:pt x="744618" y="33829"/>
                </a:cubicBezTo>
                <a:cubicBezTo>
                  <a:pt x="775676" y="44182"/>
                  <a:pt x="808534" y="50892"/>
                  <a:pt x="831704" y="77372"/>
                </a:cubicBezTo>
                <a:cubicBezTo>
                  <a:pt x="927606" y="186974"/>
                  <a:pt x="843789" y="149134"/>
                  <a:pt x="933304" y="178972"/>
                </a:cubicBezTo>
                <a:cubicBezTo>
                  <a:pt x="942980" y="208001"/>
                  <a:pt x="945359" y="240598"/>
                  <a:pt x="962332" y="266058"/>
                </a:cubicBezTo>
                <a:cubicBezTo>
                  <a:pt x="981684" y="295087"/>
                  <a:pt x="1009356" y="320047"/>
                  <a:pt x="1020389" y="353144"/>
                </a:cubicBezTo>
                <a:cubicBezTo>
                  <a:pt x="1040421" y="413235"/>
                  <a:pt x="1026418" y="383956"/>
                  <a:pt x="1063932" y="440229"/>
                </a:cubicBezTo>
                <a:cubicBezTo>
                  <a:pt x="1083469" y="518379"/>
                  <a:pt x="1092961" y="544438"/>
                  <a:pt x="1092961" y="643429"/>
                </a:cubicBezTo>
                <a:cubicBezTo>
                  <a:pt x="1092961" y="718791"/>
                  <a:pt x="1072411" y="763135"/>
                  <a:pt x="1049418" y="832115"/>
                </a:cubicBezTo>
                <a:cubicBezTo>
                  <a:pt x="1044580" y="846629"/>
                  <a:pt x="1043391" y="862928"/>
                  <a:pt x="1034904" y="875658"/>
                </a:cubicBezTo>
                <a:lnTo>
                  <a:pt x="976846" y="962744"/>
                </a:lnTo>
                <a:cubicBezTo>
                  <a:pt x="976845" y="962746"/>
                  <a:pt x="918790" y="1049828"/>
                  <a:pt x="918789" y="1049829"/>
                </a:cubicBezTo>
                <a:cubicBezTo>
                  <a:pt x="904275" y="1059505"/>
                  <a:pt x="890848" y="1071057"/>
                  <a:pt x="875246" y="1078858"/>
                </a:cubicBezTo>
                <a:cubicBezTo>
                  <a:pt x="839516" y="1096723"/>
                  <a:pt x="778064" y="1102312"/>
                  <a:pt x="744618" y="1107886"/>
                </a:cubicBezTo>
                <a:cubicBezTo>
                  <a:pt x="652694" y="1103048"/>
                  <a:pt x="560242" y="1104339"/>
                  <a:pt x="468846" y="1093372"/>
                </a:cubicBezTo>
                <a:cubicBezTo>
                  <a:pt x="438465" y="1089726"/>
                  <a:pt x="381761" y="1064344"/>
                  <a:pt x="381761" y="1064344"/>
                </a:cubicBezTo>
                <a:cubicBezTo>
                  <a:pt x="367247" y="1054668"/>
                  <a:pt x="353820" y="1043116"/>
                  <a:pt x="338218" y="1035315"/>
                </a:cubicBezTo>
                <a:cubicBezTo>
                  <a:pt x="324534" y="1028473"/>
                  <a:pt x="308049" y="1028231"/>
                  <a:pt x="294675" y="1020801"/>
                </a:cubicBezTo>
                <a:cubicBezTo>
                  <a:pt x="264177" y="1003858"/>
                  <a:pt x="207589" y="962744"/>
                  <a:pt x="207589" y="962744"/>
                </a:cubicBezTo>
                <a:cubicBezTo>
                  <a:pt x="150892" y="849345"/>
                  <a:pt x="214711" y="955350"/>
                  <a:pt x="120504" y="861144"/>
                </a:cubicBezTo>
                <a:cubicBezTo>
                  <a:pt x="96930" y="837570"/>
                  <a:pt x="77624" y="786105"/>
                  <a:pt x="62446" y="759544"/>
                </a:cubicBezTo>
                <a:cubicBezTo>
                  <a:pt x="53791" y="744398"/>
                  <a:pt x="43094" y="730515"/>
                  <a:pt x="33418" y="716001"/>
                </a:cubicBezTo>
                <a:cubicBezTo>
                  <a:pt x="0" y="582325"/>
                  <a:pt x="7962" y="638520"/>
                  <a:pt x="33418" y="396686"/>
                </a:cubicBezTo>
                <a:cubicBezTo>
                  <a:pt x="34134" y="389882"/>
                  <a:pt x="43094" y="387010"/>
                  <a:pt x="47932" y="382172"/>
                </a:cubicBezTo>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42" name="Google Shape;342;p5"/>
          <p:cNvSpPr/>
          <p:nvPr/>
        </p:nvSpPr>
        <p:spPr>
          <a:xfrm>
            <a:off x="2378221" y="3236686"/>
            <a:ext cx="385982" cy="609600"/>
          </a:xfrm>
          <a:custGeom>
            <a:avLst/>
            <a:gdLst/>
            <a:ahLst/>
            <a:cxnLst/>
            <a:rect l="l" t="t" r="r" b="b"/>
            <a:pathLst>
              <a:path w="385982" h="609600" extrusionOk="0">
                <a:moveTo>
                  <a:pt x="45665" y="522514"/>
                </a:moveTo>
                <a:cubicBezTo>
                  <a:pt x="15006" y="430541"/>
                  <a:pt x="16636" y="447165"/>
                  <a:pt x="16636" y="290285"/>
                </a:cubicBezTo>
                <a:cubicBezTo>
                  <a:pt x="16636" y="232027"/>
                  <a:pt x="19725" y="173241"/>
                  <a:pt x="31150" y="116114"/>
                </a:cubicBezTo>
                <a:cubicBezTo>
                  <a:pt x="34989" y="96917"/>
                  <a:pt x="90883" y="36161"/>
                  <a:pt x="103722" y="29028"/>
                </a:cubicBezTo>
                <a:cubicBezTo>
                  <a:pt x="130470" y="14168"/>
                  <a:pt x="190808" y="0"/>
                  <a:pt x="190808" y="0"/>
                </a:cubicBezTo>
                <a:cubicBezTo>
                  <a:pt x="210160" y="4838"/>
                  <a:pt x="232267" y="3449"/>
                  <a:pt x="248865" y="14514"/>
                </a:cubicBezTo>
                <a:cubicBezTo>
                  <a:pt x="263379" y="24190"/>
                  <a:pt x="269238" y="42911"/>
                  <a:pt x="277893" y="58057"/>
                </a:cubicBezTo>
                <a:cubicBezTo>
                  <a:pt x="351552" y="186961"/>
                  <a:pt x="265228" y="53572"/>
                  <a:pt x="335950" y="159657"/>
                </a:cubicBezTo>
                <a:cubicBezTo>
                  <a:pt x="340788" y="198362"/>
                  <a:pt x="346157" y="237004"/>
                  <a:pt x="350465" y="275771"/>
                </a:cubicBezTo>
                <a:cubicBezTo>
                  <a:pt x="369175" y="444159"/>
                  <a:pt x="348762" y="372263"/>
                  <a:pt x="379493" y="464457"/>
                </a:cubicBezTo>
                <a:cubicBezTo>
                  <a:pt x="374655" y="498324"/>
                  <a:pt x="385982" y="539053"/>
                  <a:pt x="364979" y="566057"/>
                </a:cubicBezTo>
                <a:cubicBezTo>
                  <a:pt x="346193" y="590210"/>
                  <a:pt x="306922" y="585409"/>
                  <a:pt x="277893" y="595085"/>
                </a:cubicBezTo>
                <a:lnTo>
                  <a:pt x="234350" y="609600"/>
                </a:lnTo>
                <a:cubicBezTo>
                  <a:pt x="200483" y="604762"/>
                  <a:pt x="166084" y="602778"/>
                  <a:pt x="132750" y="595085"/>
                </a:cubicBezTo>
                <a:cubicBezTo>
                  <a:pt x="102935" y="588205"/>
                  <a:pt x="45665" y="566057"/>
                  <a:pt x="45665" y="566057"/>
                </a:cubicBezTo>
                <a:cubicBezTo>
                  <a:pt x="40827" y="551543"/>
                  <a:pt x="37992" y="536198"/>
                  <a:pt x="31150" y="522514"/>
                </a:cubicBezTo>
                <a:cubicBezTo>
                  <a:pt x="23349" y="506912"/>
                  <a:pt x="5543" y="496076"/>
                  <a:pt x="2122" y="478971"/>
                </a:cubicBezTo>
                <a:cubicBezTo>
                  <a:pt x="0" y="468363"/>
                  <a:pt x="11798" y="459619"/>
                  <a:pt x="16636" y="449943"/>
                </a:cubicBezTo>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43" name="Google Shape;343;p5"/>
          <p:cNvSpPr/>
          <p:nvPr/>
        </p:nvSpPr>
        <p:spPr>
          <a:xfrm>
            <a:off x="1524000" y="2895600"/>
            <a:ext cx="609599" cy="1371600"/>
          </a:xfrm>
          <a:custGeom>
            <a:avLst/>
            <a:gdLst/>
            <a:ahLst/>
            <a:cxnLst/>
            <a:rect l="l" t="t" r="r" b="b"/>
            <a:pathLst>
              <a:path w="522514" h="986971" extrusionOk="0">
                <a:moveTo>
                  <a:pt x="14514" y="856343"/>
                </a:moveTo>
                <a:lnTo>
                  <a:pt x="14514" y="856343"/>
                </a:lnTo>
                <a:cubicBezTo>
                  <a:pt x="9676" y="812800"/>
                  <a:pt x="0" y="769525"/>
                  <a:pt x="0" y="725714"/>
                </a:cubicBezTo>
                <a:cubicBezTo>
                  <a:pt x="0" y="403092"/>
                  <a:pt x="44790" y="555286"/>
                  <a:pt x="0" y="420914"/>
                </a:cubicBezTo>
                <a:cubicBezTo>
                  <a:pt x="4838" y="358019"/>
                  <a:pt x="7548" y="294923"/>
                  <a:pt x="14514" y="232228"/>
                </a:cubicBezTo>
                <a:cubicBezTo>
                  <a:pt x="16880" y="210936"/>
                  <a:pt x="30622" y="141954"/>
                  <a:pt x="43542" y="116114"/>
                </a:cubicBezTo>
                <a:cubicBezTo>
                  <a:pt x="51343" y="100512"/>
                  <a:pt x="61404" y="85972"/>
                  <a:pt x="72571" y="72571"/>
                </a:cubicBezTo>
                <a:cubicBezTo>
                  <a:pt x="107496" y="30662"/>
                  <a:pt x="116842" y="28543"/>
                  <a:pt x="159657" y="0"/>
                </a:cubicBezTo>
                <a:cubicBezTo>
                  <a:pt x="199680" y="5003"/>
                  <a:pt x="274567" y="6654"/>
                  <a:pt x="319314" y="29028"/>
                </a:cubicBezTo>
                <a:cubicBezTo>
                  <a:pt x="334916" y="36829"/>
                  <a:pt x="348343" y="48381"/>
                  <a:pt x="362857" y="58057"/>
                </a:cubicBezTo>
                <a:cubicBezTo>
                  <a:pt x="433579" y="164142"/>
                  <a:pt x="347255" y="30753"/>
                  <a:pt x="420914" y="159657"/>
                </a:cubicBezTo>
                <a:cubicBezTo>
                  <a:pt x="429569" y="174803"/>
                  <a:pt x="442857" y="187260"/>
                  <a:pt x="449942" y="203200"/>
                </a:cubicBezTo>
                <a:cubicBezTo>
                  <a:pt x="462369" y="231161"/>
                  <a:pt x="469295" y="261257"/>
                  <a:pt x="478971" y="290285"/>
                </a:cubicBezTo>
                <a:cubicBezTo>
                  <a:pt x="483809" y="304799"/>
                  <a:pt x="489774" y="318985"/>
                  <a:pt x="493485" y="333828"/>
                </a:cubicBezTo>
                <a:cubicBezTo>
                  <a:pt x="513984" y="415818"/>
                  <a:pt x="504088" y="372324"/>
                  <a:pt x="522514" y="464457"/>
                </a:cubicBezTo>
                <a:cubicBezTo>
                  <a:pt x="517676" y="532190"/>
                  <a:pt x="518073" y="600502"/>
                  <a:pt x="508000" y="667657"/>
                </a:cubicBezTo>
                <a:cubicBezTo>
                  <a:pt x="503461" y="697917"/>
                  <a:pt x="488647" y="725714"/>
                  <a:pt x="478971" y="754743"/>
                </a:cubicBezTo>
                <a:cubicBezTo>
                  <a:pt x="458940" y="814834"/>
                  <a:pt x="472944" y="785555"/>
                  <a:pt x="435428" y="841828"/>
                </a:cubicBezTo>
                <a:cubicBezTo>
                  <a:pt x="430590" y="856342"/>
                  <a:pt x="430307" y="873294"/>
                  <a:pt x="420914" y="885371"/>
                </a:cubicBezTo>
                <a:cubicBezTo>
                  <a:pt x="352381" y="973485"/>
                  <a:pt x="361828" y="963124"/>
                  <a:pt x="290285" y="986971"/>
                </a:cubicBezTo>
                <a:cubicBezTo>
                  <a:pt x="232228" y="982133"/>
                  <a:pt x="173241" y="983882"/>
                  <a:pt x="116114" y="972457"/>
                </a:cubicBezTo>
                <a:cubicBezTo>
                  <a:pt x="99009" y="969036"/>
                  <a:pt x="84058" y="956556"/>
                  <a:pt x="72571" y="943428"/>
                </a:cubicBezTo>
                <a:cubicBezTo>
                  <a:pt x="49597" y="917172"/>
                  <a:pt x="14514" y="856343"/>
                  <a:pt x="14514" y="856343"/>
                </a:cubicBezTo>
                <a:lnTo>
                  <a:pt x="14514" y="856343"/>
                </a:ln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44" name="Google Shape;344;p5"/>
          <p:cNvSpPr/>
          <p:nvPr/>
        </p:nvSpPr>
        <p:spPr>
          <a:xfrm>
            <a:off x="1796711" y="1905000"/>
            <a:ext cx="641689" cy="794657"/>
          </a:xfrm>
          <a:custGeom>
            <a:avLst/>
            <a:gdLst/>
            <a:ahLst/>
            <a:cxnLst/>
            <a:rect l="l" t="t" r="r" b="b"/>
            <a:pathLst>
              <a:path w="670718" h="706357" extrusionOk="0">
                <a:moveTo>
                  <a:pt x="670718" y="270929"/>
                </a:moveTo>
                <a:cubicBezTo>
                  <a:pt x="670718" y="251577"/>
                  <a:pt x="649490" y="242988"/>
                  <a:pt x="641689" y="227386"/>
                </a:cubicBezTo>
                <a:cubicBezTo>
                  <a:pt x="634847" y="213702"/>
                  <a:pt x="634605" y="197217"/>
                  <a:pt x="627175" y="183843"/>
                </a:cubicBezTo>
                <a:cubicBezTo>
                  <a:pt x="610232" y="153345"/>
                  <a:pt x="588470" y="125786"/>
                  <a:pt x="569118" y="96757"/>
                </a:cubicBezTo>
                <a:cubicBezTo>
                  <a:pt x="559442" y="82243"/>
                  <a:pt x="554603" y="62890"/>
                  <a:pt x="540089" y="53214"/>
                </a:cubicBezTo>
                <a:lnTo>
                  <a:pt x="496546" y="24186"/>
                </a:lnTo>
                <a:cubicBezTo>
                  <a:pt x="419141" y="140297"/>
                  <a:pt x="520734" y="0"/>
                  <a:pt x="423975" y="96757"/>
                </a:cubicBezTo>
                <a:cubicBezTo>
                  <a:pt x="327208" y="193522"/>
                  <a:pt x="467522" y="91916"/>
                  <a:pt x="351403" y="169329"/>
                </a:cubicBezTo>
                <a:cubicBezTo>
                  <a:pt x="341727" y="183843"/>
                  <a:pt x="334710" y="200536"/>
                  <a:pt x="322375" y="212871"/>
                </a:cubicBezTo>
                <a:cubicBezTo>
                  <a:pt x="310040" y="225206"/>
                  <a:pt x="289729" y="228278"/>
                  <a:pt x="278832" y="241900"/>
                </a:cubicBezTo>
                <a:cubicBezTo>
                  <a:pt x="222535" y="312272"/>
                  <a:pt x="315777" y="268290"/>
                  <a:pt x="220775" y="299957"/>
                </a:cubicBezTo>
                <a:cubicBezTo>
                  <a:pt x="208970" y="335369"/>
                  <a:pt x="205367" y="358908"/>
                  <a:pt x="177232" y="387043"/>
                </a:cubicBezTo>
                <a:cubicBezTo>
                  <a:pt x="164897" y="399378"/>
                  <a:pt x="148203" y="406395"/>
                  <a:pt x="133689" y="416071"/>
                </a:cubicBezTo>
                <a:cubicBezTo>
                  <a:pt x="128851" y="430585"/>
                  <a:pt x="127662" y="446884"/>
                  <a:pt x="119175" y="459614"/>
                </a:cubicBezTo>
                <a:cubicBezTo>
                  <a:pt x="107789" y="476693"/>
                  <a:pt x="88773" y="487388"/>
                  <a:pt x="75632" y="503157"/>
                </a:cubicBezTo>
                <a:cubicBezTo>
                  <a:pt x="64465" y="516558"/>
                  <a:pt x="56279" y="532186"/>
                  <a:pt x="46603" y="546700"/>
                </a:cubicBezTo>
                <a:cubicBezTo>
                  <a:pt x="41765" y="561214"/>
                  <a:pt x="38931" y="576559"/>
                  <a:pt x="32089" y="590243"/>
                </a:cubicBezTo>
                <a:cubicBezTo>
                  <a:pt x="24288" y="605845"/>
                  <a:pt x="5224" y="616477"/>
                  <a:pt x="3060" y="633786"/>
                </a:cubicBezTo>
                <a:cubicBezTo>
                  <a:pt x="0" y="658265"/>
                  <a:pt x="12737" y="682167"/>
                  <a:pt x="17575" y="706357"/>
                </a:cubicBezTo>
                <a:lnTo>
                  <a:pt x="104660" y="677329"/>
                </a:lnTo>
                <a:lnTo>
                  <a:pt x="148203" y="662814"/>
                </a:lnTo>
                <a:cubicBezTo>
                  <a:pt x="211098" y="667652"/>
                  <a:pt x="274295" y="669505"/>
                  <a:pt x="336889" y="677329"/>
                </a:cubicBezTo>
                <a:cubicBezTo>
                  <a:pt x="352070" y="679227"/>
                  <a:pt x="374750" y="706048"/>
                  <a:pt x="380432" y="691843"/>
                </a:cubicBezTo>
                <a:cubicBezTo>
                  <a:pt x="388719" y="671126"/>
                  <a:pt x="383199" y="485876"/>
                  <a:pt x="423975" y="445100"/>
                </a:cubicBezTo>
                <a:cubicBezTo>
                  <a:pt x="489155" y="379920"/>
                  <a:pt x="448044" y="408049"/>
                  <a:pt x="554603" y="372529"/>
                </a:cubicBezTo>
                <a:lnTo>
                  <a:pt x="598146" y="358014"/>
                </a:lnTo>
                <a:lnTo>
                  <a:pt x="641689" y="343500"/>
                </a:lnTo>
                <a:cubicBezTo>
                  <a:pt x="657733" y="295367"/>
                  <a:pt x="670718" y="290281"/>
                  <a:pt x="670718" y="270929"/>
                </a:cubicBez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45" name="Google Shape;345;p5"/>
          <p:cNvSpPr/>
          <p:nvPr/>
        </p:nvSpPr>
        <p:spPr>
          <a:xfrm>
            <a:off x="1608666" y="4328890"/>
            <a:ext cx="931334" cy="910767"/>
          </a:xfrm>
          <a:custGeom>
            <a:avLst/>
            <a:gdLst/>
            <a:ahLst/>
            <a:cxnLst/>
            <a:rect l="l" t="t" r="r" b="b"/>
            <a:pathLst>
              <a:path w="931334" h="910767" extrusionOk="0">
                <a:moveTo>
                  <a:pt x="31448" y="39910"/>
                </a:moveTo>
                <a:cubicBezTo>
                  <a:pt x="62896" y="25396"/>
                  <a:pt x="176758" y="32292"/>
                  <a:pt x="249163" y="25396"/>
                </a:cubicBezTo>
                <a:cubicBezTo>
                  <a:pt x="378015" y="13124"/>
                  <a:pt x="292724" y="0"/>
                  <a:pt x="394305" y="25396"/>
                </a:cubicBezTo>
                <a:lnTo>
                  <a:pt x="481391" y="83453"/>
                </a:lnTo>
                <a:cubicBezTo>
                  <a:pt x="495905" y="93129"/>
                  <a:pt x="512599" y="100146"/>
                  <a:pt x="524934" y="112481"/>
                </a:cubicBezTo>
                <a:cubicBezTo>
                  <a:pt x="579295" y="166842"/>
                  <a:pt x="549004" y="149533"/>
                  <a:pt x="612020" y="170539"/>
                </a:cubicBezTo>
                <a:cubicBezTo>
                  <a:pt x="676176" y="266773"/>
                  <a:pt x="600776" y="159840"/>
                  <a:pt x="684591" y="257624"/>
                </a:cubicBezTo>
                <a:cubicBezTo>
                  <a:pt x="700334" y="275991"/>
                  <a:pt x="714262" y="295863"/>
                  <a:pt x="728134" y="315681"/>
                </a:cubicBezTo>
                <a:cubicBezTo>
                  <a:pt x="748141" y="344262"/>
                  <a:pt x="761521" y="378097"/>
                  <a:pt x="786191" y="402767"/>
                </a:cubicBezTo>
                <a:lnTo>
                  <a:pt x="829734" y="446310"/>
                </a:lnTo>
                <a:cubicBezTo>
                  <a:pt x="864279" y="549945"/>
                  <a:pt x="841790" y="507936"/>
                  <a:pt x="887791" y="576939"/>
                </a:cubicBezTo>
                <a:cubicBezTo>
                  <a:pt x="923188" y="718528"/>
                  <a:pt x="879967" y="541730"/>
                  <a:pt x="916820" y="707567"/>
                </a:cubicBezTo>
                <a:cubicBezTo>
                  <a:pt x="921147" y="727040"/>
                  <a:pt x="926496" y="746272"/>
                  <a:pt x="931334" y="765624"/>
                </a:cubicBezTo>
                <a:cubicBezTo>
                  <a:pt x="926496" y="799491"/>
                  <a:pt x="930714" y="835962"/>
                  <a:pt x="916820" y="867224"/>
                </a:cubicBezTo>
                <a:cubicBezTo>
                  <a:pt x="907033" y="889245"/>
                  <a:pt x="849055" y="904327"/>
                  <a:pt x="829734" y="910767"/>
                </a:cubicBezTo>
                <a:cubicBezTo>
                  <a:pt x="791029" y="905929"/>
                  <a:pt x="751251" y="906516"/>
                  <a:pt x="713620" y="896253"/>
                </a:cubicBezTo>
                <a:cubicBezTo>
                  <a:pt x="660401" y="881739"/>
                  <a:pt x="674915" y="857547"/>
                  <a:pt x="641048" y="823681"/>
                </a:cubicBezTo>
                <a:cubicBezTo>
                  <a:pt x="628713" y="811346"/>
                  <a:pt x="612019" y="804329"/>
                  <a:pt x="597505" y="794653"/>
                </a:cubicBezTo>
                <a:cubicBezTo>
                  <a:pt x="582959" y="751014"/>
                  <a:pt x="585225" y="745081"/>
                  <a:pt x="553963" y="707567"/>
                </a:cubicBezTo>
                <a:cubicBezTo>
                  <a:pt x="540822" y="691798"/>
                  <a:pt x="523561" y="679793"/>
                  <a:pt x="510420" y="664024"/>
                </a:cubicBezTo>
                <a:cubicBezTo>
                  <a:pt x="449944" y="591454"/>
                  <a:pt x="517676" y="644670"/>
                  <a:pt x="437848" y="591453"/>
                </a:cubicBezTo>
                <a:cubicBezTo>
                  <a:pt x="360446" y="475347"/>
                  <a:pt x="462033" y="615635"/>
                  <a:pt x="365277" y="518881"/>
                </a:cubicBezTo>
                <a:cubicBezTo>
                  <a:pt x="268514" y="422119"/>
                  <a:pt x="408821" y="523721"/>
                  <a:pt x="292705" y="446310"/>
                </a:cubicBezTo>
                <a:cubicBezTo>
                  <a:pt x="264947" y="363036"/>
                  <a:pt x="298069" y="440765"/>
                  <a:pt x="234648" y="359224"/>
                </a:cubicBezTo>
                <a:cubicBezTo>
                  <a:pt x="143468" y="241994"/>
                  <a:pt x="217343" y="299307"/>
                  <a:pt x="133048" y="243110"/>
                </a:cubicBezTo>
                <a:cubicBezTo>
                  <a:pt x="98537" y="139575"/>
                  <a:pt x="147472" y="264747"/>
                  <a:pt x="74991" y="156024"/>
                </a:cubicBezTo>
                <a:cubicBezTo>
                  <a:pt x="66504" y="143294"/>
                  <a:pt x="64680" y="127192"/>
                  <a:pt x="60477" y="112481"/>
                </a:cubicBezTo>
                <a:cubicBezTo>
                  <a:pt x="44790" y="57574"/>
                  <a:pt x="0" y="54424"/>
                  <a:pt x="31448" y="39910"/>
                </a:cubicBez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46" name="Google Shape;346;p5"/>
          <p:cNvSpPr/>
          <p:nvPr/>
        </p:nvSpPr>
        <p:spPr>
          <a:xfrm>
            <a:off x="2209800" y="4038600"/>
            <a:ext cx="838200" cy="1295400"/>
          </a:xfrm>
          <a:custGeom>
            <a:avLst/>
            <a:gdLst/>
            <a:ahLst/>
            <a:cxnLst/>
            <a:rect l="l" t="t" r="r" b="b"/>
            <a:pathLst>
              <a:path w="700636" h="1062895" extrusionOk="0">
                <a:moveTo>
                  <a:pt x="38372" y="337180"/>
                </a:moveTo>
                <a:cubicBezTo>
                  <a:pt x="26277" y="291218"/>
                  <a:pt x="0" y="262614"/>
                  <a:pt x="23858" y="119466"/>
                </a:cubicBezTo>
                <a:cubicBezTo>
                  <a:pt x="26373" y="104375"/>
                  <a:pt x="27554" y="86741"/>
                  <a:pt x="38372" y="75923"/>
                </a:cubicBezTo>
                <a:cubicBezTo>
                  <a:pt x="49190" y="65105"/>
                  <a:pt x="67401" y="66247"/>
                  <a:pt x="81915" y="61409"/>
                </a:cubicBezTo>
                <a:cubicBezTo>
                  <a:pt x="96429" y="51733"/>
                  <a:pt x="109856" y="40181"/>
                  <a:pt x="125458" y="32380"/>
                </a:cubicBezTo>
                <a:cubicBezTo>
                  <a:pt x="190218" y="0"/>
                  <a:pt x="232941" y="24260"/>
                  <a:pt x="314143" y="32380"/>
                </a:cubicBezTo>
                <a:cubicBezTo>
                  <a:pt x="328657" y="37218"/>
                  <a:pt x="344312" y="39465"/>
                  <a:pt x="357686" y="46895"/>
                </a:cubicBezTo>
                <a:cubicBezTo>
                  <a:pt x="388184" y="63838"/>
                  <a:pt x="444772" y="104952"/>
                  <a:pt x="444772" y="104952"/>
                </a:cubicBezTo>
                <a:cubicBezTo>
                  <a:pt x="464124" y="133981"/>
                  <a:pt x="491796" y="158940"/>
                  <a:pt x="502829" y="192038"/>
                </a:cubicBezTo>
                <a:cubicBezTo>
                  <a:pt x="524185" y="256107"/>
                  <a:pt x="510501" y="221896"/>
                  <a:pt x="546372" y="293638"/>
                </a:cubicBezTo>
                <a:cubicBezTo>
                  <a:pt x="569347" y="385541"/>
                  <a:pt x="549821" y="335097"/>
                  <a:pt x="618943" y="438780"/>
                </a:cubicBezTo>
                <a:lnTo>
                  <a:pt x="618943" y="438780"/>
                </a:lnTo>
                <a:lnTo>
                  <a:pt x="647972" y="525866"/>
                </a:lnTo>
                <a:lnTo>
                  <a:pt x="662486" y="569409"/>
                </a:lnTo>
                <a:lnTo>
                  <a:pt x="677001" y="612952"/>
                </a:lnTo>
                <a:cubicBezTo>
                  <a:pt x="693835" y="814958"/>
                  <a:pt x="700636" y="794823"/>
                  <a:pt x="677001" y="1019352"/>
                </a:cubicBezTo>
                <a:cubicBezTo>
                  <a:pt x="675399" y="1034567"/>
                  <a:pt x="667324" y="1048381"/>
                  <a:pt x="662486" y="1062895"/>
                </a:cubicBezTo>
                <a:cubicBezTo>
                  <a:pt x="643134" y="1058057"/>
                  <a:pt x="621749" y="1058277"/>
                  <a:pt x="604429" y="1048380"/>
                </a:cubicBezTo>
                <a:cubicBezTo>
                  <a:pt x="586607" y="1038196"/>
                  <a:pt x="573488" y="1021040"/>
                  <a:pt x="560886" y="1004838"/>
                </a:cubicBezTo>
                <a:cubicBezTo>
                  <a:pt x="560874" y="1004823"/>
                  <a:pt x="488321" y="895988"/>
                  <a:pt x="473801" y="874209"/>
                </a:cubicBezTo>
                <a:lnTo>
                  <a:pt x="444772" y="830666"/>
                </a:lnTo>
                <a:lnTo>
                  <a:pt x="415743" y="787123"/>
                </a:lnTo>
                <a:cubicBezTo>
                  <a:pt x="406182" y="758439"/>
                  <a:pt x="397780" y="720501"/>
                  <a:pt x="372201" y="700038"/>
                </a:cubicBezTo>
                <a:cubicBezTo>
                  <a:pt x="360254" y="690480"/>
                  <a:pt x="343172" y="690361"/>
                  <a:pt x="328658" y="685523"/>
                </a:cubicBezTo>
                <a:cubicBezTo>
                  <a:pt x="256580" y="577407"/>
                  <a:pt x="349222" y="710200"/>
                  <a:pt x="256086" y="598438"/>
                </a:cubicBezTo>
                <a:cubicBezTo>
                  <a:pt x="244919" y="585037"/>
                  <a:pt x="238225" y="568296"/>
                  <a:pt x="227058" y="554895"/>
                </a:cubicBezTo>
                <a:cubicBezTo>
                  <a:pt x="213917" y="539126"/>
                  <a:pt x="196656" y="527121"/>
                  <a:pt x="183515" y="511352"/>
                </a:cubicBezTo>
                <a:cubicBezTo>
                  <a:pt x="172348" y="497951"/>
                  <a:pt x="166821" y="480144"/>
                  <a:pt x="154486" y="467809"/>
                </a:cubicBezTo>
                <a:cubicBezTo>
                  <a:pt x="142151" y="455474"/>
                  <a:pt x="125457" y="448456"/>
                  <a:pt x="110943" y="438780"/>
                </a:cubicBezTo>
                <a:cubicBezTo>
                  <a:pt x="106105" y="424266"/>
                  <a:pt x="103859" y="408612"/>
                  <a:pt x="96429" y="395238"/>
                </a:cubicBezTo>
                <a:cubicBezTo>
                  <a:pt x="35688" y="285905"/>
                  <a:pt x="50467" y="383142"/>
                  <a:pt x="38372" y="337180"/>
                </a:cubicBez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47" name="Google Shape;347;p5"/>
          <p:cNvSpPr/>
          <p:nvPr/>
        </p:nvSpPr>
        <p:spPr>
          <a:xfrm>
            <a:off x="2971800" y="4419600"/>
            <a:ext cx="304800" cy="762000"/>
          </a:xfrm>
          <a:custGeom>
            <a:avLst/>
            <a:gdLst/>
            <a:ahLst/>
            <a:cxnLst/>
            <a:rect l="l" t="t" r="r" b="b"/>
            <a:pathLst>
              <a:path w="270234" h="688155" extrusionOk="0">
                <a:moveTo>
                  <a:pt x="101600" y="566057"/>
                </a:moveTo>
                <a:cubicBezTo>
                  <a:pt x="94343" y="551543"/>
                  <a:pt x="127246" y="646707"/>
                  <a:pt x="72571" y="464457"/>
                </a:cubicBezTo>
                <a:cubicBezTo>
                  <a:pt x="63778" y="435149"/>
                  <a:pt x="53219" y="406400"/>
                  <a:pt x="43543" y="377371"/>
                </a:cubicBezTo>
                <a:cubicBezTo>
                  <a:pt x="38705" y="362857"/>
                  <a:pt x="32740" y="348671"/>
                  <a:pt x="29029" y="333829"/>
                </a:cubicBezTo>
                <a:cubicBezTo>
                  <a:pt x="10803" y="260929"/>
                  <a:pt x="20822" y="294696"/>
                  <a:pt x="0" y="232229"/>
                </a:cubicBezTo>
                <a:cubicBezTo>
                  <a:pt x="4838" y="174172"/>
                  <a:pt x="6814" y="115805"/>
                  <a:pt x="14514" y="58057"/>
                </a:cubicBezTo>
                <a:cubicBezTo>
                  <a:pt x="16536" y="42892"/>
                  <a:pt x="18211" y="25332"/>
                  <a:pt x="29029" y="14514"/>
                </a:cubicBezTo>
                <a:cubicBezTo>
                  <a:pt x="39847" y="3696"/>
                  <a:pt x="58057" y="4838"/>
                  <a:pt x="72571" y="0"/>
                </a:cubicBezTo>
                <a:cubicBezTo>
                  <a:pt x="91924" y="4838"/>
                  <a:pt x="115052" y="2053"/>
                  <a:pt x="130629" y="14514"/>
                </a:cubicBezTo>
                <a:cubicBezTo>
                  <a:pt x="142576" y="24071"/>
                  <a:pt x="141432" y="43214"/>
                  <a:pt x="145143" y="58057"/>
                </a:cubicBezTo>
                <a:cubicBezTo>
                  <a:pt x="151126" y="81990"/>
                  <a:pt x="153674" y="106696"/>
                  <a:pt x="159657" y="130629"/>
                </a:cubicBezTo>
                <a:cubicBezTo>
                  <a:pt x="163368" y="145471"/>
                  <a:pt x="170731" y="159264"/>
                  <a:pt x="174171" y="174171"/>
                </a:cubicBezTo>
                <a:cubicBezTo>
                  <a:pt x="185265" y="222247"/>
                  <a:pt x="193524" y="270933"/>
                  <a:pt x="203200" y="319314"/>
                </a:cubicBezTo>
                <a:lnTo>
                  <a:pt x="217714" y="391886"/>
                </a:lnTo>
                <a:cubicBezTo>
                  <a:pt x="214195" y="444664"/>
                  <a:pt x="270234" y="688155"/>
                  <a:pt x="130629" y="595086"/>
                </a:cubicBezTo>
                <a:cubicBezTo>
                  <a:pt x="117899" y="586599"/>
                  <a:pt x="122956" y="565227"/>
                  <a:pt x="116114" y="551543"/>
                </a:cubicBezTo>
                <a:cubicBezTo>
                  <a:pt x="113054" y="545423"/>
                  <a:pt x="108857" y="580571"/>
                  <a:pt x="101600" y="566057"/>
                </a:cubicBez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48" name="Google Shape;348;p5"/>
          <p:cNvSpPr/>
          <p:nvPr/>
        </p:nvSpPr>
        <p:spPr>
          <a:xfrm>
            <a:off x="3048000" y="4191000"/>
            <a:ext cx="238125" cy="314325"/>
          </a:xfrm>
          <a:custGeom>
            <a:avLst/>
            <a:gdLst/>
            <a:ahLst/>
            <a:cxnLst/>
            <a:rect l="l" t="t" r="r" b="b"/>
            <a:pathLst>
              <a:path w="219075" h="311879" extrusionOk="0">
                <a:moveTo>
                  <a:pt x="28575" y="16604"/>
                </a:moveTo>
                <a:lnTo>
                  <a:pt x="28575" y="16604"/>
                </a:lnTo>
                <a:cubicBezTo>
                  <a:pt x="57150" y="22954"/>
                  <a:pt x="87280" y="24396"/>
                  <a:pt x="114300" y="35654"/>
                </a:cubicBezTo>
                <a:cubicBezTo>
                  <a:pt x="126734" y="40835"/>
                  <a:pt x="132527" y="55605"/>
                  <a:pt x="142875" y="64229"/>
                </a:cubicBezTo>
                <a:cubicBezTo>
                  <a:pt x="151669" y="71558"/>
                  <a:pt x="161925" y="76929"/>
                  <a:pt x="171450" y="83279"/>
                </a:cubicBezTo>
                <a:cubicBezTo>
                  <a:pt x="215119" y="148783"/>
                  <a:pt x="202310" y="118709"/>
                  <a:pt x="219075" y="169004"/>
                </a:cubicBezTo>
                <a:cubicBezTo>
                  <a:pt x="215900" y="200754"/>
                  <a:pt x="214402" y="232717"/>
                  <a:pt x="209550" y="264254"/>
                </a:cubicBezTo>
                <a:cubicBezTo>
                  <a:pt x="208023" y="274177"/>
                  <a:pt x="208195" y="286993"/>
                  <a:pt x="200025" y="292829"/>
                </a:cubicBezTo>
                <a:cubicBezTo>
                  <a:pt x="183685" y="304501"/>
                  <a:pt x="142875" y="311879"/>
                  <a:pt x="142875" y="311879"/>
                </a:cubicBezTo>
                <a:cubicBezTo>
                  <a:pt x="130175" y="308704"/>
                  <a:pt x="114627" y="310974"/>
                  <a:pt x="104775" y="302354"/>
                </a:cubicBezTo>
                <a:cubicBezTo>
                  <a:pt x="10718" y="220054"/>
                  <a:pt x="110492" y="259810"/>
                  <a:pt x="38100" y="235679"/>
                </a:cubicBezTo>
                <a:cubicBezTo>
                  <a:pt x="34925" y="226154"/>
                  <a:pt x="33065" y="216084"/>
                  <a:pt x="28575" y="207104"/>
                </a:cubicBezTo>
                <a:cubicBezTo>
                  <a:pt x="23455" y="196865"/>
                  <a:pt x="13545" y="189248"/>
                  <a:pt x="9525" y="178529"/>
                </a:cubicBezTo>
                <a:cubicBezTo>
                  <a:pt x="3841" y="163370"/>
                  <a:pt x="3175" y="146779"/>
                  <a:pt x="0" y="130904"/>
                </a:cubicBezTo>
                <a:cubicBezTo>
                  <a:pt x="10070" y="0"/>
                  <a:pt x="23813" y="35654"/>
                  <a:pt x="28575" y="16604"/>
                </a:cubicBez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49" name="Google Shape;349;p5"/>
          <p:cNvSpPr/>
          <p:nvPr/>
        </p:nvSpPr>
        <p:spPr>
          <a:xfrm rot="-708112">
            <a:off x="3048000" y="5305424"/>
            <a:ext cx="671240" cy="333376"/>
          </a:xfrm>
          <a:custGeom>
            <a:avLst/>
            <a:gdLst/>
            <a:ahLst/>
            <a:cxnLst/>
            <a:rect l="l" t="t" r="r" b="b"/>
            <a:pathLst>
              <a:path w="690290" h="266700" extrusionOk="0">
                <a:moveTo>
                  <a:pt x="38100" y="0"/>
                </a:moveTo>
                <a:lnTo>
                  <a:pt x="38100" y="0"/>
                </a:lnTo>
                <a:cubicBezTo>
                  <a:pt x="92075" y="3175"/>
                  <a:pt x="146143" y="5035"/>
                  <a:pt x="200025" y="9525"/>
                </a:cubicBezTo>
                <a:cubicBezTo>
                  <a:pt x="219396" y="11139"/>
                  <a:pt x="280059" y="19297"/>
                  <a:pt x="304800" y="28575"/>
                </a:cubicBezTo>
                <a:cubicBezTo>
                  <a:pt x="318095" y="33561"/>
                  <a:pt x="329925" y="41858"/>
                  <a:pt x="342900" y="47625"/>
                </a:cubicBezTo>
                <a:cubicBezTo>
                  <a:pt x="358524" y="54569"/>
                  <a:pt x="374901" y="59731"/>
                  <a:pt x="390525" y="66675"/>
                </a:cubicBezTo>
                <a:cubicBezTo>
                  <a:pt x="403500" y="72442"/>
                  <a:pt x="415442" y="80452"/>
                  <a:pt x="428625" y="85725"/>
                </a:cubicBezTo>
                <a:cubicBezTo>
                  <a:pt x="447269" y="93183"/>
                  <a:pt x="485775" y="104775"/>
                  <a:pt x="485775" y="104775"/>
                </a:cubicBezTo>
                <a:cubicBezTo>
                  <a:pt x="531472" y="173321"/>
                  <a:pt x="466761" y="88924"/>
                  <a:pt x="561975" y="152400"/>
                </a:cubicBezTo>
                <a:cubicBezTo>
                  <a:pt x="643867" y="206995"/>
                  <a:pt x="540255" y="141540"/>
                  <a:pt x="619125" y="180975"/>
                </a:cubicBezTo>
                <a:cubicBezTo>
                  <a:pt x="645647" y="194236"/>
                  <a:pt x="655209" y="207534"/>
                  <a:pt x="676275" y="228600"/>
                </a:cubicBezTo>
                <a:cubicBezTo>
                  <a:pt x="679450" y="238125"/>
                  <a:pt x="690290" y="248195"/>
                  <a:pt x="685800" y="257175"/>
                </a:cubicBezTo>
                <a:cubicBezTo>
                  <a:pt x="681310" y="266155"/>
                  <a:pt x="667265" y="266700"/>
                  <a:pt x="657225" y="266700"/>
                </a:cubicBezTo>
                <a:cubicBezTo>
                  <a:pt x="642592" y="266700"/>
                  <a:pt x="591145" y="257472"/>
                  <a:pt x="571500" y="247650"/>
                </a:cubicBezTo>
                <a:cubicBezTo>
                  <a:pt x="561261" y="242530"/>
                  <a:pt x="553164" y="233720"/>
                  <a:pt x="542925" y="228600"/>
                </a:cubicBezTo>
                <a:cubicBezTo>
                  <a:pt x="533945" y="224110"/>
                  <a:pt x="524289" y="220495"/>
                  <a:pt x="514350" y="219075"/>
                </a:cubicBezTo>
                <a:cubicBezTo>
                  <a:pt x="479633" y="214115"/>
                  <a:pt x="444500" y="212725"/>
                  <a:pt x="409575" y="209550"/>
                </a:cubicBezTo>
                <a:cubicBezTo>
                  <a:pt x="390525" y="203200"/>
                  <a:pt x="371906" y="195370"/>
                  <a:pt x="352425" y="190500"/>
                </a:cubicBezTo>
                <a:cubicBezTo>
                  <a:pt x="339725" y="187325"/>
                  <a:pt x="326864" y="184737"/>
                  <a:pt x="314325" y="180975"/>
                </a:cubicBezTo>
                <a:cubicBezTo>
                  <a:pt x="295091" y="175205"/>
                  <a:pt x="276225" y="168275"/>
                  <a:pt x="257175" y="161925"/>
                </a:cubicBezTo>
                <a:lnTo>
                  <a:pt x="200025" y="142875"/>
                </a:lnTo>
                <a:cubicBezTo>
                  <a:pt x="190500" y="139700"/>
                  <a:pt x="181190" y="135785"/>
                  <a:pt x="171450" y="133350"/>
                </a:cubicBezTo>
                <a:lnTo>
                  <a:pt x="95250" y="114300"/>
                </a:lnTo>
                <a:cubicBezTo>
                  <a:pt x="82550" y="111125"/>
                  <a:pt x="69569" y="108915"/>
                  <a:pt x="57150" y="104775"/>
                </a:cubicBezTo>
                <a:lnTo>
                  <a:pt x="28575" y="95250"/>
                </a:lnTo>
                <a:cubicBezTo>
                  <a:pt x="18943" y="80803"/>
                  <a:pt x="0" y="57818"/>
                  <a:pt x="0" y="38100"/>
                </a:cubicBezTo>
                <a:cubicBezTo>
                  <a:pt x="0" y="25009"/>
                  <a:pt x="6350" y="12700"/>
                  <a:pt x="9525" y="0"/>
                </a:cubicBezTo>
                <a:lnTo>
                  <a:pt x="38100" y="0"/>
                </a:ln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50" name="Google Shape;350;p5"/>
          <p:cNvSpPr/>
          <p:nvPr/>
        </p:nvSpPr>
        <p:spPr>
          <a:xfrm>
            <a:off x="4095750" y="4843735"/>
            <a:ext cx="266700" cy="749110"/>
          </a:xfrm>
          <a:custGeom>
            <a:avLst/>
            <a:gdLst/>
            <a:ahLst/>
            <a:cxnLst/>
            <a:rect l="l" t="t" r="r" b="b"/>
            <a:pathLst>
              <a:path w="266700" h="749110" extrusionOk="0">
                <a:moveTo>
                  <a:pt x="19050" y="61640"/>
                </a:moveTo>
                <a:lnTo>
                  <a:pt x="19050" y="61640"/>
                </a:lnTo>
                <a:cubicBezTo>
                  <a:pt x="41275" y="42590"/>
                  <a:pt x="59543" y="17581"/>
                  <a:pt x="85725" y="4490"/>
                </a:cubicBezTo>
                <a:cubicBezTo>
                  <a:pt x="94705" y="0"/>
                  <a:pt x="105320" y="9525"/>
                  <a:pt x="114300" y="14015"/>
                </a:cubicBezTo>
                <a:cubicBezTo>
                  <a:pt x="140822" y="27276"/>
                  <a:pt x="150384" y="40574"/>
                  <a:pt x="171450" y="61640"/>
                </a:cubicBezTo>
                <a:cubicBezTo>
                  <a:pt x="206188" y="165853"/>
                  <a:pt x="150786" y="8003"/>
                  <a:pt x="200025" y="118790"/>
                </a:cubicBezTo>
                <a:cubicBezTo>
                  <a:pt x="220749" y="165418"/>
                  <a:pt x="215812" y="171415"/>
                  <a:pt x="228600" y="214040"/>
                </a:cubicBezTo>
                <a:cubicBezTo>
                  <a:pt x="234370" y="233274"/>
                  <a:pt x="241300" y="252140"/>
                  <a:pt x="247650" y="271190"/>
                </a:cubicBezTo>
                <a:lnTo>
                  <a:pt x="257175" y="299765"/>
                </a:lnTo>
                <a:cubicBezTo>
                  <a:pt x="260350" y="337865"/>
                  <a:pt x="266700" y="375833"/>
                  <a:pt x="266700" y="414065"/>
                </a:cubicBezTo>
                <a:cubicBezTo>
                  <a:pt x="266700" y="452297"/>
                  <a:pt x="262228" y="490468"/>
                  <a:pt x="257175" y="528365"/>
                </a:cubicBezTo>
                <a:cubicBezTo>
                  <a:pt x="255848" y="538317"/>
                  <a:pt x="250408" y="547286"/>
                  <a:pt x="247650" y="556940"/>
                </a:cubicBezTo>
                <a:cubicBezTo>
                  <a:pt x="218860" y="657707"/>
                  <a:pt x="264346" y="516377"/>
                  <a:pt x="219075" y="652190"/>
                </a:cubicBezTo>
                <a:cubicBezTo>
                  <a:pt x="215900" y="661715"/>
                  <a:pt x="216650" y="673665"/>
                  <a:pt x="209550" y="680765"/>
                </a:cubicBezTo>
                <a:cubicBezTo>
                  <a:pt x="200025" y="690290"/>
                  <a:pt x="189599" y="698992"/>
                  <a:pt x="180975" y="709340"/>
                </a:cubicBezTo>
                <a:cubicBezTo>
                  <a:pt x="147834" y="749110"/>
                  <a:pt x="180260" y="731803"/>
                  <a:pt x="133350" y="747440"/>
                </a:cubicBezTo>
                <a:cubicBezTo>
                  <a:pt x="123825" y="741090"/>
                  <a:pt x="110842" y="738098"/>
                  <a:pt x="104775" y="728390"/>
                </a:cubicBezTo>
                <a:cubicBezTo>
                  <a:pt x="94132" y="711362"/>
                  <a:pt x="96864" y="687948"/>
                  <a:pt x="85725" y="671240"/>
                </a:cubicBezTo>
                <a:lnTo>
                  <a:pt x="66675" y="642665"/>
                </a:lnTo>
                <a:cubicBezTo>
                  <a:pt x="63500" y="518840"/>
                  <a:pt x="63042" y="394915"/>
                  <a:pt x="57150" y="271190"/>
                </a:cubicBezTo>
                <a:cubicBezTo>
                  <a:pt x="56672" y="261161"/>
                  <a:pt x="50060" y="252355"/>
                  <a:pt x="47625" y="242615"/>
                </a:cubicBezTo>
                <a:cubicBezTo>
                  <a:pt x="34030" y="188233"/>
                  <a:pt x="43242" y="205780"/>
                  <a:pt x="28575" y="156890"/>
                </a:cubicBezTo>
                <a:cubicBezTo>
                  <a:pt x="22805" y="137656"/>
                  <a:pt x="15875" y="118790"/>
                  <a:pt x="9525" y="99740"/>
                </a:cubicBezTo>
                <a:lnTo>
                  <a:pt x="0" y="71165"/>
                </a:lnTo>
                <a:lnTo>
                  <a:pt x="19050" y="61640"/>
                </a:ln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51" name="Google Shape;351;p5"/>
          <p:cNvSpPr/>
          <p:nvPr/>
        </p:nvSpPr>
        <p:spPr>
          <a:xfrm>
            <a:off x="3924300" y="5038725"/>
            <a:ext cx="228388" cy="447675"/>
          </a:xfrm>
          <a:custGeom>
            <a:avLst/>
            <a:gdLst/>
            <a:ahLst/>
            <a:cxnLst/>
            <a:rect l="l" t="t" r="r" b="b"/>
            <a:pathLst>
              <a:path w="228388" h="447675" extrusionOk="0">
                <a:moveTo>
                  <a:pt x="0" y="123825"/>
                </a:moveTo>
                <a:lnTo>
                  <a:pt x="0" y="123825"/>
                </a:lnTo>
                <a:cubicBezTo>
                  <a:pt x="12700" y="98425"/>
                  <a:pt x="24502" y="72556"/>
                  <a:pt x="38100" y="47625"/>
                </a:cubicBezTo>
                <a:cubicBezTo>
                  <a:pt x="43582" y="37575"/>
                  <a:pt x="47442" y="25117"/>
                  <a:pt x="57150" y="19050"/>
                </a:cubicBezTo>
                <a:cubicBezTo>
                  <a:pt x="74178" y="8407"/>
                  <a:pt x="114300" y="0"/>
                  <a:pt x="114300" y="0"/>
                </a:cubicBezTo>
                <a:cubicBezTo>
                  <a:pt x="161925" y="15875"/>
                  <a:pt x="139700" y="0"/>
                  <a:pt x="161925" y="66675"/>
                </a:cubicBezTo>
                <a:lnTo>
                  <a:pt x="171450" y="95250"/>
                </a:lnTo>
                <a:lnTo>
                  <a:pt x="180975" y="123825"/>
                </a:lnTo>
                <a:cubicBezTo>
                  <a:pt x="184150" y="149225"/>
                  <a:pt x="185783" y="174866"/>
                  <a:pt x="190500" y="200025"/>
                </a:cubicBezTo>
                <a:cubicBezTo>
                  <a:pt x="228388" y="402092"/>
                  <a:pt x="193955" y="151466"/>
                  <a:pt x="219075" y="352425"/>
                </a:cubicBezTo>
                <a:cubicBezTo>
                  <a:pt x="215233" y="371635"/>
                  <a:pt x="212924" y="414610"/>
                  <a:pt x="190500" y="428625"/>
                </a:cubicBezTo>
                <a:cubicBezTo>
                  <a:pt x="173472" y="439268"/>
                  <a:pt x="133350" y="447675"/>
                  <a:pt x="133350" y="447675"/>
                </a:cubicBezTo>
                <a:cubicBezTo>
                  <a:pt x="123825" y="444500"/>
                  <a:pt x="113129" y="443719"/>
                  <a:pt x="104775" y="438150"/>
                </a:cubicBezTo>
                <a:cubicBezTo>
                  <a:pt x="64149" y="411066"/>
                  <a:pt x="84151" y="415951"/>
                  <a:pt x="66675" y="381000"/>
                </a:cubicBezTo>
                <a:cubicBezTo>
                  <a:pt x="61555" y="370761"/>
                  <a:pt x="53975" y="361950"/>
                  <a:pt x="47625" y="352425"/>
                </a:cubicBezTo>
                <a:cubicBezTo>
                  <a:pt x="31328" y="287238"/>
                  <a:pt x="42227" y="336385"/>
                  <a:pt x="28575" y="247650"/>
                </a:cubicBezTo>
                <a:cubicBezTo>
                  <a:pt x="25638" y="228562"/>
                  <a:pt x="23240" y="209353"/>
                  <a:pt x="19050" y="190500"/>
                </a:cubicBezTo>
                <a:cubicBezTo>
                  <a:pt x="16872" y="180699"/>
                  <a:pt x="10524" y="171915"/>
                  <a:pt x="9525" y="161925"/>
                </a:cubicBezTo>
                <a:cubicBezTo>
                  <a:pt x="7314" y="139810"/>
                  <a:pt x="1588" y="130175"/>
                  <a:pt x="0" y="123825"/>
                </a:cubicBez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52" name="Google Shape;352;p5"/>
          <p:cNvSpPr/>
          <p:nvPr/>
        </p:nvSpPr>
        <p:spPr>
          <a:xfrm>
            <a:off x="3848100" y="4603130"/>
            <a:ext cx="266700" cy="273670"/>
          </a:xfrm>
          <a:custGeom>
            <a:avLst/>
            <a:gdLst/>
            <a:ahLst/>
            <a:cxnLst/>
            <a:rect l="l" t="t" r="r" b="b"/>
            <a:pathLst>
              <a:path w="266700" h="273670" extrusionOk="0">
                <a:moveTo>
                  <a:pt x="38100" y="16495"/>
                </a:moveTo>
                <a:lnTo>
                  <a:pt x="38100" y="16495"/>
                </a:lnTo>
                <a:cubicBezTo>
                  <a:pt x="69850" y="13320"/>
                  <a:pt x="101536" y="4523"/>
                  <a:pt x="133350" y="6970"/>
                </a:cubicBezTo>
                <a:cubicBezTo>
                  <a:pt x="144764" y="7848"/>
                  <a:pt x="151686" y="20900"/>
                  <a:pt x="161925" y="26020"/>
                </a:cubicBezTo>
                <a:cubicBezTo>
                  <a:pt x="240795" y="65455"/>
                  <a:pt x="137183" y="0"/>
                  <a:pt x="219075" y="54595"/>
                </a:cubicBezTo>
                <a:cubicBezTo>
                  <a:pt x="225425" y="73645"/>
                  <a:pt x="226986" y="95037"/>
                  <a:pt x="238125" y="111745"/>
                </a:cubicBezTo>
                <a:cubicBezTo>
                  <a:pt x="262744" y="148674"/>
                  <a:pt x="253555" y="129460"/>
                  <a:pt x="266700" y="168895"/>
                </a:cubicBezTo>
                <a:cubicBezTo>
                  <a:pt x="266226" y="171267"/>
                  <a:pt x="255460" y="235332"/>
                  <a:pt x="247650" y="245095"/>
                </a:cubicBezTo>
                <a:cubicBezTo>
                  <a:pt x="234221" y="261881"/>
                  <a:pt x="209324" y="267395"/>
                  <a:pt x="190500" y="273670"/>
                </a:cubicBezTo>
                <a:cubicBezTo>
                  <a:pt x="169202" y="268345"/>
                  <a:pt x="109164" y="254371"/>
                  <a:pt x="95250" y="245095"/>
                </a:cubicBezTo>
                <a:cubicBezTo>
                  <a:pt x="85725" y="238745"/>
                  <a:pt x="75469" y="233374"/>
                  <a:pt x="66675" y="226045"/>
                </a:cubicBezTo>
                <a:cubicBezTo>
                  <a:pt x="56327" y="217421"/>
                  <a:pt x="47625" y="206995"/>
                  <a:pt x="38100" y="197470"/>
                </a:cubicBezTo>
                <a:lnTo>
                  <a:pt x="9525" y="111745"/>
                </a:lnTo>
                <a:lnTo>
                  <a:pt x="0" y="83170"/>
                </a:lnTo>
                <a:cubicBezTo>
                  <a:pt x="10614" y="40714"/>
                  <a:pt x="31750" y="27607"/>
                  <a:pt x="38100" y="16495"/>
                </a:cubicBez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53" name="Google Shape;353;p5"/>
          <p:cNvSpPr/>
          <p:nvPr/>
        </p:nvSpPr>
        <p:spPr>
          <a:xfrm>
            <a:off x="3276599" y="4800600"/>
            <a:ext cx="434731" cy="304800"/>
          </a:xfrm>
          <a:custGeom>
            <a:avLst/>
            <a:gdLst/>
            <a:ahLst/>
            <a:cxnLst/>
            <a:rect l="l" t="t" r="r" b="b"/>
            <a:pathLst>
              <a:path w="471660" h="264358" extrusionOk="0">
                <a:moveTo>
                  <a:pt x="75029" y="7183"/>
                </a:moveTo>
                <a:lnTo>
                  <a:pt x="75029" y="7183"/>
                </a:lnTo>
                <a:cubicBezTo>
                  <a:pt x="170031" y="42809"/>
                  <a:pt x="125494" y="27180"/>
                  <a:pt x="208379" y="54808"/>
                </a:cubicBezTo>
                <a:cubicBezTo>
                  <a:pt x="217904" y="57983"/>
                  <a:pt x="228600" y="58764"/>
                  <a:pt x="236954" y="64333"/>
                </a:cubicBezTo>
                <a:cubicBezTo>
                  <a:pt x="246479" y="70683"/>
                  <a:pt x="255068" y="78734"/>
                  <a:pt x="265529" y="83383"/>
                </a:cubicBezTo>
                <a:cubicBezTo>
                  <a:pt x="283879" y="91538"/>
                  <a:pt x="303629" y="96083"/>
                  <a:pt x="322679" y="102433"/>
                </a:cubicBezTo>
                <a:lnTo>
                  <a:pt x="379829" y="121483"/>
                </a:lnTo>
                <a:cubicBezTo>
                  <a:pt x="389354" y="124658"/>
                  <a:pt x="400050" y="125439"/>
                  <a:pt x="408404" y="131008"/>
                </a:cubicBezTo>
                <a:lnTo>
                  <a:pt x="436979" y="150058"/>
                </a:lnTo>
                <a:cubicBezTo>
                  <a:pt x="443329" y="159583"/>
                  <a:pt x="450909" y="168394"/>
                  <a:pt x="456029" y="178633"/>
                </a:cubicBezTo>
                <a:cubicBezTo>
                  <a:pt x="465798" y="198171"/>
                  <a:pt x="471660" y="216245"/>
                  <a:pt x="456029" y="235783"/>
                </a:cubicBezTo>
                <a:cubicBezTo>
                  <a:pt x="448878" y="244722"/>
                  <a:pt x="437693" y="249713"/>
                  <a:pt x="427454" y="254833"/>
                </a:cubicBezTo>
                <a:cubicBezTo>
                  <a:pt x="418474" y="259323"/>
                  <a:pt x="408404" y="261183"/>
                  <a:pt x="398879" y="264358"/>
                </a:cubicBezTo>
                <a:cubicBezTo>
                  <a:pt x="370304" y="261183"/>
                  <a:pt x="341347" y="260472"/>
                  <a:pt x="313154" y="254833"/>
                </a:cubicBezTo>
                <a:lnTo>
                  <a:pt x="227429" y="226258"/>
                </a:lnTo>
                <a:lnTo>
                  <a:pt x="198854" y="216733"/>
                </a:lnTo>
                <a:cubicBezTo>
                  <a:pt x="189329" y="213558"/>
                  <a:pt x="178633" y="212777"/>
                  <a:pt x="170279" y="207208"/>
                </a:cubicBezTo>
                <a:cubicBezTo>
                  <a:pt x="104775" y="163539"/>
                  <a:pt x="134849" y="176348"/>
                  <a:pt x="84554" y="159583"/>
                </a:cubicBezTo>
                <a:cubicBezTo>
                  <a:pt x="61906" y="91639"/>
                  <a:pt x="94020" y="173782"/>
                  <a:pt x="46454" y="102433"/>
                </a:cubicBezTo>
                <a:cubicBezTo>
                  <a:pt x="40885" y="94079"/>
                  <a:pt x="41419" y="82838"/>
                  <a:pt x="36929" y="73858"/>
                </a:cubicBezTo>
                <a:cubicBezTo>
                  <a:pt x="0" y="0"/>
                  <a:pt x="32295" y="88532"/>
                  <a:pt x="8354" y="16708"/>
                </a:cubicBezTo>
                <a:lnTo>
                  <a:pt x="75029" y="7183"/>
                </a:ln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54" name="Google Shape;354;p5"/>
          <p:cNvSpPr txBox="1"/>
          <p:nvPr/>
        </p:nvSpPr>
        <p:spPr>
          <a:xfrm>
            <a:off x="-152400" y="1762780"/>
            <a:ext cx="16764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Lateral corticospinal tract</a:t>
            </a:r>
            <a:endParaRPr sz="1400" b="0" i="0" u="none" strike="noStrike" cap="none">
              <a:solidFill>
                <a:srgbClr val="000000"/>
              </a:solidFill>
              <a:latin typeface="Arial"/>
              <a:ea typeface="Arial"/>
              <a:cs typeface="Arial"/>
              <a:sym typeface="Arial"/>
            </a:endParaRPr>
          </a:p>
        </p:txBody>
      </p:sp>
      <p:sp>
        <p:nvSpPr>
          <p:cNvPr id="355" name="Google Shape;355;p5"/>
          <p:cNvSpPr txBox="1"/>
          <p:nvPr/>
        </p:nvSpPr>
        <p:spPr>
          <a:xfrm>
            <a:off x="3733800" y="304800"/>
            <a:ext cx="12192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Fasciculus Gracilis</a:t>
            </a:r>
            <a:endParaRPr sz="1400" b="1" i="0" u="none" strike="noStrike" cap="none">
              <a:solidFill>
                <a:schemeClr val="dk1"/>
              </a:solidFill>
              <a:latin typeface="Times"/>
              <a:ea typeface="Times"/>
              <a:cs typeface="Times"/>
              <a:sym typeface="Times"/>
            </a:endParaRPr>
          </a:p>
        </p:txBody>
      </p:sp>
      <p:sp>
        <p:nvSpPr>
          <p:cNvPr id="356" name="Google Shape;356;p5"/>
          <p:cNvSpPr txBox="1"/>
          <p:nvPr/>
        </p:nvSpPr>
        <p:spPr>
          <a:xfrm>
            <a:off x="838200" y="5559623"/>
            <a:ext cx="1905000" cy="307777"/>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Anterolateral System</a:t>
            </a:r>
            <a:endParaRPr sz="1400" b="0" i="0" u="none" strike="noStrike" cap="none">
              <a:solidFill>
                <a:srgbClr val="000000"/>
              </a:solidFill>
              <a:latin typeface="Arial"/>
              <a:ea typeface="Arial"/>
              <a:cs typeface="Arial"/>
              <a:sym typeface="Arial"/>
            </a:endParaRPr>
          </a:p>
        </p:txBody>
      </p:sp>
      <p:sp>
        <p:nvSpPr>
          <p:cNvPr id="357" name="Google Shape;357;p5"/>
          <p:cNvSpPr txBox="1"/>
          <p:nvPr/>
        </p:nvSpPr>
        <p:spPr>
          <a:xfrm>
            <a:off x="2819400" y="5867400"/>
            <a:ext cx="16764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Pontine reticulospinal tract</a:t>
            </a:r>
            <a:endParaRPr sz="1400" b="0" i="0" u="none" strike="noStrike" cap="none">
              <a:solidFill>
                <a:srgbClr val="000000"/>
              </a:solidFill>
              <a:latin typeface="Arial"/>
              <a:ea typeface="Arial"/>
              <a:cs typeface="Arial"/>
              <a:sym typeface="Arial"/>
            </a:endParaRPr>
          </a:p>
        </p:txBody>
      </p:sp>
      <p:sp>
        <p:nvSpPr>
          <p:cNvPr id="358" name="Google Shape;358;p5"/>
          <p:cNvSpPr txBox="1"/>
          <p:nvPr/>
        </p:nvSpPr>
        <p:spPr>
          <a:xfrm>
            <a:off x="1295400" y="5966936"/>
            <a:ext cx="1447800" cy="738664"/>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Lateral Vestibulospinal tract</a:t>
            </a:r>
            <a:endParaRPr sz="1400" b="0" i="0" u="none" strike="noStrike" cap="none">
              <a:solidFill>
                <a:srgbClr val="000000"/>
              </a:solidFill>
              <a:latin typeface="Arial"/>
              <a:ea typeface="Arial"/>
              <a:cs typeface="Arial"/>
              <a:sym typeface="Arial"/>
            </a:endParaRPr>
          </a:p>
        </p:txBody>
      </p:sp>
      <p:sp>
        <p:nvSpPr>
          <p:cNvPr id="359" name="Google Shape;359;p5"/>
          <p:cNvSpPr txBox="1"/>
          <p:nvPr/>
        </p:nvSpPr>
        <p:spPr>
          <a:xfrm>
            <a:off x="2514600" y="304800"/>
            <a:ext cx="11430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Fasciculs Cuneatus</a:t>
            </a:r>
            <a:endParaRPr sz="1400" b="1" i="0" u="none" strike="noStrike" cap="none">
              <a:solidFill>
                <a:schemeClr val="dk1"/>
              </a:solidFill>
              <a:latin typeface="Times"/>
              <a:ea typeface="Times"/>
              <a:cs typeface="Times"/>
              <a:sym typeface="Times"/>
            </a:endParaRPr>
          </a:p>
        </p:txBody>
      </p:sp>
      <p:sp>
        <p:nvSpPr>
          <p:cNvPr id="360" name="Google Shape;360;p5"/>
          <p:cNvSpPr txBox="1"/>
          <p:nvPr/>
        </p:nvSpPr>
        <p:spPr>
          <a:xfrm>
            <a:off x="0" y="3886200"/>
            <a:ext cx="1524000" cy="738664"/>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Ventral Spinocerebellar Tract</a:t>
            </a:r>
            <a:endParaRPr sz="1400" b="0" i="0" u="none" strike="noStrike" cap="none">
              <a:solidFill>
                <a:srgbClr val="000000"/>
              </a:solidFill>
              <a:latin typeface="Arial"/>
              <a:ea typeface="Arial"/>
              <a:cs typeface="Arial"/>
              <a:sym typeface="Arial"/>
            </a:endParaRPr>
          </a:p>
        </p:txBody>
      </p:sp>
      <p:sp>
        <p:nvSpPr>
          <p:cNvPr id="361" name="Google Shape;361;p5"/>
          <p:cNvSpPr txBox="1"/>
          <p:nvPr/>
        </p:nvSpPr>
        <p:spPr>
          <a:xfrm>
            <a:off x="0" y="2362200"/>
            <a:ext cx="1524000" cy="738664"/>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Dorsal Spinocerebellar Tract</a:t>
            </a:r>
            <a:endParaRPr sz="1400" b="0" i="0" u="none" strike="noStrike" cap="none">
              <a:solidFill>
                <a:srgbClr val="000000"/>
              </a:solidFill>
              <a:latin typeface="Arial"/>
              <a:ea typeface="Arial"/>
              <a:cs typeface="Arial"/>
              <a:sym typeface="Arial"/>
            </a:endParaRPr>
          </a:p>
        </p:txBody>
      </p:sp>
      <p:sp>
        <p:nvSpPr>
          <p:cNvPr id="362" name="Google Shape;362;p5"/>
          <p:cNvSpPr txBox="1"/>
          <p:nvPr/>
        </p:nvSpPr>
        <p:spPr>
          <a:xfrm>
            <a:off x="5334000" y="6119336"/>
            <a:ext cx="1600200" cy="738664"/>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Anterior Corticospinal Tract</a:t>
            </a:r>
            <a:endParaRPr sz="1400" b="0" i="0" u="none" strike="noStrike" cap="none">
              <a:solidFill>
                <a:srgbClr val="000000"/>
              </a:solidFill>
              <a:latin typeface="Arial"/>
              <a:ea typeface="Arial"/>
              <a:cs typeface="Arial"/>
              <a:sym typeface="Arial"/>
            </a:endParaRPr>
          </a:p>
        </p:txBody>
      </p:sp>
      <p:sp>
        <p:nvSpPr>
          <p:cNvPr id="363" name="Google Shape;363;p5"/>
          <p:cNvSpPr txBox="1"/>
          <p:nvPr/>
        </p:nvSpPr>
        <p:spPr>
          <a:xfrm>
            <a:off x="1143000" y="152400"/>
            <a:ext cx="1219200" cy="738664"/>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Spinal Trigeminal Nucleus</a:t>
            </a:r>
            <a:endParaRPr sz="1400" b="0" i="0" u="none" strike="noStrike" cap="none">
              <a:solidFill>
                <a:srgbClr val="000000"/>
              </a:solidFill>
              <a:latin typeface="Arial"/>
              <a:ea typeface="Arial"/>
              <a:cs typeface="Arial"/>
              <a:sym typeface="Arial"/>
            </a:endParaRPr>
          </a:p>
        </p:txBody>
      </p:sp>
      <p:sp>
        <p:nvSpPr>
          <p:cNvPr id="364" name="Google Shape;364;p5"/>
          <p:cNvSpPr txBox="1"/>
          <p:nvPr/>
        </p:nvSpPr>
        <p:spPr>
          <a:xfrm>
            <a:off x="25400" y="3276600"/>
            <a:ext cx="1143000" cy="52322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Rubrospinal Tract</a:t>
            </a:r>
            <a:endParaRPr sz="1400" b="0" i="0" u="none" strike="noStrike" cap="none">
              <a:solidFill>
                <a:srgbClr val="000000"/>
              </a:solidFill>
              <a:latin typeface="Arial"/>
              <a:ea typeface="Arial"/>
              <a:cs typeface="Arial"/>
              <a:sym typeface="Arial"/>
            </a:endParaRPr>
          </a:p>
        </p:txBody>
      </p:sp>
      <p:sp>
        <p:nvSpPr>
          <p:cNvPr id="365" name="Google Shape;365;p5"/>
          <p:cNvSpPr txBox="1"/>
          <p:nvPr/>
        </p:nvSpPr>
        <p:spPr>
          <a:xfrm>
            <a:off x="4495800" y="4191000"/>
            <a:ext cx="1219200" cy="738664"/>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Medial Longitudnal Fasciculus</a:t>
            </a:r>
            <a:endParaRPr sz="1400" b="0" i="0" u="none" strike="noStrike" cap="none">
              <a:solidFill>
                <a:srgbClr val="000000"/>
              </a:solidFill>
              <a:latin typeface="Arial"/>
              <a:ea typeface="Arial"/>
              <a:cs typeface="Arial"/>
              <a:sym typeface="Arial"/>
            </a:endParaRPr>
          </a:p>
        </p:txBody>
      </p:sp>
      <p:sp>
        <p:nvSpPr>
          <p:cNvPr id="366" name="Google Shape;366;p5"/>
          <p:cNvSpPr txBox="1"/>
          <p:nvPr/>
        </p:nvSpPr>
        <p:spPr>
          <a:xfrm>
            <a:off x="609600" y="937736"/>
            <a:ext cx="1219200" cy="738664"/>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Spinal Trigeminal Tract</a:t>
            </a:r>
            <a:endParaRPr sz="1400" b="0" i="0" u="none" strike="noStrike" cap="none">
              <a:solidFill>
                <a:srgbClr val="000000"/>
              </a:solidFill>
              <a:latin typeface="Arial"/>
              <a:ea typeface="Arial"/>
              <a:cs typeface="Arial"/>
              <a:sym typeface="Arial"/>
            </a:endParaRPr>
          </a:p>
        </p:txBody>
      </p:sp>
      <p:sp>
        <p:nvSpPr>
          <p:cNvPr id="367" name="Google Shape;367;p5"/>
          <p:cNvSpPr txBox="1"/>
          <p:nvPr/>
        </p:nvSpPr>
        <p:spPr>
          <a:xfrm>
            <a:off x="0" y="4724400"/>
            <a:ext cx="1447800" cy="738664"/>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Medullary Reticulospinal tract</a:t>
            </a:r>
            <a:endParaRPr sz="1400" b="0" i="0" u="none" strike="noStrike" cap="none">
              <a:solidFill>
                <a:srgbClr val="000000"/>
              </a:solidFill>
              <a:latin typeface="Arial"/>
              <a:ea typeface="Arial"/>
              <a:cs typeface="Arial"/>
              <a:sym typeface="Arial"/>
            </a:endParaRPr>
          </a:p>
        </p:txBody>
      </p:sp>
      <p:sp>
        <p:nvSpPr>
          <p:cNvPr id="368" name="Google Shape;368;p5"/>
          <p:cNvSpPr txBox="1"/>
          <p:nvPr/>
        </p:nvSpPr>
        <p:spPr>
          <a:xfrm>
            <a:off x="4572000" y="5867400"/>
            <a:ext cx="1600200" cy="307777"/>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Techtospinal tract</a:t>
            </a:r>
            <a:endParaRPr sz="1400" b="0" i="0" u="none" strike="noStrike" cap="none">
              <a:solidFill>
                <a:srgbClr val="000000"/>
              </a:solidFill>
              <a:latin typeface="Arial"/>
              <a:ea typeface="Arial"/>
              <a:cs typeface="Arial"/>
              <a:sym typeface="Arial"/>
            </a:endParaRPr>
          </a:p>
        </p:txBody>
      </p:sp>
      <p:cxnSp>
        <p:nvCxnSpPr>
          <p:cNvPr id="369" name="Google Shape;369;p5"/>
          <p:cNvCxnSpPr>
            <a:stCxn id="355" idx="2"/>
          </p:cNvCxnSpPr>
          <p:nvPr/>
        </p:nvCxnSpPr>
        <p:spPr>
          <a:xfrm flipH="1">
            <a:off x="4267200" y="828020"/>
            <a:ext cx="76200" cy="5436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370" name="Google Shape;370;p5"/>
          <p:cNvCxnSpPr/>
          <p:nvPr/>
        </p:nvCxnSpPr>
        <p:spPr>
          <a:xfrm rot="5400000">
            <a:off x="3048000" y="1219200"/>
            <a:ext cx="914400" cy="1588"/>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371" name="Google Shape;371;p5"/>
          <p:cNvCxnSpPr/>
          <p:nvPr/>
        </p:nvCxnSpPr>
        <p:spPr>
          <a:xfrm>
            <a:off x="2209800" y="914400"/>
            <a:ext cx="685800" cy="15240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372" name="Google Shape;372;p5"/>
          <p:cNvCxnSpPr>
            <a:endCxn id="344" idx="9"/>
          </p:cNvCxnSpPr>
          <p:nvPr/>
        </p:nvCxnSpPr>
        <p:spPr>
          <a:xfrm>
            <a:off x="1676400" y="1600200"/>
            <a:ext cx="387000" cy="5769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373" name="Google Shape;373;p5"/>
          <p:cNvCxnSpPr/>
          <p:nvPr/>
        </p:nvCxnSpPr>
        <p:spPr>
          <a:xfrm>
            <a:off x="1295400" y="3124200"/>
            <a:ext cx="533400" cy="3048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374" name="Google Shape;374;p5"/>
          <p:cNvCxnSpPr>
            <a:stCxn id="364" idx="3"/>
            <a:endCxn id="342" idx="17"/>
          </p:cNvCxnSpPr>
          <p:nvPr/>
        </p:nvCxnSpPr>
        <p:spPr>
          <a:xfrm>
            <a:off x="1168400" y="3538210"/>
            <a:ext cx="1226400" cy="1485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375" name="Google Shape;375;p5"/>
          <p:cNvCxnSpPr/>
          <p:nvPr/>
        </p:nvCxnSpPr>
        <p:spPr>
          <a:xfrm>
            <a:off x="1295400" y="4267200"/>
            <a:ext cx="685800" cy="3048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376" name="Google Shape;376;p5"/>
          <p:cNvCxnSpPr/>
          <p:nvPr/>
        </p:nvCxnSpPr>
        <p:spPr>
          <a:xfrm rot="-5400000">
            <a:off x="2019300" y="4762500"/>
            <a:ext cx="762000" cy="6858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377" name="Google Shape;377;p5"/>
          <p:cNvCxnSpPr>
            <a:endCxn id="347" idx="1"/>
          </p:cNvCxnSpPr>
          <p:nvPr/>
        </p:nvCxnSpPr>
        <p:spPr>
          <a:xfrm rot="10800000">
            <a:off x="3053700" y="4933801"/>
            <a:ext cx="908700" cy="9336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378" name="Google Shape;378;p5"/>
          <p:cNvCxnSpPr>
            <a:endCxn id="349" idx="19"/>
          </p:cNvCxnSpPr>
          <p:nvPr/>
        </p:nvCxnSpPr>
        <p:spPr>
          <a:xfrm rot="10800000" flipH="1">
            <a:off x="2667000" y="5524500"/>
            <a:ext cx="640200" cy="4953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379" name="Google Shape;379;p5"/>
          <p:cNvCxnSpPr>
            <a:endCxn id="348" idx="4"/>
          </p:cNvCxnSpPr>
          <p:nvPr/>
        </p:nvCxnSpPr>
        <p:spPr>
          <a:xfrm rot="10800000" flipH="1">
            <a:off x="1219200" y="4275002"/>
            <a:ext cx="2015100" cy="8304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380" name="Google Shape;380;p5"/>
          <p:cNvCxnSpPr>
            <a:stCxn id="354" idx="3"/>
          </p:cNvCxnSpPr>
          <p:nvPr/>
        </p:nvCxnSpPr>
        <p:spPr>
          <a:xfrm>
            <a:off x="1524000" y="2024390"/>
            <a:ext cx="1828800" cy="11862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381" name="Google Shape;381;p5"/>
          <p:cNvCxnSpPr>
            <a:endCxn id="352" idx="4"/>
          </p:cNvCxnSpPr>
          <p:nvPr/>
        </p:nvCxnSpPr>
        <p:spPr>
          <a:xfrm rot="10800000">
            <a:off x="4067101" y="4657801"/>
            <a:ext cx="428700" cy="666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382" name="Google Shape;382;p5"/>
          <p:cNvCxnSpPr>
            <a:stCxn id="368" idx="1"/>
            <a:endCxn id="351" idx="11"/>
          </p:cNvCxnSpPr>
          <p:nvPr/>
        </p:nvCxnSpPr>
        <p:spPr>
          <a:xfrm rot="10800000">
            <a:off x="4057500" y="5486389"/>
            <a:ext cx="514500" cy="5349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383" name="Google Shape;383;p5"/>
          <p:cNvCxnSpPr>
            <a:endCxn id="350" idx="8"/>
          </p:cNvCxnSpPr>
          <p:nvPr/>
        </p:nvCxnSpPr>
        <p:spPr>
          <a:xfrm rot="10800000">
            <a:off x="4353000" y="5143500"/>
            <a:ext cx="2352600" cy="952500"/>
          </a:xfrm>
          <a:prstGeom prst="straightConnector1">
            <a:avLst/>
          </a:prstGeom>
          <a:solidFill>
            <a:schemeClr val="accent1"/>
          </a:solidFill>
          <a:ln w="28575" cap="flat" cmpd="sng">
            <a:solidFill>
              <a:schemeClr val="dk1"/>
            </a:solidFill>
            <a:prstDash val="solid"/>
            <a:round/>
            <a:headEnd type="none" w="sm" len="sm"/>
            <a:tailEnd type="stealth" w="med" len="med"/>
          </a:ln>
        </p:spPr>
      </p:cxnSp>
      <p:sp>
        <p:nvSpPr>
          <p:cNvPr id="384" name="Google Shape;384;p5"/>
          <p:cNvSpPr txBox="1"/>
          <p:nvPr/>
        </p:nvSpPr>
        <p:spPr>
          <a:xfrm>
            <a:off x="4495800" y="3733800"/>
            <a:ext cx="2133600" cy="307777"/>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Accessory Nucleus CN11</a:t>
            </a:r>
            <a:endParaRPr sz="1400" b="0" i="0" u="none" strike="noStrike" cap="none">
              <a:solidFill>
                <a:srgbClr val="000000"/>
              </a:solidFill>
              <a:latin typeface="Arial"/>
              <a:ea typeface="Arial"/>
              <a:cs typeface="Arial"/>
              <a:sym typeface="Arial"/>
            </a:endParaRPr>
          </a:p>
        </p:txBody>
      </p:sp>
      <p:cxnSp>
        <p:nvCxnSpPr>
          <p:cNvPr id="385" name="Google Shape;385;p5"/>
          <p:cNvCxnSpPr>
            <a:endCxn id="353" idx="2"/>
          </p:cNvCxnSpPr>
          <p:nvPr/>
        </p:nvCxnSpPr>
        <p:spPr>
          <a:xfrm flipH="1">
            <a:off x="3468601" y="4190999"/>
            <a:ext cx="1027200" cy="672900"/>
          </a:xfrm>
          <a:prstGeom prst="straightConnector1">
            <a:avLst/>
          </a:prstGeom>
          <a:solidFill>
            <a:schemeClr val="accent1"/>
          </a:solidFill>
          <a:ln w="28575" cap="flat" cmpd="sng">
            <a:solidFill>
              <a:schemeClr val="dk1"/>
            </a:solidFill>
            <a:prstDash val="solid"/>
            <a:round/>
            <a:headEnd type="none" w="sm" len="sm"/>
            <a:tailEnd type="stealth" w="med" len="med"/>
          </a:ln>
        </p:spPr>
      </p:cxnSp>
      <p:pic>
        <p:nvPicPr>
          <p:cNvPr id="386" name="Google Shape;386;p5"/>
          <p:cNvPicPr preferRelativeResize="0"/>
          <p:nvPr/>
        </p:nvPicPr>
        <p:blipFill rotWithShape="1">
          <a:blip r:embed="rId4">
            <a:alphaModFix/>
          </a:blip>
          <a:srcRect/>
          <a:stretch/>
        </p:blipFill>
        <p:spPr>
          <a:xfrm>
            <a:off x="7162800" y="990600"/>
            <a:ext cx="1485900" cy="16668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7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6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7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6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7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6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7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6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7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5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7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5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7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5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82"/>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68"/>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383"/>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6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81"/>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365"/>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385"/>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384"/>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379"/>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367"/>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380"/>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3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pic>
        <p:nvPicPr>
          <p:cNvPr id="392" name="Google Shape;392;p6" descr="Plate 06.jpg                                                   00000158WD Passport                    00000000:"/>
          <p:cNvPicPr preferRelativeResize="0"/>
          <p:nvPr/>
        </p:nvPicPr>
        <p:blipFill rotWithShape="1">
          <a:blip r:embed="rId3">
            <a:alphaModFix/>
          </a:blip>
          <a:srcRect/>
          <a:stretch/>
        </p:blipFill>
        <p:spPr>
          <a:xfrm>
            <a:off x="685800" y="38100"/>
            <a:ext cx="7772400" cy="6781800"/>
          </a:xfrm>
          <a:prstGeom prst="rect">
            <a:avLst/>
          </a:prstGeom>
          <a:noFill/>
          <a:ln>
            <a:noFill/>
          </a:ln>
        </p:spPr>
      </p:pic>
      <p:sp>
        <p:nvSpPr>
          <p:cNvPr id="393" name="Google Shape;393;p6"/>
          <p:cNvSpPr/>
          <p:nvPr/>
        </p:nvSpPr>
        <p:spPr>
          <a:xfrm>
            <a:off x="3751729" y="1020364"/>
            <a:ext cx="699247" cy="1507683"/>
          </a:xfrm>
          <a:custGeom>
            <a:avLst/>
            <a:gdLst/>
            <a:ahLst/>
            <a:cxnLst/>
            <a:rect l="l" t="t" r="r" b="b"/>
            <a:pathLst>
              <a:path w="699247" h="1507683" extrusionOk="0">
                <a:moveTo>
                  <a:pt x="13447" y="673965"/>
                </a:moveTo>
                <a:lnTo>
                  <a:pt x="13447" y="673965"/>
                </a:lnTo>
                <a:cubicBezTo>
                  <a:pt x="8965" y="633624"/>
                  <a:pt x="0" y="593531"/>
                  <a:pt x="0" y="552942"/>
                </a:cubicBezTo>
                <a:cubicBezTo>
                  <a:pt x="0" y="495984"/>
                  <a:pt x="7929" y="380436"/>
                  <a:pt x="26895" y="310895"/>
                </a:cubicBezTo>
                <a:cubicBezTo>
                  <a:pt x="34354" y="283545"/>
                  <a:pt x="44824" y="257106"/>
                  <a:pt x="53789" y="230212"/>
                </a:cubicBezTo>
                <a:lnTo>
                  <a:pt x="67236" y="189871"/>
                </a:lnTo>
                <a:cubicBezTo>
                  <a:pt x="71718" y="176424"/>
                  <a:pt x="72820" y="161324"/>
                  <a:pt x="80683" y="149530"/>
                </a:cubicBezTo>
                <a:lnTo>
                  <a:pt x="134471" y="68848"/>
                </a:lnTo>
                <a:cubicBezTo>
                  <a:pt x="143436" y="55401"/>
                  <a:pt x="149937" y="39935"/>
                  <a:pt x="161365" y="28507"/>
                </a:cubicBezTo>
                <a:lnTo>
                  <a:pt x="188259" y="1612"/>
                </a:lnTo>
                <a:cubicBezTo>
                  <a:pt x="193842" y="2041"/>
                  <a:pt x="352099" y="0"/>
                  <a:pt x="403412" y="28507"/>
                </a:cubicBezTo>
                <a:cubicBezTo>
                  <a:pt x="431667" y="44204"/>
                  <a:pt x="484095" y="82295"/>
                  <a:pt x="484095" y="82295"/>
                </a:cubicBezTo>
                <a:cubicBezTo>
                  <a:pt x="546848" y="176424"/>
                  <a:pt x="510989" y="145048"/>
                  <a:pt x="578224" y="189871"/>
                </a:cubicBezTo>
                <a:lnTo>
                  <a:pt x="605118" y="270554"/>
                </a:lnTo>
                <a:cubicBezTo>
                  <a:pt x="609600" y="284001"/>
                  <a:pt x="615785" y="296996"/>
                  <a:pt x="618565" y="310895"/>
                </a:cubicBezTo>
                <a:cubicBezTo>
                  <a:pt x="634792" y="392029"/>
                  <a:pt x="624784" y="356447"/>
                  <a:pt x="645459" y="418471"/>
                </a:cubicBezTo>
                <a:cubicBezTo>
                  <a:pt x="654424" y="472259"/>
                  <a:pt x="670407" y="525340"/>
                  <a:pt x="672353" y="579836"/>
                </a:cubicBezTo>
                <a:cubicBezTo>
                  <a:pt x="686460" y="974823"/>
                  <a:pt x="655341" y="834518"/>
                  <a:pt x="699247" y="1010142"/>
                </a:cubicBezTo>
                <a:cubicBezTo>
                  <a:pt x="694765" y="1135648"/>
                  <a:pt x="693397" y="1261304"/>
                  <a:pt x="685800" y="1386660"/>
                </a:cubicBezTo>
                <a:cubicBezTo>
                  <a:pt x="684417" y="1409474"/>
                  <a:pt x="677896" y="1431722"/>
                  <a:pt x="672353" y="1453895"/>
                </a:cubicBezTo>
                <a:cubicBezTo>
                  <a:pt x="668915" y="1467646"/>
                  <a:pt x="668929" y="1484213"/>
                  <a:pt x="658906" y="1494236"/>
                </a:cubicBezTo>
                <a:cubicBezTo>
                  <a:pt x="648883" y="1504259"/>
                  <a:pt x="632012" y="1503201"/>
                  <a:pt x="618565" y="1507683"/>
                </a:cubicBezTo>
                <a:cubicBezTo>
                  <a:pt x="587189" y="1503201"/>
                  <a:pt x="554794" y="1503343"/>
                  <a:pt x="524436" y="1494236"/>
                </a:cubicBezTo>
                <a:cubicBezTo>
                  <a:pt x="506045" y="1488719"/>
                  <a:pt x="470028" y="1456483"/>
                  <a:pt x="457200" y="1440448"/>
                </a:cubicBezTo>
                <a:cubicBezTo>
                  <a:pt x="447104" y="1427828"/>
                  <a:pt x="440402" y="1412727"/>
                  <a:pt x="430306" y="1400107"/>
                </a:cubicBezTo>
                <a:cubicBezTo>
                  <a:pt x="422386" y="1390207"/>
                  <a:pt x="412377" y="1382177"/>
                  <a:pt x="403412" y="1373212"/>
                </a:cubicBezTo>
                <a:cubicBezTo>
                  <a:pt x="380593" y="1304755"/>
                  <a:pt x="408302" y="1352023"/>
                  <a:pt x="349624" y="1319424"/>
                </a:cubicBezTo>
                <a:cubicBezTo>
                  <a:pt x="321369" y="1303727"/>
                  <a:pt x="268942" y="1265636"/>
                  <a:pt x="268942" y="1265636"/>
                </a:cubicBezTo>
                <a:cubicBezTo>
                  <a:pt x="230849" y="1151358"/>
                  <a:pt x="283976" y="1290693"/>
                  <a:pt x="228600" y="1198401"/>
                </a:cubicBezTo>
                <a:cubicBezTo>
                  <a:pt x="176226" y="1111114"/>
                  <a:pt x="256407" y="1199316"/>
                  <a:pt x="188259" y="1131165"/>
                </a:cubicBezTo>
                <a:cubicBezTo>
                  <a:pt x="179294" y="1104271"/>
                  <a:pt x="177090" y="1074071"/>
                  <a:pt x="161365" y="1050483"/>
                </a:cubicBezTo>
                <a:cubicBezTo>
                  <a:pt x="152400" y="1037036"/>
                  <a:pt x="141035" y="1024910"/>
                  <a:pt x="134471" y="1010142"/>
                </a:cubicBezTo>
                <a:cubicBezTo>
                  <a:pt x="122957" y="984237"/>
                  <a:pt x="116542" y="956354"/>
                  <a:pt x="107577" y="929460"/>
                </a:cubicBezTo>
                <a:cubicBezTo>
                  <a:pt x="103095" y="916013"/>
                  <a:pt x="100469" y="901796"/>
                  <a:pt x="94130" y="889118"/>
                </a:cubicBezTo>
                <a:cubicBezTo>
                  <a:pt x="85165" y="871189"/>
                  <a:pt x="73575" y="854347"/>
                  <a:pt x="67236" y="835330"/>
                </a:cubicBezTo>
                <a:cubicBezTo>
                  <a:pt x="55548" y="800265"/>
                  <a:pt x="52030" y="762820"/>
                  <a:pt x="40342" y="727754"/>
                </a:cubicBezTo>
                <a:cubicBezTo>
                  <a:pt x="25707" y="683847"/>
                  <a:pt x="19938" y="672098"/>
                  <a:pt x="13447" y="620177"/>
                </a:cubicBezTo>
                <a:cubicBezTo>
                  <a:pt x="11779" y="606834"/>
                  <a:pt x="13447" y="593283"/>
                  <a:pt x="13447" y="579836"/>
                </a:cubicBezTo>
                <a:lnTo>
                  <a:pt x="13447" y="673965"/>
                </a:ln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94" name="Google Shape;394;p6"/>
          <p:cNvSpPr/>
          <p:nvPr/>
        </p:nvSpPr>
        <p:spPr>
          <a:xfrm>
            <a:off x="3180247" y="1996084"/>
            <a:ext cx="1064645" cy="787457"/>
          </a:xfrm>
          <a:custGeom>
            <a:avLst/>
            <a:gdLst/>
            <a:ahLst/>
            <a:cxnLst/>
            <a:rect l="l" t="t" r="r" b="b"/>
            <a:pathLst>
              <a:path w="1064645" h="787457" extrusionOk="0">
                <a:moveTo>
                  <a:pt x="87388" y="518516"/>
                </a:moveTo>
                <a:lnTo>
                  <a:pt x="87388" y="518516"/>
                </a:lnTo>
                <a:cubicBezTo>
                  <a:pt x="69459" y="482657"/>
                  <a:pt x="47992" y="448359"/>
                  <a:pt x="33600" y="410940"/>
                </a:cubicBezTo>
                <a:cubicBezTo>
                  <a:pt x="0" y="323579"/>
                  <a:pt x="29027" y="99912"/>
                  <a:pt x="33600" y="74763"/>
                </a:cubicBezTo>
                <a:cubicBezTo>
                  <a:pt x="36491" y="58862"/>
                  <a:pt x="60494" y="56834"/>
                  <a:pt x="73941" y="47869"/>
                </a:cubicBezTo>
                <a:cubicBezTo>
                  <a:pt x="82906" y="34422"/>
                  <a:pt x="84862" y="9985"/>
                  <a:pt x="100835" y="7528"/>
                </a:cubicBezTo>
                <a:cubicBezTo>
                  <a:pt x="149769" y="0"/>
                  <a:pt x="199678" y="14432"/>
                  <a:pt x="248753" y="20975"/>
                </a:cubicBezTo>
                <a:cubicBezTo>
                  <a:pt x="276894" y="24727"/>
                  <a:pt x="315225" y="38650"/>
                  <a:pt x="342882" y="47869"/>
                </a:cubicBezTo>
                <a:cubicBezTo>
                  <a:pt x="351847" y="56834"/>
                  <a:pt x="359877" y="66843"/>
                  <a:pt x="369777" y="74763"/>
                </a:cubicBezTo>
                <a:cubicBezTo>
                  <a:pt x="382397" y="84859"/>
                  <a:pt x="401553" y="87952"/>
                  <a:pt x="410118" y="101657"/>
                </a:cubicBezTo>
                <a:cubicBezTo>
                  <a:pt x="425143" y="125697"/>
                  <a:pt x="416966" y="162294"/>
                  <a:pt x="437012" y="182340"/>
                </a:cubicBezTo>
                <a:cubicBezTo>
                  <a:pt x="554869" y="300197"/>
                  <a:pt x="410640" y="150694"/>
                  <a:pt x="504247" y="263022"/>
                </a:cubicBezTo>
                <a:cubicBezTo>
                  <a:pt x="552159" y="320516"/>
                  <a:pt x="532043" y="287949"/>
                  <a:pt x="584929" y="330257"/>
                </a:cubicBezTo>
                <a:cubicBezTo>
                  <a:pt x="613091" y="352786"/>
                  <a:pt x="614228" y="370249"/>
                  <a:pt x="652165" y="384045"/>
                </a:cubicBezTo>
                <a:cubicBezTo>
                  <a:pt x="800062" y="437827"/>
                  <a:pt x="712687" y="390773"/>
                  <a:pt x="813529" y="424387"/>
                </a:cubicBezTo>
                <a:cubicBezTo>
                  <a:pt x="840423" y="433352"/>
                  <a:pt x="870624" y="435556"/>
                  <a:pt x="894212" y="451281"/>
                </a:cubicBezTo>
                <a:lnTo>
                  <a:pt x="974894" y="505069"/>
                </a:lnTo>
                <a:lnTo>
                  <a:pt x="1015235" y="531963"/>
                </a:lnTo>
                <a:cubicBezTo>
                  <a:pt x="1040614" y="608099"/>
                  <a:pt x="1064645" y="600011"/>
                  <a:pt x="1015235" y="639540"/>
                </a:cubicBezTo>
                <a:cubicBezTo>
                  <a:pt x="1002615" y="649636"/>
                  <a:pt x="988341" y="657469"/>
                  <a:pt x="974894" y="666434"/>
                </a:cubicBezTo>
                <a:cubicBezTo>
                  <a:pt x="965929" y="679881"/>
                  <a:pt x="959428" y="695347"/>
                  <a:pt x="948000" y="706775"/>
                </a:cubicBezTo>
                <a:cubicBezTo>
                  <a:pt x="936572" y="718203"/>
                  <a:pt x="922427" y="727105"/>
                  <a:pt x="907659" y="733669"/>
                </a:cubicBezTo>
                <a:cubicBezTo>
                  <a:pt x="896422" y="738663"/>
                  <a:pt x="797776" y="771775"/>
                  <a:pt x="773188" y="774010"/>
                </a:cubicBezTo>
                <a:cubicBezTo>
                  <a:pt x="692713" y="781326"/>
                  <a:pt x="611823" y="782975"/>
                  <a:pt x="531141" y="787457"/>
                </a:cubicBezTo>
                <a:cubicBezTo>
                  <a:pt x="486682" y="784037"/>
                  <a:pt x="334832" y="786573"/>
                  <a:pt x="275647" y="747116"/>
                </a:cubicBezTo>
                <a:lnTo>
                  <a:pt x="235306" y="720222"/>
                </a:lnTo>
                <a:cubicBezTo>
                  <a:pt x="217377" y="693328"/>
                  <a:pt x="204374" y="662396"/>
                  <a:pt x="181518" y="639540"/>
                </a:cubicBezTo>
                <a:lnTo>
                  <a:pt x="127729" y="585751"/>
                </a:lnTo>
                <a:cubicBezTo>
                  <a:pt x="110273" y="533383"/>
                  <a:pt x="94112" y="529722"/>
                  <a:pt x="87388" y="518516"/>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95" name="Google Shape;395;p6"/>
          <p:cNvSpPr/>
          <p:nvPr/>
        </p:nvSpPr>
        <p:spPr>
          <a:xfrm>
            <a:off x="3859306" y="2689412"/>
            <a:ext cx="1124127" cy="672353"/>
          </a:xfrm>
          <a:custGeom>
            <a:avLst/>
            <a:gdLst/>
            <a:ahLst/>
            <a:cxnLst/>
            <a:rect l="l" t="t" r="r" b="b"/>
            <a:pathLst>
              <a:path w="1124127" h="672353" extrusionOk="0">
                <a:moveTo>
                  <a:pt x="26894" y="497541"/>
                </a:moveTo>
                <a:lnTo>
                  <a:pt x="26894" y="497541"/>
                </a:lnTo>
                <a:cubicBezTo>
                  <a:pt x="22412" y="457200"/>
                  <a:pt x="20120" y="416554"/>
                  <a:pt x="13447" y="376517"/>
                </a:cubicBezTo>
                <a:cubicBezTo>
                  <a:pt x="11117" y="362535"/>
                  <a:pt x="0" y="350350"/>
                  <a:pt x="0" y="336176"/>
                </a:cubicBezTo>
                <a:cubicBezTo>
                  <a:pt x="0" y="324434"/>
                  <a:pt x="7983" y="219777"/>
                  <a:pt x="26894" y="188259"/>
                </a:cubicBezTo>
                <a:cubicBezTo>
                  <a:pt x="33417" y="177387"/>
                  <a:pt x="45868" y="171264"/>
                  <a:pt x="53788" y="161364"/>
                </a:cubicBezTo>
                <a:cubicBezTo>
                  <a:pt x="63884" y="148744"/>
                  <a:pt x="69254" y="132451"/>
                  <a:pt x="80682" y="121023"/>
                </a:cubicBezTo>
                <a:cubicBezTo>
                  <a:pt x="92110" y="109595"/>
                  <a:pt x="108403" y="104225"/>
                  <a:pt x="121023" y="94129"/>
                </a:cubicBezTo>
                <a:cubicBezTo>
                  <a:pt x="130923" y="86209"/>
                  <a:pt x="137046" y="73758"/>
                  <a:pt x="147918" y="67235"/>
                </a:cubicBezTo>
                <a:cubicBezTo>
                  <a:pt x="180649" y="47597"/>
                  <a:pt x="281002" y="42195"/>
                  <a:pt x="295835" y="40341"/>
                </a:cubicBezTo>
                <a:cubicBezTo>
                  <a:pt x="334285" y="27524"/>
                  <a:pt x="347751" y="21890"/>
                  <a:pt x="389965" y="13447"/>
                </a:cubicBezTo>
                <a:cubicBezTo>
                  <a:pt x="416701" y="8100"/>
                  <a:pt x="443753" y="4482"/>
                  <a:pt x="470647" y="0"/>
                </a:cubicBezTo>
                <a:cubicBezTo>
                  <a:pt x="524435" y="4482"/>
                  <a:pt x="578511" y="6314"/>
                  <a:pt x="632012" y="13447"/>
                </a:cubicBezTo>
                <a:cubicBezTo>
                  <a:pt x="646062" y="15320"/>
                  <a:pt x="658724" y="23000"/>
                  <a:pt x="672353" y="26894"/>
                </a:cubicBezTo>
                <a:cubicBezTo>
                  <a:pt x="690123" y="31971"/>
                  <a:pt x="708371" y="35264"/>
                  <a:pt x="726141" y="40341"/>
                </a:cubicBezTo>
                <a:cubicBezTo>
                  <a:pt x="739770" y="44235"/>
                  <a:pt x="752807" y="50058"/>
                  <a:pt x="766482" y="53788"/>
                </a:cubicBezTo>
                <a:cubicBezTo>
                  <a:pt x="802142" y="63513"/>
                  <a:pt x="838993" y="68993"/>
                  <a:pt x="874059" y="80682"/>
                </a:cubicBezTo>
                <a:cubicBezTo>
                  <a:pt x="887506" y="85164"/>
                  <a:pt x="902009" y="87245"/>
                  <a:pt x="914400" y="94129"/>
                </a:cubicBezTo>
                <a:cubicBezTo>
                  <a:pt x="982825" y="132143"/>
                  <a:pt x="981172" y="134007"/>
                  <a:pt x="1021976" y="174812"/>
                </a:cubicBezTo>
                <a:cubicBezTo>
                  <a:pt x="1026458" y="188259"/>
                  <a:pt x="1028130" y="202999"/>
                  <a:pt x="1035423" y="215153"/>
                </a:cubicBezTo>
                <a:cubicBezTo>
                  <a:pt x="1041946" y="226024"/>
                  <a:pt x="1057866" y="230176"/>
                  <a:pt x="1062318" y="242047"/>
                </a:cubicBezTo>
                <a:cubicBezTo>
                  <a:pt x="1071892" y="267576"/>
                  <a:pt x="1070740" y="295931"/>
                  <a:pt x="1075765" y="322729"/>
                </a:cubicBezTo>
                <a:cubicBezTo>
                  <a:pt x="1124127" y="580659"/>
                  <a:pt x="1085529" y="354419"/>
                  <a:pt x="1116106" y="537882"/>
                </a:cubicBezTo>
                <a:cubicBezTo>
                  <a:pt x="1111624" y="560294"/>
                  <a:pt x="1118820" y="588956"/>
                  <a:pt x="1102659" y="605117"/>
                </a:cubicBezTo>
                <a:cubicBezTo>
                  <a:pt x="1082613" y="625163"/>
                  <a:pt x="1048870" y="623047"/>
                  <a:pt x="1021976" y="632012"/>
                </a:cubicBezTo>
                <a:cubicBezTo>
                  <a:pt x="951569" y="655482"/>
                  <a:pt x="995662" y="643455"/>
                  <a:pt x="887506" y="658906"/>
                </a:cubicBezTo>
                <a:cubicBezTo>
                  <a:pt x="874059" y="663388"/>
                  <a:pt x="861339" y="672353"/>
                  <a:pt x="847165" y="672353"/>
                </a:cubicBezTo>
                <a:cubicBezTo>
                  <a:pt x="766358" y="672353"/>
                  <a:pt x="685858" y="662201"/>
                  <a:pt x="605118" y="658906"/>
                </a:cubicBezTo>
                <a:lnTo>
                  <a:pt x="188259" y="645459"/>
                </a:lnTo>
                <a:cubicBezTo>
                  <a:pt x="92244" y="613453"/>
                  <a:pt x="131164" y="634289"/>
                  <a:pt x="67235" y="591670"/>
                </a:cubicBezTo>
                <a:cubicBezTo>
                  <a:pt x="58270" y="578223"/>
                  <a:pt x="47569" y="565784"/>
                  <a:pt x="40341" y="551329"/>
                </a:cubicBezTo>
                <a:cubicBezTo>
                  <a:pt x="34002" y="538651"/>
                  <a:pt x="30788" y="524617"/>
                  <a:pt x="26894" y="510988"/>
                </a:cubicBezTo>
                <a:cubicBezTo>
                  <a:pt x="10186" y="452509"/>
                  <a:pt x="13447" y="469603"/>
                  <a:pt x="13447" y="416859"/>
                </a:cubicBezTo>
                <a:lnTo>
                  <a:pt x="26894" y="403412"/>
                </a:lnTo>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96" name="Google Shape;396;p6"/>
          <p:cNvSpPr/>
          <p:nvPr/>
        </p:nvSpPr>
        <p:spPr>
          <a:xfrm>
            <a:off x="3326063" y="779929"/>
            <a:ext cx="1063692" cy="1156447"/>
          </a:xfrm>
          <a:custGeom>
            <a:avLst/>
            <a:gdLst/>
            <a:ahLst/>
            <a:cxnLst/>
            <a:rect l="l" t="t" r="r" b="b"/>
            <a:pathLst>
              <a:path w="1063692" h="1156447" extrusionOk="0">
                <a:moveTo>
                  <a:pt x="1057678" y="389965"/>
                </a:moveTo>
                <a:lnTo>
                  <a:pt x="1057678" y="389965"/>
                </a:lnTo>
                <a:cubicBezTo>
                  <a:pt x="1035824" y="193283"/>
                  <a:pt x="1059455" y="328951"/>
                  <a:pt x="1030784" y="228600"/>
                </a:cubicBezTo>
                <a:cubicBezTo>
                  <a:pt x="1025707" y="210830"/>
                  <a:pt x="1025602" y="191342"/>
                  <a:pt x="1017337" y="174812"/>
                </a:cubicBezTo>
                <a:cubicBezTo>
                  <a:pt x="1002882" y="145902"/>
                  <a:pt x="973770" y="124794"/>
                  <a:pt x="963549" y="94130"/>
                </a:cubicBezTo>
                <a:cubicBezTo>
                  <a:pt x="959067" y="80683"/>
                  <a:pt x="958957" y="64857"/>
                  <a:pt x="950102" y="53789"/>
                </a:cubicBezTo>
                <a:cubicBezTo>
                  <a:pt x="940006" y="41169"/>
                  <a:pt x="922381" y="36991"/>
                  <a:pt x="909761" y="26895"/>
                </a:cubicBezTo>
                <a:cubicBezTo>
                  <a:pt x="899861" y="18975"/>
                  <a:pt x="891831" y="8965"/>
                  <a:pt x="882866" y="0"/>
                </a:cubicBezTo>
                <a:cubicBezTo>
                  <a:pt x="791770" y="5693"/>
                  <a:pt x="670176" y="7576"/>
                  <a:pt x="573584" y="26895"/>
                </a:cubicBezTo>
                <a:cubicBezTo>
                  <a:pt x="413791" y="58854"/>
                  <a:pt x="515825" y="41477"/>
                  <a:pt x="425666" y="67236"/>
                </a:cubicBezTo>
                <a:cubicBezTo>
                  <a:pt x="411330" y="71332"/>
                  <a:pt x="348606" y="84647"/>
                  <a:pt x="331537" y="94130"/>
                </a:cubicBezTo>
                <a:cubicBezTo>
                  <a:pt x="192825" y="171192"/>
                  <a:pt x="301795" y="130938"/>
                  <a:pt x="210513" y="161365"/>
                </a:cubicBezTo>
                <a:cubicBezTo>
                  <a:pt x="167894" y="225294"/>
                  <a:pt x="198951" y="196595"/>
                  <a:pt x="102937" y="228600"/>
                </a:cubicBezTo>
                <a:lnTo>
                  <a:pt x="62596" y="242047"/>
                </a:lnTo>
                <a:cubicBezTo>
                  <a:pt x="53631" y="251012"/>
                  <a:pt x="42225" y="258070"/>
                  <a:pt x="35702" y="268942"/>
                </a:cubicBezTo>
                <a:cubicBezTo>
                  <a:pt x="0" y="328447"/>
                  <a:pt x="31723" y="474994"/>
                  <a:pt x="35702" y="497542"/>
                </a:cubicBezTo>
                <a:cubicBezTo>
                  <a:pt x="39714" y="520275"/>
                  <a:pt x="90506" y="565793"/>
                  <a:pt x="102937" y="578224"/>
                </a:cubicBezTo>
                <a:cubicBezTo>
                  <a:pt x="135845" y="676947"/>
                  <a:pt x="109785" y="638860"/>
                  <a:pt x="170172" y="699247"/>
                </a:cubicBezTo>
                <a:cubicBezTo>
                  <a:pt x="184374" y="741855"/>
                  <a:pt x="180722" y="742692"/>
                  <a:pt x="210513" y="779930"/>
                </a:cubicBezTo>
                <a:cubicBezTo>
                  <a:pt x="218433" y="789830"/>
                  <a:pt x="229488" y="796924"/>
                  <a:pt x="237408" y="806824"/>
                </a:cubicBezTo>
                <a:cubicBezTo>
                  <a:pt x="312300" y="900438"/>
                  <a:pt x="208807" y="791670"/>
                  <a:pt x="304643" y="887506"/>
                </a:cubicBezTo>
                <a:lnTo>
                  <a:pt x="331537" y="968189"/>
                </a:lnTo>
                <a:lnTo>
                  <a:pt x="344984" y="1008530"/>
                </a:lnTo>
                <a:cubicBezTo>
                  <a:pt x="358997" y="1050568"/>
                  <a:pt x="372587" y="1103132"/>
                  <a:pt x="412219" y="1129553"/>
                </a:cubicBezTo>
                <a:lnTo>
                  <a:pt x="452561" y="1156447"/>
                </a:lnTo>
                <a:cubicBezTo>
                  <a:pt x="457043" y="1143000"/>
                  <a:pt x="466008" y="1130280"/>
                  <a:pt x="466008" y="1116106"/>
                </a:cubicBezTo>
                <a:cubicBezTo>
                  <a:pt x="466008" y="984486"/>
                  <a:pt x="465789" y="994425"/>
                  <a:pt x="439113" y="914400"/>
                </a:cubicBezTo>
                <a:cubicBezTo>
                  <a:pt x="415238" y="771151"/>
                  <a:pt x="422246" y="851282"/>
                  <a:pt x="439113" y="632012"/>
                </a:cubicBezTo>
                <a:cubicBezTo>
                  <a:pt x="461865" y="336252"/>
                  <a:pt x="434609" y="569350"/>
                  <a:pt x="466008" y="443753"/>
                </a:cubicBezTo>
                <a:cubicBezTo>
                  <a:pt x="478836" y="392441"/>
                  <a:pt x="469456" y="373070"/>
                  <a:pt x="506349" y="336177"/>
                </a:cubicBezTo>
                <a:cubicBezTo>
                  <a:pt x="561085" y="281441"/>
                  <a:pt x="547482" y="335649"/>
                  <a:pt x="627372" y="282389"/>
                </a:cubicBezTo>
                <a:cubicBezTo>
                  <a:pt x="679507" y="247632"/>
                  <a:pt x="652381" y="260606"/>
                  <a:pt x="708055" y="242047"/>
                </a:cubicBezTo>
                <a:cubicBezTo>
                  <a:pt x="726680" y="245772"/>
                  <a:pt x="792374" y="256021"/>
                  <a:pt x="815631" y="268942"/>
                </a:cubicBezTo>
                <a:cubicBezTo>
                  <a:pt x="954343" y="346004"/>
                  <a:pt x="845373" y="305750"/>
                  <a:pt x="936655" y="336177"/>
                </a:cubicBezTo>
                <a:cubicBezTo>
                  <a:pt x="963549" y="354106"/>
                  <a:pt x="986673" y="400186"/>
                  <a:pt x="1017337" y="389965"/>
                </a:cubicBezTo>
                <a:cubicBezTo>
                  <a:pt x="1063692" y="374513"/>
                  <a:pt x="1050955" y="389965"/>
                  <a:pt x="1057678" y="389965"/>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97" name="Google Shape;397;p6"/>
          <p:cNvSpPr/>
          <p:nvPr/>
        </p:nvSpPr>
        <p:spPr>
          <a:xfrm>
            <a:off x="2348434" y="1066800"/>
            <a:ext cx="1537766" cy="1676400"/>
          </a:xfrm>
          <a:custGeom>
            <a:avLst/>
            <a:gdLst/>
            <a:ahLst/>
            <a:cxnLst/>
            <a:rect l="l" t="t" r="r" b="b"/>
            <a:pathLst>
              <a:path w="1505148" h="1529727" extrusionOk="0">
                <a:moveTo>
                  <a:pt x="58590" y="601880"/>
                </a:moveTo>
                <a:lnTo>
                  <a:pt x="58590" y="601880"/>
                </a:lnTo>
                <a:cubicBezTo>
                  <a:pt x="72037" y="566021"/>
                  <a:pt x="79227" y="527143"/>
                  <a:pt x="98931" y="494303"/>
                </a:cubicBezTo>
                <a:cubicBezTo>
                  <a:pt x="107246" y="480445"/>
                  <a:pt x="128630" y="479572"/>
                  <a:pt x="139272" y="467409"/>
                </a:cubicBezTo>
                <a:cubicBezTo>
                  <a:pt x="160557" y="443084"/>
                  <a:pt x="170204" y="409583"/>
                  <a:pt x="193060" y="386727"/>
                </a:cubicBezTo>
                <a:cubicBezTo>
                  <a:pt x="206507" y="373280"/>
                  <a:pt x="218390" y="358061"/>
                  <a:pt x="233401" y="346386"/>
                </a:cubicBezTo>
                <a:cubicBezTo>
                  <a:pt x="258915" y="326542"/>
                  <a:pt x="314084" y="292597"/>
                  <a:pt x="314084" y="292597"/>
                </a:cubicBezTo>
                <a:cubicBezTo>
                  <a:pt x="374231" y="202376"/>
                  <a:pt x="303377" y="290770"/>
                  <a:pt x="381319" y="238809"/>
                </a:cubicBezTo>
                <a:cubicBezTo>
                  <a:pt x="482047" y="171657"/>
                  <a:pt x="366080" y="216995"/>
                  <a:pt x="462001" y="185021"/>
                </a:cubicBezTo>
                <a:cubicBezTo>
                  <a:pt x="470966" y="171574"/>
                  <a:pt x="476275" y="154776"/>
                  <a:pt x="488895" y="144680"/>
                </a:cubicBezTo>
                <a:cubicBezTo>
                  <a:pt x="499964" y="135825"/>
                  <a:pt x="517082" y="138526"/>
                  <a:pt x="529237" y="131233"/>
                </a:cubicBezTo>
                <a:cubicBezTo>
                  <a:pt x="540108" y="124710"/>
                  <a:pt x="545260" y="110861"/>
                  <a:pt x="556131" y="104338"/>
                </a:cubicBezTo>
                <a:cubicBezTo>
                  <a:pt x="568285" y="97045"/>
                  <a:pt x="583794" y="97230"/>
                  <a:pt x="596472" y="90891"/>
                </a:cubicBezTo>
                <a:cubicBezTo>
                  <a:pt x="662204" y="58025"/>
                  <a:pt x="609556" y="67449"/>
                  <a:pt x="677154" y="50550"/>
                </a:cubicBezTo>
                <a:cubicBezTo>
                  <a:pt x="699327" y="45007"/>
                  <a:pt x="722340" y="43117"/>
                  <a:pt x="744390" y="37103"/>
                </a:cubicBezTo>
                <a:cubicBezTo>
                  <a:pt x="771740" y="29644"/>
                  <a:pt x="825072" y="10209"/>
                  <a:pt x="825072" y="10209"/>
                </a:cubicBezTo>
                <a:cubicBezTo>
                  <a:pt x="941320" y="29584"/>
                  <a:pt x="878332" y="0"/>
                  <a:pt x="946095" y="77444"/>
                </a:cubicBezTo>
                <a:cubicBezTo>
                  <a:pt x="962792" y="96527"/>
                  <a:pt x="999884" y="131233"/>
                  <a:pt x="999884" y="131233"/>
                </a:cubicBezTo>
                <a:cubicBezTo>
                  <a:pt x="1004366" y="162609"/>
                  <a:pt x="1006204" y="194479"/>
                  <a:pt x="1013331" y="225362"/>
                </a:cubicBezTo>
                <a:cubicBezTo>
                  <a:pt x="1019705" y="252985"/>
                  <a:pt x="1031260" y="279150"/>
                  <a:pt x="1040225" y="306044"/>
                </a:cubicBezTo>
                <a:lnTo>
                  <a:pt x="1053672" y="346386"/>
                </a:lnTo>
                <a:lnTo>
                  <a:pt x="1067119" y="386727"/>
                </a:lnTo>
                <a:cubicBezTo>
                  <a:pt x="1071601" y="400174"/>
                  <a:pt x="1070543" y="417045"/>
                  <a:pt x="1080566" y="427068"/>
                </a:cubicBezTo>
                <a:cubicBezTo>
                  <a:pt x="1105899" y="452401"/>
                  <a:pt x="1132824" y="474052"/>
                  <a:pt x="1147801" y="507750"/>
                </a:cubicBezTo>
                <a:cubicBezTo>
                  <a:pt x="1159315" y="533656"/>
                  <a:pt x="1165730" y="561539"/>
                  <a:pt x="1174695" y="588433"/>
                </a:cubicBezTo>
                <a:cubicBezTo>
                  <a:pt x="1179177" y="601880"/>
                  <a:pt x="1178119" y="618751"/>
                  <a:pt x="1188142" y="628774"/>
                </a:cubicBezTo>
                <a:lnTo>
                  <a:pt x="1215037" y="655668"/>
                </a:lnTo>
                <a:cubicBezTo>
                  <a:pt x="1240754" y="732820"/>
                  <a:pt x="1210067" y="660803"/>
                  <a:pt x="1268825" y="736350"/>
                </a:cubicBezTo>
                <a:cubicBezTo>
                  <a:pt x="1288669" y="761864"/>
                  <a:pt x="1312392" y="786369"/>
                  <a:pt x="1322613" y="817033"/>
                </a:cubicBezTo>
                <a:cubicBezTo>
                  <a:pt x="1327095" y="830480"/>
                  <a:pt x="1326037" y="847351"/>
                  <a:pt x="1336060" y="857374"/>
                </a:cubicBezTo>
                <a:cubicBezTo>
                  <a:pt x="1346083" y="867397"/>
                  <a:pt x="1362954" y="866339"/>
                  <a:pt x="1376401" y="870821"/>
                </a:cubicBezTo>
                <a:cubicBezTo>
                  <a:pt x="1385366" y="884268"/>
                  <a:pt x="1393199" y="898542"/>
                  <a:pt x="1403295" y="911162"/>
                </a:cubicBezTo>
                <a:cubicBezTo>
                  <a:pt x="1425192" y="938533"/>
                  <a:pt x="1440579" y="944982"/>
                  <a:pt x="1470531" y="964950"/>
                </a:cubicBezTo>
                <a:cubicBezTo>
                  <a:pt x="1479801" y="992759"/>
                  <a:pt x="1505148" y="1046563"/>
                  <a:pt x="1470531" y="1072527"/>
                </a:cubicBezTo>
                <a:cubicBezTo>
                  <a:pt x="1457602" y="1082224"/>
                  <a:pt x="1444645" y="1052860"/>
                  <a:pt x="1430190" y="1045633"/>
                </a:cubicBezTo>
                <a:cubicBezTo>
                  <a:pt x="1417512" y="1039294"/>
                  <a:pt x="1403295" y="1036668"/>
                  <a:pt x="1389848" y="1032186"/>
                </a:cubicBezTo>
                <a:cubicBezTo>
                  <a:pt x="1311613" y="953948"/>
                  <a:pt x="1424381" y="1063204"/>
                  <a:pt x="1322613" y="978397"/>
                </a:cubicBezTo>
                <a:cubicBezTo>
                  <a:pt x="1308004" y="966223"/>
                  <a:pt x="1298896" y="947291"/>
                  <a:pt x="1282272" y="938056"/>
                </a:cubicBezTo>
                <a:cubicBezTo>
                  <a:pt x="1257491" y="924289"/>
                  <a:pt x="1201590" y="911162"/>
                  <a:pt x="1201590" y="911162"/>
                </a:cubicBezTo>
                <a:cubicBezTo>
                  <a:pt x="1154649" y="864223"/>
                  <a:pt x="1186723" y="888277"/>
                  <a:pt x="1094013" y="857374"/>
                </a:cubicBezTo>
                <a:lnTo>
                  <a:pt x="1053672" y="843927"/>
                </a:lnTo>
                <a:lnTo>
                  <a:pt x="1013331" y="830480"/>
                </a:lnTo>
                <a:cubicBezTo>
                  <a:pt x="972810" y="834532"/>
                  <a:pt x="876866" y="822887"/>
                  <a:pt x="838519" y="870821"/>
                </a:cubicBezTo>
                <a:cubicBezTo>
                  <a:pt x="829664" y="881889"/>
                  <a:pt x="829554" y="897715"/>
                  <a:pt x="825072" y="911162"/>
                </a:cubicBezTo>
                <a:cubicBezTo>
                  <a:pt x="820590" y="1103903"/>
                  <a:pt x="829080" y="1297384"/>
                  <a:pt x="811625" y="1489386"/>
                </a:cubicBezTo>
                <a:cubicBezTo>
                  <a:pt x="810342" y="1503502"/>
                  <a:pt x="783962" y="1496494"/>
                  <a:pt x="771284" y="1502833"/>
                </a:cubicBezTo>
                <a:cubicBezTo>
                  <a:pt x="756829" y="1510061"/>
                  <a:pt x="744389" y="1520762"/>
                  <a:pt x="730942" y="1529727"/>
                </a:cubicBezTo>
                <a:cubicBezTo>
                  <a:pt x="704048" y="1525245"/>
                  <a:pt x="675175" y="1527354"/>
                  <a:pt x="650260" y="1516280"/>
                </a:cubicBezTo>
                <a:cubicBezTo>
                  <a:pt x="590286" y="1489625"/>
                  <a:pt x="615317" y="1443695"/>
                  <a:pt x="583025" y="1395256"/>
                </a:cubicBezTo>
                <a:cubicBezTo>
                  <a:pt x="565096" y="1368362"/>
                  <a:pt x="539458" y="1345238"/>
                  <a:pt x="529237" y="1314574"/>
                </a:cubicBezTo>
                <a:cubicBezTo>
                  <a:pt x="511781" y="1262205"/>
                  <a:pt x="525813" y="1284256"/>
                  <a:pt x="488895" y="1247338"/>
                </a:cubicBezTo>
                <a:cubicBezTo>
                  <a:pt x="456921" y="1151417"/>
                  <a:pt x="502259" y="1267384"/>
                  <a:pt x="435107" y="1166656"/>
                </a:cubicBezTo>
                <a:cubicBezTo>
                  <a:pt x="427244" y="1154862"/>
                  <a:pt x="429523" y="1138109"/>
                  <a:pt x="421660" y="1126315"/>
                </a:cubicBezTo>
                <a:cubicBezTo>
                  <a:pt x="389277" y="1077740"/>
                  <a:pt x="380667" y="1093808"/>
                  <a:pt x="340978" y="1059080"/>
                </a:cubicBezTo>
                <a:cubicBezTo>
                  <a:pt x="317125" y="1038208"/>
                  <a:pt x="296154" y="1014256"/>
                  <a:pt x="273742" y="991844"/>
                </a:cubicBezTo>
                <a:cubicBezTo>
                  <a:pt x="260295" y="978397"/>
                  <a:pt x="243950" y="967326"/>
                  <a:pt x="233401" y="951503"/>
                </a:cubicBezTo>
                <a:cubicBezTo>
                  <a:pt x="224436" y="938056"/>
                  <a:pt x="218670" y="921804"/>
                  <a:pt x="206507" y="911162"/>
                </a:cubicBezTo>
                <a:cubicBezTo>
                  <a:pt x="182182" y="889877"/>
                  <a:pt x="125825" y="857374"/>
                  <a:pt x="125825" y="857374"/>
                </a:cubicBezTo>
                <a:cubicBezTo>
                  <a:pt x="48752" y="741764"/>
                  <a:pt x="141157" y="888038"/>
                  <a:pt x="85484" y="776691"/>
                </a:cubicBezTo>
                <a:cubicBezTo>
                  <a:pt x="78257" y="762236"/>
                  <a:pt x="65154" y="751118"/>
                  <a:pt x="58590" y="736350"/>
                </a:cubicBezTo>
                <a:cubicBezTo>
                  <a:pt x="47076" y="710445"/>
                  <a:pt x="40660" y="682562"/>
                  <a:pt x="31695" y="655668"/>
                </a:cubicBezTo>
                <a:lnTo>
                  <a:pt x="18248" y="615327"/>
                </a:lnTo>
                <a:cubicBezTo>
                  <a:pt x="32329" y="516760"/>
                  <a:pt x="0" y="521197"/>
                  <a:pt x="45142" y="521197"/>
                </a:cubicBezTo>
                <a:lnTo>
                  <a:pt x="72037" y="521197"/>
                </a:lnTo>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98" name="Google Shape;398;p6"/>
          <p:cNvSpPr/>
          <p:nvPr/>
        </p:nvSpPr>
        <p:spPr>
          <a:xfrm>
            <a:off x="1788459" y="2205318"/>
            <a:ext cx="1147282" cy="1169894"/>
          </a:xfrm>
          <a:custGeom>
            <a:avLst/>
            <a:gdLst/>
            <a:ahLst/>
            <a:cxnLst/>
            <a:rect l="l" t="t" r="r" b="b"/>
            <a:pathLst>
              <a:path w="1147282" h="1169894" extrusionOk="0">
                <a:moveTo>
                  <a:pt x="134470" y="484094"/>
                </a:moveTo>
                <a:lnTo>
                  <a:pt x="134470" y="484094"/>
                </a:lnTo>
                <a:cubicBezTo>
                  <a:pt x="138952" y="439270"/>
                  <a:pt x="141067" y="394146"/>
                  <a:pt x="147917" y="349623"/>
                </a:cubicBezTo>
                <a:cubicBezTo>
                  <a:pt x="150072" y="335613"/>
                  <a:pt x="152510" y="320350"/>
                  <a:pt x="161365" y="309282"/>
                </a:cubicBezTo>
                <a:cubicBezTo>
                  <a:pt x="171461" y="296662"/>
                  <a:pt x="188259" y="291353"/>
                  <a:pt x="201706" y="282388"/>
                </a:cubicBezTo>
                <a:cubicBezTo>
                  <a:pt x="247811" y="213230"/>
                  <a:pt x="204906" y="266382"/>
                  <a:pt x="268941" y="215153"/>
                </a:cubicBezTo>
                <a:cubicBezTo>
                  <a:pt x="278841" y="207233"/>
                  <a:pt x="284964" y="194781"/>
                  <a:pt x="295835" y="188258"/>
                </a:cubicBezTo>
                <a:cubicBezTo>
                  <a:pt x="307989" y="180965"/>
                  <a:pt x="323498" y="181150"/>
                  <a:pt x="336176" y="174811"/>
                </a:cubicBezTo>
                <a:cubicBezTo>
                  <a:pt x="370101" y="157848"/>
                  <a:pt x="378397" y="146037"/>
                  <a:pt x="403412" y="121023"/>
                </a:cubicBezTo>
                <a:cubicBezTo>
                  <a:pt x="416248" y="82515"/>
                  <a:pt x="415724" y="64042"/>
                  <a:pt x="457200" y="40341"/>
                </a:cubicBezTo>
                <a:cubicBezTo>
                  <a:pt x="473246" y="31172"/>
                  <a:pt x="493286" y="32205"/>
                  <a:pt x="510988" y="26894"/>
                </a:cubicBezTo>
                <a:cubicBezTo>
                  <a:pt x="538141" y="18748"/>
                  <a:pt x="591670" y="0"/>
                  <a:pt x="591670" y="0"/>
                </a:cubicBezTo>
                <a:cubicBezTo>
                  <a:pt x="618564" y="8965"/>
                  <a:pt x="648765" y="11169"/>
                  <a:pt x="672353" y="26894"/>
                </a:cubicBezTo>
                <a:cubicBezTo>
                  <a:pt x="724488" y="61651"/>
                  <a:pt x="697362" y="48677"/>
                  <a:pt x="753035" y="67235"/>
                </a:cubicBezTo>
                <a:cubicBezTo>
                  <a:pt x="762000" y="80682"/>
                  <a:pt x="766224" y="99011"/>
                  <a:pt x="779929" y="107576"/>
                </a:cubicBezTo>
                <a:cubicBezTo>
                  <a:pt x="803969" y="122601"/>
                  <a:pt x="860612" y="134470"/>
                  <a:pt x="860612" y="134470"/>
                </a:cubicBezTo>
                <a:cubicBezTo>
                  <a:pt x="909917" y="208427"/>
                  <a:pt x="860613" y="145677"/>
                  <a:pt x="927847" y="201706"/>
                </a:cubicBezTo>
                <a:cubicBezTo>
                  <a:pt x="1031377" y="287982"/>
                  <a:pt x="908377" y="202173"/>
                  <a:pt x="1008529" y="268941"/>
                </a:cubicBezTo>
                <a:cubicBezTo>
                  <a:pt x="1085610" y="384562"/>
                  <a:pt x="993192" y="238269"/>
                  <a:pt x="1048870" y="349623"/>
                </a:cubicBezTo>
                <a:cubicBezTo>
                  <a:pt x="1056098" y="364078"/>
                  <a:pt x="1066800" y="376517"/>
                  <a:pt x="1075765" y="389964"/>
                </a:cubicBezTo>
                <a:cubicBezTo>
                  <a:pt x="1080247" y="403411"/>
                  <a:pt x="1081349" y="418512"/>
                  <a:pt x="1089212" y="430306"/>
                </a:cubicBezTo>
                <a:cubicBezTo>
                  <a:pt x="1099761" y="446129"/>
                  <a:pt x="1127194" y="451777"/>
                  <a:pt x="1129553" y="470647"/>
                </a:cubicBezTo>
                <a:cubicBezTo>
                  <a:pt x="1147282" y="612482"/>
                  <a:pt x="1126761" y="601440"/>
                  <a:pt x="1102659" y="685800"/>
                </a:cubicBezTo>
                <a:cubicBezTo>
                  <a:pt x="1093262" y="718689"/>
                  <a:pt x="1078297" y="796300"/>
                  <a:pt x="1062317" y="820270"/>
                </a:cubicBezTo>
                <a:lnTo>
                  <a:pt x="1035423" y="860611"/>
                </a:lnTo>
                <a:cubicBezTo>
                  <a:pt x="1020337" y="905871"/>
                  <a:pt x="1021669" y="908214"/>
                  <a:pt x="995082" y="954741"/>
                </a:cubicBezTo>
                <a:cubicBezTo>
                  <a:pt x="987064" y="968773"/>
                  <a:pt x="975416" y="980627"/>
                  <a:pt x="968188" y="995082"/>
                </a:cubicBezTo>
                <a:cubicBezTo>
                  <a:pt x="946314" y="1038829"/>
                  <a:pt x="966384" y="1037227"/>
                  <a:pt x="927847" y="1075764"/>
                </a:cubicBezTo>
                <a:cubicBezTo>
                  <a:pt x="916419" y="1087192"/>
                  <a:pt x="900126" y="1092562"/>
                  <a:pt x="887506" y="1102658"/>
                </a:cubicBezTo>
                <a:cubicBezTo>
                  <a:pt x="863129" y="1122160"/>
                  <a:pt x="853385" y="1146512"/>
                  <a:pt x="820270" y="1156447"/>
                </a:cubicBezTo>
                <a:cubicBezTo>
                  <a:pt x="789912" y="1165554"/>
                  <a:pt x="757517" y="1165412"/>
                  <a:pt x="726141" y="1169894"/>
                </a:cubicBezTo>
                <a:cubicBezTo>
                  <a:pt x="690282" y="1165412"/>
                  <a:pt x="654120" y="1162911"/>
                  <a:pt x="618565" y="1156447"/>
                </a:cubicBezTo>
                <a:cubicBezTo>
                  <a:pt x="604619" y="1153911"/>
                  <a:pt x="592344" y="1144228"/>
                  <a:pt x="578223" y="1143000"/>
                </a:cubicBezTo>
                <a:cubicBezTo>
                  <a:pt x="488801" y="1135224"/>
                  <a:pt x="398929" y="1134035"/>
                  <a:pt x="309282" y="1129553"/>
                </a:cubicBezTo>
                <a:lnTo>
                  <a:pt x="228600" y="1102658"/>
                </a:lnTo>
                <a:lnTo>
                  <a:pt x="188259" y="1089211"/>
                </a:lnTo>
                <a:cubicBezTo>
                  <a:pt x="84720" y="985674"/>
                  <a:pt x="128674" y="1040175"/>
                  <a:pt x="53788" y="927847"/>
                </a:cubicBezTo>
                <a:lnTo>
                  <a:pt x="26894" y="887506"/>
                </a:lnTo>
                <a:cubicBezTo>
                  <a:pt x="22412" y="865094"/>
                  <a:pt x="18990" y="842443"/>
                  <a:pt x="13447" y="820270"/>
                </a:cubicBezTo>
                <a:cubicBezTo>
                  <a:pt x="10009" y="806519"/>
                  <a:pt x="0" y="794103"/>
                  <a:pt x="0" y="779929"/>
                </a:cubicBezTo>
                <a:cubicBezTo>
                  <a:pt x="0" y="609794"/>
                  <a:pt x="522" y="630446"/>
                  <a:pt x="40341" y="510988"/>
                </a:cubicBezTo>
                <a:lnTo>
                  <a:pt x="67235" y="430306"/>
                </a:lnTo>
                <a:cubicBezTo>
                  <a:pt x="71717" y="416859"/>
                  <a:pt x="68888" y="397827"/>
                  <a:pt x="80682" y="389964"/>
                </a:cubicBezTo>
                <a:cubicBezTo>
                  <a:pt x="169705" y="330616"/>
                  <a:pt x="132455" y="350631"/>
                  <a:pt x="188259" y="322729"/>
                </a:cubicBezTo>
                <a:lnTo>
                  <a:pt x="188259" y="322729"/>
                </a:lnTo>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399" name="Google Shape;399;p6"/>
          <p:cNvSpPr/>
          <p:nvPr/>
        </p:nvSpPr>
        <p:spPr>
          <a:xfrm>
            <a:off x="1638031" y="1748118"/>
            <a:ext cx="1043369" cy="1522528"/>
          </a:xfrm>
          <a:custGeom>
            <a:avLst/>
            <a:gdLst/>
            <a:ahLst/>
            <a:cxnLst/>
            <a:rect l="l" t="t" r="r" b="b"/>
            <a:pathLst>
              <a:path w="1043369" h="1522528" extrusionOk="0">
                <a:moveTo>
                  <a:pt x="876569" y="322729"/>
                </a:moveTo>
                <a:lnTo>
                  <a:pt x="876569" y="322729"/>
                </a:lnTo>
                <a:cubicBezTo>
                  <a:pt x="845193" y="277905"/>
                  <a:pt x="799742" y="240164"/>
                  <a:pt x="782440" y="188258"/>
                </a:cubicBezTo>
                <a:cubicBezTo>
                  <a:pt x="764984" y="135889"/>
                  <a:pt x="779016" y="157940"/>
                  <a:pt x="742098" y="121023"/>
                </a:cubicBezTo>
                <a:cubicBezTo>
                  <a:pt x="737616" y="107576"/>
                  <a:pt x="735535" y="93073"/>
                  <a:pt x="728651" y="80682"/>
                </a:cubicBezTo>
                <a:cubicBezTo>
                  <a:pt x="712954" y="52427"/>
                  <a:pt x="674863" y="0"/>
                  <a:pt x="674863" y="0"/>
                </a:cubicBezTo>
                <a:cubicBezTo>
                  <a:pt x="661416" y="4482"/>
                  <a:pt x="644545" y="3424"/>
                  <a:pt x="634522" y="13447"/>
                </a:cubicBezTo>
                <a:cubicBezTo>
                  <a:pt x="611666" y="36303"/>
                  <a:pt x="598663" y="67235"/>
                  <a:pt x="580734" y="94129"/>
                </a:cubicBezTo>
                <a:cubicBezTo>
                  <a:pt x="571769" y="107576"/>
                  <a:pt x="558951" y="119138"/>
                  <a:pt x="553840" y="134470"/>
                </a:cubicBezTo>
                <a:cubicBezTo>
                  <a:pt x="536384" y="186839"/>
                  <a:pt x="550416" y="164788"/>
                  <a:pt x="513498" y="201706"/>
                </a:cubicBezTo>
                <a:cubicBezTo>
                  <a:pt x="500021" y="242137"/>
                  <a:pt x="502121" y="247631"/>
                  <a:pt x="473157" y="282388"/>
                </a:cubicBezTo>
                <a:cubicBezTo>
                  <a:pt x="422590" y="343068"/>
                  <a:pt x="442343" y="299332"/>
                  <a:pt x="405922" y="363070"/>
                </a:cubicBezTo>
                <a:cubicBezTo>
                  <a:pt x="377628" y="412585"/>
                  <a:pt x="369097" y="453686"/>
                  <a:pt x="325240" y="497541"/>
                </a:cubicBezTo>
                <a:cubicBezTo>
                  <a:pt x="316275" y="506506"/>
                  <a:pt x="305952" y="514292"/>
                  <a:pt x="298345" y="524435"/>
                </a:cubicBezTo>
                <a:cubicBezTo>
                  <a:pt x="278951" y="550293"/>
                  <a:pt x="262486" y="578223"/>
                  <a:pt x="244557" y="605117"/>
                </a:cubicBezTo>
                <a:cubicBezTo>
                  <a:pt x="235592" y="618564"/>
                  <a:pt x="229091" y="634030"/>
                  <a:pt x="217663" y="645458"/>
                </a:cubicBezTo>
                <a:lnTo>
                  <a:pt x="190769" y="672353"/>
                </a:lnTo>
                <a:cubicBezTo>
                  <a:pt x="158528" y="769077"/>
                  <a:pt x="197645" y="648288"/>
                  <a:pt x="163875" y="766482"/>
                </a:cubicBezTo>
                <a:cubicBezTo>
                  <a:pt x="159981" y="780111"/>
                  <a:pt x="154322" y="793194"/>
                  <a:pt x="150428" y="806823"/>
                </a:cubicBezTo>
                <a:cubicBezTo>
                  <a:pt x="109782" y="949083"/>
                  <a:pt x="174000" y="749554"/>
                  <a:pt x="110087" y="941294"/>
                </a:cubicBezTo>
                <a:lnTo>
                  <a:pt x="83193" y="1021976"/>
                </a:lnTo>
                <a:cubicBezTo>
                  <a:pt x="78710" y="1035423"/>
                  <a:pt x="77608" y="1050523"/>
                  <a:pt x="69745" y="1062317"/>
                </a:cubicBezTo>
                <a:lnTo>
                  <a:pt x="42851" y="1102658"/>
                </a:lnTo>
                <a:cubicBezTo>
                  <a:pt x="38369" y="1120588"/>
                  <a:pt x="34715" y="1138745"/>
                  <a:pt x="29404" y="1156447"/>
                </a:cubicBezTo>
                <a:cubicBezTo>
                  <a:pt x="21258" y="1183600"/>
                  <a:pt x="2510" y="1237129"/>
                  <a:pt x="2510" y="1237129"/>
                </a:cubicBezTo>
                <a:cubicBezTo>
                  <a:pt x="6992" y="1322294"/>
                  <a:pt x="0" y="1408847"/>
                  <a:pt x="15957" y="1492623"/>
                </a:cubicBezTo>
                <a:cubicBezTo>
                  <a:pt x="18981" y="1508499"/>
                  <a:pt x="40236" y="1517732"/>
                  <a:pt x="56298" y="1519517"/>
                </a:cubicBezTo>
                <a:cubicBezTo>
                  <a:pt x="83397" y="1522528"/>
                  <a:pt x="110087" y="1510552"/>
                  <a:pt x="136981" y="1506070"/>
                </a:cubicBezTo>
                <a:cubicBezTo>
                  <a:pt x="141463" y="1492623"/>
                  <a:pt x="144089" y="1478407"/>
                  <a:pt x="150428" y="1465729"/>
                </a:cubicBezTo>
                <a:cubicBezTo>
                  <a:pt x="157656" y="1451274"/>
                  <a:pt x="176473" y="1441527"/>
                  <a:pt x="177322" y="1425388"/>
                </a:cubicBezTo>
                <a:cubicBezTo>
                  <a:pt x="181099" y="1353630"/>
                  <a:pt x="168357" y="1281953"/>
                  <a:pt x="163875" y="1210235"/>
                </a:cubicBezTo>
                <a:cubicBezTo>
                  <a:pt x="168357" y="1138517"/>
                  <a:pt x="169800" y="1066545"/>
                  <a:pt x="177322" y="995082"/>
                </a:cubicBezTo>
                <a:cubicBezTo>
                  <a:pt x="178806" y="980985"/>
                  <a:pt x="183885" y="967132"/>
                  <a:pt x="190769" y="954741"/>
                </a:cubicBezTo>
                <a:cubicBezTo>
                  <a:pt x="206466" y="926486"/>
                  <a:pt x="217663" y="891987"/>
                  <a:pt x="244557" y="874058"/>
                </a:cubicBezTo>
                <a:lnTo>
                  <a:pt x="284898" y="847164"/>
                </a:lnTo>
                <a:cubicBezTo>
                  <a:pt x="308251" y="777105"/>
                  <a:pt x="283048" y="832668"/>
                  <a:pt x="325240" y="779929"/>
                </a:cubicBezTo>
                <a:cubicBezTo>
                  <a:pt x="335336" y="767309"/>
                  <a:pt x="339514" y="749684"/>
                  <a:pt x="352134" y="739588"/>
                </a:cubicBezTo>
                <a:cubicBezTo>
                  <a:pt x="363202" y="730733"/>
                  <a:pt x="379028" y="730623"/>
                  <a:pt x="392475" y="726141"/>
                </a:cubicBezTo>
                <a:cubicBezTo>
                  <a:pt x="405922" y="712694"/>
                  <a:pt x="420642" y="700409"/>
                  <a:pt x="432816" y="685800"/>
                </a:cubicBezTo>
                <a:cubicBezTo>
                  <a:pt x="443162" y="673384"/>
                  <a:pt x="448282" y="656886"/>
                  <a:pt x="459710" y="645458"/>
                </a:cubicBezTo>
                <a:cubicBezTo>
                  <a:pt x="565497" y="539670"/>
                  <a:pt x="430232" y="710414"/>
                  <a:pt x="540393" y="578223"/>
                </a:cubicBezTo>
                <a:cubicBezTo>
                  <a:pt x="550739" y="565808"/>
                  <a:pt x="553582" y="546447"/>
                  <a:pt x="567287" y="537882"/>
                </a:cubicBezTo>
                <a:cubicBezTo>
                  <a:pt x="591327" y="522857"/>
                  <a:pt x="620006" y="515648"/>
                  <a:pt x="647969" y="510988"/>
                </a:cubicBezTo>
                <a:lnTo>
                  <a:pt x="809334" y="484094"/>
                </a:lnTo>
                <a:cubicBezTo>
                  <a:pt x="836228" y="475129"/>
                  <a:pt x="862053" y="452539"/>
                  <a:pt x="890016" y="457200"/>
                </a:cubicBezTo>
                <a:cubicBezTo>
                  <a:pt x="916910" y="461682"/>
                  <a:pt x="943962" y="465300"/>
                  <a:pt x="970698" y="470647"/>
                </a:cubicBezTo>
                <a:cubicBezTo>
                  <a:pt x="1043369" y="485181"/>
                  <a:pt x="1002481" y="484094"/>
                  <a:pt x="1037934" y="484094"/>
                </a:cubicBezTo>
                <a:lnTo>
                  <a:pt x="1011040" y="497541"/>
                </a:lnTo>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00" name="Google Shape;400;p6"/>
          <p:cNvSpPr/>
          <p:nvPr/>
        </p:nvSpPr>
        <p:spPr>
          <a:xfrm>
            <a:off x="1676400" y="3276600"/>
            <a:ext cx="690282" cy="1044388"/>
          </a:xfrm>
          <a:custGeom>
            <a:avLst/>
            <a:gdLst/>
            <a:ahLst/>
            <a:cxnLst/>
            <a:rect l="l" t="t" r="r" b="b"/>
            <a:pathLst>
              <a:path w="712694" h="1116106" extrusionOk="0">
                <a:moveTo>
                  <a:pt x="0" y="0"/>
                </a:moveTo>
                <a:lnTo>
                  <a:pt x="0" y="0"/>
                </a:lnTo>
                <a:cubicBezTo>
                  <a:pt x="35859" y="17929"/>
                  <a:pt x="71078" y="37198"/>
                  <a:pt x="107576" y="53788"/>
                </a:cubicBezTo>
                <a:cubicBezTo>
                  <a:pt x="198671" y="95195"/>
                  <a:pt x="390693" y="78796"/>
                  <a:pt x="430306" y="80682"/>
                </a:cubicBezTo>
                <a:cubicBezTo>
                  <a:pt x="443753" y="85164"/>
                  <a:pt x="461792" y="83061"/>
                  <a:pt x="470647" y="94129"/>
                </a:cubicBezTo>
                <a:cubicBezTo>
                  <a:pt x="482192" y="108560"/>
                  <a:pt x="480688" y="129752"/>
                  <a:pt x="484094" y="147917"/>
                </a:cubicBezTo>
                <a:cubicBezTo>
                  <a:pt x="494143" y="201513"/>
                  <a:pt x="500294" y="255811"/>
                  <a:pt x="510988" y="309282"/>
                </a:cubicBezTo>
                <a:cubicBezTo>
                  <a:pt x="518665" y="347666"/>
                  <a:pt x="526489" y="392328"/>
                  <a:pt x="537882" y="430306"/>
                </a:cubicBezTo>
                <a:cubicBezTo>
                  <a:pt x="546028" y="457459"/>
                  <a:pt x="559216" y="483190"/>
                  <a:pt x="564776" y="510988"/>
                </a:cubicBezTo>
                <a:cubicBezTo>
                  <a:pt x="592116" y="647689"/>
                  <a:pt x="564103" y="522079"/>
                  <a:pt x="591670" y="618564"/>
                </a:cubicBezTo>
                <a:cubicBezTo>
                  <a:pt x="596747" y="636334"/>
                  <a:pt x="598628" y="655048"/>
                  <a:pt x="605117" y="672353"/>
                </a:cubicBezTo>
                <a:cubicBezTo>
                  <a:pt x="612155" y="691122"/>
                  <a:pt x="624115" y="707716"/>
                  <a:pt x="632011" y="726141"/>
                </a:cubicBezTo>
                <a:cubicBezTo>
                  <a:pt x="647072" y="761283"/>
                  <a:pt x="647536" y="782369"/>
                  <a:pt x="658906" y="820270"/>
                </a:cubicBezTo>
                <a:cubicBezTo>
                  <a:pt x="667052" y="847423"/>
                  <a:pt x="676835" y="874059"/>
                  <a:pt x="685800" y="900953"/>
                </a:cubicBezTo>
                <a:lnTo>
                  <a:pt x="699247" y="941294"/>
                </a:lnTo>
                <a:lnTo>
                  <a:pt x="712694" y="981635"/>
                </a:lnTo>
                <a:cubicBezTo>
                  <a:pt x="708212" y="995082"/>
                  <a:pt x="708102" y="1010908"/>
                  <a:pt x="699247" y="1021976"/>
                </a:cubicBezTo>
                <a:cubicBezTo>
                  <a:pt x="680288" y="1045674"/>
                  <a:pt x="645140" y="1053459"/>
                  <a:pt x="618564" y="1062317"/>
                </a:cubicBezTo>
                <a:cubicBezTo>
                  <a:pt x="609599" y="1071282"/>
                  <a:pt x="603813" y="1085569"/>
                  <a:pt x="591670" y="1089212"/>
                </a:cubicBezTo>
                <a:cubicBezTo>
                  <a:pt x="557056" y="1099596"/>
                  <a:pt x="519649" y="1096194"/>
                  <a:pt x="484094" y="1102659"/>
                </a:cubicBezTo>
                <a:cubicBezTo>
                  <a:pt x="470148" y="1105195"/>
                  <a:pt x="457200" y="1111624"/>
                  <a:pt x="443753" y="1116106"/>
                </a:cubicBezTo>
                <a:cubicBezTo>
                  <a:pt x="430306" y="1111624"/>
                  <a:pt x="415566" y="1109952"/>
                  <a:pt x="403411" y="1102659"/>
                </a:cubicBezTo>
                <a:cubicBezTo>
                  <a:pt x="311116" y="1047282"/>
                  <a:pt x="450458" y="1100411"/>
                  <a:pt x="336176" y="1062317"/>
                </a:cubicBezTo>
                <a:cubicBezTo>
                  <a:pt x="322729" y="1048870"/>
                  <a:pt x="306384" y="1037799"/>
                  <a:pt x="295835" y="1021976"/>
                </a:cubicBezTo>
                <a:cubicBezTo>
                  <a:pt x="286547" y="1008044"/>
                  <a:pt x="272784" y="938094"/>
                  <a:pt x="268941" y="927847"/>
                </a:cubicBezTo>
                <a:cubicBezTo>
                  <a:pt x="261903" y="909078"/>
                  <a:pt x="249943" y="892484"/>
                  <a:pt x="242047" y="874059"/>
                </a:cubicBezTo>
                <a:cubicBezTo>
                  <a:pt x="236463" y="861030"/>
                  <a:pt x="234939" y="846395"/>
                  <a:pt x="228600" y="833717"/>
                </a:cubicBezTo>
                <a:cubicBezTo>
                  <a:pt x="221373" y="819262"/>
                  <a:pt x="211802" y="805996"/>
                  <a:pt x="201706" y="793376"/>
                </a:cubicBezTo>
                <a:cubicBezTo>
                  <a:pt x="173763" y="758447"/>
                  <a:pt x="168613" y="772706"/>
                  <a:pt x="147917" y="726141"/>
                </a:cubicBezTo>
                <a:cubicBezTo>
                  <a:pt x="83906" y="582116"/>
                  <a:pt x="154995" y="696418"/>
                  <a:pt x="94129" y="605117"/>
                </a:cubicBezTo>
                <a:cubicBezTo>
                  <a:pt x="89647" y="587188"/>
                  <a:pt x="85759" y="569099"/>
                  <a:pt x="80682" y="551329"/>
                </a:cubicBezTo>
                <a:cubicBezTo>
                  <a:pt x="76788" y="537700"/>
                  <a:pt x="69771" y="524934"/>
                  <a:pt x="67235" y="510988"/>
                </a:cubicBezTo>
                <a:cubicBezTo>
                  <a:pt x="60770" y="475433"/>
                  <a:pt x="61360" y="438748"/>
                  <a:pt x="53788" y="403412"/>
                </a:cubicBezTo>
                <a:cubicBezTo>
                  <a:pt x="47848" y="375692"/>
                  <a:pt x="35859" y="349623"/>
                  <a:pt x="26894" y="322729"/>
                </a:cubicBezTo>
                <a:lnTo>
                  <a:pt x="13447" y="282388"/>
                </a:lnTo>
                <a:lnTo>
                  <a:pt x="0" y="0"/>
                </a:ln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01" name="Google Shape;401;p6"/>
          <p:cNvSpPr/>
          <p:nvPr/>
        </p:nvSpPr>
        <p:spPr>
          <a:xfrm>
            <a:off x="1981200" y="4267200"/>
            <a:ext cx="962025" cy="914400"/>
          </a:xfrm>
          <a:custGeom>
            <a:avLst/>
            <a:gdLst/>
            <a:ahLst/>
            <a:cxnLst/>
            <a:rect l="l" t="t" r="r" b="b"/>
            <a:pathLst>
              <a:path w="962025" h="857941" extrusionOk="0">
                <a:moveTo>
                  <a:pt x="0" y="106626"/>
                </a:moveTo>
                <a:lnTo>
                  <a:pt x="0" y="106626"/>
                </a:lnTo>
                <a:cubicBezTo>
                  <a:pt x="25400" y="90751"/>
                  <a:pt x="49904" y="73344"/>
                  <a:pt x="76200" y="59001"/>
                </a:cubicBezTo>
                <a:cubicBezTo>
                  <a:pt x="85014" y="54193"/>
                  <a:pt x="95035" y="51911"/>
                  <a:pt x="104775" y="49476"/>
                </a:cubicBezTo>
                <a:cubicBezTo>
                  <a:pt x="164355" y="34581"/>
                  <a:pt x="196567" y="36270"/>
                  <a:pt x="266700" y="30426"/>
                </a:cubicBezTo>
                <a:cubicBezTo>
                  <a:pt x="276225" y="27251"/>
                  <a:pt x="286295" y="25391"/>
                  <a:pt x="295275" y="20901"/>
                </a:cubicBezTo>
                <a:cubicBezTo>
                  <a:pt x="305514" y="15781"/>
                  <a:pt x="312517" y="3470"/>
                  <a:pt x="323850" y="1851"/>
                </a:cubicBezTo>
                <a:cubicBezTo>
                  <a:pt x="336809" y="0"/>
                  <a:pt x="349250" y="8201"/>
                  <a:pt x="361950" y="11376"/>
                </a:cubicBezTo>
                <a:cubicBezTo>
                  <a:pt x="368300" y="20901"/>
                  <a:pt x="373671" y="31157"/>
                  <a:pt x="381000" y="39951"/>
                </a:cubicBezTo>
                <a:cubicBezTo>
                  <a:pt x="420198" y="86988"/>
                  <a:pt x="411564" y="53455"/>
                  <a:pt x="447675" y="125676"/>
                </a:cubicBezTo>
                <a:cubicBezTo>
                  <a:pt x="459320" y="148967"/>
                  <a:pt x="468946" y="172156"/>
                  <a:pt x="485775" y="192351"/>
                </a:cubicBezTo>
                <a:cubicBezTo>
                  <a:pt x="494399" y="202699"/>
                  <a:pt x="505726" y="210578"/>
                  <a:pt x="514350" y="220926"/>
                </a:cubicBezTo>
                <a:cubicBezTo>
                  <a:pt x="521679" y="229720"/>
                  <a:pt x="526071" y="240707"/>
                  <a:pt x="533400" y="249501"/>
                </a:cubicBezTo>
                <a:cubicBezTo>
                  <a:pt x="542024" y="259849"/>
                  <a:pt x="553351" y="267728"/>
                  <a:pt x="561975" y="278076"/>
                </a:cubicBezTo>
                <a:cubicBezTo>
                  <a:pt x="569304" y="286870"/>
                  <a:pt x="573696" y="297857"/>
                  <a:pt x="581025" y="306651"/>
                </a:cubicBezTo>
                <a:cubicBezTo>
                  <a:pt x="603944" y="334153"/>
                  <a:pt x="610078" y="335545"/>
                  <a:pt x="638175" y="354276"/>
                </a:cubicBezTo>
                <a:cubicBezTo>
                  <a:pt x="692770" y="436168"/>
                  <a:pt x="620075" y="339796"/>
                  <a:pt x="685800" y="392376"/>
                </a:cubicBezTo>
                <a:cubicBezTo>
                  <a:pt x="694739" y="399527"/>
                  <a:pt x="696235" y="413413"/>
                  <a:pt x="704850" y="420951"/>
                </a:cubicBezTo>
                <a:cubicBezTo>
                  <a:pt x="722080" y="436028"/>
                  <a:pt x="762000" y="459051"/>
                  <a:pt x="762000" y="459051"/>
                </a:cubicBezTo>
                <a:cubicBezTo>
                  <a:pt x="768350" y="468576"/>
                  <a:pt x="772955" y="479531"/>
                  <a:pt x="781050" y="487626"/>
                </a:cubicBezTo>
                <a:cubicBezTo>
                  <a:pt x="789145" y="495721"/>
                  <a:pt x="802087" y="498061"/>
                  <a:pt x="809625" y="506676"/>
                </a:cubicBezTo>
                <a:cubicBezTo>
                  <a:pt x="824702" y="523906"/>
                  <a:pt x="835025" y="544776"/>
                  <a:pt x="847725" y="563826"/>
                </a:cubicBezTo>
                <a:lnTo>
                  <a:pt x="885825" y="620976"/>
                </a:lnTo>
                <a:cubicBezTo>
                  <a:pt x="892175" y="630501"/>
                  <a:pt x="895350" y="643201"/>
                  <a:pt x="904875" y="649551"/>
                </a:cubicBezTo>
                <a:lnTo>
                  <a:pt x="962025" y="687651"/>
                </a:lnTo>
                <a:cubicBezTo>
                  <a:pt x="945092" y="713051"/>
                  <a:pt x="939787" y="725056"/>
                  <a:pt x="914400" y="744801"/>
                </a:cubicBezTo>
                <a:cubicBezTo>
                  <a:pt x="896328" y="758857"/>
                  <a:pt x="879462" y="777348"/>
                  <a:pt x="857250" y="782901"/>
                </a:cubicBezTo>
                <a:cubicBezTo>
                  <a:pt x="844550" y="786076"/>
                  <a:pt x="831689" y="788664"/>
                  <a:pt x="819150" y="792426"/>
                </a:cubicBezTo>
                <a:cubicBezTo>
                  <a:pt x="799916" y="798196"/>
                  <a:pt x="762000" y="811476"/>
                  <a:pt x="762000" y="811476"/>
                </a:cubicBezTo>
                <a:cubicBezTo>
                  <a:pt x="753731" y="823880"/>
                  <a:pt x="739470" y="857941"/>
                  <a:pt x="714375" y="849576"/>
                </a:cubicBezTo>
                <a:cubicBezTo>
                  <a:pt x="668767" y="834373"/>
                  <a:pt x="660029" y="809798"/>
                  <a:pt x="628650" y="782901"/>
                </a:cubicBezTo>
                <a:cubicBezTo>
                  <a:pt x="614819" y="771045"/>
                  <a:pt x="542342" y="719207"/>
                  <a:pt x="533400" y="716226"/>
                </a:cubicBezTo>
                <a:lnTo>
                  <a:pt x="504825" y="706701"/>
                </a:lnTo>
                <a:cubicBezTo>
                  <a:pt x="480884" y="634877"/>
                  <a:pt x="515964" y="720624"/>
                  <a:pt x="466725" y="659076"/>
                </a:cubicBezTo>
                <a:cubicBezTo>
                  <a:pt x="460453" y="651236"/>
                  <a:pt x="463472" y="638341"/>
                  <a:pt x="457200" y="630501"/>
                </a:cubicBezTo>
                <a:cubicBezTo>
                  <a:pt x="450049" y="621562"/>
                  <a:pt x="437419" y="618780"/>
                  <a:pt x="428625" y="611451"/>
                </a:cubicBezTo>
                <a:cubicBezTo>
                  <a:pt x="418277" y="602827"/>
                  <a:pt x="410683" y="591146"/>
                  <a:pt x="400050" y="582876"/>
                </a:cubicBezTo>
                <a:cubicBezTo>
                  <a:pt x="350922" y="544665"/>
                  <a:pt x="357439" y="549622"/>
                  <a:pt x="314325" y="535251"/>
                </a:cubicBezTo>
                <a:lnTo>
                  <a:pt x="276225" y="478101"/>
                </a:lnTo>
                <a:cubicBezTo>
                  <a:pt x="269875" y="468576"/>
                  <a:pt x="265270" y="457621"/>
                  <a:pt x="257175" y="449526"/>
                </a:cubicBezTo>
                <a:cubicBezTo>
                  <a:pt x="238125" y="430476"/>
                  <a:pt x="214969" y="414792"/>
                  <a:pt x="200025" y="392376"/>
                </a:cubicBezTo>
                <a:cubicBezTo>
                  <a:pt x="193675" y="382851"/>
                  <a:pt x="188304" y="372595"/>
                  <a:pt x="180975" y="363801"/>
                </a:cubicBezTo>
                <a:cubicBezTo>
                  <a:pt x="172351" y="353453"/>
                  <a:pt x="161024" y="345574"/>
                  <a:pt x="152400" y="335226"/>
                </a:cubicBezTo>
                <a:cubicBezTo>
                  <a:pt x="118278" y="294280"/>
                  <a:pt x="145304" y="321034"/>
                  <a:pt x="123825" y="278076"/>
                </a:cubicBezTo>
                <a:cubicBezTo>
                  <a:pt x="118705" y="267837"/>
                  <a:pt x="109895" y="259740"/>
                  <a:pt x="104775" y="249501"/>
                </a:cubicBezTo>
                <a:cubicBezTo>
                  <a:pt x="100285" y="240521"/>
                  <a:pt x="100819" y="229280"/>
                  <a:pt x="95250" y="220926"/>
                </a:cubicBezTo>
                <a:cubicBezTo>
                  <a:pt x="87778" y="209718"/>
                  <a:pt x="76200" y="201876"/>
                  <a:pt x="66675" y="192351"/>
                </a:cubicBezTo>
                <a:cubicBezTo>
                  <a:pt x="63500" y="182826"/>
                  <a:pt x="62026" y="172553"/>
                  <a:pt x="57150" y="163776"/>
                </a:cubicBezTo>
                <a:cubicBezTo>
                  <a:pt x="46031" y="143762"/>
                  <a:pt x="26290" y="128346"/>
                  <a:pt x="19050" y="106626"/>
                </a:cubicBezTo>
                <a:lnTo>
                  <a:pt x="0" y="106626"/>
                </a:ln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02" name="Google Shape;402;p6"/>
          <p:cNvSpPr/>
          <p:nvPr/>
        </p:nvSpPr>
        <p:spPr>
          <a:xfrm>
            <a:off x="2647950" y="4848225"/>
            <a:ext cx="742950" cy="494129"/>
          </a:xfrm>
          <a:custGeom>
            <a:avLst/>
            <a:gdLst/>
            <a:ahLst/>
            <a:cxnLst/>
            <a:rect l="l" t="t" r="r" b="b"/>
            <a:pathLst>
              <a:path w="742950" h="494129" extrusionOk="0">
                <a:moveTo>
                  <a:pt x="0" y="361950"/>
                </a:moveTo>
                <a:lnTo>
                  <a:pt x="0" y="361950"/>
                </a:lnTo>
                <a:cubicBezTo>
                  <a:pt x="28575" y="355600"/>
                  <a:pt x="57327" y="350000"/>
                  <a:pt x="85725" y="342900"/>
                </a:cubicBezTo>
                <a:cubicBezTo>
                  <a:pt x="95465" y="340465"/>
                  <a:pt x="105320" y="337865"/>
                  <a:pt x="114300" y="333375"/>
                </a:cubicBezTo>
                <a:cubicBezTo>
                  <a:pt x="188158" y="296446"/>
                  <a:pt x="99626" y="328741"/>
                  <a:pt x="171450" y="304800"/>
                </a:cubicBezTo>
                <a:cubicBezTo>
                  <a:pt x="180975" y="295275"/>
                  <a:pt x="188817" y="283697"/>
                  <a:pt x="200025" y="276225"/>
                </a:cubicBezTo>
                <a:cubicBezTo>
                  <a:pt x="208379" y="270656"/>
                  <a:pt x="220760" y="272972"/>
                  <a:pt x="228600" y="266700"/>
                </a:cubicBezTo>
                <a:cubicBezTo>
                  <a:pt x="237539" y="259549"/>
                  <a:pt x="238711" y="245276"/>
                  <a:pt x="247650" y="238125"/>
                </a:cubicBezTo>
                <a:cubicBezTo>
                  <a:pt x="255490" y="231853"/>
                  <a:pt x="267245" y="233090"/>
                  <a:pt x="276225" y="228600"/>
                </a:cubicBezTo>
                <a:cubicBezTo>
                  <a:pt x="286464" y="223480"/>
                  <a:pt x="296244" y="217155"/>
                  <a:pt x="304800" y="209550"/>
                </a:cubicBezTo>
                <a:cubicBezTo>
                  <a:pt x="324936" y="191652"/>
                  <a:pt x="339534" y="167344"/>
                  <a:pt x="361950" y="152400"/>
                </a:cubicBezTo>
                <a:lnTo>
                  <a:pt x="447675" y="95250"/>
                </a:lnTo>
                <a:cubicBezTo>
                  <a:pt x="457200" y="88900"/>
                  <a:pt x="465390" y="79820"/>
                  <a:pt x="476250" y="76200"/>
                </a:cubicBezTo>
                <a:lnTo>
                  <a:pt x="504825" y="66675"/>
                </a:lnTo>
                <a:cubicBezTo>
                  <a:pt x="535014" y="21392"/>
                  <a:pt x="513015" y="41720"/>
                  <a:pt x="581025" y="19050"/>
                </a:cubicBezTo>
                <a:lnTo>
                  <a:pt x="609600" y="9525"/>
                </a:lnTo>
                <a:lnTo>
                  <a:pt x="638175" y="0"/>
                </a:lnTo>
                <a:cubicBezTo>
                  <a:pt x="645045" y="1374"/>
                  <a:pt x="701823" y="10682"/>
                  <a:pt x="714375" y="19050"/>
                </a:cubicBezTo>
                <a:cubicBezTo>
                  <a:pt x="725583" y="26522"/>
                  <a:pt x="733425" y="38100"/>
                  <a:pt x="742950" y="47625"/>
                </a:cubicBezTo>
                <a:cubicBezTo>
                  <a:pt x="739932" y="74787"/>
                  <a:pt x="739857" y="130010"/>
                  <a:pt x="723900" y="161925"/>
                </a:cubicBezTo>
                <a:cubicBezTo>
                  <a:pt x="700885" y="207954"/>
                  <a:pt x="714303" y="178898"/>
                  <a:pt x="676275" y="200025"/>
                </a:cubicBezTo>
                <a:cubicBezTo>
                  <a:pt x="656261" y="211144"/>
                  <a:pt x="638175" y="225425"/>
                  <a:pt x="619125" y="238125"/>
                </a:cubicBezTo>
                <a:lnTo>
                  <a:pt x="590550" y="257175"/>
                </a:lnTo>
                <a:cubicBezTo>
                  <a:pt x="581025" y="263525"/>
                  <a:pt x="572835" y="272605"/>
                  <a:pt x="561975" y="276225"/>
                </a:cubicBezTo>
                <a:lnTo>
                  <a:pt x="533400" y="285750"/>
                </a:lnTo>
                <a:cubicBezTo>
                  <a:pt x="523875" y="295275"/>
                  <a:pt x="516033" y="306853"/>
                  <a:pt x="504825" y="314325"/>
                </a:cubicBezTo>
                <a:cubicBezTo>
                  <a:pt x="496471" y="319894"/>
                  <a:pt x="484090" y="317578"/>
                  <a:pt x="476250" y="323850"/>
                </a:cubicBezTo>
                <a:cubicBezTo>
                  <a:pt x="467311" y="331001"/>
                  <a:pt x="466139" y="345274"/>
                  <a:pt x="457200" y="352425"/>
                </a:cubicBezTo>
                <a:cubicBezTo>
                  <a:pt x="449360" y="358697"/>
                  <a:pt x="437605" y="357460"/>
                  <a:pt x="428625" y="361950"/>
                </a:cubicBezTo>
                <a:cubicBezTo>
                  <a:pt x="418386" y="367070"/>
                  <a:pt x="408844" y="373671"/>
                  <a:pt x="400050" y="381000"/>
                </a:cubicBezTo>
                <a:cubicBezTo>
                  <a:pt x="389702" y="389624"/>
                  <a:pt x="382108" y="401305"/>
                  <a:pt x="371475" y="409575"/>
                </a:cubicBezTo>
                <a:cubicBezTo>
                  <a:pt x="263358" y="493666"/>
                  <a:pt x="354732" y="422709"/>
                  <a:pt x="285750" y="457200"/>
                </a:cubicBezTo>
                <a:cubicBezTo>
                  <a:pt x="211892" y="494129"/>
                  <a:pt x="300424" y="461834"/>
                  <a:pt x="228600" y="485775"/>
                </a:cubicBezTo>
                <a:cubicBezTo>
                  <a:pt x="200025" y="482600"/>
                  <a:pt x="171068" y="481889"/>
                  <a:pt x="142875" y="476250"/>
                </a:cubicBezTo>
                <a:cubicBezTo>
                  <a:pt x="123184" y="472312"/>
                  <a:pt x="85725" y="457200"/>
                  <a:pt x="85725" y="457200"/>
                </a:cubicBezTo>
                <a:cubicBezTo>
                  <a:pt x="76200" y="447675"/>
                  <a:pt x="65420" y="439258"/>
                  <a:pt x="57150" y="428625"/>
                </a:cubicBezTo>
                <a:cubicBezTo>
                  <a:pt x="27723" y="390791"/>
                  <a:pt x="9525" y="373063"/>
                  <a:pt x="0" y="361950"/>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03" name="Google Shape;403;p6"/>
          <p:cNvSpPr/>
          <p:nvPr/>
        </p:nvSpPr>
        <p:spPr>
          <a:xfrm>
            <a:off x="2884314" y="4943475"/>
            <a:ext cx="1516236" cy="923925"/>
          </a:xfrm>
          <a:custGeom>
            <a:avLst/>
            <a:gdLst/>
            <a:ahLst/>
            <a:cxnLst/>
            <a:rect l="l" t="t" r="r" b="b"/>
            <a:pathLst>
              <a:path w="1516236" h="923925" extrusionOk="0">
                <a:moveTo>
                  <a:pt x="1761" y="438150"/>
                </a:moveTo>
                <a:lnTo>
                  <a:pt x="1761" y="438150"/>
                </a:lnTo>
                <a:lnTo>
                  <a:pt x="87486" y="390525"/>
                </a:lnTo>
                <a:cubicBezTo>
                  <a:pt x="99988" y="383793"/>
                  <a:pt x="113410" y="378780"/>
                  <a:pt x="125586" y="371475"/>
                </a:cubicBezTo>
                <a:cubicBezTo>
                  <a:pt x="145219" y="359695"/>
                  <a:pt x="163686" y="346075"/>
                  <a:pt x="182736" y="333375"/>
                </a:cubicBezTo>
                <a:cubicBezTo>
                  <a:pt x="192261" y="327025"/>
                  <a:pt x="200451" y="317945"/>
                  <a:pt x="211311" y="314325"/>
                </a:cubicBezTo>
                <a:lnTo>
                  <a:pt x="268461" y="295275"/>
                </a:lnTo>
                <a:cubicBezTo>
                  <a:pt x="277986" y="292100"/>
                  <a:pt x="288682" y="291319"/>
                  <a:pt x="297036" y="285750"/>
                </a:cubicBezTo>
                <a:cubicBezTo>
                  <a:pt x="333965" y="261131"/>
                  <a:pt x="314751" y="270320"/>
                  <a:pt x="354186" y="257175"/>
                </a:cubicBezTo>
                <a:cubicBezTo>
                  <a:pt x="387669" y="206950"/>
                  <a:pt x="353929" y="243678"/>
                  <a:pt x="411336" y="219075"/>
                </a:cubicBezTo>
                <a:cubicBezTo>
                  <a:pt x="421858" y="214566"/>
                  <a:pt x="429450" y="204674"/>
                  <a:pt x="439911" y="200025"/>
                </a:cubicBezTo>
                <a:cubicBezTo>
                  <a:pt x="458261" y="191870"/>
                  <a:pt x="497061" y="180975"/>
                  <a:pt x="497061" y="180975"/>
                </a:cubicBezTo>
                <a:cubicBezTo>
                  <a:pt x="503411" y="171450"/>
                  <a:pt x="508782" y="161194"/>
                  <a:pt x="516111" y="152400"/>
                </a:cubicBezTo>
                <a:cubicBezTo>
                  <a:pt x="529306" y="136566"/>
                  <a:pt x="553428" y="113590"/>
                  <a:pt x="573261" y="104775"/>
                </a:cubicBezTo>
                <a:cubicBezTo>
                  <a:pt x="591611" y="96620"/>
                  <a:pt x="611361" y="92075"/>
                  <a:pt x="630411" y="85725"/>
                </a:cubicBezTo>
                <a:lnTo>
                  <a:pt x="658986" y="76200"/>
                </a:lnTo>
                <a:cubicBezTo>
                  <a:pt x="668511" y="79375"/>
                  <a:pt x="678784" y="80849"/>
                  <a:pt x="687561" y="85725"/>
                </a:cubicBezTo>
                <a:cubicBezTo>
                  <a:pt x="707575" y="96844"/>
                  <a:pt x="722499" y="118272"/>
                  <a:pt x="744711" y="123825"/>
                </a:cubicBezTo>
                <a:lnTo>
                  <a:pt x="782811" y="133350"/>
                </a:lnTo>
                <a:lnTo>
                  <a:pt x="944736" y="123825"/>
                </a:lnTo>
                <a:cubicBezTo>
                  <a:pt x="966456" y="116585"/>
                  <a:pt x="982836" y="66675"/>
                  <a:pt x="982836" y="66675"/>
                </a:cubicBezTo>
                <a:cubicBezTo>
                  <a:pt x="1008236" y="69850"/>
                  <a:pt x="1033851" y="71621"/>
                  <a:pt x="1059036" y="76200"/>
                </a:cubicBezTo>
                <a:cubicBezTo>
                  <a:pt x="1096658" y="83040"/>
                  <a:pt x="1081324" y="87344"/>
                  <a:pt x="1116186" y="104775"/>
                </a:cubicBezTo>
                <a:cubicBezTo>
                  <a:pt x="1125166" y="109265"/>
                  <a:pt x="1135236" y="111125"/>
                  <a:pt x="1144761" y="114300"/>
                </a:cubicBezTo>
                <a:cubicBezTo>
                  <a:pt x="1173908" y="107013"/>
                  <a:pt x="1189510" y="107651"/>
                  <a:pt x="1211436" y="85725"/>
                </a:cubicBezTo>
                <a:cubicBezTo>
                  <a:pt x="1291730" y="5431"/>
                  <a:pt x="1178036" y="106044"/>
                  <a:pt x="1240011" y="28575"/>
                </a:cubicBezTo>
                <a:cubicBezTo>
                  <a:pt x="1253440" y="11789"/>
                  <a:pt x="1278337" y="6275"/>
                  <a:pt x="1297161" y="0"/>
                </a:cubicBezTo>
                <a:cubicBezTo>
                  <a:pt x="1299650" y="622"/>
                  <a:pt x="1357625" y="14081"/>
                  <a:pt x="1363836" y="19050"/>
                </a:cubicBezTo>
                <a:cubicBezTo>
                  <a:pt x="1372775" y="26201"/>
                  <a:pt x="1375281" y="39069"/>
                  <a:pt x="1382886" y="47625"/>
                </a:cubicBezTo>
                <a:cubicBezTo>
                  <a:pt x="1400784" y="67761"/>
                  <a:pt x="1425092" y="82359"/>
                  <a:pt x="1440036" y="104775"/>
                </a:cubicBezTo>
                <a:cubicBezTo>
                  <a:pt x="1466558" y="144558"/>
                  <a:pt x="1450991" y="125255"/>
                  <a:pt x="1487661" y="161925"/>
                </a:cubicBezTo>
                <a:cubicBezTo>
                  <a:pt x="1496224" y="196175"/>
                  <a:pt x="1500665" y="211373"/>
                  <a:pt x="1506711" y="247650"/>
                </a:cubicBezTo>
                <a:cubicBezTo>
                  <a:pt x="1510402" y="269795"/>
                  <a:pt x="1513061" y="292100"/>
                  <a:pt x="1516236" y="314325"/>
                </a:cubicBezTo>
                <a:cubicBezTo>
                  <a:pt x="1513061" y="387350"/>
                  <a:pt x="1514232" y="460694"/>
                  <a:pt x="1506711" y="533400"/>
                </a:cubicBezTo>
                <a:cubicBezTo>
                  <a:pt x="1504645" y="553374"/>
                  <a:pt x="1494011" y="571500"/>
                  <a:pt x="1487661" y="590550"/>
                </a:cubicBezTo>
                <a:lnTo>
                  <a:pt x="1478136" y="619125"/>
                </a:lnTo>
                <a:cubicBezTo>
                  <a:pt x="1468210" y="648902"/>
                  <a:pt x="1458584" y="686135"/>
                  <a:pt x="1430511" y="704850"/>
                </a:cubicBezTo>
                <a:lnTo>
                  <a:pt x="1401936" y="723900"/>
                </a:lnTo>
                <a:cubicBezTo>
                  <a:pt x="1367011" y="776287"/>
                  <a:pt x="1401936" y="731837"/>
                  <a:pt x="1354311" y="771525"/>
                </a:cubicBezTo>
                <a:cubicBezTo>
                  <a:pt x="1280972" y="832641"/>
                  <a:pt x="1368107" y="771852"/>
                  <a:pt x="1297161" y="819150"/>
                </a:cubicBezTo>
                <a:cubicBezTo>
                  <a:pt x="1290811" y="828675"/>
                  <a:pt x="1286206" y="839630"/>
                  <a:pt x="1278111" y="847725"/>
                </a:cubicBezTo>
                <a:cubicBezTo>
                  <a:pt x="1250814" y="875022"/>
                  <a:pt x="1251949" y="860806"/>
                  <a:pt x="1220961" y="876300"/>
                </a:cubicBezTo>
                <a:cubicBezTo>
                  <a:pt x="1210722" y="881420"/>
                  <a:pt x="1202625" y="890230"/>
                  <a:pt x="1192386" y="895350"/>
                </a:cubicBezTo>
                <a:cubicBezTo>
                  <a:pt x="1183406" y="899840"/>
                  <a:pt x="1173465" y="902117"/>
                  <a:pt x="1163811" y="904875"/>
                </a:cubicBezTo>
                <a:cubicBezTo>
                  <a:pt x="1118901" y="917706"/>
                  <a:pt x="1112997" y="916216"/>
                  <a:pt x="1059036" y="923925"/>
                </a:cubicBezTo>
                <a:cubicBezTo>
                  <a:pt x="1014586" y="920750"/>
                  <a:pt x="969944" y="919607"/>
                  <a:pt x="925686" y="914400"/>
                </a:cubicBezTo>
                <a:cubicBezTo>
                  <a:pt x="915715" y="913227"/>
                  <a:pt x="906765" y="907633"/>
                  <a:pt x="897111" y="904875"/>
                </a:cubicBezTo>
                <a:cubicBezTo>
                  <a:pt x="884524" y="901279"/>
                  <a:pt x="871711" y="898525"/>
                  <a:pt x="859011" y="895350"/>
                </a:cubicBezTo>
                <a:cubicBezTo>
                  <a:pt x="849486" y="889000"/>
                  <a:pt x="840897" y="880949"/>
                  <a:pt x="830436" y="876300"/>
                </a:cubicBezTo>
                <a:cubicBezTo>
                  <a:pt x="777327" y="852696"/>
                  <a:pt x="757104" y="855227"/>
                  <a:pt x="697086" y="847725"/>
                </a:cubicBezTo>
                <a:cubicBezTo>
                  <a:pt x="601054" y="815714"/>
                  <a:pt x="750012" y="864555"/>
                  <a:pt x="630411" y="828675"/>
                </a:cubicBezTo>
                <a:cubicBezTo>
                  <a:pt x="611177" y="822905"/>
                  <a:pt x="592311" y="815975"/>
                  <a:pt x="573261" y="809625"/>
                </a:cubicBezTo>
                <a:lnTo>
                  <a:pt x="544686" y="800100"/>
                </a:lnTo>
                <a:cubicBezTo>
                  <a:pt x="535161" y="796925"/>
                  <a:pt x="524465" y="796144"/>
                  <a:pt x="516111" y="790575"/>
                </a:cubicBezTo>
                <a:cubicBezTo>
                  <a:pt x="472610" y="761574"/>
                  <a:pt x="503255" y="777377"/>
                  <a:pt x="449436" y="762000"/>
                </a:cubicBezTo>
                <a:cubicBezTo>
                  <a:pt x="439782" y="759242"/>
                  <a:pt x="430662" y="754653"/>
                  <a:pt x="420861" y="752475"/>
                </a:cubicBezTo>
                <a:cubicBezTo>
                  <a:pt x="402008" y="748285"/>
                  <a:pt x="382447" y="747634"/>
                  <a:pt x="363711" y="742950"/>
                </a:cubicBezTo>
                <a:cubicBezTo>
                  <a:pt x="344230" y="738080"/>
                  <a:pt x="306561" y="723900"/>
                  <a:pt x="306561" y="723900"/>
                </a:cubicBezTo>
                <a:cubicBezTo>
                  <a:pt x="252586" y="642938"/>
                  <a:pt x="341486" y="768350"/>
                  <a:pt x="230361" y="657225"/>
                </a:cubicBezTo>
                <a:cubicBezTo>
                  <a:pt x="165116" y="591980"/>
                  <a:pt x="195627" y="615019"/>
                  <a:pt x="144636" y="581025"/>
                </a:cubicBezTo>
                <a:cubicBezTo>
                  <a:pt x="127703" y="555625"/>
                  <a:pt x="122398" y="543620"/>
                  <a:pt x="97011" y="523875"/>
                </a:cubicBezTo>
                <a:cubicBezTo>
                  <a:pt x="78939" y="509819"/>
                  <a:pt x="39861" y="485775"/>
                  <a:pt x="39861" y="485775"/>
                </a:cubicBezTo>
                <a:cubicBezTo>
                  <a:pt x="0" y="425983"/>
                  <a:pt x="1761" y="451520"/>
                  <a:pt x="1761" y="438150"/>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04" name="Google Shape;404;p6"/>
          <p:cNvSpPr/>
          <p:nvPr/>
        </p:nvSpPr>
        <p:spPr>
          <a:xfrm>
            <a:off x="3743325" y="3371724"/>
            <a:ext cx="2524125" cy="2495676"/>
          </a:xfrm>
          <a:custGeom>
            <a:avLst/>
            <a:gdLst/>
            <a:ahLst/>
            <a:cxnLst/>
            <a:rect l="l" t="t" r="r" b="b"/>
            <a:pathLst>
              <a:path w="2524125" h="2495676" extrusionOk="0">
                <a:moveTo>
                  <a:pt x="542925" y="1524126"/>
                </a:moveTo>
                <a:lnTo>
                  <a:pt x="542925" y="1524126"/>
                </a:lnTo>
                <a:cubicBezTo>
                  <a:pt x="516909" y="1514370"/>
                  <a:pt x="410618" y="1477544"/>
                  <a:pt x="390525" y="1457451"/>
                </a:cubicBezTo>
                <a:cubicBezTo>
                  <a:pt x="381000" y="1447926"/>
                  <a:pt x="372911" y="1436706"/>
                  <a:pt x="361950" y="1428876"/>
                </a:cubicBezTo>
                <a:cubicBezTo>
                  <a:pt x="309336" y="1391295"/>
                  <a:pt x="326047" y="1431073"/>
                  <a:pt x="266700" y="1371726"/>
                </a:cubicBezTo>
                <a:cubicBezTo>
                  <a:pt x="247650" y="1352676"/>
                  <a:pt x="233647" y="1326624"/>
                  <a:pt x="209550" y="1314576"/>
                </a:cubicBezTo>
                <a:cubicBezTo>
                  <a:pt x="189838" y="1304720"/>
                  <a:pt x="160185" y="1291862"/>
                  <a:pt x="142875" y="1276476"/>
                </a:cubicBezTo>
                <a:cubicBezTo>
                  <a:pt x="122739" y="1258578"/>
                  <a:pt x="85725" y="1219326"/>
                  <a:pt x="85725" y="1219326"/>
                </a:cubicBezTo>
                <a:lnTo>
                  <a:pt x="66675" y="1162176"/>
                </a:lnTo>
                <a:cubicBezTo>
                  <a:pt x="63500" y="1152651"/>
                  <a:pt x="61640" y="1142581"/>
                  <a:pt x="57150" y="1133601"/>
                </a:cubicBezTo>
                <a:lnTo>
                  <a:pt x="38100" y="1095501"/>
                </a:lnTo>
                <a:cubicBezTo>
                  <a:pt x="20563" y="1007815"/>
                  <a:pt x="25676" y="1044151"/>
                  <a:pt x="19050" y="905001"/>
                </a:cubicBezTo>
                <a:cubicBezTo>
                  <a:pt x="5855" y="627896"/>
                  <a:pt x="37038" y="730366"/>
                  <a:pt x="0" y="619251"/>
                </a:cubicBezTo>
                <a:cubicBezTo>
                  <a:pt x="3175" y="533526"/>
                  <a:pt x="4002" y="447682"/>
                  <a:pt x="9525" y="362076"/>
                </a:cubicBezTo>
                <a:cubicBezTo>
                  <a:pt x="10482" y="347245"/>
                  <a:pt x="23349" y="311078"/>
                  <a:pt x="28575" y="295401"/>
                </a:cubicBezTo>
                <a:cubicBezTo>
                  <a:pt x="31750" y="257301"/>
                  <a:pt x="27867" y="217938"/>
                  <a:pt x="38100" y="181101"/>
                </a:cubicBezTo>
                <a:cubicBezTo>
                  <a:pt x="44228" y="159041"/>
                  <a:pt x="68960" y="145671"/>
                  <a:pt x="76200" y="123951"/>
                </a:cubicBezTo>
                <a:cubicBezTo>
                  <a:pt x="83947" y="100710"/>
                  <a:pt x="86311" y="85265"/>
                  <a:pt x="104775" y="66801"/>
                </a:cubicBezTo>
                <a:cubicBezTo>
                  <a:pt x="112870" y="58706"/>
                  <a:pt x="122889" y="52400"/>
                  <a:pt x="133350" y="47751"/>
                </a:cubicBezTo>
                <a:cubicBezTo>
                  <a:pt x="172900" y="30173"/>
                  <a:pt x="197381" y="27325"/>
                  <a:pt x="238125" y="19176"/>
                </a:cubicBezTo>
                <a:lnTo>
                  <a:pt x="523875" y="28701"/>
                </a:lnTo>
                <a:cubicBezTo>
                  <a:pt x="581064" y="31084"/>
                  <a:pt x="638087" y="38226"/>
                  <a:pt x="695325" y="38226"/>
                </a:cubicBezTo>
                <a:cubicBezTo>
                  <a:pt x="752563" y="38226"/>
                  <a:pt x="809625" y="31876"/>
                  <a:pt x="866775" y="28701"/>
                </a:cubicBezTo>
                <a:cubicBezTo>
                  <a:pt x="981580" y="0"/>
                  <a:pt x="934500" y="8015"/>
                  <a:pt x="1162050" y="28701"/>
                </a:cubicBezTo>
                <a:cubicBezTo>
                  <a:pt x="1182048" y="30519"/>
                  <a:pt x="1202492" y="36612"/>
                  <a:pt x="1219200" y="47751"/>
                </a:cubicBezTo>
                <a:lnTo>
                  <a:pt x="1276350" y="85851"/>
                </a:lnTo>
                <a:cubicBezTo>
                  <a:pt x="1282700" y="95376"/>
                  <a:pt x="1288071" y="105632"/>
                  <a:pt x="1295400" y="114426"/>
                </a:cubicBezTo>
                <a:cubicBezTo>
                  <a:pt x="1323378" y="147999"/>
                  <a:pt x="1341299" y="154550"/>
                  <a:pt x="1381125" y="181101"/>
                </a:cubicBezTo>
                <a:lnTo>
                  <a:pt x="1409700" y="200151"/>
                </a:lnTo>
                <a:cubicBezTo>
                  <a:pt x="1412875" y="212851"/>
                  <a:pt x="1414190" y="226167"/>
                  <a:pt x="1419225" y="238251"/>
                </a:cubicBezTo>
                <a:cubicBezTo>
                  <a:pt x="1430147" y="264465"/>
                  <a:pt x="1457325" y="314451"/>
                  <a:pt x="1457325" y="314451"/>
                </a:cubicBezTo>
                <a:cubicBezTo>
                  <a:pt x="1460500" y="330326"/>
                  <a:pt x="1461730" y="346717"/>
                  <a:pt x="1466850" y="362076"/>
                </a:cubicBezTo>
                <a:cubicBezTo>
                  <a:pt x="1471340" y="375546"/>
                  <a:pt x="1480133" y="387201"/>
                  <a:pt x="1485900" y="400176"/>
                </a:cubicBezTo>
                <a:cubicBezTo>
                  <a:pt x="1492844" y="415800"/>
                  <a:pt x="1499107" y="431733"/>
                  <a:pt x="1504950" y="447801"/>
                </a:cubicBezTo>
                <a:cubicBezTo>
                  <a:pt x="1511812" y="466672"/>
                  <a:pt x="1512861" y="488243"/>
                  <a:pt x="1524000" y="504951"/>
                </a:cubicBezTo>
                <a:cubicBezTo>
                  <a:pt x="1530350" y="514476"/>
                  <a:pt x="1537930" y="523287"/>
                  <a:pt x="1543050" y="533526"/>
                </a:cubicBezTo>
                <a:cubicBezTo>
                  <a:pt x="1559245" y="565916"/>
                  <a:pt x="1546841" y="563579"/>
                  <a:pt x="1562100" y="600201"/>
                </a:cubicBezTo>
                <a:cubicBezTo>
                  <a:pt x="1573022" y="626415"/>
                  <a:pt x="1584448" y="652772"/>
                  <a:pt x="1600200" y="676401"/>
                </a:cubicBezTo>
                <a:cubicBezTo>
                  <a:pt x="1606550" y="685926"/>
                  <a:pt x="1614130" y="694737"/>
                  <a:pt x="1619250" y="704976"/>
                </a:cubicBezTo>
                <a:cubicBezTo>
                  <a:pt x="1623740" y="713956"/>
                  <a:pt x="1624285" y="724571"/>
                  <a:pt x="1628775" y="733551"/>
                </a:cubicBezTo>
                <a:cubicBezTo>
                  <a:pt x="1633895" y="743790"/>
                  <a:pt x="1642145" y="752187"/>
                  <a:pt x="1647825" y="762126"/>
                </a:cubicBezTo>
                <a:cubicBezTo>
                  <a:pt x="1654870" y="774454"/>
                  <a:pt x="1659830" y="787898"/>
                  <a:pt x="1666875" y="800226"/>
                </a:cubicBezTo>
                <a:cubicBezTo>
                  <a:pt x="1672555" y="810165"/>
                  <a:pt x="1681276" y="818340"/>
                  <a:pt x="1685925" y="828801"/>
                </a:cubicBezTo>
                <a:cubicBezTo>
                  <a:pt x="1701542" y="863939"/>
                  <a:pt x="1715376" y="927556"/>
                  <a:pt x="1724025" y="962151"/>
                </a:cubicBezTo>
                <a:cubicBezTo>
                  <a:pt x="1727200" y="974851"/>
                  <a:pt x="1728688" y="988096"/>
                  <a:pt x="1733550" y="1000251"/>
                </a:cubicBezTo>
                <a:cubicBezTo>
                  <a:pt x="1739900" y="1016126"/>
                  <a:pt x="1745656" y="1032252"/>
                  <a:pt x="1752600" y="1047876"/>
                </a:cubicBezTo>
                <a:cubicBezTo>
                  <a:pt x="1758367" y="1060851"/>
                  <a:pt x="1766057" y="1072925"/>
                  <a:pt x="1771650" y="1085976"/>
                </a:cubicBezTo>
                <a:cubicBezTo>
                  <a:pt x="1775605" y="1095204"/>
                  <a:pt x="1776685" y="1105571"/>
                  <a:pt x="1781175" y="1114551"/>
                </a:cubicBezTo>
                <a:cubicBezTo>
                  <a:pt x="1786295" y="1124790"/>
                  <a:pt x="1795105" y="1132887"/>
                  <a:pt x="1800225" y="1143126"/>
                </a:cubicBezTo>
                <a:cubicBezTo>
                  <a:pt x="1821704" y="1186084"/>
                  <a:pt x="1794678" y="1159330"/>
                  <a:pt x="1828800" y="1200276"/>
                </a:cubicBezTo>
                <a:cubicBezTo>
                  <a:pt x="1837424" y="1210624"/>
                  <a:pt x="1848751" y="1218503"/>
                  <a:pt x="1857375" y="1228851"/>
                </a:cubicBezTo>
                <a:cubicBezTo>
                  <a:pt x="1864704" y="1237645"/>
                  <a:pt x="1868330" y="1249331"/>
                  <a:pt x="1876425" y="1257426"/>
                </a:cubicBezTo>
                <a:cubicBezTo>
                  <a:pt x="1884520" y="1265521"/>
                  <a:pt x="1896206" y="1269147"/>
                  <a:pt x="1905000" y="1276476"/>
                </a:cubicBezTo>
                <a:cubicBezTo>
                  <a:pt x="1915348" y="1285100"/>
                  <a:pt x="1922614" y="1297221"/>
                  <a:pt x="1933575" y="1305051"/>
                </a:cubicBezTo>
                <a:cubicBezTo>
                  <a:pt x="1945129" y="1313304"/>
                  <a:pt x="1960121" y="1315848"/>
                  <a:pt x="1971675" y="1324101"/>
                </a:cubicBezTo>
                <a:cubicBezTo>
                  <a:pt x="2026290" y="1363111"/>
                  <a:pt x="1977528" y="1339479"/>
                  <a:pt x="2019300" y="1381251"/>
                </a:cubicBezTo>
                <a:cubicBezTo>
                  <a:pt x="2027395" y="1389346"/>
                  <a:pt x="2038350" y="1393951"/>
                  <a:pt x="2047875" y="1400301"/>
                </a:cubicBezTo>
                <a:cubicBezTo>
                  <a:pt x="2054225" y="1409826"/>
                  <a:pt x="2058830" y="1420781"/>
                  <a:pt x="2066925" y="1428876"/>
                </a:cubicBezTo>
                <a:cubicBezTo>
                  <a:pt x="2075020" y="1436971"/>
                  <a:pt x="2087962" y="1439311"/>
                  <a:pt x="2095500" y="1447926"/>
                </a:cubicBezTo>
                <a:cubicBezTo>
                  <a:pt x="2158435" y="1519852"/>
                  <a:pt x="2103431" y="1495020"/>
                  <a:pt x="2162175" y="1514601"/>
                </a:cubicBezTo>
                <a:cubicBezTo>
                  <a:pt x="2226425" y="1578851"/>
                  <a:pt x="2193767" y="1563232"/>
                  <a:pt x="2247900" y="1581276"/>
                </a:cubicBezTo>
                <a:cubicBezTo>
                  <a:pt x="2362373" y="1695749"/>
                  <a:pt x="2227537" y="1565894"/>
                  <a:pt x="2314575" y="1638426"/>
                </a:cubicBezTo>
                <a:cubicBezTo>
                  <a:pt x="2324923" y="1647050"/>
                  <a:pt x="2332189" y="1659171"/>
                  <a:pt x="2343150" y="1667001"/>
                </a:cubicBezTo>
                <a:cubicBezTo>
                  <a:pt x="2354704" y="1675254"/>
                  <a:pt x="2369209" y="1678526"/>
                  <a:pt x="2381250" y="1686051"/>
                </a:cubicBezTo>
                <a:cubicBezTo>
                  <a:pt x="2394712" y="1694465"/>
                  <a:pt x="2408125" y="1703401"/>
                  <a:pt x="2419350" y="1714626"/>
                </a:cubicBezTo>
                <a:cubicBezTo>
                  <a:pt x="2427445" y="1722721"/>
                  <a:pt x="2429461" y="1736050"/>
                  <a:pt x="2438400" y="1743201"/>
                </a:cubicBezTo>
                <a:cubicBezTo>
                  <a:pt x="2446240" y="1749473"/>
                  <a:pt x="2457450" y="1749551"/>
                  <a:pt x="2466975" y="1752726"/>
                </a:cubicBezTo>
                <a:cubicBezTo>
                  <a:pt x="2476500" y="1765426"/>
                  <a:pt x="2490125" y="1775907"/>
                  <a:pt x="2495550" y="1790826"/>
                </a:cubicBezTo>
                <a:cubicBezTo>
                  <a:pt x="2503222" y="1811925"/>
                  <a:pt x="2500672" y="1835486"/>
                  <a:pt x="2505075" y="1857501"/>
                </a:cubicBezTo>
                <a:cubicBezTo>
                  <a:pt x="2507044" y="1867346"/>
                  <a:pt x="2511842" y="1876422"/>
                  <a:pt x="2514600" y="1886076"/>
                </a:cubicBezTo>
                <a:cubicBezTo>
                  <a:pt x="2518196" y="1898663"/>
                  <a:pt x="2520950" y="1911476"/>
                  <a:pt x="2524125" y="1924176"/>
                </a:cubicBezTo>
                <a:cubicBezTo>
                  <a:pt x="2520950" y="1959101"/>
                  <a:pt x="2519560" y="1994234"/>
                  <a:pt x="2514600" y="2028951"/>
                </a:cubicBezTo>
                <a:cubicBezTo>
                  <a:pt x="2513180" y="2038890"/>
                  <a:pt x="2510644" y="2049172"/>
                  <a:pt x="2505075" y="2057526"/>
                </a:cubicBezTo>
                <a:cubicBezTo>
                  <a:pt x="2497603" y="2068734"/>
                  <a:pt x="2486848" y="2077477"/>
                  <a:pt x="2476500" y="2086101"/>
                </a:cubicBezTo>
                <a:cubicBezTo>
                  <a:pt x="2467706" y="2093430"/>
                  <a:pt x="2456719" y="2097822"/>
                  <a:pt x="2447925" y="2105151"/>
                </a:cubicBezTo>
                <a:cubicBezTo>
                  <a:pt x="2400359" y="2144789"/>
                  <a:pt x="2440993" y="2126512"/>
                  <a:pt x="2390775" y="2143251"/>
                </a:cubicBezTo>
                <a:cubicBezTo>
                  <a:pt x="2378075" y="2152776"/>
                  <a:pt x="2365593" y="2162599"/>
                  <a:pt x="2352675" y="2171826"/>
                </a:cubicBezTo>
                <a:cubicBezTo>
                  <a:pt x="2343360" y="2178480"/>
                  <a:pt x="2332894" y="2183547"/>
                  <a:pt x="2324100" y="2190876"/>
                </a:cubicBezTo>
                <a:cubicBezTo>
                  <a:pt x="2291226" y="2218271"/>
                  <a:pt x="2286523" y="2241502"/>
                  <a:pt x="2238375" y="2257551"/>
                </a:cubicBezTo>
                <a:cubicBezTo>
                  <a:pt x="2166551" y="2281492"/>
                  <a:pt x="2255083" y="2249197"/>
                  <a:pt x="2181225" y="2286126"/>
                </a:cubicBezTo>
                <a:cubicBezTo>
                  <a:pt x="2172245" y="2290616"/>
                  <a:pt x="2161630" y="2291161"/>
                  <a:pt x="2152650" y="2295651"/>
                </a:cubicBezTo>
                <a:cubicBezTo>
                  <a:pt x="2142411" y="2300771"/>
                  <a:pt x="2134536" y="2310052"/>
                  <a:pt x="2124075" y="2314701"/>
                </a:cubicBezTo>
                <a:cubicBezTo>
                  <a:pt x="2105725" y="2322856"/>
                  <a:pt x="2083633" y="2322612"/>
                  <a:pt x="2066925" y="2333751"/>
                </a:cubicBezTo>
                <a:cubicBezTo>
                  <a:pt x="2027458" y="2360063"/>
                  <a:pt x="2049456" y="2350025"/>
                  <a:pt x="2000250" y="2362326"/>
                </a:cubicBezTo>
                <a:cubicBezTo>
                  <a:pt x="1990725" y="2371851"/>
                  <a:pt x="1982883" y="2383429"/>
                  <a:pt x="1971675" y="2390901"/>
                </a:cubicBezTo>
                <a:cubicBezTo>
                  <a:pt x="1963321" y="2396470"/>
                  <a:pt x="1952080" y="2395936"/>
                  <a:pt x="1943100" y="2400426"/>
                </a:cubicBezTo>
                <a:cubicBezTo>
                  <a:pt x="1932861" y="2405546"/>
                  <a:pt x="1925047" y="2414967"/>
                  <a:pt x="1914525" y="2419476"/>
                </a:cubicBezTo>
                <a:cubicBezTo>
                  <a:pt x="1902493" y="2424633"/>
                  <a:pt x="1889012" y="2425405"/>
                  <a:pt x="1876425" y="2429001"/>
                </a:cubicBezTo>
                <a:cubicBezTo>
                  <a:pt x="1866771" y="2431759"/>
                  <a:pt x="1857590" y="2436091"/>
                  <a:pt x="1847850" y="2438526"/>
                </a:cubicBezTo>
                <a:cubicBezTo>
                  <a:pt x="1832144" y="2442453"/>
                  <a:pt x="1815844" y="2443791"/>
                  <a:pt x="1800225" y="2448051"/>
                </a:cubicBezTo>
                <a:lnTo>
                  <a:pt x="1714500" y="2476626"/>
                </a:lnTo>
                <a:cubicBezTo>
                  <a:pt x="1704975" y="2479801"/>
                  <a:pt x="1695770" y="2484182"/>
                  <a:pt x="1685925" y="2486151"/>
                </a:cubicBezTo>
                <a:lnTo>
                  <a:pt x="1638300" y="2495676"/>
                </a:lnTo>
                <a:cubicBezTo>
                  <a:pt x="1495425" y="2492501"/>
                  <a:pt x="1352357" y="2494227"/>
                  <a:pt x="1209675" y="2486151"/>
                </a:cubicBezTo>
                <a:cubicBezTo>
                  <a:pt x="1183535" y="2484671"/>
                  <a:pt x="1158875" y="2473451"/>
                  <a:pt x="1133475" y="2467101"/>
                </a:cubicBezTo>
                <a:cubicBezTo>
                  <a:pt x="1063231" y="2449540"/>
                  <a:pt x="1127007" y="2468411"/>
                  <a:pt x="1057275" y="2438526"/>
                </a:cubicBezTo>
                <a:cubicBezTo>
                  <a:pt x="1048047" y="2434571"/>
                  <a:pt x="1037477" y="2433877"/>
                  <a:pt x="1028700" y="2429001"/>
                </a:cubicBezTo>
                <a:cubicBezTo>
                  <a:pt x="1008686" y="2417882"/>
                  <a:pt x="971550" y="2390901"/>
                  <a:pt x="971550" y="2390901"/>
                </a:cubicBezTo>
                <a:cubicBezTo>
                  <a:pt x="965200" y="2381376"/>
                  <a:pt x="959829" y="2371120"/>
                  <a:pt x="952500" y="2362326"/>
                </a:cubicBezTo>
                <a:cubicBezTo>
                  <a:pt x="943876" y="2351978"/>
                  <a:pt x="931157" y="2345115"/>
                  <a:pt x="923925" y="2333751"/>
                </a:cubicBezTo>
                <a:cubicBezTo>
                  <a:pt x="890969" y="2281963"/>
                  <a:pt x="884818" y="2254530"/>
                  <a:pt x="866775" y="2200401"/>
                </a:cubicBezTo>
                <a:cubicBezTo>
                  <a:pt x="853110" y="2159407"/>
                  <a:pt x="859685" y="2181566"/>
                  <a:pt x="847725" y="2133726"/>
                </a:cubicBezTo>
                <a:cubicBezTo>
                  <a:pt x="845760" y="2110148"/>
                  <a:pt x="836457" y="1979542"/>
                  <a:pt x="828675" y="1943226"/>
                </a:cubicBezTo>
                <a:cubicBezTo>
                  <a:pt x="824468" y="1923591"/>
                  <a:pt x="815975" y="1905126"/>
                  <a:pt x="809625" y="1886076"/>
                </a:cubicBezTo>
                <a:cubicBezTo>
                  <a:pt x="806450" y="1876551"/>
                  <a:pt x="804590" y="1866481"/>
                  <a:pt x="800100" y="1857501"/>
                </a:cubicBezTo>
                <a:cubicBezTo>
                  <a:pt x="793750" y="1844801"/>
                  <a:pt x="786323" y="1832584"/>
                  <a:pt x="781050" y="1819401"/>
                </a:cubicBezTo>
                <a:cubicBezTo>
                  <a:pt x="773592" y="1800757"/>
                  <a:pt x="768350" y="1781301"/>
                  <a:pt x="762000" y="1762251"/>
                </a:cubicBezTo>
                <a:cubicBezTo>
                  <a:pt x="745261" y="1712033"/>
                  <a:pt x="763538" y="1752667"/>
                  <a:pt x="723900" y="1705101"/>
                </a:cubicBezTo>
                <a:cubicBezTo>
                  <a:pt x="716571" y="1696307"/>
                  <a:pt x="713465" y="1684064"/>
                  <a:pt x="704850" y="1676526"/>
                </a:cubicBezTo>
                <a:cubicBezTo>
                  <a:pt x="687620" y="1661449"/>
                  <a:pt x="647700" y="1638426"/>
                  <a:pt x="647700" y="1638426"/>
                </a:cubicBezTo>
                <a:cubicBezTo>
                  <a:pt x="603250" y="1571751"/>
                  <a:pt x="628650" y="1593976"/>
                  <a:pt x="581025" y="1562226"/>
                </a:cubicBezTo>
                <a:cubicBezTo>
                  <a:pt x="526430" y="1480334"/>
                  <a:pt x="599125" y="1576706"/>
                  <a:pt x="533400" y="1524126"/>
                </a:cubicBezTo>
                <a:cubicBezTo>
                  <a:pt x="524461" y="1516975"/>
                  <a:pt x="525069" y="1499571"/>
                  <a:pt x="514350" y="1495551"/>
                </a:cubicBezTo>
                <a:cubicBezTo>
                  <a:pt x="496513" y="1488862"/>
                  <a:pt x="476250" y="1495551"/>
                  <a:pt x="457200" y="1495551"/>
                </a:cubicBezTo>
                <a:lnTo>
                  <a:pt x="457200" y="1486026"/>
                </a:lnTo>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05" name="Google Shape;405;p6"/>
          <p:cNvSpPr/>
          <p:nvPr/>
        </p:nvSpPr>
        <p:spPr>
          <a:xfrm>
            <a:off x="3864840" y="4661617"/>
            <a:ext cx="302455" cy="348533"/>
          </a:xfrm>
          <a:custGeom>
            <a:avLst/>
            <a:gdLst/>
            <a:ahLst/>
            <a:cxnLst/>
            <a:rect l="l" t="t" r="r" b="b"/>
            <a:pathLst>
              <a:path w="302455" h="348533" extrusionOk="0">
                <a:moveTo>
                  <a:pt x="11835" y="15158"/>
                </a:moveTo>
                <a:lnTo>
                  <a:pt x="11835" y="15158"/>
                </a:lnTo>
                <a:cubicBezTo>
                  <a:pt x="108513" y="63497"/>
                  <a:pt x="64406" y="37506"/>
                  <a:pt x="145185" y="91358"/>
                </a:cubicBezTo>
                <a:lnTo>
                  <a:pt x="173760" y="110408"/>
                </a:lnTo>
                <a:cubicBezTo>
                  <a:pt x="216365" y="174315"/>
                  <a:pt x="166176" y="111702"/>
                  <a:pt x="221385" y="148508"/>
                </a:cubicBezTo>
                <a:cubicBezTo>
                  <a:pt x="232593" y="155980"/>
                  <a:pt x="239612" y="168459"/>
                  <a:pt x="249960" y="177083"/>
                </a:cubicBezTo>
                <a:cubicBezTo>
                  <a:pt x="258754" y="184412"/>
                  <a:pt x="269010" y="189783"/>
                  <a:pt x="278535" y="196133"/>
                </a:cubicBezTo>
                <a:cubicBezTo>
                  <a:pt x="284885" y="215183"/>
                  <a:pt x="302455" y="233802"/>
                  <a:pt x="297585" y="253283"/>
                </a:cubicBezTo>
                <a:cubicBezTo>
                  <a:pt x="294410" y="265983"/>
                  <a:pt x="295322" y="280491"/>
                  <a:pt x="288060" y="291383"/>
                </a:cubicBezTo>
                <a:cubicBezTo>
                  <a:pt x="272551" y="314646"/>
                  <a:pt x="218118" y="318961"/>
                  <a:pt x="202335" y="329483"/>
                </a:cubicBezTo>
                <a:lnTo>
                  <a:pt x="173760" y="348533"/>
                </a:lnTo>
                <a:cubicBezTo>
                  <a:pt x="150519" y="340786"/>
                  <a:pt x="135074" y="338422"/>
                  <a:pt x="116610" y="319958"/>
                </a:cubicBezTo>
                <a:cubicBezTo>
                  <a:pt x="108515" y="311863"/>
                  <a:pt x="102680" y="301622"/>
                  <a:pt x="97560" y="291383"/>
                </a:cubicBezTo>
                <a:cubicBezTo>
                  <a:pt x="93070" y="282403"/>
                  <a:pt x="92525" y="271788"/>
                  <a:pt x="88035" y="262808"/>
                </a:cubicBezTo>
                <a:cubicBezTo>
                  <a:pt x="82915" y="252569"/>
                  <a:pt x="73634" y="244694"/>
                  <a:pt x="68985" y="234233"/>
                </a:cubicBezTo>
                <a:cubicBezTo>
                  <a:pt x="60830" y="215883"/>
                  <a:pt x="58915" y="195044"/>
                  <a:pt x="49935" y="177083"/>
                </a:cubicBezTo>
                <a:cubicBezTo>
                  <a:pt x="43585" y="164383"/>
                  <a:pt x="35871" y="152278"/>
                  <a:pt x="30885" y="138983"/>
                </a:cubicBezTo>
                <a:cubicBezTo>
                  <a:pt x="24550" y="122089"/>
                  <a:pt x="15127" y="68071"/>
                  <a:pt x="11835" y="53258"/>
                </a:cubicBezTo>
                <a:cubicBezTo>
                  <a:pt x="0" y="0"/>
                  <a:pt x="11835" y="21508"/>
                  <a:pt x="11835" y="15158"/>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06" name="Google Shape;406;p6"/>
          <p:cNvSpPr/>
          <p:nvPr/>
        </p:nvSpPr>
        <p:spPr>
          <a:xfrm>
            <a:off x="3581400" y="4495800"/>
            <a:ext cx="295275" cy="525709"/>
          </a:xfrm>
          <a:custGeom>
            <a:avLst/>
            <a:gdLst/>
            <a:ahLst/>
            <a:cxnLst/>
            <a:rect l="l" t="t" r="r" b="b"/>
            <a:pathLst>
              <a:path w="279890" h="506659" extrusionOk="0">
                <a:moveTo>
                  <a:pt x="127490" y="1834"/>
                </a:moveTo>
                <a:lnTo>
                  <a:pt x="127490" y="1834"/>
                </a:lnTo>
                <a:cubicBezTo>
                  <a:pt x="129622" y="4322"/>
                  <a:pt x="192832" y="72654"/>
                  <a:pt x="203690" y="97084"/>
                </a:cubicBezTo>
                <a:cubicBezTo>
                  <a:pt x="211845" y="115434"/>
                  <a:pt x="216390" y="135184"/>
                  <a:pt x="222740" y="154234"/>
                </a:cubicBezTo>
                <a:lnTo>
                  <a:pt x="241790" y="211384"/>
                </a:lnTo>
                <a:lnTo>
                  <a:pt x="270365" y="297109"/>
                </a:lnTo>
                <a:lnTo>
                  <a:pt x="279890" y="325684"/>
                </a:lnTo>
                <a:cubicBezTo>
                  <a:pt x="276715" y="357434"/>
                  <a:pt x="275217" y="389397"/>
                  <a:pt x="270365" y="420934"/>
                </a:cubicBezTo>
                <a:cubicBezTo>
                  <a:pt x="268838" y="430857"/>
                  <a:pt x="267940" y="442409"/>
                  <a:pt x="260840" y="449509"/>
                </a:cubicBezTo>
                <a:cubicBezTo>
                  <a:pt x="244651" y="465698"/>
                  <a:pt x="225410" y="480369"/>
                  <a:pt x="203690" y="487609"/>
                </a:cubicBezTo>
                <a:lnTo>
                  <a:pt x="146540" y="506659"/>
                </a:lnTo>
                <a:cubicBezTo>
                  <a:pt x="127490" y="503484"/>
                  <a:pt x="107038" y="504978"/>
                  <a:pt x="89390" y="497134"/>
                </a:cubicBezTo>
                <a:cubicBezTo>
                  <a:pt x="54567" y="481657"/>
                  <a:pt x="64440" y="466284"/>
                  <a:pt x="51290" y="439984"/>
                </a:cubicBezTo>
                <a:cubicBezTo>
                  <a:pt x="46170" y="429745"/>
                  <a:pt x="38590" y="420934"/>
                  <a:pt x="32240" y="411409"/>
                </a:cubicBezTo>
                <a:cubicBezTo>
                  <a:pt x="0" y="282450"/>
                  <a:pt x="6466" y="339693"/>
                  <a:pt x="22715" y="144709"/>
                </a:cubicBezTo>
                <a:cubicBezTo>
                  <a:pt x="23325" y="137385"/>
                  <a:pt x="36805" y="87954"/>
                  <a:pt x="41765" y="78034"/>
                </a:cubicBezTo>
                <a:cubicBezTo>
                  <a:pt x="46885" y="67795"/>
                  <a:pt x="55695" y="59698"/>
                  <a:pt x="60815" y="49459"/>
                </a:cubicBezTo>
                <a:cubicBezTo>
                  <a:pt x="85545" y="0"/>
                  <a:pt x="116378" y="9772"/>
                  <a:pt x="127490" y="1834"/>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07" name="Google Shape;407;p6"/>
          <p:cNvSpPr/>
          <p:nvPr/>
        </p:nvSpPr>
        <p:spPr>
          <a:xfrm>
            <a:off x="2409825" y="4029018"/>
            <a:ext cx="950347" cy="904932"/>
          </a:xfrm>
          <a:custGeom>
            <a:avLst/>
            <a:gdLst/>
            <a:ahLst/>
            <a:cxnLst/>
            <a:rect l="l" t="t" r="r" b="b"/>
            <a:pathLst>
              <a:path w="950347" h="904932" extrusionOk="0">
                <a:moveTo>
                  <a:pt x="0" y="247707"/>
                </a:moveTo>
                <a:lnTo>
                  <a:pt x="0" y="247707"/>
                </a:lnTo>
                <a:cubicBezTo>
                  <a:pt x="25400" y="235007"/>
                  <a:pt x="50098" y="220794"/>
                  <a:pt x="76200" y="209607"/>
                </a:cubicBezTo>
                <a:cubicBezTo>
                  <a:pt x="94657" y="201697"/>
                  <a:pt x="114300" y="196907"/>
                  <a:pt x="133350" y="190557"/>
                </a:cubicBezTo>
                <a:lnTo>
                  <a:pt x="219075" y="161982"/>
                </a:lnTo>
                <a:cubicBezTo>
                  <a:pt x="228600" y="158807"/>
                  <a:pt x="237910" y="154892"/>
                  <a:pt x="247650" y="152457"/>
                </a:cubicBezTo>
                <a:cubicBezTo>
                  <a:pt x="259857" y="149405"/>
                  <a:pt x="300660" y="140239"/>
                  <a:pt x="314325" y="133407"/>
                </a:cubicBezTo>
                <a:cubicBezTo>
                  <a:pt x="324564" y="128287"/>
                  <a:pt x="333375" y="120707"/>
                  <a:pt x="342900" y="114357"/>
                </a:cubicBezTo>
                <a:cubicBezTo>
                  <a:pt x="397495" y="32465"/>
                  <a:pt x="324800" y="128837"/>
                  <a:pt x="390525" y="76257"/>
                </a:cubicBezTo>
                <a:cubicBezTo>
                  <a:pt x="399464" y="69106"/>
                  <a:pt x="400960" y="55220"/>
                  <a:pt x="409575" y="47682"/>
                </a:cubicBezTo>
                <a:cubicBezTo>
                  <a:pt x="449885" y="12411"/>
                  <a:pt x="456053" y="13139"/>
                  <a:pt x="495300" y="57"/>
                </a:cubicBezTo>
                <a:cubicBezTo>
                  <a:pt x="514350" y="3232"/>
                  <a:pt x="535682" y="0"/>
                  <a:pt x="552450" y="9582"/>
                </a:cubicBezTo>
                <a:cubicBezTo>
                  <a:pt x="561167" y="14563"/>
                  <a:pt x="561975" y="28117"/>
                  <a:pt x="561975" y="38157"/>
                </a:cubicBezTo>
                <a:cubicBezTo>
                  <a:pt x="561975" y="60608"/>
                  <a:pt x="555625" y="82607"/>
                  <a:pt x="552450" y="104832"/>
                </a:cubicBezTo>
                <a:cubicBezTo>
                  <a:pt x="555625" y="127057"/>
                  <a:pt x="551935" y="151427"/>
                  <a:pt x="561975" y="171507"/>
                </a:cubicBezTo>
                <a:cubicBezTo>
                  <a:pt x="566465" y="180487"/>
                  <a:pt x="580705" y="179063"/>
                  <a:pt x="590550" y="181032"/>
                </a:cubicBezTo>
                <a:cubicBezTo>
                  <a:pt x="612565" y="185435"/>
                  <a:pt x="635000" y="187382"/>
                  <a:pt x="657225" y="190557"/>
                </a:cubicBezTo>
                <a:cubicBezTo>
                  <a:pt x="654050" y="219132"/>
                  <a:pt x="652427" y="247922"/>
                  <a:pt x="647700" y="276282"/>
                </a:cubicBezTo>
                <a:cubicBezTo>
                  <a:pt x="646049" y="286186"/>
                  <a:pt x="638175" y="294817"/>
                  <a:pt x="638175" y="304857"/>
                </a:cubicBezTo>
                <a:cubicBezTo>
                  <a:pt x="638175" y="327140"/>
                  <a:pt x="654334" y="347419"/>
                  <a:pt x="676275" y="352482"/>
                </a:cubicBezTo>
                <a:cubicBezTo>
                  <a:pt x="707366" y="359657"/>
                  <a:pt x="739775" y="358832"/>
                  <a:pt x="771525" y="362007"/>
                </a:cubicBezTo>
                <a:cubicBezTo>
                  <a:pt x="774700" y="371532"/>
                  <a:pt x="779523" y="380659"/>
                  <a:pt x="781050" y="390582"/>
                </a:cubicBezTo>
                <a:cubicBezTo>
                  <a:pt x="785902" y="422119"/>
                  <a:pt x="770369" y="461136"/>
                  <a:pt x="790575" y="485832"/>
                </a:cubicBezTo>
                <a:cubicBezTo>
                  <a:pt x="806784" y="505644"/>
                  <a:pt x="841375" y="492182"/>
                  <a:pt x="866775" y="495357"/>
                </a:cubicBezTo>
                <a:cubicBezTo>
                  <a:pt x="876300" y="501707"/>
                  <a:pt x="892205" y="503400"/>
                  <a:pt x="895350" y="514407"/>
                </a:cubicBezTo>
                <a:cubicBezTo>
                  <a:pt x="950347" y="706898"/>
                  <a:pt x="870337" y="576900"/>
                  <a:pt x="923925" y="657282"/>
                </a:cubicBezTo>
                <a:cubicBezTo>
                  <a:pt x="920525" y="670884"/>
                  <a:pt x="901674" y="750424"/>
                  <a:pt x="895350" y="752532"/>
                </a:cubicBezTo>
                <a:cubicBezTo>
                  <a:pt x="791137" y="787270"/>
                  <a:pt x="948987" y="731868"/>
                  <a:pt x="838200" y="781107"/>
                </a:cubicBezTo>
                <a:cubicBezTo>
                  <a:pt x="719894" y="833687"/>
                  <a:pt x="842721" y="759043"/>
                  <a:pt x="723900" y="838257"/>
                </a:cubicBezTo>
                <a:cubicBezTo>
                  <a:pt x="642008" y="892852"/>
                  <a:pt x="745620" y="827397"/>
                  <a:pt x="666750" y="866832"/>
                </a:cubicBezTo>
                <a:cubicBezTo>
                  <a:pt x="656511" y="871952"/>
                  <a:pt x="648636" y="881233"/>
                  <a:pt x="638175" y="885882"/>
                </a:cubicBezTo>
                <a:cubicBezTo>
                  <a:pt x="619825" y="894037"/>
                  <a:pt x="581025" y="904932"/>
                  <a:pt x="581025" y="904932"/>
                </a:cubicBezTo>
                <a:cubicBezTo>
                  <a:pt x="574675" y="895407"/>
                  <a:pt x="570070" y="884452"/>
                  <a:pt x="561975" y="876357"/>
                </a:cubicBezTo>
                <a:cubicBezTo>
                  <a:pt x="540049" y="854431"/>
                  <a:pt x="524447" y="855069"/>
                  <a:pt x="495300" y="847782"/>
                </a:cubicBezTo>
                <a:cubicBezTo>
                  <a:pt x="467203" y="829051"/>
                  <a:pt x="461069" y="827659"/>
                  <a:pt x="438150" y="800157"/>
                </a:cubicBezTo>
                <a:cubicBezTo>
                  <a:pt x="398463" y="752532"/>
                  <a:pt x="442913" y="787457"/>
                  <a:pt x="390525" y="752532"/>
                </a:cubicBezTo>
                <a:cubicBezTo>
                  <a:pt x="369743" y="690187"/>
                  <a:pt x="398607" y="751377"/>
                  <a:pt x="352425" y="714432"/>
                </a:cubicBezTo>
                <a:cubicBezTo>
                  <a:pt x="343486" y="707281"/>
                  <a:pt x="341470" y="693952"/>
                  <a:pt x="333375" y="685857"/>
                </a:cubicBezTo>
                <a:cubicBezTo>
                  <a:pt x="325280" y="677762"/>
                  <a:pt x="314325" y="673157"/>
                  <a:pt x="304800" y="666807"/>
                </a:cubicBezTo>
                <a:cubicBezTo>
                  <a:pt x="292100" y="647757"/>
                  <a:pt x="273940" y="631377"/>
                  <a:pt x="266700" y="609657"/>
                </a:cubicBezTo>
                <a:cubicBezTo>
                  <a:pt x="263525" y="600132"/>
                  <a:pt x="262051" y="589859"/>
                  <a:pt x="257175" y="581082"/>
                </a:cubicBezTo>
                <a:cubicBezTo>
                  <a:pt x="246056" y="561068"/>
                  <a:pt x="226315" y="545652"/>
                  <a:pt x="219075" y="523932"/>
                </a:cubicBezTo>
                <a:cubicBezTo>
                  <a:pt x="211328" y="500691"/>
                  <a:pt x="208964" y="485246"/>
                  <a:pt x="190500" y="466782"/>
                </a:cubicBezTo>
                <a:cubicBezTo>
                  <a:pt x="182405" y="458687"/>
                  <a:pt x="170719" y="455061"/>
                  <a:pt x="161925" y="447732"/>
                </a:cubicBezTo>
                <a:cubicBezTo>
                  <a:pt x="139166" y="428766"/>
                  <a:pt x="103419" y="386515"/>
                  <a:pt x="95250" y="362007"/>
                </a:cubicBezTo>
                <a:cubicBezTo>
                  <a:pt x="78485" y="311712"/>
                  <a:pt x="91294" y="341786"/>
                  <a:pt x="47625" y="276282"/>
                </a:cubicBezTo>
                <a:cubicBezTo>
                  <a:pt x="26084" y="243971"/>
                  <a:pt x="7938" y="252470"/>
                  <a:pt x="0" y="247707"/>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08" name="Google Shape;408;p6"/>
          <p:cNvSpPr/>
          <p:nvPr/>
        </p:nvSpPr>
        <p:spPr>
          <a:xfrm rot="381998">
            <a:off x="2100412" y="3417629"/>
            <a:ext cx="779373" cy="819109"/>
          </a:xfrm>
          <a:custGeom>
            <a:avLst/>
            <a:gdLst/>
            <a:ahLst/>
            <a:cxnLst/>
            <a:rect l="l" t="t" r="r" b="b"/>
            <a:pathLst>
              <a:path w="682054" h="767259" extrusionOk="0">
                <a:moveTo>
                  <a:pt x="0" y="0"/>
                </a:moveTo>
                <a:lnTo>
                  <a:pt x="0" y="0"/>
                </a:lnTo>
                <a:cubicBezTo>
                  <a:pt x="9525" y="25400"/>
                  <a:pt x="19997" y="50465"/>
                  <a:pt x="28575" y="76200"/>
                </a:cubicBezTo>
                <a:cubicBezTo>
                  <a:pt x="32715" y="88619"/>
                  <a:pt x="33503" y="102043"/>
                  <a:pt x="38100" y="114300"/>
                </a:cubicBezTo>
                <a:cubicBezTo>
                  <a:pt x="51175" y="149166"/>
                  <a:pt x="63249" y="160531"/>
                  <a:pt x="85725" y="190500"/>
                </a:cubicBezTo>
                <a:cubicBezTo>
                  <a:pt x="103138" y="242738"/>
                  <a:pt x="86335" y="199219"/>
                  <a:pt x="123825" y="266700"/>
                </a:cubicBezTo>
                <a:cubicBezTo>
                  <a:pt x="130721" y="279112"/>
                  <a:pt x="135350" y="292759"/>
                  <a:pt x="142875" y="304800"/>
                </a:cubicBezTo>
                <a:cubicBezTo>
                  <a:pt x="151289" y="318262"/>
                  <a:pt x="162223" y="329982"/>
                  <a:pt x="171450" y="342900"/>
                </a:cubicBezTo>
                <a:cubicBezTo>
                  <a:pt x="178104" y="352215"/>
                  <a:pt x="184150" y="361950"/>
                  <a:pt x="190500" y="371475"/>
                </a:cubicBezTo>
                <a:cubicBezTo>
                  <a:pt x="199856" y="408899"/>
                  <a:pt x="203615" y="428076"/>
                  <a:pt x="219075" y="466725"/>
                </a:cubicBezTo>
                <a:cubicBezTo>
                  <a:pt x="225425" y="482600"/>
                  <a:pt x="233212" y="497973"/>
                  <a:pt x="238125" y="514350"/>
                </a:cubicBezTo>
                <a:cubicBezTo>
                  <a:pt x="242777" y="529857"/>
                  <a:pt x="242530" y="546616"/>
                  <a:pt x="247650" y="561975"/>
                </a:cubicBezTo>
                <a:cubicBezTo>
                  <a:pt x="251385" y="573181"/>
                  <a:pt x="275298" y="618198"/>
                  <a:pt x="285750" y="628650"/>
                </a:cubicBezTo>
                <a:cubicBezTo>
                  <a:pt x="293845" y="636745"/>
                  <a:pt x="304800" y="641350"/>
                  <a:pt x="314325" y="647700"/>
                </a:cubicBezTo>
                <a:cubicBezTo>
                  <a:pt x="317500" y="657225"/>
                  <a:pt x="322054" y="666397"/>
                  <a:pt x="323850" y="676275"/>
                </a:cubicBezTo>
                <a:cubicBezTo>
                  <a:pt x="328429" y="701460"/>
                  <a:pt x="314111" y="735619"/>
                  <a:pt x="333375" y="752475"/>
                </a:cubicBezTo>
                <a:cubicBezTo>
                  <a:pt x="350271" y="767259"/>
                  <a:pt x="377825" y="746125"/>
                  <a:pt x="400050" y="742950"/>
                </a:cubicBezTo>
                <a:cubicBezTo>
                  <a:pt x="409575" y="736600"/>
                  <a:pt x="418386" y="729020"/>
                  <a:pt x="428625" y="723900"/>
                </a:cubicBezTo>
                <a:cubicBezTo>
                  <a:pt x="437605" y="719410"/>
                  <a:pt x="448423" y="719251"/>
                  <a:pt x="457200" y="714375"/>
                </a:cubicBezTo>
                <a:cubicBezTo>
                  <a:pt x="555456" y="659788"/>
                  <a:pt x="478267" y="688303"/>
                  <a:pt x="542925" y="666750"/>
                </a:cubicBezTo>
                <a:cubicBezTo>
                  <a:pt x="552450" y="657225"/>
                  <a:pt x="564958" y="649950"/>
                  <a:pt x="571500" y="638175"/>
                </a:cubicBezTo>
                <a:cubicBezTo>
                  <a:pt x="581252" y="620622"/>
                  <a:pt x="576351" y="595224"/>
                  <a:pt x="590550" y="581025"/>
                </a:cubicBezTo>
                <a:cubicBezTo>
                  <a:pt x="600075" y="571500"/>
                  <a:pt x="610501" y="562798"/>
                  <a:pt x="619125" y="552450"/>
                </a:cubicBezTo>
                <a:cubicBezTo>
                  <a:pt x="626454" y="543656"/>
                  <a:pt x="630080" y="531970"/>
                  <a:pt x="638175" y="523875"/>
                </a:cubicBezTo>
                <a:cubicBezTo>
                  <a:pt x="646270" y="515780"/>
                  <a:pt x="657225" y="511175"/>
                  <a:pt x="666750" y="504825"/>
                </a:cubicBezTo>
                <a:cubicBezTo>
                  <a:pt x="682054" y="458912"/>
                  <a:pt x="679382" y="491990"/>
                  <a:pt x="657225" y="447675"/>
                </a:cubicBezTo>
                <a:cubicBezTo>
                  <a:pt x="652735" y="438695"/>
                  <a:pt x="656054" y="424669"/>
                  <a:pt x="647700" y="419100"/>
                </a:cubicBezTo>
                <a:cubicBezTo>
                  <a:pt x="634230" y="410120"/>
                  <a:pt x="615950" y="412750"/>
                  <a:pt x="600075" y="409575"/>
                </a:cubicBezTo>
                <a:cubicBezTo>
                  <a:pt x="600549" y="407203"/>
                  <a:pt x="611315" y="343138"/>
                  <a:pt x="619125" y="333375"/>
                </a:cubicBezTo>
                <a:cubicBezTo>
                  <a:pt x="626276" y="324436"/>
                  <a:pt x="638175" y="320675"/>
                  <a:pt x="647700" y="314325"/>
                </a:cubicBezTo>
                <a:cubicBezTo>
                  <a:pt x="579690" y="291655"/>
                  <a:pt x="607258" y="306414"/>
                  <a:pt x="561975" y="276225"/>
                </a:cubicBezTo>
                <a:cubicBezTo>
                  <a:pt x="558800" y="266700"/>
                  <a:pt x="552450" y="257690"/>
                  <a:pt x="552450" y="247650"/>
                </a:cubicBezTo>
                <a:cubicBezTo>
                  <a:pt x="552450" y="209418"/>
                  <a:pt x="561975" y="171582"/>
                  <a:pt x="561975" y="133350"/>
                </a:cubicBezTo>
                <a:cubicBezTo>
                  <a:pt x="561975" y="123310"/>
                  <a:pt x="558722" y="112615"/>
                  <a:pt x="552450" y="104775"/>
                </a:cubicBezTo>
                <a:cubicBezTo>
                  <a:pt x="539021" y="87989"/>
                  <a:pt x="514124" y="82475"/>
                  <a:pt x="495300" y="76200"/>
                </a:cubicBezTo>
                <a:cubicBezTo>
                  <a:pt x="492125" y="66675"/>
                  <a:pt x="485775" y="57665"/>
                  <a:pt x="485775" y="47625"/>
                </a:cubicBezTo>
                <a:cubicBezTo>
                  <a:pt x="485775" y="5292"/>
                  <a:pt x="517525" y="26458"/>
                  <a:pt x="466725" y="9525"/>
                </a:cubicBezTo>
                <a:lnTo>
                  <a:pt x="390525" y="28575"/>
                </a:lnTo>
                <a:cubicBezTo>
                  <a:pt x="377825" y="31750"/>
                  <a:pt x="364844" y="33960"/>
                  <a:pt x="352425" y="38100"/>
                </a:cubicBezTo>
                <a:lnTo>
                  <a:pt x="323850" y="47625"/>
                </a:lnTo>
                <a:cubicBezTo>
                  <a:pt x="269875" y="44450"/>
                  <a:pt x="215750" y="43226"/>
                  <a:pt x="161925" y="38100"/>
                </a:cubicBezTo>
                <a:cubicBezTo>
                  <a:pt x="148893" y="36859"/>
                  <a:pt x="136662" y="31142"/>
                  <a:pt x="123825" y="28575"/>
                </a:cubicBezTo>
                <a:cubicBezTo>
                  <a:pt x="104887" y="24787"/>
                  <a:pt x="85411" y="23734"/>
                  <a:pt x="66675" y="19050"/>
                </a:cubicBezTo>
                <a:cubicBezTo>
                  <a:pt x="24085" y="8402"/>
                  <a:pt x="11113" y="3175"/>
                  <a:pt x="0" y="0"/>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09" name="Google Shape;409;p6"/>
          <p:cNvSpPr/>
          <p:nvPr/>
        </p:nvSpPr>
        <p:spPr>
          <a:xfrm>
            <a:off x="3019424" y="3048001"/>
            <a:ext cx="866776" cy="1757584"/>
          </a:xfrm>
          <a:custGeom>
            <a:avLst/>
            <a:gdLst/>
            <a:ahLst/>
            <a:cxnLst/>
            <a:rect l="l" t="t" r="r" b="b"/>
            <a:pathLst>
              <a:path w="781050" h="1538509" extrusionOk="0">
                <a:moveTo>
                  <a:pt x="9525" y="723900"/>
                </a:moveTo>
                <a:lnTo>
                  <a:pt x="9525" y="723900"/>
                </a:lnTo>
                <a:cubicBezTo>
                  <a:pt x="15875" y="752475"/>
                  <a:pt x="28575" y="780353"/>
                  <a:pt x="28575" y="809625"/>
                </a:cubicBezTo>
                <a:cubicBezTo>
                  <a:pt x="28575" y="821073"/>
                  <a:pt x="14645" y="827961"/>
                  <a:pt x="9525" y="838200"/>
                </a:cubicBezTo>
                <a:cubicBezTo>
                  <a:pt x="5035" y="847180"/>
                  <a:pt x="3175" y="857250"/>
                  <a:pt x="0" y="866775"/>
                </a:cubicBezTo>
                <a:cubicBezTo>
                  <a:pt x="9525" y="873125"/>
                  <a:pt x="18114" y="881176"/>
                  <a:pt x="28575" y="885825"/>
                </a:cubicBezTo>
                <a:cubicBezTo>
                  <a:pt x="46925" y="893980"/>
                  <a:pt x="85725" y="904875"/>
                  <a:pt x="85725" y="904875"/>
                </a:cubicBezTo>
                <a:cubicBezTo>
                  <a:pt x="94972" y="1025090"/>
                  <a:pt x="56232" y="1018913"/>
                  <a:pt x="123825" y="1038225"/>
                </a:cubicBezTo>
                <a:cubicBezTo>
                  <a:pt x="136412" y="1041821"/>
                  <a:pt x="149225" y="1044575"/>
                  <a:pt x="161925" y="1047750"/>
                </a:cubicBezTo>
                <a:cubicBezTo>
                  <a:pt x="257247" y="1190733"/>
                  <a:pt x="142665" y="999496"/>
                  <a:pt x="209550" y="1200150"/>
                </a:cubicBezTo>
                <a:cubicBezTo>
                  <a:pt x="217428" y="1223785"/>
                  <a:pt x="288859" y="1227656"/>
                  <a:pt x="295275" y="1228725"/>
                </a:cubicBezTo>
                <a:cubicBezTo>
                  <a:pt x="298450" y="1238250"/>
                  <a:pt x="297700" y="1250200"/>
                  <a:pt x="304800" y="1257300"/>
                </a:cubicBezTo>
                <a:cubicBezTo>
                  <a:pt x="311900" y="1264400"/>
                  <a:pt x="327539" y="1258655"/>
                  <a:pt x="333375" y="1266825"/>
                </a:cubicBezTo>
                <a:cubicBezTo>
                  <a:pt x="345047" y="1283165"/>
                  <a:pt x="346075" y="1304925"/>
                  <a:pt x="352425" y="1323975"/>
                </a:cubicBezTo>
                <a:lnTo>
                  <a:pt x="361950" y="1352550"/>
                </a:lnTo>
                <a:cubicBezTo>
                  <a:pt x="365125" y="1393825"/>
                  <a:pt x="360809" y="1436376"/>
                  <a:pt x="371475" y="1476375"/>
                </a:cubicBezTo>
                <a:cubicBezTo>
                  <a:pt x="374425" y="1487436"/>
                  <a:pt x="391955" y="1487330"/>
                  <a:pt x="400050" y="1495425"/>
                </a:cubicBezTo>
                <a:cubicBezTo>
                  <a:pt x="443134" y="1538509"/>
                  <a:pt x="392045" y="1514982"/>
                  <a:pt x="447675" y="1533525"/>
                </a:cubicBezTo>
                <a:cubicBezTo>
                  <a:pt x="463550" y="1530350"/>
                  <a:pt x="483852" y="1535448"/>
                  <a:pt x="495300" y="1524000"/>
                </a:cubicBezTo>
                <a:cubicBezTo>
                  <a:pt x="509499" y="1509801"/>
                  <a:pt x="514350" y="1466850"/>
                  <a:pt x="514350" y="1466850"/>
                </a:cubicBezTo>
                <a:cubicBezTo>
                  <a:pt x="517525" y="1441450"/>
                  <a:pt x="519296" y="1415835"/>
                  <a:pt x="523875" y="1390650"/>
                </a:cubicBezTo>
                <a:cubicBezTo>
                  <a:pt x="525671" y="1380772"/>
                  <a:pt x="530642" y="1371729"/>
                  <a:pt x="533400" y="1362075"/>
                </a:cubicBezTo>
                <a:cubicBezTo>
                  <a:pt x="536996" y="1349488"/>
                  <a:pt x="539750" y="1336675"/>
                  <a:pt x="542925" y="1323975"/>
                </a:cubicBezTo>
                <a:cubicBezTo>
                  <a:pt x="546100" y="1206500"/>
                  <a:pt x="546724" y="1088928"/>
                  <a:pt x="552450" y="971550"/>
                </a:cubicBezTo>
                <a:cubicBezTo>
                  <a:pt x="553151" y="957188"/>
                  <a:pt x="578842" y="879575"/>
                  <a:pt x="581025" y="876300"/>
                </a:cubicBezTo>
                <a:cubicBezTo>
                  <a:pt x="618274" y="820427"/>
                  <a:pt x="622401" y="825096"/>
                  <a:pt x="638175" y="762000"/>
                </a:cubicBezTo>
                <a:lnTo>
                  <a:pt x="657225" y="685800"/>
                </a:lnTo>
                <a:cubicBezTo>
                  <a:pt x="660400" y="555625"/>
                  <a:pt x="658455" y="425224"/>
                  <a:pt x="666750" y="295275"/>
                </a:cubicBezTo>
                <a:cubicBezTo>
                  <a:pt x="668029" y="275235"/>
                  <a:pt x="671601" y="252324"/>
                  <a:pt x="685800" y="238125"/>
                </a:cubicBezTo>
                <a:cubicBezTo>
                  <a:pt x="711812" y="212113"/>
                  <a:pt x="749984" y="178922"/>
                  <a:pt x="762000" y="142875"/>
                </a:cubicBezTo>
                <a:lnTo>
                  <a:pt x="781050" y="85725"/>
                </a:lnTo>
                <a:cubicBezTo>
                  <a:pt x="777875" y="66675"/>
                  <a:pt x="780162" y="45849"/>
                  <a:pt x="771525" y="28575"/>
                </a:cubicBezTo>
                <a:cubicBezTo>
                  <a:pt x="764139" y="13803"/>
                  <a:pt x="727899" y="4508"/>
                  <a:pt x="714375" y="0"/>
                </a:cubicBezTo>
                <a:cubicBezTo>
                  <a:pt x="698924" y="2207"/>
                  <a:pt x="632055" y="9426"/>
                  <a:pt x="609600" y="19050"/>
                </a:cubicBezTo>
                <a:cubicBezTo>
                  <a:pt x="599078" y="23559"/>
                  <a:pt x="589581" y="30495"/>
                  <a:pt x="581025" y="38100"/>
                </a:cubicBezTo>
                <a:cubicBezTo>
                  <a:pt x="560889" y="55998"/>
                  <a:pt x="523875" y="95250"/>
                  <a:pt x="523875" y="95250"/>
                </a:cubicBezTo>
                <a:cubicBezTo>
                  <a:pt x="507110" y="145545"/>
                  <a:pt x="519919" y="115471"/>
                  <a:pt x="476250" y="180975"/>
                </a:cubicBezTo>
                <a:lnTo>
                  <a:pt x="457200" y="209550"/>
                </a:lnTo>
                <a:cubicBezTo>
                  <a:pt x="449913" y="238697"/>
                  <a:pt x="450551" y="254299"/>
                  <a:pt x="428625" y="276225"/>
                </a:cubicBezTo>
                <a:cubicBezTo>
                  <a:pt x="420530" y="284320"/>
                  <a:pt x="409575" y="288925"/>
                  <a:pt x="400050" y="295275"/>
                </a:cubicBezTo>
                <a:cubicBezTo>
                  <a:pt x="353638" y="364893"/>
                  <a:pt x="415409" y="282476"/>
                  <a:pt x="342900" y="342900"/>
                </a:cubicBezTo>
                <a:cubicBezTo>
                  <a:pt x="334106" y="350229"/>
                  <a:pt x="330504" y="362160"/>
                  <a:pt x="323850" y="371475"/>
                </a:cubicBezTo>
                <a:cubicBezTo>
                  <a:pt x="252507" y="471356"/>
                  <a:pt x="335932" y="355071"/>
                  <a:pt x="266700" y="438150"/>
                </a:cubicBezTo>
                <a:cubicBezTo>
                  <a:pt x="227013" y="485775"/>
                  <a:pt x="271463" y="450850"/>
                  <a:pt x="219075" y="485775"/>
                </a:cubicBezTo>
                <a:cubicBezTo>
                  <a:pt x="207430" y="509066"/>
                  <a:pt x="197804" y="532255"/>
                  <a:pt x="180975" y="552450"/>
                </a:cubicBezTo>
                <a:cubicBezTo>
                  <a:pt x="172351" y="562798"/>
                  <a:pt x="161024" y="570677"/>
                  <a:pt x="152400" y="581025"/>
                </a:cubicBezTo>
                <a:cubicBezTo>
                  <a:pt x="145071" y="589819"/>
                  <a:pt x="140679" y="600806"/>
                  <a:pt x="133350" y="609600"/>
                </a:cubicBezTo>
                <a:cubicBezTo>
                  <a:pt x="124726" y="619948"/>
                  <a:pt x="113399" y="627827"/>
                  <a:pt x="104775" y="638175"/>
                </a:cubicBezTo>
                <a:cubicBezTo>
                  <a:pt x="97446" y="646969"/>
                  <a:pt x="93820" y="658655"/>
                  <a:pt x="85725" y="666750"/>
                </a:cubicBezTo>
                <a:cubicBezTo>
                  <a:pt x="49595" y="702880"/>
                  <a:pt x="67310" y="672084"/>
                  <a:pt x="28575" y="695325"/>
                </a:cubicBezTo>
                <a:cubicBezTo>
                  <a:pt x="20874" y="699945"/>
                  <a:pt x="12700" y="719138"/>
                  <a:pt x="9525" y="723900"/>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10" name="Google Shape;410;p6"/>
          <p:cNvSpPr/>
          <p:nvPr/>
        </p:nvSpPr>
        <p:spPr>
          <a:xfrm>
            <a:off x="2724150" y="2574092"/>
            <a:ext cx="1133475" cy="1370593"/>
          </a:xfrm>
          <a:custGeom>
            <a:avLst/>
            <a:gdLst/>
            <a:ahLst/>
            <a:cxnLst/>
            <a:rect l="l" t="t" r="r" b="b"/>
            <a:pathLst>
              <a:path w="1133475" h="1370593" extrusionOk="0">
                <a:moveTo>
                  <a:pt x="219075" y="273883"/>
                </a:moveTo>
                <a:lnTo>
                  <a:pt x="219075" y="273883"/>
                </a:lnTo>
                <a:cubicBezTo>
                  <a:pt x="215900" y="302458"/>
                  <a:pt x="214277" y="331248"/>
                  <a:pt x="209550" y="359608"/>
                </a:cubicBezTo>
                <a:cubicBezTo>
                  <a:pt x="207899" y="369512"/>
                  <a:pt x="202283" y="378400"/>
                  <a:pt x="200025" y="388183"/>
                </a:cubicBezTo>
                <a:cubicBezTo>
                  <a:pt x="192744" y="419733"/>
                  <a:pt x="191214" y="452716"/>
                  <a:pt x="180975" y="483433"/>
                </a:cubicBezTo>
                <a:cubicBezTo>
                  <a:pt x="177800" y="492958"/>
                  <a:pt x="175940" y="503028"/>
                  <a:pt x="171450" y="512008"/>
                </a:cubicBezTo>
                <a:cubicBezTo>
                  <a:pt x="166330" y="522247"/>
                  <a:pt x="157520" y="530344"/>
                  <a:pt x="152400" y="540583"/>
                </a:cubicBezTo>
                <a:cubicBezTo>
                  <a:pt x="147910" y="549563"/>
                  <a:pt x="147365" y="560178"/>
                  <a:pt x="142875" y="569158"/>
                </a:cubicBezTo>
                <a:cubicBezTo>
                  <a:pt x="137755" y="579397"/>
                  <a:pt x="128945" y="587494"/>
                  <a:pt x="123825" y="597733"/>
                </a:cubicBezTo>
                <a:cubicBezTo>
                  <a:pt x="119335" y="606713"/>
                  <a:pt x="118790" y="617328"/>
                  <a:pt x="114300" y="626308"/>
                </a:cubicBezTo>
                <a:cubicBezTo>
                  <a:pt x="109180" y="636547"/>
                  <a:pt x="99899" y="644422"/>
                  <a:pt x="95250" y="654883"/>
                </a:cubicBezTo>
                <a:cubicBezTo>
                  <a:pt x="87095" y="673233"/>
                  <a:pt x="90399" y="697834"/>
                  <a:pt x="76200" y="712033"/>
                </a:cubicBezTo>
                <a:lnTo>
                  <a:pt x="47625" y="740608"/>
                </a:lnTo>
                <a:cubicBezTo>
                  <a:pt x="44450" y="750133"/>
                  <a:pt x="42976" y="760406"/>
                  <a:pt x="38100" y="769183"/>
                </a:cubicBezTo>
                <a:cubicBezTo>
                  <a:pt x="26981" y="789197"/>
                  <a:pt x="0" y="826333"/>
                  <a:pt x="0" y="826333"/>
                </a:cubicBezTo>
                <a:cubicBezTo>
                  <a:pt x="3175" y="835858"/>
                  <a:pt x="3253" y="847068"/>
                  <a:pt x="9525" y="854908"/>
                </a:cubicBezTo>
                <a:cubicBezTo>
                  <a:pt x="16676" y="863847"/>
                  <a:pt x="35855" y="862733"/>
                  <a:pt x="38100" y="873958"/>
                </a:cubicBezTo>
                <a:cubicBezTo>
                  <a:pt x="49325" y="930085"/>
                  <a:pt x="43061" y="988352"/>
                  <a:pt x="47625" y="1045408"/>
                </a:cubicBezTo>
                <a:cubicBezTo>
                  <a:pt x="49415" y="1067787"/>
                  <a:pt x="47110" y="1092003"/>
                  <a:pt x="57150" y="1112083"/>
                </a:cubicBezTo>
                <a:cubicBezTo>
                  <a:pt x="61640" y="1121063"/>
                  <a:pt x="76071" y="1118850"/>
                  <a:pt x="85725" y="1121608"/>
                </a:cubicBezTo>
                <a:cubicBezTo>
                  <a:pt x="98312" y="1125204"/>
                  <a:pt x="111125" y="1127958"/>
                  <a:pt x="123825" y="1131133"/>
                </a:cubicBezTo>
                <a:cubicBezTo>
                  <a:pt x="127000" y="1140658"/>
                  <a:pt x="133350" y="1149668"/>
                  <a:pt x="133350" y="1159708"/>
                </a:cubicBezTo>
                <a:cubicBezTo>
                  <a:pt x="133350" y="1223208"/>
                  <a:pt x="107950" y="1248608"/>
                  <a:pt x="133350" y="1312108"/>
                </a:cubicBezTo>
                <a:cubicBezTo>
                  <a:pt x="137602" y="1322737"/>
                  <a:pt x="151686" y="1326038"/>
                  <a:pt x="161925" y="1331158"/>
                </a:cubicBezTo>
                <a:cubicBezTo>
                  <a:pt x="240795" y="1370593"/>
                  <a:pt x="137183" y="1305138"/>
                  <a:pt x="219075" y="1359733"/>
                </a:cubicBezTo>
                <a:cubicBezTo>
                  <a:pt x="231775" y="1340683"/>
                  <a:pt x="249935" y="1324303"/>
                  <a:pt x="257175" y="1302583"/>
                </a:cubicBezTo>
                <a:cubicBezTo>
                  <a:pt x="263525" y="1283533"/>
                  <a:pt x="265086" y="1262141"/>
                  <a:pt x="276225" y="1245433"/>
                </a:cubicBezTo>
                <a:cubicBezTo>
                  <a:pt x="288925" y="1226383"/>
                  <a:pt x="307085" y="1210003"/>
                  <a:pt x="314325" y="1188283"/>
                </a:cubicBezTo>
                <a:cubicBezTo>
                  <a:pt x="324251" y="1158506"/>
                  <a:pt x="333877" y="1121273"/>
                  <a:pt x="361950" y="1102558"/>
                </a:cubicBezTo>
                <a:lnTo>
                  <a:pt x="390525" y="1083508"/>
                </a:lnTo>
                <a:cubicBezTo>
                  <a:pt x="396875" y="1073983"/>
                  <a:pt x="401480" y="1063028"/>
                  <a:pt x="409575" y="1054933"/>
                </a:cubicBezTo>
                <a:cubicBezTo>
                  <a:pt x="473555" y="990953"/>
                  <a:pt x="404652" y="1119468"/>
                  <a:pt x="504825" y="969208"/>
                </a:cubicBezTo>
                <a:cubicBezTo>
                  <a:pt x="517525" y="950158"/>
                  <a:pt x="526736" y="928247"/>
                  <a:pt x="542925" y="912058"/>
                </a:cubicBezTo>
                <a:cubicBezTo>
                  <a:pt x="565150" y="889833"/>
                  <a:pt x="592165" y="871535"/>
                  <a:pt x="609600" y="845383"/>
                </a:cubicBezTo>
                <a:cubicBezTo>
                  <a:pt x="626783" y="819608"/>
                  <a:pt x="635615" y="808920"/>
                  <a:pt x="647700" y="778708"/>
                </a:cubicBezTo>
                <a:cubicBezTo>
                  <a:pt x="655158" y="760064"/>
                  <a:pt x="655611" y="738266"/>
                  <a:pt x="666750" y="721558"/>
                </a:cubicBezTo>
                <a:cubicBezTo>
                  <a:pt x="679450" y="702508"/>
                  <a:pt x="697610" y="686128"/>
                  <a:pt x="704850" y="664408"/>
                </a:cubicBezTo>
                <a:cubicBezTo>
                  <a:pt x="708025" y="654883"/>
                  <a:pt x="709885" y="644813"/>
                  <a:pt x="714375" y="635833"/>
                </a:cubicBezTo>
                <a:cubicBezTo>
                  <a:pt x="719495" y="625594"/>
                  <a:pt x="723717" y="613325"/>
                  <a:pt x="733425" y="607258"/>
                </a:cubicBezTo>
                <a:cubicBezTo>
                  <a:pt x="750453" y="596615"/>
                  <a:pt x="790575" y="588208"/>
                  <a:pt x="790575" y="588208"/>
                </a:cubicBezTo>
                <a:cubicBezTo>
                  <a:pt x="808520" y="570263"/>
                  <a:pt x="823855" y="551192"/>
                  <a:pt x="847725" y="540583"/>
                </a:cubicBezTo>
                <a:cubicBezTo>
                  <a:pt x="866075" y="532428"/>
                  <a:pt x="888167" y="532672"/>
                  <a:pt x="904875" y="521533"/>
                </a:cubicBezTo>
                <a:cubicBezTo>
                  <a:pt x="914400" y="515183"/>
                  <a:pt x="922989" y="507132"/>
                  <a:pt x="933450" y="502483"/>
                </a:cubicBezTo>
                <a:cubicBezTo>
                  <a:pt x="963265" y="489232"/>
                  <a:pt x="997035" y="481824"/>
                  <a:pt x="1028700" y="473908"/>
                </a:cubicBezTo>
                <a:cubicBezTo>
                  <a:pt x="1076325" y="442158"/>
                  <a:pt x="1050925" y="464383"/>
                  <a:pt x="1095375" y="397708"/>
                </a:cubicBezTo>
                <a:cubicBezTo>
                  <a:pt x="1101725" y="388183"/>
                  <a:pt x="1110805" y="379993"/>
                  <a:pt x="1114425" y="369133"/>
                </a:cubicBezTo>
                <a:lnTo>
                  <a:pt x="1133475" y="311983"/>
                </a:lnTo>
                <a:cubicBezTo>
                  <a:pt x="1125728" y="288742"/>
                  <a:pt x="1123364" y="273297"/>
                  <a:pt x="1104900" y="254833"/>
                </a:cubicBezTo>
                <a:cubicBezTo>
                  <a:pt x="1096805" y="246738"/>
                  <a:pt x="1085850" y="242133"/>
                  <a:pt x="1076325" y="235783"/>
                </a:cubicBezTo>
                <a:cubicBezTo>
                  <a:pt x="1050925" y="238958"/>
                  <a:pt x="1025310" y="240729"/>
                  <a:pt x="1000125" y="245308"/>
                </a:cubicBezTo>
                <a:cubicBezTo>
                  <a:pt x="990247" y="247104"/>
                  <a:pt x="981290" y="252398"/>
                  <a:pt x="971550" y="254833"/>
                </a:cubicBezTo>
                <a:cubicBezTo>
                  <a:pt x="955844" y="258760"/>
                  <a:pt x="939800" y="261183"/>
                  <a:pt x="923925" y="264358"/>
                </a:cubicBezTo>
                <a:cubicBezTo>
                  <a:pt x="885825" y="261183"/>
                  <a:pt x="847115" y="262331"/>
                  <a:pt x="809625" y="254833"/>
                </a:cubicBezTo>
                <a:cubicBezTo>
                  <a:pt x="798400" y="252588"/>
                  <a:pt x="791289" y="240903"/>
                  <a:pt x="781050" y="235783"/>
                </a:cubicBezTo>
                <a:cubicBezTo>
                  <a:pt x="772070" y="231293"/>
                  <a:pt x="762000" y="229433"/>
                  <a:pt x="752475" y="226258"/>
                </a:cubicBezTo>
                <a:cubicBezTo>
                  <a:pt x="689059" y="162842"/>
                  <a:pt x="757356" y="222620"/>
                  <a:pt x="695325" y="188158"/>
                </a:cubicBezTo>
                <a:cubicBezTo>
                  <a:pt x="675311" y="177039"/>
                  <a:pt x="638175" y="150058"/>
                  <a:pt x="638175" y="150058"/>
                </a:cubicBezTo>
                <a:cubicBezTo>
                  <a:pt x="631825" y="140533"/>
                  <a:pt x="624245" y="131722"/>
                  <a:pt x="619125" y="121483"/>
                </a:cubicBezTo>
                <a:cubicBezTo>
                  <a:pt x="614635" y="112503"/>
                  <a:pt x="615872" y="100748"/>
                  <a:pt x="609600" y="92908"/>
                </a:cubicBezTo>
                <a:cubicBezTo>
                  <a:pt x="602449" y="83969"/>
                  <a:pt x="590550" y="80208"/>
                  <a:pt x="581025" y="73858"/>
                </a:cubicBezTo>
                <a:cubicBezTo>
                  <a:pt x="558355" y="5848"/>
                  <a:pt x="573114" y="0"/>
                  <a:pt x="542925" y="45283"/>
                </a:cubicBezTo>
                <a:cubicBezTo>
                  <a:pt x="539750" y="102433"/>
                  <a:pt x="552309" y="162708"/>
                  <a:pt x="533400" y="216733"/>
                </a:cubicBezTo>
                <a:cubicBezTo>
                  <a:pt x="526766" y="235686"/>
                  <a:pt x="476250" y="235783"/>
                  <a:pt x="476250" y="235783"/>
                </a:cubicBezTo>
                <a:cubicBezTo>
                  <a:pt x="434975" y="232608"/>
                  <a:pt x="393502" y="231393"/>
                  <a:pt x="352425" y="226258"/>
                </a:cubicBezTo>
                <a:cubicBezTo>
                  <a:pt x="342462" y="225013"/>
                  <a:pt x="333504" y="219491"/>
                  <a:pt x="323850" y="216733"/>
                </a:cubicBezTo>
                <a:cubicBezTo>
                  <a:pt x="311263" y="213137"/>
                  <a:pt x="298337" y="210804"/>
                  <a:pt x="285750" y="207208"/>
                </a:cubicBezTo>
                <a:cubicBezTo>
                  <a:pt x="229887" y="191247"/>
                  <a:pt x="284260" y="206463"/>
                  <a:pt x="228600" y="178633"/>
                </a:cubicBezTo>
                <a:cubicBezTo>
                  <a:pt x="219620" y="174143"/>
                  <a:pt x="200025" y="169108"/>
                  <a:pt x="200025" y="169108"/>
                </a:cubicBezTo>
                <a:lnTo>
                  <a:pt x="200025" y="169108"/>
                </a:lnTo>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11" name="Google Shape;411;p6"/>
          <p:cNvSpPr txBox="1"/>
          <p:nvPr/>
        </p:nvSpPr>
        <p:spPr>
          <a:xfrm>
            <a:off x="3962400" y="2895600"/>
            <a:ext cx="990600" cy="2616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Times"/>
                <a:ea typeface="Times"/>
                <a:cs typeface="Times"/>
                <a:sym typeface="Times"/>
              </a:rPr>
              <a:t>Central Grey</a:t>
            </a:r>
            <a:endParaRPr sz="1400" b="0" i="0" u="none" strike="noStrike" cap="none">
              <a:solidFill>
                <a:srgbClr val="000000"/>
              </a:solidFill>
              <a:latin typeface="Arial"/>
              <a:ea typeface="Arial"/>
              <a:cs typeface="Arial"/>
              <a:sym typeface="Arial"/>
            </a:endParaRPr>
          </a:p>
        </p:txBody>
      </p:sp>
      <p:sp>
        <p:nvSpPr>
          <p:cNvPr id="412" name="Google Shape;412;p6"/>
          <p:cNvSpPr txBox="1"/>
          <p:nvPr/>
        </p:nvSpPr>
        <p:spPr>
          <a:xfrm>
            <a:off x="3657600" y="304800"/>
            <a:ext cx="1219200" cy="430887"/>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Fasciculus Gracilis tract</a:t>
            </a:r>
            <a:endParaRPr sz="1400" b="0" i="0" u="none" strike="noStrike" cap="none">
              <a:solidFill>
                <a:srgbClr val="000000"/>
              </a:solidFill>
              <a:latin typeface="Arial"/>
              <a:ea typeface="Arial"/>
              <a:cs typeface="Arial"/>
              <a:sym typeface="Arial"/>
            </a:endParaRPr>
          </a:p>
        </p:txBody>
      </p:sp>
      <p:sp>
        <p:nvSpPr>
          <p:cNvPr id="413" name="Google Shape;413;p6"/>
          <p:cNvSpPr txBox="1"/>
          <p:nvPr/>
        </p:nvSpPr>
        <p:spPr>
          <a:xfrm>
            <a:off x="1524000" y="5181600"/>
            <a:ext cx="1066800" cy="430887"/>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Anterolateral system</a:t>
            </a:r>
            <a:endParaRPr sz="1400" b="0" i="0" u="none" strike="noStrike" cap="none">
              <a:solidFill>
                <a:srgbClr val="000000"/>
              </a:solidFill>
              <a:latin typeface="Arial"/>
              <a:ea typeface="Arial"/>
              <a:cs typeface="Arial"/>
              <a:sym typeface="Arial"/>
            </a:endParaRPr>
          </a:p>
        </p:txBody>
      </p:sp>
      <p:sp>
        <p:nvSpPr>
          <p:cNvPr id="414" name="Google Shape;414;p6"/>
          <p:cNvSpPr txBox="1"/>
          <p:nvPr/>
        </p:nvSpPr>
        <p:spPr>
          <a:xfrm>
            <a:off x="1143000" y="5715000"/>
            <a:ext cx="1676400" cy="600164"/>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Pontine reticulospinal tract &amp; Lateral Vestibulospinal tract</a:t>
            </a:r>
            <a:endParaRPr sz="1400" b="0" i="0" u="none" strike="noStrike" cap="none">
              <a:solidFill>
                <a:srgbClr val="000000"/>
              </a:solidFill>
              <a:latin typeface="Arial"/>
              <a:ea typeface="Arial"/>
              <a:cs typeface="Arial"/>
              <a:sym typeface="Arial"/>
            </a:endParaRPr>
          </a:p>
        </p:txBody>
      </p:sp>
      <p:sp>
        <p:nvSpPr>
          <p:cNvPr id="415" name="Google Shape;415;p6"/>
          <p:cNvSpPr txBox="1"/>
          <p:nvPr/>
        </p:nvSpPr>
        <p:spPr>
          <a:xfrm>
            <a:off x="1905000" y="685800"/>
            <a:ext cx="1143000" cy="430887"/>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Fasciculs Cuneatus tract</a:t>
            </a:r>
            <a:endParaRPr sz="1400" b="0" i="0" u="none" strike="noStrike" cap="none">
              <a:solidFill>
                <a:srgbClr val="000000"/>
              </a:solidFill>
              <a:latin typeface="Arial"/>
              <a:ea typeface="Arial"/>
              <a:cs typeface="Arial"/>
              <a:sym typeface="Arial"/>
            </a:endParaRPr>
          </a:p>
        </p:txBody>
      </p:sp>
      <p:sp>
        <p:nvSpPr>
          <p:cNvPr id="416" name="Google Shape;416;p6"/>
          <p:cNvSpPr txBox="1"/>
          <p:nvPr/>
        </p:nvSpPr>
        <p:spPr>
          <a:xfrm>
            <a:off x="533400" y="4648200"/>
            <a:ext cx="1524000" cy="430887"/>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Ventral Spinocerebellar Tract</a:t>
            </a:r>
            <a:endParaRPr sz="1400" b="0" i="0" u="none" strike="noStrike" cap="none">
              <a:solidFill>
                <a:srgbClr val="000000"/>
              </a:solidFill>
              <a:latin typeface="Arial"/>
              <a:ea typeface="Arial"/>
              <a:cs typeface="Arial"/>
              <a:sym typeface="Arial"/>
            </a:endParaRPr>
          </a:p>
        </p:txBody>
      </p:sp>
      <p:sp>
        <p:nvSpPr>
          <p:cNvPr id="417" name="Google Shape;417;p6"/>
          <p:cNvSpPr txBox="1"/>
          <p:nvPr/>
        </p:nvSpPr>
        <p:spPr>
          <a:xfrm>
            <a:off x="152400" y="3276600"/>
            <a:ext cx="1524000" cy="430887"/>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Dorsal Spinocerebellar Tract</a:t>
            </a:r>
            <a:endParaRPr sz="1400" b="0" i="0" u="none" strike="noStrike" cap="none">
              <a:solidFill>
                <a:srgbClr val="000000"/>
              </a:solidFill>
              <a:latin typeface="Arial"/>
              <a:ea typeface="Arial"/>
              <a:cs typeface="Arial"/>
              <a:sym typeface="Arial"/>
            </a:endParaRPr>
          </a:p>
        </p:txBody>
      </p:sp>
      <p:sp>
        <p:nvSpPr>
          <p:cNvPr id="418" name="Google Shape;418;p6"/>
          <p:cNvSpPr txBox="1"/>
          <p:nvPr/>
        </p:nvSpPr>
        <p:spPr>
          <a:xfrm>
            <a:off x="3200400" y="5334000"/>
            <a:ext cx="1219200" cy="261610"/>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Pyramidal Tract</a:t>
            </a:r>
            <a:endParaRPr sz="1400" b="0" i="0" u="none" strike="noStrike" cap="none">
              <a:solidFill>
                <a:srgbClr val="000000"/>
              </a:solidFill>
              <a:latin typeface="Arial"/>
              <a:ea typeface="Arial"/>
              <a:cs typeface="Arial"/>
              <a:sym typeface="Arial"/>
            </a:endParaRPr>
          </a:p>
        </p:txBody>
      </p:sp>
      <p:sp>
        <p:nvSpPr>
          <p:cNvPr id="419" name="Google Shape;419;p6"/>
          <p:cNvSpPr txBox="1"/>
          <p:nvPr/>
        </p:nvSpPr>
        <p:spPr>
          <a:xfrm>
            <a:off x="1981200" y="2514600"/>
            <a:ext cx="838200" cy="6001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Times"/>
                <a:ea typeface="Times"/>
                <a:cs typeface="Times"/>
                <a:sym typeface="Times"/>
              </a:rPr>
              <a:t>Spinal Trigeminal Nucleus</a:t>
            </a:r>
            <a:endParaRPr sz="1400" b="0" i="0" u="none" strike="noStrike" cap="none">
              <a:solidFill>
                <a:srgbClr val="000000"/>
              </a:solidFill>
              <a:latin typeface="Arial"/>
              <a:ea typeface="Arial"/>
              <a:cs typeface="Arial"/>
              <a:sym typeface="Arial"/>
            </a:endParaRPr>
          </a:p>
        </p:txBody>
      </p:sp>
      <p:sp>
        <p:nvSpPr>
          <p:cNvPr id="420" name="Google Shape;420;p6"/>
          <p:cNvSpPr txBox="1"/>
          <p:nvPr/>
        </p:nvSpPr>
        <p:spPr>
          <a:xfrm>
            <a:off x="685800" y="3886200"/>
            <a:ext cx="1143000" cy="430887"/>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Rubrospinal Tract</a:t>
            </a:r>
            <a:endParaRPr sz="1400" b="0" i="0" u="none" strike="noStrike" cap="none">
              <a:solidFill>
                <a:srgbClr val="000000"/>
              </a:solidFill>
              <a:latin typeface="Arial"/>
              <a:ea typeface="Arial"/>
              <a:cs typeface="Arial"/>
              <a:sym typeface="Arial"/>
            </a:endParaRPr>
          </a:p>
        </p:txBody>
      </p:sp>
      <p:sp>
        <p:nvSpPr>
          <p:cNvPr id="421" name="Google Shape;421;p6"/>
          <p:cNvSpPr txBox="1"/>
          <p:nvPr/>
        </p:nvSpPr>
        <p:spPr>
          <a:xfrm>
            <a:off x="3733800" y="3962400"/>
            <a:ext cx="914400" cy="553998"/>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Longitudnal Fasciculus</a:t>
            </a:r>
            <a:endParaRPr sz="1400" b="0" i="0" u="none" strike="noStrike" cap="none">
              <a:solidFill>
                <a:srgbClr val="000000"/>
              </a:solidFill>
              <a:latin typeface="Arial"/>
              <a:ea typeface="Arial"/>
              <a:cs typeface="Arial"/>
              <a:sym typeface="Arial"/>
            </a:endParaRPr>
          </a:p>
        </p:txBody>
      </p:sp>
      <p:sp>
        <p:nvSpPr>
          <p:cNvPr id="422" name="Google Shape;422;p6"/>
          <p:cNvSpPr txBox="1"/>
          <p:nvPr/>
        </p:nvSpPr>
        <p:spPr>
          <a:xfrm>
            <a:off x="762000" y="1676400"/>
            <a:ext cx="1219200" cy="430887"/>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Spinal Trigeminal Tract</a:t>
            </a:r>
            <a:endParaRPr sz="1400" b="0" i="0" u="none" strike="noStrike" cap="none">
              <a:solidFill>
                <a:srgbClr val="000000"/>
              </a:solidFill>
              <a:latin typeface="Arial"/>
              <a:ea typeface="Arial"/>
              <a:cs typeface="Arial"/>
              <a:sym typeface="Arial"/>
            </a:endParaRPr>
          </a:p>
        </p:txBody>
      </p:sp>
      <p:sp>
        <p:nvSpPr>
          <p:cNvPr id="423" name="Google Shape;423;p6"/>
          <p:cNvSpPr txBox="1"/>
          <p:nvPr/>
        </p:nvSpPr>
        <p:spPr>
          <a:xfrm>
            <a:off x="2667000" y="2895600"/>
            <a:ext cx="990600" cy="55399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Medullary Reticular formation</a:t>
            </a:r>
            <a:endParaRPr sz="1400" b="0" i="0" u="none" strike="noStrike" cap="none">
              <a:solidFill>
                <a:srgbClr val="000000"/>
              </a:solidFill>
              <a:latin typeface="Arial"/>
              <a:ea typeface="Arial"/>
              <a:cs typeface="Arial"/>
              <a:sym typeface="Arial"/>
            </a:endParaRPr>
          </a:p>
        </p:txBody>
      </p:sp>
      <p:sp>
        <p:nvSpPr>
          <p:cNvPr id="424" name="Google Shape;424;p6"/>
          <p:cNvSpPr txBox="1"/>
          <p:nvPr/>
        </p:nvSpPr>
        <p:spPr>
          <a:xfrm>
            <a:off x="4191000" y="4572000"/>
            <a:ext cx="1219200" cy="246221"/>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Techtospinal tract</a:t>
            </a:r>
            <a:endParaRPr sz="1400" b="0" i="0" u="none" strike="noStrike" cap="none">
              <a:solidFill>
                <a:srgbClr val="000000"/>
              </a:solidFill>
              <a:latin typeface="Arial"/>
              <a:ea typeface="Arial"/>
              <a:cs typeface="Arial"/>
              <a:sym typeface="Arial"/>
            </a:endParaRPr>
          </a:p>
        </p:txBody>
      </p:sp>
      <p:sp>
        <p:nvSpPr>
          <p:cNvPr id="425" name="Google Shape;425;p6"/>
          <p:cNvSpPr txBox="1"/>
          <p:nvPr/>
        </p:nvSpPr>
        <p:spPr>
          <a:xfrm>
            <a:off x="2971800" y="3657600"/>
            <a:ext cx="739588"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Accessory Nucleus</a:t>
            </a:r>
            <a:endParaRPr sz="1400" b="0" i="0" u="none" strike="noStrike" cap="none">
              <a:solidFill>
                <a:srgbClr val="000000"/>
              </a:solidFill>
              <a:latin typeface="Arial"/>
              <a:ea typeface="Arial"/>
              <a:cs typeface="Arial"/>
              <a:sym typeface="Arial"/>
            </a:endParaRPr>
          </a:p>
        </p:txBody>
      </p:sp>
      <p:sp>
        <p:nvSpPr>
          <p:cNvPr id="426" name="Google Shape;426;p6"/>
          <p:cNvSpPr txBox="1"/>
          <p:nvPr/>
        </p:nvSpPr>
        <p:spPr>
          <a:xfrm>
            <a:off x="3733800" y="1447800"/>
            <a:ext cx="914400"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Times"/>
                <a:ea typeface="Times"/>
                <a:cs typeface="Times"/>
                <a:sym typeface="Times"/>
              </a:rPr>
              <a:t>Nucleus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Times"/>
                <a:ea typeface="Times"/>
                <a:cs typeface="Times"/>
                <a:sym typeface="Times"/>
              </a:rPr>
              <a:t>gracilis</a:t>
            </a:r>
            <a:endParaRPr sz="1100" b="1" i="0" u="none" strike="noStrike" cap="none">
              <a:solidFill>
                <a:schemeClr val="lt1"/>
              </a:solidFill>
              <a:latin typeface="Times"/>
              <a:ea typeface="Times"/>
              <a:cs typeface="Times"/>
              <a:sym typeface="Times"/>
            </a:endParaRPr>
          </a:p>
        </p:txBody>
      </p:sp>
      <p:sp>
        <p:nvSpPr>
          <p:cNvPr id="427" name="Google Shape;427;p6"/>
          <p:cNvSpPr txBox="1"/>
          <p:nvPr/>
        </p:nvSpPr>
        <p:spPr>
          <a:xfrm>
            <a:off x="3200400" y="2209800"/>
            <a:ext cx="762000"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Times"/>
                <a:ea typeface="Times"/>
                <a:cs typeface="Times"/>
                <a:sym typeface="Times"/>
              </a:rPr>
              <a:t>Nucleus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Times"/>
                <a:ea typeface="Times"/>
                <a:cs typeface="Times"/>
                <a:sym typeface="Times"/>
              </a:rPr>
              <a:t>cuneatus</a:t>
            </a:r>
            <a:endParaRPr sz="1100" b="1" i="0" u="none" strike="noStrike" cap="none">
              <a:solidFill>
                <a:schemeClr val="lt1"/>
              </a:solidFill>
              <a:latin typeface="Times"/>
              <a:ea typeface="Times"/>
              <a:cs typeface="Times"/>
              <a:sym typeface="Times"/>
            </a:endParaRPr>
          </a:p>
        </p:txBody>
      </p:sp>
      <p:sp>
        <p:nvSpPr>
          <p:cNvPr id="428" name="Google Shape;428;p6"/>
          <p:cNvSpPr txBox="1"/>
          <p:nvPr/>
        </p:nvSpPr>
        <p:spPr>
          <a:xfrm>
            <a:off x="4724400" y="5105400"/>
            <a:ext cx="1219200" cy="600164"/>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Pyramidal Tract- decussation</a:t>
            </a:r>
            <a:endParaRPr sz="1100" b="1" i="0" u="none" strike="noStrike" cap="none">
              <a:solidFill>
                <a:schemeClr val="dk1"/>
              </a:solidFill>
              <a:latin typeface="Times"/>
              <a:ea typeface="Times"/>
              <a:cs typeface="Times"/>
              <a:sym typeface="Times"/>
            </a:endParaRPr>
          </a:p>
        </p:txBody>
      </p:sp>
      <p:cxnSp>
        <p:nvCxnSpPr>
          <p:cNvPr id="429" name="Google Shape;429;p6"/>
          <p:cNvCxnSpPr/>
          <p:nvPr/>
        </p:nvCxnSpPr>
        <p:spPr>
          <a:xfrm rot="5400000">
            <a:off x="3543300" y="800100"/>
            <a:ext cx="457200" cy="762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430" name="Google Shape;430;p6"/>
          <p:cNvCxnSpPr>
            <a:stCxn id="415" idx="2"/>
          </p:cNvCxnSpPr>
          <p:nvPr/>
        </p:nvCxnSpPr>
        <p:spPr>
          <a:xfrm>
            <a:off x="2476500" y="1116687"/>
            <a:ext cx="495300" cy="5598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431" name="Google Shape;431;p6"/>
          <p:cNvCxnSpPr/>
          <p:nvPr/>
        </p:nvCxnSpPr>
        <p:spPr>
          <a:xfrm>
            <a:off x="1828800" y="1828800"/>
            <a:ext cx="457200" cy="2286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432" name="Google Shape;432;p6"/>
          <p:cNvCxnSpPr/>
          <p:nvPr/>
        </p:nvCxnSpPr>
        <p:spPr>
          <a:xfrm>
            <a:off x="1447800" y="3352800"/>
            <a:ext cx="533400" cy="3048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433" name="Google Shape;433;p6"/>
          <p:cNvCxnSpPr/>
          <p:nvPr/>
        </p:nvCxnSpPr>
        <p:spPr>
          <a:xfrm rot="10800000" flipH="1">
            <a:off x="1676400" y="3810000"/>
            <a:ext cx="914400" cy="3810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434" name="Google Shape;434;p6"/>
          <p:cNvCxnSpPr/>
          <p:nvPr/>
        </p:nvCxnSpPr>
        <p:spPr>
          <a:xfrm rot="10800000" flipH="1">
            <a:off x="1905000" y="4495800"/>
            <a:ext cx="381000" cy="2286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435" name="Google Shape;435;p6"/>
          <p:cNvCxnSpPr/>
          <p:nvPr/>
        </p:nvCxnSpPr>
        <p:spPr>
          <a:xfrm rot="-5400000">
            <a:off x="2362200" y="4724400"/>
            <a:ext cx="685800" cy="3810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436" name="Google Shape;436;p6"/>
          <p:cNvCxnSpPr>
            <a:endCxn id="402" idx="32"/>
          </p:cNvCxnSpPr>
          <p:nvPr/>
        </p:nvCxnSpPr>
        <p:spPr>
          <a:xfrm rot="10800000" flipH="1">
            <a:off x="2743200" y="5334000"/>
            <a:ext cx="133500" cy="5334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437" name="Google Shape;437;p6"/>
          <p:cNvCxnSpPr/>
          <p:nvPr/>
        </p:nvCxnSpPr>
        <p:spPr>
          <a:xfrm flipH="1">
            <a:off x="4038600" y="4800600"/>
            <a:ext cx="228600" cy="1143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438" name="Google Shape;438;p6"/>
          <p:cNvCxnSpPr/>
          <p:nvPr/>
        </p:nvCxnSpPr>
        <p:spPr>
          <a:xfrm rot="5400000">
            <a:off x="3505200" y="4495800"/>
            <a:ext cx="457200" cy="152400"/>
          </a:xfrm>
          <a:prstGeom prst="straightConnector1">
            <a:avLst/>
          </a:prstGeom>
          <a:solidFill>
            <a:schemeClr val="accent1"/>
          </a:solidFill>
          <a:ln w="28575" cap="flat" cmpd="sng">
            <a:solidFill>
              <a:schemeClr val="dk1"/>
            </a:solidFill>
            <a:prstDash val="solid"/>
            <a:round/>
            <a:headEnd type="none" w="sm" len="sm"/>
            <a:tailEnd type="stealth" w="med" len="med"/>
          </a:ln>
        </p:spPr>
      </p:cxnSp>
      <p:sp>
        <p:nvSpPr>
          <p:cNvPr id="439" name="Google Shape;439;p6"/>
          <p:cNvSpPr/>
          <p:nvPr/>
        </p:nvSpPr>
        <p:spPr>
          <a:xfrm>
            <a:off x="3352800" y="2133600"/>
            <a:ext cx="152400" cy="152400"/>
          </a:xfrm>
          <a:prstGeom prst="smileyFace">
            <a:avLst>
              <a:gd name="adj" fmla="val 4653"/>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40" name="Google Shape;440;p6"/>
          <p:cNvSpPr/>
          <p:nvPr/>
        </p:nvSpPr>
        <p:spPr>
          <a:xfrm>
            <a:off x="2286000" y="2438400"/>
            <a:ext cx="152400" cy="152400"/>
          </a:xfrm>
          <a:prstGeom prst="smileyFace">
            <a:avLst>
              <a:gd name="adj" fmla="val 4653"/>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41" name="Google Shape;441;p6"/>
          <p:cNvSpPr/>
          <p:nvPr/>
        </p:nvSpPr>
        <p:spPr>
          <a:xfrm>
            <a:off x="2895600" y="3429000"/>
            <a:ext cx="152400" cy="152400"/>
          </a:xfrm>
          <a:prstGeom prst="smileyFace">
            <a:avLst>
              <a:gd name="adj" fmla="val 4653"/>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42" name="Google Shape;442;p6"/>
          <p:cNvSpPr/>
          <p:nvPr/>
        </p:nvSpPr>
        <p:spPr>
          <a:xfrm>
            <a:off x="3276600" y="4038600"/>
            <a:ext cx="152400" cy="152400"/>
          </a:xfrm>
          <a:prstGeom prst="smileyFace">
            <a:avLst>
              <a:gd name="adj" fmla="val 4653"/>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43" name="Google Shape;443;p6"/>
          <p:cNvSpPr/>
          <p:nvPr/>
        </p:nvSpPr>
        <p:spPr>
          <a:xfrm>
            <a:off x="4267200" y="2819400"/>
            <a:ext cx="152400" cy="152400"/>
          </a:xfrm>
          <a:prstGeom prst="smileyFace">
            <a:avLst>
              <a:gd name="adj" fmla="val 4653"/>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44" name="Google Shape;444;p6"/>
          <p:cNvSpPr/>
          <p:nvPr/>
        </p:nvSpPr>
        <p:spPr>
          <a:xfrm>
            <a:off x="3657600" y="5181600"/>
            <a:ext cx="152400" cy="152400"/>
          </a:xfrm>
          <a:prstGeom prst="smileyFace">
            <a:avLst>
              <a:gd name="adj" fmla="val 4653"/>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45" name="Google Shape;445;p6"/>
          <p:cNvSpPr/>
          <p:nvPr/>
        </p:nvSpPr>
        <p:spPr>
          <a:xfrm>
            <a:off x="4114800" y="1981200"/>
            <a:ext cx="152400" cy="152400"/>
          </a:xfrm>
          <a:prstGeom prst="smileyFace">
            <a:avLst>
              <a:gd name="adj" fmla="val 4653"/>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46" name="Google Shape;446;p6"/>
          <p:cNvSpPr/>
          <p:nvPr/>
        </p:nvSpPr>
        <p:spPr>
          <a:xfrm>
            <a:off x="5181600" y="5029200"/>
            <a:ext cx="152400" cy="152400"/>
          </a:xfrm>
          <a:prstGeom prst="smileyFace">
            <a:avLst>
              <a:gd name="adj" fmla="val 4653"/>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pic>
        <p:nvPicPr>
          <p:cNvPr id="447" name="Google Shape;447;p6"/>
          <p:cNvPicPr preferRelativeResize="0"/>
          <p:nvPr/>
        </p:nvPicPr>
        <p:blipFill rotWithShape="1">
          <a:blip r:embed="rId4">
            <a:alphaModFix/>
          </a:blip>
          <a:srcRect/>
          <a:stretch/>
        </p:blipFill>
        <p:spPr>
          <a:xfrm>
            <a:off x="7315200" y="914400"/>
            <a:ext cx="1514475" cy="16859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3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2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3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4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3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1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3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3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1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3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1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43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414"/>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444"/>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418"/>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446"/>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428"/>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437"/>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424"/>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438"/>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421"/>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442"/>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425"/>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441"/>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423"/>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443"/>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4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pic>
        <p:nvPicPr>
          <p:cNvPr id="453" name="Google Shape;453;p7" descr="Plate 07.jpg                                                   00000158WD Passport                    00000000:"/>
          <p:cNvPicPr preferRelativeResize="0"/>
          <p:nvPr/>
        </p:nvPicPr>
        <p:blipFill rotWithShape="1">
          <a:blip r:embed="rId3">
            <a:alphaModFix/>
          </a:blip>
          <a:srcRect/>
          <a:stretch/>
        </p:blipFill>
        <p:spPr>
          <a:xfrm>
            <a:off x="762000" y="49213"/>
            <a:ext cx="7620000" cy="6757987"/>
          </a:xfrm>
          <a:prstGeom prst="rect">
            <a:avLst/>
          </a:prstGeom>
          <a:noFill/>
          <a:ln>
            <a:noFill/>
          </a:ln>
        </p:spPr>
      </p:pic>
      <p:sp>
        <p:nvSpPr>
          <p:cNvPr id="454" name="Google Shape;454;p7"/>
          <p:cNvSpPr/>
          <p:nvPr/>
        </p:nvSpPr>
        <p:spPr>
          <a:xfrm>
            <a:off x="2234644" y="1465729"/>
            <a:ext cx="1463297" cy="1048871"/>
          </a:xfrm>
          <a:custGeom>
            <a:avLst/>
            <a:gdLst/>
            <a:ahLst/>
            <a:cxnLst/>
            <a:rect l="l" t="t" r="r" b="b"/>
            <a:pathLst>
              <a:path w="1463297" h="1048871" extrusionOk="0">
                <a:moveTo>
                  <a:pt x="11015" y="309283"/>
                </a:moveTo>
                <a:lnTo>
                  <a:pt x="11015" y="309283"/>
                </a:lnTo>
                <a:cubicBezTo>
                  <a:pt x="42391" y="282389"/>
                  <a:pt x="74427" y="256245"/>
                  <a:pt x="105144" y="228600"/>
                </a:cubicBezTo>
                <a:cubicBezTo>
                  <a:pt x="119279" y="215878"/>
                  <a:pt x="129441" y="198469"/>
                  <a:pt x="145485" y="188259"/>
                </a:cubicBezTo>
                <a:cubicBezTo>
                  <a:pt x="179309" y="166735"/>
                  <a:pt x="217203" y="152400"/>
                  <a:pt x="253062" y="134471"/>
                </a:cubicBezTo>
                <a:cubicBezTo>
                  <a:pt x="270991" y="125506"/>
                  <a:pt x="290171" y="118696"/>
                  <a:pt x="306850" y="107577"/>
                </a:cubicBezTo>
                <a:cubicBezTo>
                  <a:pt x="384374" y="55894"/>
                  <a:pt x="309591" y="100639"/>
                  <a:pt x="387532" y="67236"/>
                </a:cubicBezTo>
                <a:cubicBezTo>
                  <a:pt x="405957" y="59340"/>
                  <a:pt x="422304" y="46681"/>
                  <a:pt x="441321" y="40342"/>
                </a:cubicBezTo>
                <a:cubicBezTo>
                  <a:pt x="476387" y="28653"/>
                  <a:pt x="513831" y="25136"/>
                  <a:pt x="548897" y="13447"/>
                </a:cubicBezTo>
                <a:lnTo>
                  <a:pt x="589238" y="0"/>
                </a:lnTo>
                <a:cubicBezTo>
                  <a:pt x="607873" y="3727"/>
                  <a:pt x="673552" y="13971"/>
                  <a:pt x="696815" y="26895"/>
                </a:cubicBezTo>
                <a:cubicBezTo>
                  <a:pt x="725070" y="42592"/>
                  <a:pt x="746833" y="70462"/>
                  <a:pt x="777497" y="80683"/>
                </a:cubicBezTo>
                <a:cubicBezTo>
                  <a:pt x="833170" y="99241"/>
                  <a:pt x="806044" y="86268"/>
                  <a:pt x="858180" y="121024"/>
                </a:cubicBezTo>
                <a:cubicBezTo>
                  <a:pt x="915376" y="206819"/>
                  <a:pt x="844302" y="120808"/>
                  <a:pt x="952309" y="174812"/>
                </a:cubicBezTo>
                <a:cubicBezTo>
                  <a:pt x="969318" y="183317"/>
                  <a:pt x="978041" y="202979"/>
                  <a:pt x="992650" y="215153"/>
                </a:cubicBezTo>
                <a:cubicBezTo>
                  <a:pt x="1005065" y="225499"/>
                  <a:pt x="1020720" y="231529"/>
                  <a:pt x="1032991" y="242047"/>
                </a:cubicBezTo>
                <a:cubicBezTo>
                  <a:pt x="1052243" y="258549"/>
                  <a:pt x="1065682" y="281771"/>
                  <a:pt x="1086780" y="295836"/>
                </a:cubicBezTo>
                <a:lnTo>
                  <a:pt x="1167462" y="349624"/>
                </a:lnTo>
                <a:cubicBezTo>
                  <a:pt x="1239179" y="457200"/>
                  <a:pt x="1145050" y="327212"/>
                  <a:pt x="1234697" y="416859"/>
                </a:cubicBezTo>
                <a:cubicBezTo>
                  <a:pt x="1246125" y="428287"/>
                  <a:pt x="1250163" y="445772"/>
                  <a:pt x="1261591" y="457200"/>
                </a:cubicBezTo>
                <a:cubicBezTo>
                  <a:pt x="1273019" y="468628"/>
                  <a:pt x="1289769" y="473453"/>
                  <a:pt x="1301932" y="484095"/>
                </a:cubicBezTo>
                <a:cubicBezTo>
                  <a:pt x="1427788" y="594219"/>
                  <a:pt x="1318733" y="517707"/>
                  <a:pt x="1409509" y="578224"/>
                </a:cubicBezTo>
                <a:cubicBezTo>
                  <a:pt x="1443308" y="679622"/>
                  <a:pt x="1397715" y="554636"/>
                  <a:pt x="1449850" y="658906"/>
                </a:cubicBezTo>
                <a:cubicBezTo>
                  <a:pt x="1456189" y="671584"/>
                  <a:pt x="1458815" y="685800"/>
                  <a:pt x="1463297" y="699247"/>
                </a:cubicBezTo>
                <a:cubicBezTo>
                  <a:pt x="1458988" y="716482"/>
                  <a:pt x="1446049" y="774085"/>
                  <a:pt x="1436403" y="793377"/>
                </a:cubicBezTo>
                <a:cubicBezTo>
                  <a:pt x="1408228" y="849726"/>
                  <a:pt x="1415272" y="822192"/>
                  <a:pt x="1369168" y="860612"/>
                </a:cubicBezTo>
                <a:cubicBezTo>
                  <a:pt x="1354559" y="872786"/>
                  <a:pt x="1343436" y="888779"/>
                  <a:pt x="1328827" y="900953"/>
                </a:cubicBezTo>
                <a:cubicBezTo>
                  <a:pt x="1316411" y="911299"/>
                  <a:pt x="1301105" y="917751"/>
                  <a:pt x="1288485" y="927847"/>
                </a:cubicBezTo>
                <a:cubicBezTo>
                  <a:pt x="1253555" y="955791"/>
                  <a:pt x="1267816" y="960940"/>
                  <a:pt x="1221250" y="981636"/>
                </a:cubicBezTo>
                <a:cubicBezTo>
                  <a:pt x="1195345" y="993150"/>
                  <a:pt x="1167462" y="999565"/>
                  <a:pt x="1140568" y="1008530"/>
                </a:cubicBezTo>
                <a:lnTo>
                  <a:pt x="1100227" y="1021977"/>
                </a:lnTo>
                <a:cubicBezTo>
                  <a:pt x="1086780" y="1026459"/>
                  <a:pt x="1073950" y="1033666"/>
                  <a:pt x="1059885" y="1035424"/>
                </a:cubicBezTo>
                <a:lnTo>
                  <a:pt x="952309" y="1048871"/>
                </a:lnTo>
                <a:cubicBezTo>
                  <a:pt x="906183" y="1045027"/>
                  <a:pt x="766785" y="1046212"/>
                  <a:pt x="710262" y="1008530"/>
                </a:cubicBezTo>
                <a:cubicBezTo>
                  <a:pt x="696815" y="999565"/>
                  <a:pt x="682336" y="991982"/>
                  <a:pt x="669921" y="981636"/>
                </a:cubicBezTo>
                <a:cubicBezTo>
                  <a:pt x="655312" y="969462"/>
                  <a:pt x="645403" y="951844"/>
                  <a:pt x="629580" y="941295"/>
                </a:cubicBezTo>
                <a:cubicBezTo>
                  <a:pt x="617786" y="933432"/>
                  <a:pt x="602685" y="932330"/>
                  <a:pt x="589238" y="927847"/>
                </a:cubicBezTo>
                <a:cubicBezTo>
                  <a:pt x="580273" y="914400"/>
                  <a:pt x="574507" y="898148"/>
                  <a:pt x="562344" y="887506"/>
                </a:cubicBezTo>
                <a:cubicBezTo>
                  <a:pt x="538019" y="866221"/>
                  <a:pt x="510572" y="848173"/>
                  <a:pt x="481662" y="833718"/>
                </a:cubicBezTo>
                <a:cubicBezTo>
                  <a:pt x="463733" y="824753"/>
                  <a:pt x="443911" y="818851"/>
                  <a:pt x="427874" y="806824"/>
                </a:cubicBezTo>
                <a:cubicBezTo>
                  <a:pt x="407589" y="791610"/>
                  <a:pt x="393337" y="769537"/>
                  <a:pt x="374085" y="753036"/>
                </a:cubicBezTo>
                <a:cubicBezTo>
                  <a:pt x="361814" y="742518"/>
                  <a:pt x="346364" y="736238"/>
                  <a:pt x="333744" y="726142"/>
                </a:cubicBezTo>
                <a:cubicBezTo>
                  <a:pt x="237940" y="649497"/>
                  <a:pt x="390673" y="755129"/>
                  <a:pt x="266509" y="672353"/>
                </a:cubicBezTo>
                <a:lnTo>
                  <a:pt x="212721" y="591671"/>
                </a:lnTo>
                <a:cubicBezTo>
                  <a:pt x="203756" y="578224"/>
                  <a:pt x="197255" y="562758"/>
                  <a:pt x="185827" y="551330"/>
                </a:cubicBezTo>
                <a:cubicBezTo>
                  <a:pt x="176862" y="542365"/>
                  <a:pt x="166852" y="534336"/>
                  <a:pt x="158932" y="524436"/>
                </a:cubicBezTo>
                <a:cubicBezTo>
                  <a:pt x="148836" y="511816"/>
                  <a:pt x="142680" y="496258"/>
                  <a:pt x="132038" y="484095"/>
                </a:cubicBezTo>
                <a:cubicBezTo>
                  <a:pt x="111167" y="460242"/>
                  <a:pt x="64803" y="416859"/>
                  <a:pt x="64803" y="416859"/>
                </a:cubicBezTo>
                <a:cubicBezTo>
                  <a:pt x="60321" y="403412"/>
                  <a:pt x="57695" y="389196"/>
                  <a:pt x="51356" y="376518"/>
                </a:cubicBezTo>
                <a:cubicBezTo>
                  <a:pt x="22263" y="318332"/>
                  <a:pt x="0" y="343951"/>
                  <a:pt x="37909" y="255495"/>
                </a:cubicBezTo>
                <a:cubicBezTo>
                  <a:pt x="41857" y="246282"/>
                  <a:pt x="55838" y="246530"/>
                  <a:pt x="64803" y="242047"/>
                </a:cubicBezTo>
                <a:lnTo>
                  <a:pt x="91697" y="295836"/>
                </a:lnTo>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55" name="Google Shape;455;p7"/>
          <p:cNvSpPr/>
          <p:nvPr/>
        </p:nvSpPr>
        <p:spPr>
          <a:xfrm>
            <a:off x="3281082" y="667165"/>
            <a:ext cx="1089212" cy="1363341"/>
          </a:xfrm>
          <a:custGeom>
            <a:avLst/>
            <a:gdLst/>
            <a:ahLst/>
            <a:cxnLst/>
            <a:rect l="l" t="t" r="r" b="b"/>
            <a:pathLst>
              <a:path w="1089212" h="1363341" extrusionOk="0">
                <a:moveTo>
                  <a:pt x="0" y="475835"/>
                </a:moveTo>
                <a:lnTo>
                  <a:pt x="0" y="475835"/>
                </a:lnTo>
                <a:cubicBezTo>
                  <a:pt x="13447" y="435494"/>
                  <a:pt x="18916" y="391542"/>
                  <a:pt x="40342" y="354811"/>
                </a:cubicBezTo>
                <a:cubicBezTo>
                  <a:pt x="51635" y="335452"/>
                  <a:pt x="77114" y="329055"/>
                  <a:pt x="94130" y="314470"/>
                </a:cubicBezTo>
                <a:cubicBezTo>
                  <a:pt x="108569" y="302094"/>
                  <a:pt x="122297" y="288738"/>
                  <a:pt x="134471" y="274129"/>
                </a:cubicBezTo>
                <a:cubicBezTo>
                  <a:pt x="152958" y="251944"/>
                  <a:pt x="172242" y="205233"/>
                  <a:pt x="201706" y="193447"/>
                </a:cubicBezTo>
                <a:cubicBezTo>
                  <a:pt x="231134" y="181676"/>
                  <a:pt x="264459" y="184482"/>
                  <a:pt x="295836" y="180000"/>
                </a:cubicBezTo>
                <a:lnTo>
                  <a:pt x="322730" y="99317"/>
                </a:lnTo>
                <a:cubicBezTo>
                  <a:pt x="327212" y="85870"/>
                  <a:pt x="324383" y="66839"/>
                  <a:pt x="336177" y="58976"/>
                </a:cubicBezTo>
                <a:lnTo>
                  <a:pt x="416859" y="5188"/>
                </a:lnTo>
                <a:cubicBezTo>
                  <a:pt x="442060" y="6868"/>
                  <a:pt x="594741" y="0"/>
                  <a:pt x="658906" y="32082"/>
                </a:cubicBezTo>
                <a:cubicBezTo>
                  <a:pt x="756603" y="80930"/>
                  <a:pt x="651100" y="35843"/>
                  <a:pt x="726142" y="85870"/>
                </a:cubicBezTo>
                <a:cubicBezTo>
                  <a:pt x="742821" y="96989"/>
                  <a:pt x="762526" y="102818"/>
                  <a:pt x="779930" y="112764"/>
                </a:cubicBezTo>
                <a:cubicBezTo>
                  <a:pt x="793962" y="120782"/>
                  <a:pt x="805816" y="132431"/>
                  <a:pt x="820271" y="139659"/>
                </a:cubicBezTo>
                <a:cubicBezTo>
                  <a:pt x="832949" y="145998"/>
                  <a:pt x="847584" y="147522"/>
                  <a:pt x="860612" y="153106"/>
                </a:cubicBezTo>
                <a:cubicBezTo>
                  <a:pt x="1025635" y="223830"/>
                  <a:pt x="819694" y="139371"/>
                  <a:pt x="954742" y="206894"/>
                </a:cubicBezTo>
                <a:cubicBezTo>
                  <a:pt x="967420" y="213233"/>
                  <a:pt x="981636" y="215859"/>
                  <a:pt x="995083" y="220341"/>
                </a:cubicBezTo>
                <a:cubicBezTo>
                  <a:pt x="1013012" y="247235"/>
                  <a:pt x="1038650" y="270359"/>
                  <a:pt x="1048871" y="301023"/>
                </a:cubicBezTo>
                <a:cubicBezTo>
                  <a:pt x="1081609" y="399239"/>
                  <a:pt x="1068889" y="354203"/>
                  <a:pt x="1089212" y="435494"/>
                </a:cubicBezTo>
                <a:cubicBezTo>
                  <a:pt x="1084730" y="686506"/>
                  <a:pt x="1084270" y="937621"/>
                  <a:pt x="1075765" y="1188529"/>
                </a:cubicBezTo>
                <a:cubicBezTo>
                  <a:pt x="1074055" y="1238987"/>
                  <a:pt x="1054903" y="1226953"/>
                  <a:pt x="1021977" y="1255764"/>
                </a:cubicBezTo>
                <a:cubicBezTo>
                  <a:pt x="998124" y="1276636"/>
                  <a:pt x="977154" y="1300588"/>
                  <a:pt x="954742" y="1323000"/>
                </a:cubicBezTo>
                <a:cubicBezTo>
                  <a:pt x="945777" y="1331965"/>
                  <a:pt x="940462" y="1348632"/>
                  <a:pt x="927847" y="1349894"/>
                </a:cubicBezTo>
                <a:lnTo>
                  <a:pt x="793377" y="1363341"/>
                </a:lnTo>
                <a:cubicBezTo>
                  <a:pt x="773594" y="1361363"/>
                  <a:pt x="661116" y="1360087"/>
                  <a:pt x="618565" y="1336447"/>
                </a:cubicBezTo>
                <a:cubicBezTo>
                  <a:pt x="416373" y="1224118"/>
                  <a:pt x="604261" y="1325718"/>
                  <a:pt x="510989" y="1255764"/>
                </a:cubicBezTo>
                <a:cubicBezTo>
                  <a:pt x="485131" y="1236370"/>
                  <a:pt x="449700" y="1227834"/>
                  <a:pt x="430306" y="1201976"/>
                </a:cubicBezTo>
                <a:cubicBezTo>
                  <a:pt x="380268" y="1135259"/>
                  <a:pt x="408613" y="1160620"/>
                  <a:pt x="349624" y="1121294"/>
                </a:cubicBezTo>
                <a:cubicBezTo>
                  <a:pt x="340659" y="1107847"/>
                  <a:pt x="333372" y="1093116"/>
                  <a:pt x="322730" y="1080953"/>
                </a:cubicBezTo>
                <a:cubicBezTo>
                  <a:pt x="301858" y="1057100"/>
                  <a:pt x="255494" y="1013717"/>
                  <a:pt x="255494" y="1013717"/>
                </a:cubicBezTo>
                <a:cubicBezTo>
                  <a:pt x="251012" y="1000270"/>
                  <a:pt x="250902" y="984444"/>
                  <a:pt x="242047" y="973376"/>
                </a:cubicBezTo>
                <a:cubicBezTo>
                  <a:pt x="231951" y="960756"/>
                  <a:pt x="210271" y="960187"/>
                  <a:pt x="201706" y="946482"/>
                </a:cubicBezTo>
                <a:cubicBezTo>
                  <a:pt x="186681" y="922442"/>
                  <a:pt x="183777" y="892694"/>
                  <a:pt x="174812" y="865800"/>
                </a:cubicBezTo>
                <a:cubicBezTo>
                  <a:pt x="169701" y="850468"/>
                  <a:pt x="156883" y="838906"/>
                  <a:pt x="147918" y="825459"/>
                </a:cubicBezTo>
                <a:cubicBezTo>
                  <a:pt x="138953" y="789600"/>
                  <a:pt x="137554" y="750942"/>
                  <a:pt x="121024" y="717882"/>
                </a:cubicBezTo>
                <a:cubicBezTo>
                  <a:pt x="81452" y="638737"/>
                  <a:pt x="100469" y="683112"/>
                  <a:pt x="67236" y="583411"/>
                </a:cubicBezTo>
                <a:lnTo>
                  <a:pt x="40342" y="502729"/>
                </a:lnTo>
                <a:cubicBezTo>
                  <a:pt x="35859" y="489282"/>
                  <a:pt x="36917" y="472411"/>
                  <a:pt x="26894" y="462388"/>
                </a:cubicBezTo>
                <a:lnTo>
                  <a:pt x="0" y="475835"/>
                </a:ln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56" name="Google Shape;456;p7"/>
          <p:cNvSpPr/>
          <p:nvPr/>
        </p:nvSpPr>
        <p:spPr>
          <a:xfrm>
            <a:off x="2885514" y="699247"/>
            <a:ext cx="1578910" cy="1546412"/>
          </a:xfrm>
          <a:custGeom>
            <a:avLst/>
            <a:gdLst/>
            <a:ahLst/>
            <a:cxnLst/>
            <a:rect l="l" t="t" r="r" b="b"/>
            <a:pathLst>
              <a:path w="1578910" h="1546412" extrusionOk="0">
                <a:moveTo>
                  <a:pt x="180415" y="161365"/>
                </a:moveTo>
                <a:lnTo>
                  <a:pt x="180415" y="161365"/>
                </a:lnTo>
                <a:cubicBezTo>
                  <a:pt x="149039" y="188259"/>
                  <a:pt x="113741" y="211160"/>
                  <a:pt x="86286" y="242047"/>
                </a:cubicBezTo>
                <a:cubicBezTo>
                  <a:pt x="76869" y="252641"/>
                  <a:pt x="80702" y="270594"/>
                  <a:pt x="72839" y="282388"/>
                </a:cubicBezTo>
                <a:cubicBezTo>
                  <a:pt x="62290" y="298211"/>
                  <a:pt x="45945" y="309282"/>
                  <a:pt x="32498" y="322729"/>
                </a:cubicBezTo>
                <a:cubicBezTo>
                  <a:pt x="6677" y="400194"/>
                  <a:pt x="0" y="402568"/>
                  <a:pt x="32498" y="524435"/>
                </a:cubicBezTo>
                <a:cubicBezTo>
                  <a:pt x="37821" y="544397"/>
                  <a:pt x="117569" y="596060"/>
                  <a:pt x="126627" y="605118"/>
                </a:cubicBezTo>
                <a:cubicBezTo>
                  <a:pt x="142474" y="620965"/>
                  <a:pt x="151120" y="643059"/>
                  <a:pt x="166968" y="658906"/>
                </a:cubicBezTo>
                <a:cubicBezTo>
                  <a:pt x="198728" y="690666"/>
                  <a:pt x="224187" y="686329"/>
                  <a:pt x="261098" y="712694"/>
                </a:cubicBezTo>
                <a:cubicBezTo>
                  <a:pt x="349235" y="775649"/>
                  <a:pt x="255244" y="737637"/>
                  <a:pt x="341780" y="766482"/>
                </a:cubicBezTo>
                <a:cubicBezTo>
                  <a:pt x="350745" y="775447"/>
                  <a:pt x="362151" y="782505"/>
                  <a:pt x="368674" y="793377"/>
                </a:cubicBezTo>
                <a:cubicBezTo>
                  <a:pt x="375967" y="805531"/>
                  <a:pt x="373266" y="822650"/>
                  <a:pt x="382121" y="833718"/>
                </a:cubicBezTo>
                <a:cubicBezTo>
                  <a:pt x="392217" y="846338"/>
                  <a:pt x="409015" y="851647"/>
                  <a:pt x="422462" y="860612"/>
                </a:cubicBezTo>
                <a:cubicBezTo>
                  <a:pt x="448643" y="939149"/>
                  <a:pt x="415426" y="867022"/>
                  <a:pt x="476251" y="927847"/>
                </a:cubicBezTo>
                <a:cubicBezTo>
                  <a:pt x="537075" y="988671"/>
                  <a:pt x="464950" y="955456"/>
                  <a:pt x="543486" y="981635"/>
                </a:cubicBezTo>
                <a:cubicBezTo>
                  <a:pt x="552451" y="995082"/>
                  <a:pt x="558952" y="1010549"/>
                  <a:pt x="570380" y="1021977"/>
                </a:cubicBezTo>
                <a:cubicBezTo>
                  <a:pt x="633539" y="1085137"/>
                  <a:pt x="613278" y="1036790"/>
                  <a:pt x="664510" y="1102659"/>
                </a:cubicBezTo>
                <a:cubicBezTo>
                  <a:pt x="684354" y="1128173"/>
                  <a:pt x="700369" y="1156447"/>
                  <a:pt x="718298" y="1183341"/>
                </a:cubicBezTo>
                <a:cubicBezTo>
                  <a:pt x="727263" y="1196788"/>
                  <a:pt x="729860" y="1218571"/>
                  <a:pt x="745192" y="1223682"/>
                </a:cubicBezTo>
                <a:lnTo>
                  <a:pt x="785533" y="1237129"/>
                </a:lnTo>
                <a:cubicBezTo>
                  <a:pt x="794498" y="1246094"/>
                  <a:pt x="804820" y="1253881"/>
                  <a:pt x="812427" y="1264024"/>
                </a:cubicBezTo>
                <a:cubicBezTo>
                  <a:pt x="831820" y="1289882"/>
                  <a:pt x="843359" y="1321851"/>
                  <a:pt x="866215" y="1344706"/>
                </a:cubicBezTo>
                <a:cubicBezTo>
                  <a:pt x="875180" y="1353671"/>
                  <a:pt x="885190" y="1361700"/>
                  <a:pt x="893110" y="1371600"/>
                </a:cubicBezTo>
                <a:cubicBezTo>
                  <a:pt x="903206" y="1384220"/>
                  <a:pt x="907841" y="1401299"/>
                  <a:pt x="920004" y="1411941"/>
                </a:cubicBezTo>
                <a:cubicBezTo>
                  <a:pt x="944329" y="1433226"/>
                  <a:pt x="977831" y="1442873"/>
                  <a:pt x="1000686" y="1465729"/>
                </a:cubicBezTo>
                <a:cubicBezTo>
                  <a:pt x="1023040" y="1488083"/>
                  <a:pt x="1037386" y="1505947"/>
                  <a:pt x="1067921" y="1519518"/>
                </a:cubicBezTo>
                <a:cubicBezTo>
                  <a:pt x="1093827" y="1531032"/>
                  <a:pt x="1148604" y="1546412"/>
                  <a:pt x="1148604" y="1546412"/>
                </a:cubicBezTo>
                <a:cubicBezTo>
                  <a:pt x="1184463" y="1541930"/>
                  <a:pt x="1220844" y="1540537"/>
                  <a:pt x="1256180" y="1532965"/>
                </a:cubicBezTo>
                <a:cubicBezTo>
                  <a:pt x="1283899" y="1527025"/>
                  <a:pt x="1336862" y="1506071"/>
                  <a:pt x="1336862" y="1506071"/>
                </a:cubicBezTo>
                <a:cubicBezTo>
                  <a:pt x="1386613" y="1456322"/>
                  <a:pt x="1353209" y="1486209"/>
                  <a:pt x="1444439" y="1425388"/>
                </a:cubicBezTo>
                <a:lnTo>
                  <a:pt x="1484780" y="1398494"/>
                </a:lnTo>
                <a:cubicBezTo>
                  <a:pt x="1502709" y="1371600"/>
                  <a:pt x="1530729" y="1349169"/>
                  <a:pt x="1538568" y="1317812"/>
                </a:cubicBezTo>
                <a:cubicBezTo>
                  <a:pt x="1555453" y="1250273"/>
                  <a:pt x="1546171" y="1281557"/>
                  <a:pt x="1565462" y="1223682"/>
                </a:cubicBezTo>
                <a:cubicBezTo>
                  <a:pt x="1541108" y="931434"/>
                  <a:pt x="1543043" y="1026591"/>
                  <a:pt x="1565462" y="578224"/>
                </a:cubicBezTo>
                <a:cubicBezTo>
                  <a:pt x="1566385" y="559766"/>
                  <a:pt x="1574427" y="542365"/>
                  <a:pt x="1578910" y="524435"/>
                </a:cubicBezTo>
                <a:cubicBezTo>
                  <a:pt x="1574427" y="452717"/>
                  <a:pt x="1575171" y="380481"/>
                  <a:pt x="1565462" y="309282"/>
                </a:cubicBezTo>
                <a:cubicBezTo>
                  <a:pt x="1555918" y="239293"/>
                  <a:pt x="1522857" y="205034"/>
                  <a:pt x="1484780" y="147918"/>
                </a:cubicBezTo>
                <a:cubicBezTo>
                  <a:pt x="1450023" y="95783"/>
                  <a:pt x="1473218" y="112688"/>
                  <a:pt x="1417545" y="94129"/>
                </a:cubicBezTo>
                <a:cubicBezTo>
                  <a:pt x="1399616" y="98612"/>
                  <a:pt x="1373265" y="91729"/>
                  <a:pt x="1363757" y="107577"/>
                </a:cubicBezTo>
                <a:cubicBezTo>
                  <a:pt x="1354249" y="123425"/>
                  <a:pt x="1368939" y="144835"/>
                  <a:pt x="1377204" y="161365"/>
                </a:cubicBezTo>
                <a:cubicBezTo>
                  <a:pt x="1391659" y="190275"/>
                  <a:pt x="1420771" y="211383"/>
                  <a:pt x="1430992" y="242047"/>
                </a:cubicBezTo>
                <a:cubicBezTo>
                  <a:pt x="1462997" y="338061"/>
                  <a:pt x="1442161" y="299141"/>
                  <a:pt x="1484780" y="363071"/>
                </a:cubicBezTo>
                <a:cubicBezTo>
                  <a:pt x="1500774" y="443039"/>
                  <a:pt x="1511674" y="485125"/>
                  <a:pt x="1511674" y="578224"/>
                </a:cubicBezTo>
                <a:cubicBezTo>
                  <a:pt x="1511674" y="663507"/>
                  <a:pt x="1505615" y="748756"/>
                  <a:pt x="1498227" y="833718"/>
                </a:cubicBezTo>
                <a:cubicBezTo>
                  <a:pt x="1496626" y="852130"/>
                  <a:pt x="1489262" y="869577"/>
                  <a:pt x="1484780" y="887506"/>
                </a:cubicBezTo>
                <a:cubicBezTo>
                  <a:pt x="1484443" y="893577"/>
                  <a:pt x="1494449" y="1096768"/>
                  <a:pt x="1457886" y="1169894"/>
                </a:cubicBezTo>
                <a:cubicBezTo>
                  <a:pt x="1450658" y="1184349"/>
                  <a:pt x="1442420" y="1198807"/>
                  <a:pt x="1430992" y="1210235"/>
                </a:cubicBezTo>
                <a:cubicBezTo>
                  <a:pt x="1419564" y="1221663"/>
                  <a:pt x="1404098" y="1228164"/>
                  <a:pt x="1390651" y="1237129"/>
                </a:cubicBezTo>
                <a:cubicBezTo>
                  <a:pt x="1386169" y="1250576"/>
                  <a:pt x="1386059" y="1266402"/>
                  <a:pt x="1377204" y="1277471"/>
                </a:cubicBezTo>
                <a:cubicBezTo>
                  <a:pt x="1367108" y="1290091"/>
                  <a:pt x="1349278" y="1294019"/>
                  <a:pt x="1336862" y="1304365"/>
                </a:cubicBezTo>
                <a:cubicBezTo>
                  <a:pt x="1322253" y="1316539"/>
                  <a:pt x="1309968" y="1331259"/>
                  <a:pt x="1296521" y="1344706"/>
                </a:cubicBezTo>
                <a:cubicBezTo>
                  <a:pt x="1247215" y="1340224"/>
                  <a:pt x="1197615" y="1338261"/>
                  <a:pt x="1148604" y="1331259"/>
                </a:cubicBezTo>
                <a:cubicBezTo>
                  <a:pt x="1035879" y="1315155"/>
                  <a:pt x="1185103" y="1322877"/>
                  <a:pt x="1067921" y="1290918"/>
                </a:cubicBezTo>
                <a:cubicBezTo>
                  <a:pt x="1033057" y="1281410"/>
                  <a:pt x="996204" y="1281953"/>
                  <a:pt x="960345" y="1277471"/>
                </a:cubicBezTo>
                <a:cubicBezTo>
                  <a:pt x="946898" y="1264024"/>
                  <a:pt x="932178" y="1251738"/>
                  <a:pt x="920004" y="1237129"/>
                </a:cubicBezTo>
                <a:cubicBezTo>
                  <a:pt x="901680" y="1215140"/>
                  <a:pt x="892298" y="1185544"/>
                  <a:pt x="866215" y="1169894"/>
                </a:cubicBezTo>
                <a:cubicBezTo>
                  <a:pt x="854061" y="1162601"/>
                  <a:pt x="838552" y="1162786"/>
                  <a:pt x="825874" y="1156447"/>
                </a:cubicBezTo>
                <a:cubicBezTo>
                  <a:pt x="811419" y="1149219"/>
                  <a:pt x="798980" y="1138518"/>
                  <a:pt x="785533" y="1129553"/>
                </a:cubicBezTo>
                <a:lnTo>
                  <a:pt x="704851" y="1008529"/>
                </a:lnTo>
                <a:lnTo>
                  <a:pt x="677957" y="968188"/>
                </a:lnTo>
                <a:lnTo>
                  <a:pt x="651062" y="927847"/>
                </a:lnTo>
                <a:cubicBezTo>
                  <a:pt x="631819" y="870119"/>
                  <a:pt x="626953" y="842843"/>
                  <a:pt x="597274" y="793377"/>
                </a:cubicBezTo>
                <a:cubicBezTo>
                  <a:pt x="580644" y="765660"/>
                  <a:pt x="553707" y="743358"/>
                  <a:pt x="543486" y="712694"/>
                </a:cubicBezTo>
                <a:lnTo>
                  <a:pt x="503145" y="591671"/>
                </a:lnTo>
                <a:lnTo>
                  <a:pt x="462804" y="470647"/>
                </a:lnTo>
                <a:lnTo>
                  <a:pt x="449357" y="430306"/>
                </a:lnTo>
                <a:cubicBezTo>
                  <a:pt x="453839" y="398930"/>
                  <a:pt x="453697" y="366535"/>
                  <a:pt x="462804" y="336177"/>
                </a:cubicBezTo>
                <a:cubicBezTo>
                  <a:pt x="472296" y="304536"/>
                  <a:pt x="502617" y="282652"/>
                  <a:pt x="530039" y="268941"/>
                </a:cubicBezTo>
                <a:cubicBezTo>
                  <a:pt x="542717" y="262602"/>
                  <a:pt x="557989" y="262378"/>
                  <a:pt x="570380" y="255494"/>
                </a:cubicBezTo>
                <a:cubicBezTo>
                  <a:pt x="638801" y="217482"/>
                  <a:pt x="637153" y="215615"/>
                  <a:pt x="677957" y="174812"/>
                </a:cubicBezTo>
                <a:lnTo>
                  <a:pt x="718298" y="53788"/>
                </a:lnTo>
                <a:lnTo>
                  <a:pt x="731745" y="13447"/>
                </a:lnTo>
                <a:cubicBezTo>
                  <a:pt x="718298" y="8965"/>
                  <a:pt x="705578" y="0"/>
                  <a:pt x="691404" y="0"/>
                </a:cubicBezTo>
                <a:cubicBezTo>
                  <a:pt x="676060" y="0"/>
                  <a:pt x="605050" y="16283"/>
                  <a:pt x="583827" y="26894"/>
                </a:cubicBezTo>
                <a:cubicBezTo>
                  <a:pt x="569372" y="34122"/>
                  <a:pt x="558254" y="47224"/>
                  <a:pt x="543486" y="53788"/>
                </a:cubicBezTo>
                <a:cubicBezTo>
                  <a:pt x="517581" y="65302"/>
                  <a:pt x="489698" y="71717"/>
                  <a:pt x="462804" y="80682"/>
                </a:cubicBezTo>
                <a:lnTo>
                  <a:pt x="382121" y="107577"/>
                </a:lnTo>
                <a:cubicBezTo>
                  <a:pt x="368674" y="112059"/>
                  <a:pt x="355531" y="117586"/>
                  <a:pt x="341780" y="121024"/>
                </a:cubicBezTo>
                <a:cubicBezTo>
                  <a:pt x="323851" y="125506"/>
                  <a:pt x="306033" y="130462"/>
                  <a:pt x="287992" y="134471"/>
                </a:cubicBezTo>
                <a:cubicBezTo>
                  <a:pt x="265681" y="139429"/>
                  <a:pt x="242807" y="141904"/>
                  <a:pt x="220757" y="147918"/>
                </a:cubicBezTo>
                <a:cubicBezTo>
                  <a:pt x="193407" y="155377"/>
                  <a:pt x="187139" y="159124"/>
                  <a:pt x="180415" y="161365"/>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57" name="Google Shape;457;p7"/>
          <p:cNvSpPr/>
          <p:nvPr/>
        </p:nvSpPr>
        <p:spPr>
          <a:xfrm>
            <a:off x="1837653" y="856332"/>
            <a:ext cx="2167533" cy="1833080"/>
          </a:xfrm>
          <a:custGeom>
            <a:avLst/>
            <a:gdLst/>
            <a:ahLst/>
            <a:cxnLst/>
            <a:rect l="l" t="t" r="r" b="b"/>
            <a:pathLst>
              <a:path w="2167533" h="1833080" extrusionOk="0">
                <a:moveTo>
                  <a:pt x="31488" y="945574"/>
                </a:moveTo>
                <a:lnTo>
                  <a:pt x="31488" y="945574"/>
                </a:lnTo>
                <a:cubicBezTo>
                  <a:pt x="28614" y="919703"/>
                  <a:pt x="2453" y="812239"/>
                  <a:pt x="31488" y="770762"/>
                </a:cubicBezTo>
                <a:cubicBezTo>
                  <a:pt x="53299" y="739603"/>
                  <a:pt x="112171" y="690080"/>
                  <a:pt x="112171" y="690080"/>
                </a:cubicBezTo>
                <a:cubicBezTo>
                  <a:pt x="145970" y="588683"/>
                  <a:pt x="100377" y="713667"/>
                  <a:pt x="152512" y="609397"/>
                </a:cubicBezTo>
                <a:cubicBezTo>
                  <a:pt x="158851" y="596719"/>
                  <a:pt x="158096" y="580850"/>
                  <a:pt x="165959" y="569056"/>
                </a:cubicBezTo>
                <a:cubicBezTo>
                  <a:pt x="176508" y="553233"/>
                  <a:pt x="194126" y="543324"/>
                  <a:pt x="206300" y="528715"/>
                </a:cubicBezTo>
                <a:cubicBezTo>
                  <a:pt x="216646" y="516300"/>
                  <a:pt x="221766" y="499802"/>
                  <a:pt x="233194" y="488374"/>
                </a:cubicBezTo>
                <a:cubicBezTo>
                  <a:pt x="244622" y="476946"/>
                  <a:pt x="261372" y="472122"/>
                  <a:pt x="273535" y="461480"/>
                </a:cubicBezTo>
                <a:cubicBezTo>
                  <a:pt x="297388" y="440608"/>
                  <a:pt x="318359" y="416656"/>
                  <a:pt x="340771" y="394244"/>
                </a:cubicBezTo>
                <a:cubicBezTo>
                  <a:pt x="354218" y="380797"/>
                  <a:pt x="363071" y="359917"/>
                  <a:pt x="381112" y="353903"/>
                </a:cubicBezTo>
                <a:lnTo>
                  <a:pt x="421453" y="340456"/>
                </a:lnTo>
                <a:cubicBezTo>
                  <a:pt x="458536" y="303373"/>
                  <a:pt x="458452" y="298183"/>
                  <a:pt x="502135" y="273221"/>
                </a:cubicBezTo>
                <a:cubicBezTo>
                  <a:pt x="519539" y="263276"/>
                  <a:pt x="539611" y="257978"/>
                  <a:pt x="555923" y="246327"/>
                </a:cubicBezTo>
                <a:cubicBezTo>
                  <a:pt x="571398" y="235274"/>
                  <a:pt x="580790" y="217039"/>
                  <a:pt x="596265" y="205986"/>
                </a:cubicBezTo>
                <a:cubicBezTo>
                  <a:pt x="625342" y="185217"/>
                  <a:pt x="657474" y="176618"/>
                  <a:pt x="690394" y="165644"/>
                </a:cubicBezTo>
                <a:cubicBezTo>
                  <a:pt x="699359" y="152197"/>
                  <a:pt x="704668" y="135399"/>
                  <a:pt x="717288" y="125303"/>
                </a:cubicBezTo>
                <a:cubicBezTo>
                  <a:pt x="728356" y="116448"/>
                  <a:pt x="744951" y="118195"/>
                  <a:pt x="757629" y="111856"/>
                </a:cubicBezTo>
                <a:cubicBezTo>
                  <a:pt x="772084" y="104628"/>
                  <a:pt x="783202" y="91526"/>
                  <a:pt x="797971" y="84962"/>
                </a:cubicBezTo>
                <a:cubicBezTo>
                  <a:pt x="823876" y="73449"/>
                  <a:pt x="851759" y="67033"/>
                  <a:pt x="878653" y="58068"/>
                </a:cubicBezTo>
                <a:lnTo>
                  <a:pt x="959335" y="31174"/>
                </a:lnTo>
                <a:lnTo>
                  <a:pt x="999676" y="17727"/>
                </a:lnTo>
                <a:cubicBezTo>
                  <a:pt x="1057899" y="25005"/>
                  <a:pt x="1120700" y="0"/>
                  <a:pt x="1120700" y="71515"/>
                </a:cubicBezTo>
                <a:cubicBezTo>
                  <a:pt x="1120700" y="89996"/>
                  <a:pt x="1112563" y="107601"/>
                  <a:pt x="1107253" y="125303"/>
                </a:cubicBezTo>
                <a:cubicBezTo>
                  <a:pt x="1107250" y="125315"/>
                  <a:pt x="1073638" y="226150"/>
                  <a:pt x="1066912" y="246327"/>
                </a:cubicBezTo>
                <a:lnTo>
                  <a:pt x="1053465" y="286668"/>
                </a:lnTo>
                <a:lnTo>
                  <a:pt x="1040018" y="327009"/>
                </a:lnTo>
                <a:cubicBezTo>
                  <a:pt x="1044500" y="344938"/>
                  <a:pt x="1043214" y="365420"/>
                  <a:pt x="1053465" y="380797"/>
                </a:cubicBezTo>
                <a:cubicBezTo>
                  <a:pt x="1123447" y="485771"/>
                  <a:pt x="1114834" y="415274"/>
                  <a:pt x="1201382" y="501821"/>
                </a:cubicBezTo>
                <a:cubicBezTo>
                  <a:pt x="1278641" y="579079"/>
                  <a:pt x="1238549" y="559033"/>
                  <a:pt x="1308959" y="582503"/>
                </a:cubicBezTo>
                <a:cubicBezTo>
                  <a:pt x="1317924" y="595950"/>
                  <a:pt x="1325211" y="610681"/>
                  <a:pt x="1335853" y="622844"/>
                </a:cubicBezTo>
                <a:cubicBezTo>
                  <a:pt x="1390918" y="685776"/>
                  <a:pt x="1388748" y="680520"/>
                  <a:pt x="1443429" y="716974"/>
                </a:cubicBezTo>
                <a:cubicBezTo>
                  <a:pt x="1452394" y="730421"/>
                  <a:pt x="1459681" y="745152"/>
                  <a:pt x="1470323" y="757315"/>
                </a:cubicBezTo>
                <a:cubicBezTo>
                  <a:pt x="1497586" y="788472"/>
                  <a:pt x="1537396" y="831192"/>
                  <a:pt x="1577900" y="851444"/>
                </a:cubicBezTo>
                <a:cubicBezTo>
                  <a:pt x="1590578" y="857783"/>
                  <a:pt x="1604794" y="860409"/>
                  <a:pt x="1618241" y="864892"/>
                </a:cubicBezTo>
                <a:cubicBezTo>
                  <a:pt x="1631688" y="878339"/>
                  <a:pt x="1648033" y="889410"/>
                  <a:pt x="1658582" y="905233"/>
                </a:cubicBezTo>
                <a:cubicBezTo>
                  <a:pt x="1666445" y="917027"/>
                  <a:pt x="1663174" y="934506"/>
                  <a:pt x="1672029" y="945574"/>
                </a:cubicBezTo>
                <a:cubicBezTo>
                  <a:pt x="1682125" y="958194"/>
                  <a:pt x="1698924" y="963503"/>
                  <a:pt x="1712371" y="972468"/>
                </a:cubicBezTo>
                <a:cubicBezTo>
                  <a:pt x="1730300" y="999362"/>
                  <a:pt x="1739265" y="1035221"/>
                  <a:pt x="1766159" y="1053150"/>
                </a:cubicBezTo>
                <a:cubicBezTo>
                  <a:pt x="1890323" y="1135926"/>
                  <a:pt x="1737590" y="1030294"/>
                  <a:pt x="1833394" y="1106939"/>
                </a:cubicBezTo>
                <a:cubicBezTo>
                  <a:pt x="1846014" y="1117035"/>
                  <a:pt x="1860288" y="1124868"/>
                  <a:pt x="1873735" y="1133833"/>
                </a:cubicBezTo>
                <a:cubicBezTo>
                  <a:pt x="1907534" y="1235229"/>
                  <a:pt x="1858011" y="1114179"/>
                  <a:pt x="1927523" y="1201068"/>
                </a:cubicBezTo>
                <a:cubicBezTo>
                  <a:pt x="2015019" y="1310436"/>
                  <a:pt x="1854509" y="1168394"/>
                  <a:pt x="1967865" y="1281750"/>
                </a:cubicBezTo>
                <a:cubicBezTo>
                  <a:pt x="1979293" y="1293178"/>
                  <a:pt x="1995586" y="1298548"/>
                  <a:pt x="2008206" y="1308644"/>
                </a:cubicBezTo>
                <a:cubicBezTo>
                  <a:pt x="2104010" y="1385289"/>
                  <a:pt x="1951277" y="1279657"/>
                  <a:pt x="2075441" y="1362433"/>
                </a:cubicBezTo>
                <a:cubicBezTo>
                  <a:pt x="2084406" y="1375880"/>
                  <a:pt x="2089715" y="1392678"/>
                  <a:pt x="2102335" y="1402774"/>
                </a:cubicBezTo>
                <a:cubicBezTo>
                  <a:pt x="2167533" y="1454932"/>
                  <a:pt x="2126784" y="1368545"/>
                  <a:pt x="2156123" y="1456562"/>
                </a:cubicBezTo>
                <a:cubicBezTo>
                  <a:pt x="2151641" y="1483456"/>
                  <a:pt x="2152249" y="1511715"/>
                  <a:pt x="2142676" y="1537244"/>
                </a:cubicBezTo>
                <a:cubicBezTo>
                  <a:pt x="2136288" y="1554278"/>
                  <a:pt x="2085624" y="1584245"/>
                  <a:pt x="2075441" y="1591033"/>
                </a:cubicBezTo>
                <a:cubicBezTo>
                  <a:pt x="2066476" y="1604480"/>
                  <a:pt x="2060710" y="1620732"/>
                  <a:pt x="2048547" y="1631374"/>
                </a:cubicBezTo>
                <a:cubicBezTo>
                  <a:pt x="2024222" y="1652659"/>
                  <a:pt x="1994759" y="1667233"/>
                  <a:pt x="1967865" y="1685162"/>
                </a:cubicBezTo>
                <a:cubicBezTo>
                  <a:pt x="1954418" y="1694127"/>
                  <a:pt x="1942855" y="1706945"/>
                  <a:pt x="1927523" y="1712056"/>
                </a:cubicBezTo>
                <a:lnTo>
                  <a:pt x="1846841" y="1738950"/>
                </a:lnTo>
                <a:lnTo>
                  <a:pt x="1806500" y="1752397"/>
                </a:lnTo>
                <a:cubicBezTo>
                  <a:pt x="1793053" y="1756879"/>
                  <a:pt x="1780058" y="1763064"/>
                  <a:pt x="1766159" y="1765844"/>
                </a:cubicBezTo>
                <a:cubicBezTo>
                  <a:pt x="1743747" y="1770327"/>
                  <a:pt x="1720974" y="1773278"/>
                  <a:pt x="1698923" y="1779292"/>
                </a:cubicBezTo>
                <a:cubicBezTo>
                  <a:pt x="1671573" y="1786751"/>
                  <a:pt x="1646204" y="1801525"/>
                  <a:pt x="1618241" y="1806186"/>
                </a:cubicBezTo>
                <a:cubicBezTo>
                  <a:pt x="1506295" y="1824844"/>
                  <a:pt x="1564550" y="1815777"/>
                  <a:pt x="1443429" y="1833080"/>
                </a:cubicBezTo>
                <a:cubicBezTo>
                  <a:pt x="1344817" y="1828598"/>
                  <a:pt x="1245746" y="1830149"/>
                  <a:pt x="1147594" y="1819633"/>
                </a:cubicBezTo>
                <a:cubicBezTo>
                  <a:pt x="1119407" y="1816613"/>
                  <a:pt x="1095144" y="1795306"/>
                  <a:pt x="1066912" y="1792739"/>
                </a:cubicBezTo>
                <a:lnTo>
                  <a:pt x="918994" y="1779292"/>
                </a:lnTo>
                <a:cubicBezTo>
                  <a:pt x="905547" y="1770327"/>
                  <a:pt x="893421" y="1758961"/>
                  <a:pt x="878653" y="1752397"/>
                </a:cubicBezTo>
                <a:cubicBezTo>
                  <a:pt x="852748" y="1740883"/>
                  <a:pt x="797971" y="1725503"/>
                  <a:pt x="797971" y="1725503"/>
                </a:cubicBezTo>
                <a:cubicBezTo>
                  <a:pt x="736293" y="1663828"/>
                  <a:pt x="808515" y="1739564"/>
                  <a:pt x="717288" y="1617927"/>
                </a:cubicBezTo>
                <a:cubicBezTo>
                  <a:pt x="703841" y="1599998"/>
                  <a:pt x="691294" y="1581356"/>
                  <a:pt x="676947" y="1564139"/>
                </a:cubicBezTo>
                <a:cubicBezTo>
                  <a:pt x="668831" y="1554399"/>
                  <a:pt x="657973" y="1547144"/>
                  <a:pt x="650053" y="1537244"/>
                </a:cubicBezTo>
                <a:cubicBezTo>
                  <a:pt x="639957" y="1524624"/>
                  <a:pt x="634587" y="1508331"/>
                  <a:pt x="623159" y="1496903"/>
                </a:cubicBezTo>
                <a:cubicBezTo>
                  <a:pt x="611731" y="1485475"/>
                  <a:pt x="595438" y="1480105"/>
                  <a:pt x="582818" y="1470009"/>
                </a:cubicBezTo>
                <a:cubicBezTo>
                  <a:pt x="572918" y="1462089"/>
                  <a:pt x="563843" y="1453015"/>
                  <a:pt x="555923" y="1443115"/>
                </a:cubicBezTo>
                <a:cubicBezTo>
                  <a:pt x="545827" y="1430495"/>
                  <a:pt x="542476" y="1411739"/>
                  <a:pt x="529029" y="1402774"/>
                </a:cubicBezTo>
                <a:cubicBezTo>
                  <a:pt x="513652" y="1392523"/>
                  <a:pt x="493170" y="1393809"/>
                  <a:pt x="475241" y="1389327"/>
                </a:cubicBezTo>
                <a:cubicBezTo>
                  <a:pt x="448347" y="1371398"/>
                  <a:pt x="412488" y="1362433"/>
                  <a:pt x="394559" y="1335539"/>
                </a:cubicBezTo>
                <a:cubicBezTo>
                  <a:pt x="385594" y="1322092"/>
                  <a:pt x="379093" y="1306625"/>
                  <a:pt x="367665" y="1295197"/>
                </a:cubicBezTo>
                <a:cubicBezTo>
                  <a:pt x="356237" y="1283769"/>
                  <a:pt x="339402" y="1279040"/>
                  <a:pt x="327323" y="1268303"/>
                </a:cubicBezTo>
                <a:cubicBezTo>
                  <a:pt x="298896" y="1243035"/>
                  <a:pt x="282723" y="1199648"/>
                  <a:pt x="246641" y="1187621"/>
                </a:cubicBezTo>
                <a:cubicBezTo>
                  <a:pt x="150627" y="1155616"/>
                  <a:pt x="189547" y="1176452"/>
                  <a:pt x="125618" y="1133833"/>
                </a:cubicBezTo>
                <a:cubicBezTo>
                  <a:pt x="112697" y="1095071"/>
                  <a:pt x="80529" y="1052360"/>
                  <a:pt x="112171" y="1012809"/>
                </a:cubicBezTo>
                <a:cubicBezTo>
                  <a:pt x="122267" y="1000189"/>
                  <a:pt x="137744" y="992479"/>
                  <a:pt x="152512" y="985915"/>
                </a:cubicBezTo>
                <a:cubicBezTo>
                  <a:pt x="178417" y="974401"/>
                  <a:pt x="233194" y="959021"/>
                  <a:pt x="233194" y="959021"/>
                </a:cubicBezTo>
                <a:cubicBezTo>
                  <a:pt x="286982" y="963503"/>
                  <a:pt x="341058" y="965335"/>
                  <a:pt x="394559" y="972468"/>
                </a:cubicBezTo>
                <a:cubicBezTo>
                  <a:pt x="408609" y="974341"/>
                  <a:pt x="423832" y="977060"/>
                  <a:pt x="434900" y="985915"/>
                </a:cubicBezTo>
                <a:cubicBezTo>
                  <a:pt x="447520" y="996011"/>
                  <a:pt x="451448" y="1013841"/>
                  <a:pt x="461794" y="1026256"/>
                </a:cubicBezTo>
                <a:cubicBezTo>
                  <a:pt x="473968" y="1040865"/>
                  <a:pt x="488688" y="1053150"/>
                  <a:pt x="502135" y="1066597"/>
                </a:cubicBezTo>
                <a:cubicBezTo>
                  <a:pt x="534140" y="1162612"/>
                  <a:pt x="505441" y="1131555"/>
                  <a:pt x="569371" y="1174174"/>
                </a:cubicBezTo>
                <a:cubicBezTo>
                  <a:pt x="587300" y="1201068"/>
                  <a:pt x="600304" y="1232000"/>
                  <a:pt x="623159" y="1254856"/>
                </a:cubicBezTo>
                <a:cubicBezTo>
                  <a:pt x="645571" y="1277268"/>
                  <a:pt x="672813" y="1295720"/>
                  <a:pt x="690394" y="1322092"/>
                </a:cubicBezTo>
                <a:cubicBezTo>
                  <a:pt x="725151" y="1374227"/>
                  <a:pt x="701956" y="1357322"/>
                  <a:pt x="757629" y="1375880"/>
                </a:cubicBezTo>
                <a:cubicBezTo>
                  <a:pt x="766594" y="1389327"/>
                  <a:pt x="774427" y="1403601"/>
                  <a:pt x="784523" y="1416221"/>
                </a:cubicBezTo>
                <a:cubicBezTo>
                  <a:pt x="801199" y="1437065"/>
                  <a:pt x="828464" y="1458361"/>
                  <a:pt x="851759" y="1470009"/>
                </a:cubicBezTo>
                <a:cubicBezTo>
                  <a:pt x="864437" y="1476348"/>
                  <a:pt x="878653" y="1478974"/>
                  <a:pt x="892100" y="1483456"/>
                </a:cubicBezTo>
                <a:cubicBezTo>
                  <a:pt x="901065" y="1496903"/>
                  <a:pt x="905289" y="1515231"/>
                  <a:pt x="918994" y="1523797"/>
                </a:cubicBezTo>
                <a:cubicBezTo>
                  <a:pt x="943034" y="1538822"/>
                  <a:pt x="999676" y="1550692"/>
                  <a:pt x="999676" y="1550692"/>
                </a:cubicBezTo>
                <a:cubicBezTo>
                  <a:pt x="1008641" y="1559657"/>
                  <a:pt x="1015231" y="1571916"/>
                  <a:pt x="1026571" y="1577586"/>
                </a:cubicBezTo>
                <a:lnTo>
                  <a:pt x="1147594" y="1617927"/>
                </a:lnTo>
                <a:lnTo>
                  <a:pt x="1187935" y="1631374"/>
                </a:lnTo>
                <a:lnTo>
                  <a:pt x="1228276" y="1644821"/>
                </a:lnTo>
                <a:cubicBezTo>
                  <a:pt x="1286547" y="1640339"/>
                  <a:pt x="1345096" y="1638623"/>
                  <a:pt x="1403088" y="1631374"/>
                </a:cubicBezTo>
                <a:cubicBezTo>
                  <a:pt x="1417153" y="1629616"/>
                  <a:pt x="1429592" y="1621002"/>
                  <a:pt x="1443429" y="1617927"/>
                </a:cubicBezTo>
                <a:cubicBezTo>
                  <a:pt x="1470045" y="1612012"/>
                  <a:pt x="1497218" y="1608962"/>
                  <a:pt x="1524112" y="1604480"/>
                </a:cubicBezTo>
                <a:cubicBezTo>
                  <a:pt x="1537559" y="1599998"/>
                  <a:pt x="1551775" y="1597372"/>
                  <a:pt x="1564453" y="1591033"/>
                </a:cubicBezTo>
                <a:cubicBezTo>
                  <a:pt x="1668723" y="1538898"/>
                  <a:pt x="1543737" y="1584491"/>
                  <a:pt x="1645135" y="1550692"/>
                </a:cubicBezTo>
                <a:cubicBezTo>
                  <a:pt x="1694885" y="1500941"/>
                  <a:pt x="1661479" y="1530830"/>
                  <a:pt x="1752712" y="1470009"/>
                </a:cubicBezTo>
                <a:lnTo>
                  <a:pt x="1793053" y="1443115"/>
                </a:lnTo>
                <a:cubicBezTo>
                  <a:pt x="1803628" y="1427253"/>
                  <a:pt x="1836045" y="1386293"/>
                  <a:pt x="1833394" y="1362433"/>
                </a:cubicBezTo>
                <a:cubicBezTo>
                  <a:pt x="1830263" y="1334257"/>
                  <a:pt x="1815465" y="1308644"/>
                  <a:pt x="1806500" y="1281750"/>
                </a:cubicBezTo>
                <a:cubicBezTo>
                  <a:pt x="1789591" y="1231023"/>
                  <a:pt x="1785502" y="1206963"/>
                  <a:pt x="1739265" y="1160727"/>
                </a:cubicBezTo>
                <a:cubicBezTo>
                  <a:pt x="1725818" y="1147280"/>
                  <a:pt x="1711098" y="1134995"/>
                  <a:pt x="1698923" y="1120386"/>
                </a:cubicBezTo>
                <a:cubicBezTo>
                  <a:pt x="1688577" y="1107970"/>
                  <a:pt x="1684192" y="1090687"/>
                  <a:pt x="1672029" y="1080044"/>
                </a:cubicBezTo>
                <a:cubicBezTo>
                  <a:pt x="1647704" y="1058759"/>
                  <a:pt x="1618241" y="1044185"/>
                  <a:pt x="1591347" y="1026256"/>
                </a:cubicBezTo>
                <a:lnTo>
                  <a:pt x="1551006" y="999362"/>
                </a:lnTo>
                <a:cubicBezTo>
                  <a:pt x="1542041" y="985915"/>
                  <a:pt x="1535540" y="970449"/>
                  <a:pt x="1524112" y="959021"/>
                </a:cubicBezTo>
                <a:cubicBezTo>
                  <a:pt x="1454221" y="889130"/>
                  <a:pt x="1510105" y="971768"/>
                  <a:pt x="1456876" y="905233"/>
                </a:cubicBezTo>
                <a:cubicBezTo>
                  <a:pt x="1446780" y="892613"/>
                  <a:pt x="1442602" y="874988"/>
                  <a:pt x="1429982" y="864892"/>
                </a:cubicBezTo>
                <a:cubicBezTo>
                  <a:pt x="1418914" y="856037"/>
                  <a:pt x="1402319" y="857783"/>
                  <a:pt x="1389641" y="851444"/>
                </a:cubicBezTo>
                <a:cubicBezTo>
                  <a:pt x="1375186" y="844216"/>
                  <a:pt x="1362747" y="833515"/>
                  <a:pt x="1349300" y="824550"/>
                </a:cubicBezTo>
                <a:cubicBezTo>
                  <a:pt x="1325668" y="753655"/>
                  <a:pt x="1351472" y="811020"/>
                  <a:pt x="1295512" y="743868"/>
                </a:cubicBezTo>
                <a:cubicBezTo>
                  <a:pt x="1277187" y="721878"/>
                  <a:pt x="1267807" y="692283"/>
                  <a:pt x="1241723" y="676633"/>
                </a:cubicBezTo>
                <a:cubicBezTo>
                  <a:pt x="1229569" y="669340"/>
                  <a:pt x="1215057" y="666916"/>
                  <a:pt x="1201382" y="663186"/>
                </a:cubicBezTo>
                <a:cubicBezTo>
                  <a:pt x="1165722" y="653461"/>
                  <a:pt x="1093806" y="636292"/>
                  <a:pt x="1093806" y="636292"/>
                </a:cubicBezTo>
                <a:cubicBezTo>
                  <a:pt x="1084841" y="627327"/>
                  <a:pt x="1077783" y="615920"/>
                  <a:pt x="1066912" y="609397"/>
                </a:cubicBezTo>
                <a:cubicBezTo>
                  <a:pt x="1024874" y="584174"/>
                  <a:pt x="1008243" y="600505"/>
                  <a:pt x="959335" y="609397"/>
                </a:cubicBezTo>
                <a:cubicBezTo>
                  <a:pt x="770169" y="643791"/>
                  <a:pt x="977429" y="603087"/>
                  <a:pt x="811418" y="636292"/>
                </a:cubicBezTo>
                <a:cubicBezTo>
                  <a:pt x="758885" y="688823"/>
                  <a:pt x="814008" y="641720"/>
                  <a:pt x="744182" y="676633"/>
                </a:cubicBezTo>
                <a:cubicBezTo>
                  <a:pt x="729727" y="683861"/>
                  <a:pt x="718609" y="696963"/>
                  <a:pt x="703841" y="703527"/>
                </a:cubicBezTo>
                <a:cubicBezTo>
                  <a:pt x="629659" y="736497"/>
                  <a:pt x="628235" y="725790"/>
                  <a:pt x="555923" y="743868"/>
                </a:cubicBezTo>
                <a:cubicBezTo>
                  <a:pt x="542172" y="747306"/>
                  <a:pt x="529029" y="752833"/>
                  <a:pt x="515582" y="757315"/>
                </a:cubicBezTo>
                <a:cubicBezTo>
                  <a:pt x="451068" y="854085"/>
                  <a:pt x="542426" y="734937"/>
                  <a:pt x="408006" y="824550"/>
                </a:cubicBezTo>
                <a:cubicBezTo>
                  <a:pt x="362323" y="855005"/>
                  <a:pt x="350990" y="867671"/>
                  <a:pt x="286982" y="878339"/>
                </a:cubicBezTo>
                <a:cubicBezTo>
                  <a:pt x="255994" y="883504"/>
                  <a:pt x="199062" y="888681"/>
                  <a:pt x="165959" y="905233"/>
                </a:cubicBezTo>
                <a:cubicBezTo>
                  <a:pt x="132034" y="922196"/>
                  <a:pt x="123738" y="934007"/>
                  <a:pt x="98723" y="959021"/>
                </a:cubicBezTo>
                <a:cubicBezTo>
                  <a:pt x="96163" y="966702"/>
                  <a:pt x="69967" y="1089767"/>
                  <a:pt x="18041" y="985915"/>
                </a:cubicBezTo>
                <a:cubicBezTo>
                  <a:pt x="0" y="949833"/>
                  <a:pt x="18041" y="905233"/>
                  <a:pt x="18041" y="864892"/>
                </a:cubicBezTo>
                <a:lnTo>
                  <a:pt x="44935" y="878339"/>
                </a:lnTo>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58" name="Google Shape;458;p7"/>
          <p:cNvSpPr/>
          <p:nvPr/>
        </p:nvSpPr>
        <p:spPr>
          <a:xfrm>
            <a:off x="1928391" y="2362200"/>
            <a:ext cx="824334" cy="1000125"/>
          </a:xfrm>
          <a:custGeom>
            <a:avLst/>
            <a:gdLst/>
            <a:ahLst/>
            <a:cxnLst/>
            <a:rect l="l" t="t" r="r" b="b"/>
            <a:pathLst>
              <a:path w="824334" h="1000125" extrusionOk="0">
                <a:moveTo>
                  <a:pt x="662409" y="228600"/>
                </a:moveTo>
                <a:lnTo>
                  <a:pt x="662409" y="228600"/>
                </a:lnTo>
                <a:cubicBezTo>
                  <a:pt x="656059" y="200025"/>
                  <a:pt x="650459" y="171273"/>
                  <a:pt x="643359" y="142875"/>
                </a:cubicBezTo>
                <a:cubicBezTo>
                  <a:pt x="640924" y="133135"/>
                  <a:pt x="640934" y="121400"/>
                  <a:pt x="633834" y="114300"/>
                </a:cubicBezTo>
                <a:cubicBezTo>
                  <a:pt x="573769" y="54235"/>
                  <a:pt x="596019" y="90630"/>
                  <a:pt x="548109" y="66675"/>
                </a:cubicBezTo>
                <a:cubicBezTo>
                  <a:pt x="537870" y="61555"/>
                  <a:pt x="529773" y="52745"/>
                  <a:pt x="519534" y="47625"/>
                </a:cubicBezTo>
                <a:cubicBezTo>
                  <a:pt x="510554" y="43135"/>
                  <a:pt x="499939" y="42590"/>
                  <a:pt x="490959" y="38100"/>
                </a:cubicBezTo>
                <a:cubicBezTo>
                  <a:pt x="480720" y="32980"/>
                  <a:pt x="472845" y="23699"/>
                  <a:pt x="462384" y="19050"/>
                </a:cubicBezTo>
                <a:cubicBezTo>
                  <a:pt x="444034" y="10895"/>
                  <a:pt x="405234" y="0"/>
                  <a:pt x="405234" y="0"/>
                </a:cubicBezTo>
                <a:cubicBezTo>
                  <a:pt x="370309" y="3175"/>
                  <a:pt x="335176" y="4565"/>
                  <a:pt x="300459" y="9525"/>
                </a:cubicBezTo>
                <a:cubicBezTo>
                  <a:pt x="290520" y="10945"/>
                  <a:pt x="278984" y="11950"/>
                  <a:pt x="271884" y="19050"/>
                </a:cubicBezTo>
                <a:cubicBezTo>
                  <a:pt x="255695" y="35239"/>
                  <a:pt x="246484" y="57150"/>
                  <a:pt x="233784" y="76200"/>
                </a:cubicBezTo>
                <a:cubicBezTo>
                  <a:pt x="227434" y="85725"/>
                  <a:pt x="224259" y="98425"/>
                  <a:pt x="214734" y="104775"/>
                </a:cubicBezTo>
                <a:lnTo>
                  <a:pt x="186159" y="123825"/>
                </a:lnTo>
                <a:cubicBezTo>
                  <a:pt x="118086" y="225935"/>
                  <a:pt x="224097" y="70966"/>
                  <a:pt x="138534" y="180975"/>
                </a:cubicBezTo>
                <a:cubicBezTo>
                  <a:pt x="124478" y="199047"/>
                  <a:pt x="113134" y="219075"/>
                  <a:pt x="100434" y="238125"/>
                </a:cubicBezTo>
                <a:lnTo>
                  <a:pt x="81384" y="266700"/>
                </a:lnTo>
                <a:cubicBezTo>
                  <a:pt x="75034" y="276225"/>
                  <a:pt x="65954" y="284415"/>
                  <a:pt x="62334" y="295275"/>
                </a:cubicBezTo>
                <a:cubicBezTo>
                  <a:pt x="39144" y="364844"/>
                  <a:pt x="48154" y="332944"/>
                  <a:pt x="33759" y="390525"/>
                </a:cubicBezTo>
                <a:cubicBezTo>
                  <a:pt x="30584" y="441325"/>
                  <a:pt x="28643" y="492217"/>
                  <a:pt x="24234" y="542925"/>
                </a:cubicBezTo>
                <a:cubicBezTo>
                  <a:pt x="11194" y="692884"/>
                  <a:pt x="0" y="523996"/>
                  <a:pt x="24234" y="790575"/>
                </a:cubicBezTo>
                <a:cubicBezTo>
                  <a:pt x="25143" y="800574"/>
                  <a:pt x="28190" y="810796"/>
                  <a:pt x="33759" y="819150"/>
                </a:cubicBezTo>
                <a:cubicBezTo>
                  <a:pt x="41231" y="830358"/>
                  <a:pt x="53710" y="837377"/>
                  <a:pt x="62334" y="847725"/>
                </a:cubicBezTo>
                <a:cubicBezTo>
                  <a:pt x="69663" y="856519"/>
                  <a:pt x="74055" y="867506"/>
                  <a:pt x="81384" y="876300"/>
                </a:cubicBezTo>
                <a:cubicBezTo>
                  <a:pt x="101746" y="900735"/>
                  <a:pt x="122090" y="914901"/>
                  <a:pt x="148059" y="933450"/>
                </a:cubicBezTo>
                <a:cubicBezTo>
                  <a:pt x="157374" y="940104"/>
                  <a:pt x="166173" y="947851"/>
                  <a:pt x="176634" y="952500"/>
                </a:cubicBezTo>
                <a:cubicBezTo>
                  <a:pt x="194984" y="960655"/>
                  <a:pt x="214303" y="966680"/>
                  <a:pt x="233784" y="971550"/>
                </a:cubicBezTo>
                <a:cubicBezTo>
                  <a:pt x="246484" y="974725"/>
                  <a:pt x="259345" y="977313"/>
                  <a:pt x="271884" y="981075"/>
                </a:cubicBezTo>
                <a:cubicBezTo>
                  <a:pt x="291118" y="986845"/>
                  <a:pt x="329034" y="1000125"/>
                  <a:pt x="329034" y="1000125"/>
                </a:cubicBezTo>
                <a:cubicBezTo>
                  <a:pt x="405991" y="987299"/>
                  <a:pt x="367862" y="996707"/>
                  <a:pt x="443334" y="971550"/>
                </a:cubicBezTo>
                <a:cubicBezTo>
                  <a:pt x="452859" y="968375"/>
                  <a:pt x="462929" y="966515"/>
                  <a:pt x="471909" y="962025"/>
                </a:cubicBezTo>
                <a:cubicBezTo>
                  <a:pt x="484609" y="955675"/>
                  <a:pt x="496958" y="948568"/>
                  <a:pt x="510009" y="942975"/>
                </a:cubicBezTo>
                <a:cubicBezTo>
                  <a:pt x="519237" y="939020"/>
                  <a:pt x="529807" y="938326"/>
                  <a:pt x="538584" y="933450"/>
                </a:cubicBezTo>
                <a:cubicBezTo>
                  <a:pt x="558598" y="922331"/>
                  <a:pt x="576684" y="908050"/>
                  <a:pt x="595734" y="895350"/>
                </a:cubicBezTo>
                <a:cubicBezTo>
                  <a:pt x="605259" y="889000"/>
                  <a:pt x="613449" y="879920"/>
                  <a:pt x="624309" y="876300"/>
                </a:cubicBezTo>
                <a:cubicBezTo>
                  <a:pt x="652948" y="866754"/>
                  <a:pt x="656840" y="868241"/>
                  <a:pt x="681459" y="847725"/>
                </a:cubicBezTo>
                <a:cubicBezTo>
                  <a:pt x="761896" y="780694"/>
                  <a:pt x="641931" y="868203"/>
                  <a:pt x="748134" y="762000"/>
                </a:cubicBezTo>
                <a:cubicBezTo>
                  <a:pt x="769200" y="740934"/>
                  <a:pt x="782498" y="731372"/>
                  <a:pt x="795759" y="704850"/>
                </a:cubicBezTo>
                <a:cubicBezTo>
                  <a:pt x="803372" y="689625"/>
                  <a:pt x="810740" y="652417"/>
                  <a:pt x="814809" y="638175"/>
                </a:cubicBezTo>
                <a:cubicBezTo>
                  <a:pt x="817567" y="628521"/>
                  <a:pt x="821159" y="619125"/>
                  <a:pt x="824334" y="609600"/>
                </a:cubicBezTo>
                <a:cubicBezTo>
                  <a:pt x="821159" y="571500"/>
                  <a:pt x="819276" y="533270"/>
                  <a:pt x="814809" y="495300"/>
                </a:cubicBezTo>
                <a:cubicBezTo>
                  <a:pt x="812917" y="479222"/>
                  <a:pt x="807424" y="463722"/>
                  <a:pt x="805284" y="447675"/>
                </a:cubicBezTo>
                <a:cubicBezTo>
                  <a:pt x="801067" y="416047"/>
                  <a:pt x="801639" y="383787"/>
                  <a:pt x="795759" y="352425"/>
                </a:cubicBezTo>
                <a:cubicBezTo>
                  <a:pt x="792058" y="332688"/>
                  <a:pt x="781579" y="314756"/>
                  <a:pt x="776709" y="295275"/>
                </a:cubicBezTo>
                <a:cubicBezTo>
                  <a:pt x="773534" y="282575"/>
                  <a:pt x="775362" y="267397"/>
                  <a:pt x="767184" y="257175"/>
                </a:cubicBezTo>
                <a:cubicBezTo>
                  <a:pt x="760912" y="249335"/>
                  <a:pt x="748134" y="250825"/>
                  <a:pt x="738609" y="247650"/>
                </a:cubicBezTo>
                <a:cubicBezTo>
                  <a:pt x="732259" y="238125"/>
                  <a:pt x="728498" y="226226"/>
                  <a:pt x="719559" y="219075"/>
                </a:cubicBezTo>
                <a:cubicBezTo>
                  <a:pt x="711719" y="212803"/>
                  <a:pt x="698084" y="216650"/>
                  <a:pt x="690984" y="209550"/>
                </a:cubicBezTo>
                <a:cubicBezTo>
                  <a:pt x="683884" y="202450"/>
                  <a:pt x="687731" y="188815"/>
                  <a:pt x="681459" y="180975"/>
                </a:cubicBezTo>
                <a:cubicBezTo>
                  <a:pt x="674308" y="172036"/>
                  <a:pt x="662409" y="168275"/>
                  <a:pt x="652884" y="161925"/>
                </a:cubicBezTo>
                <a:cubicBezTo>
                  <a:pt x="646534" y="152400"/>
                  <a:pt x="641929" y="141445"/>
                  <a:pt x="633834" y="133350"/>
                </a:cubicBezTo>
                <a:cubicBezTo>
                  <a:pt x="605323" y="104839"/>
                  <a:pt x="600090" y="124735"/>
                  <a:pt x="576684" y="85725"/>
                </a:cubicBezTo>
                <a:cubicBezTo>
                  <a:pt x="573417" y="80280"/>
                  <a:pt x="576684" y="73025"/>
                  <a:pt x="576684" y="66675"/>
                </a:cubicBezTo>
                <a:lnTo>
                  <a:pt x="576684" y="66675"/>
                </a:lnTo>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59" name="Google Shape;459;p7"/>
          <p:cNvSpPr/>
          <p:nvPr/>
        </p:nvSpPr>
        <p:spPr>
          <a:xfrm>
            <a:off x="1719969" y="2088215"/>
            <a:ext cx="594606" cy="1083610"/>
          </a:xfrm>
          <a:custGeom>
            <a:avLst/>
            <a:gdLst/>
            <a:ahLst/>
            <a:cxnLst/>
            <a:rect l="l" t="t" r="r" b="b"/>
            <a:pathLst>
              <a:path w="594606" h="1083610" extrusionOk="0">
                <a:moveTo>
                  <a:pt x="594606" y="197785"/>
                </a:moveTo>
                <a:lnTo>
                  <a:pt x="594606" y="197785"/>
                </a:lnTo>
                <a:cubicBezTo>
                  <a:pt x="576313" y="176443"/>
                  <a:pt x="506255" y="91260"/>
                  <a:pt x="480306" y="73960"/>
                </a:cubicBezTo>
                <a:cubicBezTo>
                  <a:pt x="470781" y="67610"/>
                  <a:pt x="462192" y="59559"/>
                  <a:pt x="451731" y="54910"/>
                </a:cubicBezTo>
                <a:cubicBezTo>
                  <a:pt x="433381" y="46755"/>
                  <a:pt x="411289" y="46999"/>
                  <a:pt x="394581" y="35860"/>
                </a:cubicBezTo>
                <a:cubicBezTo>
                  <a:pt x="357652" y="11241"/>
                  <a:pt x="376866" y="20430"/>
                  <a:pt x="337431" y="7285"/>
                </a:cubicBezTo>
                <a:cubicBezTo>
                  <a:pt x="310297" y="9752"/>
                  <a:pt x="232769" y="0"/>
                  <a:pt x="204081" y="35860"/>
                </a:cubicBezTo>
                <a:cubicBezTo>
                  <a:pt x="197809" y="43700"/>
                  <a:pt x="199046" y="55455"/>
                  <a:pt x="194556" y="64435"/>
                </a:cubicBezTo>
                <a:cubicBezTo>
                  <a:pt x="189436" y="74674"/>
                  <a:pt x="180155" y="82549"/>
                  <a:pt x="175506" y="93010"/>
                </a:cubicBezTo>
                <a:cubicBezTo>
                  <a:pt x="167351" y="111360"/>
                  <a:pt x="162806" y="131110"/>
                  <a:pt x="156456" y="150160"/>
                </a:cubicBezTo>
                <a:lnTo>
                  <a:pt x="137406" y="207310"/>
                </a:lnTo>
                <a:lnTo>
                  <a:pt x="89781" y="350185"/>
                </a:lnTo>
                <a:lnTo>
                  <a:pt x="80256" y="378760"/>
                </a:lnTo>
                <a:cubicBezTo>
                  <a:pt x="77081" y="388285"/>
                  <a:pt x="72382" y="397431"/>
                  <a:pt x="70731" y="407335"/>
                </a:cubicBezTo>
                <a:cubicBezTo>
                  <a:pt x="66485" y="432811"/>
                  <a:pt x="58337" y="485485"/>
                  <a:pt x="51681" y="512110"/>
                </a:cubicBezTo>
                <a:cubicBezTo>
                  <a:pt x="49246" y="521850"/>
                  <a:pt x="44591" y="530945"/>
                  <a:pt x="42156" y="540685"/>
                </a:cubicBezTo>
                <a:lnTo>
                  <a:pt x="23106" y="616885"/>
                </a:lnTo>
                <a:cubicBezTo>
                  <a:pt x="0" y="778630"/>
                  <a:pt x="7098" y="701740"/>
                  <a:pt x="23106" y="997885"/>
                </a:cubicBezTo>
                <a:cubicBezTo>
                  <a:pt x="23813" y="1010957"/>
                  <a:pt x="26136" y="1024619"/>
                  <a:pt x="32631" y="1035985"/>
                </a:cubicBezTo>
                <a:cubicBezTo>
                  <a:pt x="43914" y="1055730"/>
                  <a:pt x="71573" y="1071471"/>
                  <a:pt x="89781" y="1083610"/>
                </a:cubicBezTo>
                <a:cubicBezTo>
                  <a:pt x="107784" y="1079109"/>
                  <a:pt x="144275" y="1074525"/>
                  <a:pt x="156456" y="1055035"/>
                </a:cubicBezTo>
                <a:cubicBezTo>
                  <a:pt x="167099" y="1038007"/>
                  <a:pt x="172205" y="1017692"/>
                  <a:pt x="175506" y="997885"/>
                </a:cubicBezTo>
                <a:cubicBezTo>
                  <a:pt x="192441" y="896277"/>
                  <a:pt x="181201" y="973336"/>
                  <a:pt x="194556" y="826435"/>
                </a:cubicBezTo>
                <a:cubicBezTo>
                  <a:pt x="197445" y="794658"/>
                  <a:pt x="199568" y="762773"/>
                  <a:pt x="204081" y="731185"/>
                </a:cubicBezTo>
                <a:cubicBezTo>
                  <a:pt x="205932" y="718226"/>
                  <a:pt x="210766" y="705864"/>
                  <a:pt x="213606" y="693085"/>
                </a:cubicBezTo>
                <a:cubicBezTo>
                  <a:pt x="217118" y="677281"/>
                  <a:pt x="219204" y="661166"/>
                  <a:pt x="223131" y="645460"/>
                </a:cubicBezTo>
                <a:cubicBezTo>
                  <a:pt x="238019" y="585910"/>
                  <a:pt x="225100" y="648174"/>
                  <a:pt x="251706" y="588310"/>
                </a:cubicBezTo>
                <a:cubicBezTo>
                  <a:pt x="304286" y="470004"/>
                  <a:pt x="229642" y="592831"/>
                  <a:pt x="308856" y="474010"/>
                </a:cubicBezTo>
                <a:lnTo>
                  <a:pt x="346956" y="416860"/>
                </a:lnTo>
                <a:cubicBezTo>
                  <a:pt x="353306" y="407335"/>
                  <a:pt x="356481" y="394635"/>
                  <a:pt x="366006" y="388285"/>
                </a:cubicBezTo>
                <a:lnTo>
                  <a:pt x="394581" y="369235"/>
                </a:lnTo>
                <a:cubicBezTo>
                  <a:pt x="400931" y="359710"/>
                  <a:pt x="406302" y="349454"/>
                  <a:pt x="413631" y="340660"/>
                </a:cubicBezTo>
                <a:cubicBezTo>
                  <a:pt x="432597" y="317901"/>
                  <a:pt x="474848" y="282154"/>
                  <a:pt x="499356" y="273985"/>
                </a:cubicBezTo>
                <a:lnTo>
                  <a:pt x="556506" y="254935"/>
                </a:lnTo>
                <a:cubicBezTo>
                  <a:pt x="562856" y="245410"/>
                  <a:pt x="570907" y="236821"/>
                  <a:pt x="575556" y="226360"/>
                </a:cubicBezTo>
                <a:cubicBezTo>
                  <a:pt x="583711" y="208010"/>
                  <a:pt x="591431" y="202547"/>
                  <a:pt x="594606" y="197785"/>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60" name="Google Shape;460;p7"/>
          <p:cNvSpPr/>
          <p:nvPr/>
        </p:nvSpPr>
        <p:spPr>
          <a:xfrm rot="-251940">
            <a:off x="1638300" y="1800225"/>
            <a:ext cx="419100" cy="1095375"/>
          </a:xfrm>
          <a:custGeom>
            <a:avLst/>
            <a:gdLst/>
            <a:ahLst/>
            <a:cxnLst/>
            <a:rect l="l" t="t" r="r" b="b"/>
            <a:pathLst>
              <a:path w="314325" h="1107145" extrusionOk="0">
                <a:moveTo>
                  <a:pt x="180975" y="0"/>
                </a:moveTo>
                <a:lnTo>
                  <a:pt x="180975" y="0"/>
                </a:lnTo>
                <a:cubicBezTo>
                  <a:pt x="187325" y="28575"/>
                  <a:pt x="190768" y="57955"/>
                  <a:pt x="200025" y="85725"/>
                </a:cubicBezTo>
                <a:cubicBezTo>
                  <a:pt x="209266" y="113449"/>
                  <a:pt x="269233" y="160963"/>
                  <a:pt x="276225" y="171450"/>
                </a:cubicBezTo>
                <a:lnTo>
                  <a:pt x="314325" y="228600"/>
                </a:lnTo>
                <a:cubicBezTo>
                  <a:pt x="307975" y="247650"/>
                  <a:pt x="306414" y="269042"/>
                  <a:pt x="295275" y="285750"/>
                </a:cubicBezTo>
                <a:lnTo>
                  <a:pt x="238125" y="371475"/>
                </a:lnTo>
                <a:cubicBezTo>
                  <a:pt x="231775" y="381000"/>
                  <a:pt x="224195" y="389811"/>
                  <a:pt x="219075" y="400050"/>
                </a:cubicBezTo>
                <a:cubicBezTo>
                  <a:pt x="212725" y="412750"/>
                  <a:pt x="207070" y="425822"/>
                  <a:pt x="200025" y="438150"/>
                </a:cubicBezTo>
                <a:cubicBezTo>
                  <a:pt x="194345" y="448089"/>
                  <a:pt x="186095" y="456486"/>
                  <a:pt x="180975" y="466725"/>
                </a:cubicBezTo>
                <a:cubicBezTo>
                  <a:pt x="176485" y="475705"/>
                  <a:pt x="175940" y="486320"/>
                  <a:pt x="171450" y="495300"/>
                </a:cubicBezTo>
                <a:cubicBezTo>
                  <a:pt x="137084" y="564033"/>
                  <a:pt x="166748" y="478480"/>
                  <a:pt x="133350" y="561975"/>
                </a:cubicBezTo>
                <a:cubicBezTo>
                  <a:pt x="125892" y="580619"/>
                  <a:pt x="125439" y="602417"/>
                  <a:pt x="114300" y="619125"/>
                </a:cubicBezTo>
                <a:cubicBezTo>
                  <a:pt x="97175" y="644813"/>
                  <a:pt x="92298" y="646699"/>
                  <a:pt x="85725" y="676275"/>
                </a:cubicBezTo>
                <a:cubicBezTo>
                  <a:pt x="69984" y="747110"/>
                  <a:pt x="81867" y="724141"/>
                  <a:pt x="66675" y="800100"/>
                </a:cubicBezTo>
                <a:cubicBezTo>
                  <a:pt x="64706" y="809945"/>
                  <a:pt x="60325" y="819150"/>
                  <a:pt x="57150" y="828675"/>
                </a:cubicBezTo>
                <a:cubicBezTo>
                  <a:pt x="53975" y="914400"/>
                  <a:pt x="59346" y="1000871"/>
                  <a:pt x="47625" y="1085850"/>
                </a:cubicBezTo>
                <a:cubicBezTo>
                  <a:pt x="46061" y="1097190"/>
                  <a:pt x="30275" y="1107145"/>
                  <a:pt x="19050" y="1104900"/>
                </a:cubicBezTo>
                <a:cubicBezTo>
                  <a:pt x="7825" y="1102655"/>
                  <a:pt x="6350" y="1085850"/>
                  <a:pt x="0" y="1076325"/>
                </a:cubicBezTo>
                <a:cubicBezTo>
                  <a:pt x="3175" y="1025525"/>
                  <a:pt x="6778" y="974750"/>
                  <a:pt x="9525" y="923925"/>
                </a:cubicBezTo>
                <a:cubicBezTo>
                  <a:pt x="13128" y="857272"/>
                  <a:pt x="13727" y="790438"/>
                  <a:pt x="19050" y="723900"/>
                </a:cubicBezTo>
                <a:cubicBezTo>
                  <a:pt x="20094" y="710851"/>
                  <a:pt x="25735" y="698579"/>
                  <a:pt x="28575" y="685800"/>
                </a:cubicBezTo>
                <a:cubicBezTo>
                  <a:pt x="32087" y="669996"/>
                  <a:pt x="33840" y="653794"/>
                  <a:pt x="38100" y="638175"/>
                </a:cubicBezTo>
                <a:cubicBezTo>
                  <a:pt x="43384" y="618802"/>
                  <a:pt x="52280" y="600506"/>
                  <a:pt x="57150" y="581025"/>
                </a:cubicBezTo>
                <a:cubicBezTo>
                  <a:pt x="63500" y="555625"/>
                  <a:pt x="67921" y="529663"/>
                  <a:pt x="76200" y="504825"/>
                </a:cubicBezTo>
                <a:cubicBezTo>
                  <a:pt x="79375" y="495300"/>
                  <a:pt x="82967" y="485904"/>
                  <a:pt x="85725" y="476250"/>
                </a:cubicBezTo>
                <a:cubicBezTo>
                  <a:pt x="89321" y="463663"/>
                  <a:pt x="91488" y="450689"/>
                  <a:pt x="95250" y="438150"/>
                </a:cubicBezTo>
                <a:cubicBezTo>
                  <a:pt x="103905" y="409300"/>
                  <a:pt x="114300" y="381000"/>
                  <a:pt x="123825" y="352425"/>
                </a:cubicBezTo>
                <a:cubicBezTo>
                  <a:pt x="127000" y="342900"/>
                  <a:pt x="131699" y="333754"/>
                  <a:pt x="133350" y="323850"/>
                </a:cubicBezTo>
                <a:cubicBezTo>
                  <a:pt x="136525" y="304800"/>
                  <a:pt x="138828" y="285584"/>
                  <a:pt x="142875" y="266700"/>
                </a:cubicBezTo>
                <a:cubicBezTo>
                  <a:pt x="148361" y="241099"/>
                  <a:pt x="158678" y="216480"/>
                  <a:pt x="161925" y="190500"/>
                </a:cubicBezTo>
                <a:cubicBezTo>
                  <a:pt x="165100" y="165100"/>
                  <a:pt x="167242" y="139549"/>
                  <a:pt x="171450" y="114300"/>
                </a:cubicBezTo>
                <a:cubicBezTo>
                  <a:pt x="181745" y="52530"/>
                  <a:pt x="180975" y="94285"/>
                  <a:pt x="180975" y="66675"/>
                </a:cubicBezTo>
                <a:lnTo>
                  <a:pt x="190500" y="85725"/>
                </a:lnTo>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61" name="Google Shape;461;p7"/>
          <p:cNvSpPr/>
          <p:nvPr/>
        </p:nvSpPr>
        <p:spPr>
          <a:xfrm>
            <a:off x="1618997" y="2866725"/>
            <a:ext cx="503947" cy="1519255"/>
          </a:xfrm>
          <a:custGeom>
            <a:avLst/>
            <a:gdLst/>
            <a:ahLst/>
            <a:cxnLst/>
            <a:rect l="l" t="t" r="r" b="b"/>
            <a:pathLst>
              <a:path w="503947" h="1519255" extrusionOk="0">
                <a:moveTo>
                  <a:pt x="105028" y="95550"/>
                </a:moveTo>
                <a:lnTo>
                  <a:pt x="105028" y="95550"/>
                </a:lnTo>
                <a:cubicBezTo>
                  <a:pt x="108203" y="124125"/>
                  <a:pt x="109826" y="152915"/>
                  <a:pt x="114553" y="181275"/>
                </a:cubicBezTo>
                <a:cubicBezTo>
                  <a:pt x="116204" y="191179"/>
                  <a:pt x="123699" y="199817"/>
                  <a:pt x="124078" y="209850"/>
                </a:cubicBezTo>
                <a:cubicBezTo>
                  <a:pt x="130066" y="368519"/>
                  <a:pt x="124630" y="527572"/>
                  <a:pt x="133603" y="686100"/>
                </a:cubicBezTo>
                <a:cubicBezTo>
                  <a:pt x="134250" y="697529"/>
                  <a:pt x="147533" y="704436"/>
                  <a:pt x="152653" y="714675"/>
                </a:cubicBezTo>
                <a:cubicBezTo>
                  <a:pt x="157143" y="723655"/>
                  <a:pt x="157688" y="734270"/>
                  <a:pt x="162178" y="743250"/>
                </a:cubicBezTo>
                <a:cubicBezTo>
                  <a:pt x="167298" y="753489"/>
                  <a:pt x="175746" y="761775"/>
                  <a:pt x="181228" y="771825"/>
                </a:cubicBezTo>
                <a:cubicBezTo>
                  <a:pt x="194826" y="796756"/>
                  <a:pt x="210348" y="821084"/>
                  <a:pt x="219328" y="848025"/>
                </a:cubicBezTo>
                <a:cubicBezTo>
                  <a:pt x="225678" y="867075"/>
                  <a:pt x="228260" y="887830"/>
                  <a:pt x="238378" y="905175"/>
                </a:cubicBezTo>
                <a:cubicBezTo>
                  <a:pt x="311840" y="1031110"/>
                  <a:pt x="273864" y="988286"/>
                  <a:pt x="333628" y="1048050"/>
                </a:cubicBezTo>
                <a:cubicBezTo>
                  <a:pt x="336803" y="1063925"/>
                  <a:pt x="335913" y="1081195"/>
                  <a:pt x="343153" y="1095675"/>
                </a:cubicBezTo>
                <a:cubicBezTo>
                  <a:pt x="349177" y="1107723"/>
                  <a:pt x="364256" y="1113042"/>
                  <a:pt x="371728" y="1124250"/>
                </a:cubicBezTo>
                <a:cubicBezTo>
                  <a:pt x="377297" y="1132604"/>
                  <a:pt x="376763" y="1143845"/>
                  <a:pt x="381253" y="1152825"/>
                </a:cubicBezTo>
                <a:cubicBezTo>
                  <a:pt x="386373" y="1163064"/>
                  <a:pt x="395183" y="1171161"/>
                  <a:pt x="400303" y="1181400"/>
                </a:cubicBezTo>
                <a:cubicBezTo>
                  <a:pt x="404793" y="1190380"/>
                  <a:pt x="405338" y="1200995"/>
                  <a:pt x="409828" y="1209975"/>
                </a:cubicBezTo>
                <a:cubicBezTo>
                  <a:pt x="414948" y="1220214"/>
                  <a:pt x="424229" y="1228089"/>
                  <a:pt x="428878" y="1238550"/>
                </a:cubicBezTo>
                <a:cubicBezTo>
                  <a:pt x="437033" y="1256900"/>
                  <a:pt x="441578" y="1276650"/>
                  <a:pt x="447928" y="1295700"/>
                </a:cubicBezTo>
                <a:cubicBezTo>
                  <a:pt x="461593" y="1336694"/>
                  <a:pt x="455018" y="1314535"/>
                  <a:pt x="466978" y="1362375"/>
                </a:cubicBezTo>
                <a:cubicBezTo>
                  <a:pt x="457289" y="1507712"/>
                  <a:pt x="503947" y="1519255"/>
                  <a:pt x="409828" y="1495725"/>
                </a:cubicBezTo>
                <a:cubicBezTo>
                  <a:pt x="400088" y="1493290"/>
                  <a:pt x="390778" y="1489375"/>
                  <a:pt x="381253" y="1486200"/>
                </a:cubicBezTo>
                <a:cubicBezTo>
                  <a:pt x="374903" y="1476675"/>
                  <a:pt x="370298" y="1465720"/>
                  <a:pt x="362203" y="1457625"/>
                </a:cubicBezTo>
                <a:cubicBezTo>
                  <a:pt x="354108" y="1449530"/>
                  <a:pt x="340779" y="1447514"/>
                  <a:pt x="333628" y="1438575"/>
                </a:cubicBezTo>
                <a:cubicBezTo>
                  <a:pt x="327356" y="1430735"/>
                  <a:pt x="328058" y="1419228"/>
                  <a:pt x="324103" y="1410000"/>
                </a:cubicBezTo>
                <a:cubicBezTo>
                  <a:pt x="318510" y="1396949"/>
                  <a:pt x="312578" y="1383941"/>
                  <a:pt x="305053" y="1371900"/>
                </a:cubicBezTo>
                <a:cubicBezTo>
                  <a:pt x="296639" y="1358438"/>
                  <a:pt x="284892" y="1347262"/>
                  <a:pt x="276478" y="1333800"/>
                </a:cubicBezTo>
                <a:cubicBezTo>
                  <a:pt x="268953" y="1321759"/>
                  <a:pt x="264733" y="1307876"/>
                  <a:pt x="257428" y="1295700"/>
                </a:cubicBezTo>
                <a:cubicBezTo>
                  <a:pt x="245648" y="1276067"/>
                  <a:pt x="232028" y="1257600"/>
                  <a:pt x="219328" y="1238550"/>
                </a:cubicBezTo>
                <a:cubicBezTo>
                  <a:pt x="212978" y="1229025"/>
                  <a:pt x="203898" y="1220835"/>
                  <a:pt x="200278" y="1209975"/>
                </a:cubicBezTo>
                <a:cubicBezTo>
                  <a:pt x="176337" y="1138151"/>
                  <a:pt x="208632" y="1226683"/>
                  <a:pt x="171703" y="1152825"/>
                </a:cubicBezTo>
                <a:cubicBezTo>
                  <a:pt x="167213" y="1143845"/>
                  <a:pt x="166668" y="1133230"/>
                  <a:pt x="162178" y="1124250"/>
                </a:cubicBezTo>
                <a:cubicBezTo>
                  <a:pt x="157058" y="1114011"/>
                  <a:pt x="147777" y="1106136"/>
                  <a:pt x="143128" y="1095675"/>
                </a:cubicBezTo>
                <a:cubicBezTo>
                  <a:pt x="134973" y="1077325"/>
                  <a:pt x="130428" y="1057575"/>
                  <a:pt x="124078" y="1038525"/>
                </a:cubicBezTo>
                <a:cubicBezTo>
                  <a:pt x="120903" y="1029000"/>
                  <a:pt x="120122" y="1018304"/>
                  <a:pt x="114553" y="1009950"/>
                </a:cubicBezTo>
                <a:cubicBezTo>
                  <a:pt x="108203" y="1000425"/>
                  <a:pt x="100623" y="991614"/>
                  <a:pt x="95503" y="981375"/>
                </a:cubicBezTo>
                <a:cubicBezTo>
                  <a:pt x="91013" y="972395"/>
                  <a:pt x="90854" y="961577"/>
                  <a:pt x="85978" y="952800"/>
                </a:cubicBezTo>
                <a:cubicBezTo>
                  <a:pt x="74859" y="932786"/>
                  <a:pt x="47878" y="895650"/>
                  <a:pt x="47878" y="895650"/>
                </a:cubicBezTo>
                <a:cubicBezTo>
                  <a:pt x="44703" y="882950"/>
                  <a:pt x="41949" y="870137"/>
                  <a:pt x="38353" y="857550"/>
                </a:cubicBezTo>
                <a:cubicBezTo>
                  <a:pt x="35595" y="847896"/>
                  <a:pt x="31006" y="838776"/>
                  <a:pt x="28828" y="828975"/>
                </a:cubicBezTo>
                <a:cubicBezTo>
                  <a:pt x="24638" y="810122"/>
                  <a:pt x="23091" y="790763"/>
                  <a:pt x="19303" y="771825"/>
                </a:cubicBezTo>
                <a:cubicBezTo>
                  <a:pt x="16736" y="758988"/>
                  <a:pt x="12953" y="746425"/>
                  <a:pt x="9778" y="733725"/>
                </a:cubicBezTo>
                <a:cubicBezTo>
                  <a:pt x="12953" y="619425"/>
                  <a:pt x="14640" y="505074"/>
                  <a:pt x="19303" y="390825"/>
                </a:cubicBezTo>
                <a:cubicBezTo>
                  <a:pt x="24091" y="273509"/>
                  <a:pt x="17073" y="302266"/>
                  <a:pt x="38353" y="238425"/>
                </a:cubicBezTo>
                <a:cubicBezTo>
                  <a:pt x="7584" y="146118"/>
                  <a:pt x="0" y="146757"/>
                  <a:pt x="28828" y="9825"/>
                </a:cubicBezTo>
                <a:cubicBezTo>
                  <a:pt x="30896" y="0"/>
                  <a:pt x="47878" y="3475"/>
                  <a:pt x="57403" y="300"/>
                </a:cubicBezTo>
                <a:cubicBezTo>
                  <a:pt x="66928" y="3475"/>
                  <a:pt x="78138" y="3553"/>
                  <a:pt x="85978" y="9825"/>
                </a:cubicBezTo>
                <a:cubicBezTo>
                  <a:pt x="119937" y="36992"/>
                  <a:pt x="99832" y="56593"/>
                  <a:pt x="95503" y="95550"/>
                </a:cubicBezTo>
                <a:cubicBezTo>
                  <a:pt x="94451" y="105017"/>
                  <a:pt x="103441" y="95550"/>
                  <a:pt x="105028" y="95550"/>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62" name="Google Shape;462;p7"/>
          <p:cNvSpPr/>
          <p:nvPr/>
        </p:nvSpPr>
        <p:spPr>
          <a:xfrm>
            <a:off x="1828800" y="3352800"/>
            <a:ext cx="533400" cy="381000"/>
          </a:xfrm>
          <a:custGeom>
            <a:avLst/>
            <a:gdLst/>
            <a:ahLst/>
            <a:cxnLst/>
            <a:rect l="l" t="t" r="r" b="b"/>
            <a:pathLst>
              <a:path w="336810" h="318465" extrusionOk="0">
                <a:moveTo>
                  <a:pt x="57150" y="32715"/>
                </a:moveTo>
                <a:lnTo>
                  <a:pt x="57150" y="32715"/>
                </a:lnTo>
                <a:lnTo>
                  <a:pt x="142875" y="42240"/>
                </a:lnTo>
                <a:cubicBezTo>
                  <a:pt x="168637" y="45271"/>
                  <a:pt x="218482" y="46706"/>
                  <a:pt x="247650" y="61290"/>
                </a:cubicBezTo>
                <a:cubicBezTo>
                  <a:pt x="274172" y="74551"/>
                  <a:pt x="283734" y="87849"/>
                  <a:pt x="304800" y="108915"/>
                </a:cubicBezTo>
                <a:lnTo>
                  <a:pt x="323850" y="166065"/>
                </a:lnTo>
                <a:lnTo>
                  <a:pt x="333375" y="194640"/>
                </a:lnTo>
                <a:cubicBezTo>
                  <a:pt x="330089" y="224211"/>
                  <a:pt x="336810" y="283332"/>
                  <a:pt x="304800" y="308940"/>
                </a:cubicBezTo>
                <a:cubicBezTo>
                  <a:pt x="296960" y="315212"/>
                  <a:pt x="285750" y="315290"/>
                  <a:pt x="276225" y="318465"/>
                </a:cubicBezTo>
                <a:cubicBezTo>
                  <a:pt x="238125" y="315290"/>
                  <a:pt x="199923" y="313162"/>
                  <a:pt x="161925" y="308940"/>
                </a:cubicBezTo>
                <a:cubicBezTo>
                  <a:pt x="143111" y="306850"/>
                  <a:pt x="98018" y="300799"/>
                  <a:pt x="76200" y="289890"/>
                </a:cubicBezTo>
                <a:cubicBezTo>
                  <a:pt x="65961" y="284770"/>
                  <a:pt x="57150" y="277190"/>
                  <a:pt x="47625" y="270840"/>
                </a:cubicBezTo>
                <a:cubicBezTo>
                  <a:pt x="17436" y="225557"/>
                  <a:pt x="32195" y="253125"/>
                  <a:pt x="9525" y="185115"/>
                </a:cubicBezTo>
                <a:lnTo>
                  <a:pt x="0" y="156540"/>
                </a:lnTo>
                <a:cubicBezTo>
                  <a:pt x="3175" y="115265"/>
                  <a:pt x="1896" y="73403"/>
                  <a:pt x="9525" y="32715"/>
                </a:cubicBezTo>
                <a:cubicBezTo>
                  <a:pt x="11635" y="21463"/>
                  <a:pt x="17715" y="7760"/>
                  <a:pt x="28575" y="4140"/>
                </a:cubicBezTo>
                <a:cubicBezTo>
                  <a:pt x="40994" y="0"/>
                  <a:pt x="53975" y="10490"/>
                  <a:pt x="66675" y="13665"/>
                </a:cubicBezTo>
                <a:cubicBezTo>
                  <a:pt x="87486" y="44882"/>
                  <a:pt x="85725" y="30792"/>
                  <a:pt x="57150" y="32715"/>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63" name="Google Shape;463;p7"/>
          <p:cNvSpPr/>
          <p:nvPr/>
        </p:nvSpPr>
        <p:spPr>
          <a:xfrm>
            <a:off x="2099168" y="3838575"/>
            <a:ext cx="489892" cy="1000125"/>
          </a:xfrm>
          <a:custGeom>
            <a:avLst/>
            <a:gdLst/>
            <a:ahLst/>
            <a:cxnLst/>
            <a:rect l="l" t="t" r="r" b="b"/>
            <a:pathLst>
              <a:path w="489892" h="1000125" extrusionOk="0">
                <a:moveTo>
                  <a:pt x="63007" y="609600"/>
                </a:moveTo>
                <a:lnTo>
                  <a:pt x="63007" y="609600"/>
                </a:lnTo>
                <a:cubicBezTo>
                  <a:pt x="59832" y="561975"/>
                  <a:pt x="60232" y="513976"/>
                  <a:pt x="53482" y="466725"/>
                </a:cubicBezTo>
                <a:cubicBezTo>
                  <a:pt x="50642" y="446846"/>
                  <a:pt x="40782" y="428625"/>
                  <a:pt x="34432" y="409575"/>
                </a:cubicBezTo>
                <a:lnTo>
                  <a:pt x="24907" y="381000"/>
                </a:lnTo>
                <a:lnTo>
                  <a:pt x="15382" y="352425"/>
                </a:lnTo>
                <a:cubicBezTo>
                  <a:pt x="742" y="235304"/>
                  <a:pt x="0" y="266286"/>
                  <a:pt x="15382" y="104775"/>
                </a:cubicBezTo>
                <a:cubicBezTo>
                  <a:pt x="17737" y="80045"/>
                  <a:pt x="52197" y="26257"/>
                  <a:pt x="63007" y="19050"/>
                </a:cubicBezTo>
                <a:lnTo>
                  <a:pt x="91582" y="0"/>
                </a:lnTo>
                <a:cubicBezTo>
                  <a:pt x="120157" y="3175"/>
                  <a:pt x="150032" y="433"/>
                  <a:pt x="177307" y="9525"/>
                </a:cubicBezTo>
                <a:cubicBezTo>
                  <a:pt x="216374" y="22547"/>
                  <a:pt x="199094" y="42205"/>
                  <a:pt x="215407" y="66675"/>
                </a:cubicBezTo>
                <a:cubicBezTo>
                  <a:pt x="222879" y="77883"/>
                  <a:pt x="234457" y="85725"/>
                  <a:pt x="243982" y="95250"/>
                </a:cubicBezTo>
                <a:cubicBezTo>
                  <a:pt x="250332" y="114300"/>
                  <a:pt x="258162" y="132919"/>
                  <a:pt x="263032" y="152400"/>
                </a:cubicBezTo>
                <a:cubicBezTo>
                  <a:pt x="266084" y="164607"/>
                  <a:pt x="275250" y="205410"/>
                  <a:pt x="282082" y="219075"/>
                </a:cubicBezTo>
                <a:cubicBezTo>
                  <a:pt x="287202" y="229314"/>
                  <a:pt x="296012" y="237411"/>
                  <a:pt x="301132" y="247650"/>
                </a:cubicBezTo>
                <a:cubicBezTo>
                  <a:pt x="305622" y="256630"/>
                  <a:pt x="306702" y="266997"/>
                  <a:pt x="310657" y="276225"/>
                </a:cubicBezTo>
                <a:cubicBezTo>
                  <a:pt x="325159" y="310062"/>
                  <a:pt x="329625" y="314202"/>
                  <a:pt x="348757" y="342900"/>
                </a:cubicBezTo>
                <a:cubicBezTo>
                  <a:pt x="372915" y="463689"/>
                  <a:pt x="340542" y="333257"/>
                  <a:pt x="377332" y="419100"/>
                </a:cubicBezTo>
                <a:cubicBezTo>
                  <a:pt x="382489" y="431132"/>
                  <a:pt x="383095" y="444661"/>
                  <a:pt x="386857" y="457200"/>
                </a:cubicBezTo>
                <a:cubicBezTo>
                  <a:pt x="392627" y="476434"/>
                  <a:pt x="399557" y="495300"/>
                  <a:pt x="405907" y="514350"/>
                </a:cubicBezTo>
                <a:cubicBezTo>
                  <a:pt x="409082" y="523875"/>
                  <a:pt x="409863" y="534571"/>
                  <a:pt x="415432" y="542925"/>
                </a:cubicBezTo>
                <a:lnTo>
                  <a:pt x="434482" y="571500"/>
                </a:lnTo>
                <a:cubicBezTo>
                  <a:pt x="438140" y="593450"/>
                  <a:pt x="441808" y="633777"/>
                  <a:pt x="453532" y="657225"/>
                </a:cubicBezTo>
                <a:cubicBezTo>
                  <a:pt x="458652" y="667464"/>
                  <a:pt x="466232" y="676275"/>
                  <a:pt x="472582" y="685800"/>
                </a:cubicBezTo>
                <a:cubicBezTo>
                  <a:pt x="489892" y="789659"/>
                  <a:pt x="487995" y="752566"/>
                  <a:pt x="472582" y="914400"/>
                </a:cubicBezTo>
                <a:cubicBezTo>
                  <a:pt x="471630" y="924395"/>
                  <a:pt x="465815" y="933321"/>
                  <a:pt x="463057" y="942975"/>
                </a:cubicBezTo>
                <a:cubicBezTo>
                  <a:pt x="459461" y="955562"/>
                  <a:pt x="460794" y="970183"/>
                  <a:pt x="453532" y="981075"/>
                </a:cubicBezTo>
                <a:cubicBezTo>
                  <a:pt x="447182" y="990600"/>
                  <a:pt x="434482" y="993775"/>
                  <a:pt x="424957" y="1000125"/>
                </a:cubicBezTo>
                <a:cubicBezTo>
                  <a:pt x="422585" y="999651"/>
                  <a:pt x="358520" y="988885"/>
                  <a:pt x="348757" y="981075"/>
                </a:cubicBezTo>
                <a:cubicBezTo>
                  <a:pt x="339818" y="973924"/>
                  <a:pt x="337036" y="961294"/>
                  <a:pt x="329707" y="952500"/>
                </a:cubicBezTo>
                <a:cubicBezTo>
                  <a:pt x="321083" y="942152"/>
                  <a:pt x="309756" y="934273"/>
                  <a:pt x="301132" y="923925"/>
                </a:cubicBezTo>
                <a:cubicBezTo>
                  <a:pt x="293803" y="915131"/>
                  <a:pt x="290876" y="902679"/>
                  <a:pt x="282082" y="895350"/>
                </a:cubicBezTo>
                <a:cubicBezTo>
                  <a:pt x="271174" y="886260"/>
                  <a:pt x="255536" y="884553"/>
                  <a:pt x="243982" y="876300"/>
                </a:cubicBezTo>
                <a:cubicBezTo>
                  <a:pt x="233021" y="868470"/>
                  <a:pt x="225755" y="856349"/>
                  <a:pt x="215407" y="847725"/>
                </a:cubicBezTo>
                <a:cubicBezTo>
                  <a:pt x="135841" y="781420"/>
                  <a:pt x="241739" y="883582"/>
                  <a:pt x="158257" y="800100"/>
                </a:cubicBezTo>
                <a:cubicBezTo>
                  <a:pt x="123519" y="695887"/>
                  <a:pt x="181705" y="850952"/>
                  <a:pt x="120157" y="752475"/>
                </a:cubicBezTo>
                <a:cubicBezTo>
                  <a:pt x="109514" y="735447"/>
                  <a:pt x="112246" y="712033"/>
                  <a:pt x="101107" y="695325"/>
                </a:cubicBezTo>
                <a:cubicBezTo>
                  <a:pt x="94757" y="685800"/>
                  <a:pt x="87177" y="676989"/>
                  <a:pt x="82057" y="666750"/>
                </a:cubicBezTo>
                <a:cubicBezTo>
                  <a:pt x="77567" y="657770"/>
                  <a:pt x="74967" y="647915"/>
                  <a:pt x="72532" y="638175"/>
                </a:cubicBezTo>
                <a:cubicBezTo>
                  <a:pt x="60516" y="590112"/>
                  <a:pt x="63007" y="597314"/>
                  <a:pt x="63007" y="552450"/>
                </a:cubicBezTo>
                <a:lnTo>
                  <a:pt x="63007" y="552450"/>
                </a:lnTo>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64" name="Google Shape;464;p7"/>
          <p:cNvSpPr/>
          <p:nvPr/>
        </p:nvSpPr>
        <p:spPr>
          <a:xfrm>
            <a:off x="2438400" y="3429000"/>
            <a:ext cx="857250" cy="304800"/>
          </a:xfrm>
          <a:custGeom>
            <a:avLst/>
            <a:gdLst/>
            <a:ahLst/>
            <a:cxnLst/>
            <a:rect l="l" t="t" r="r" b="b"/>
            <a:pathLst>
              <a:path w="885825" h="463732" extrusionOk="0">
                <a:moveTo>
                  <a:pt x="9525" y="371475"/>
                </a:moveTo>
                <a:lnTo>
                  <a:pt x="9525" y="371475"/>
                </a:lnTo>
                <a:lnTo>
                  <a:pt x="114300" y="295275"/>
                </a:lnTo>
                <a:cubicBezTo>
                  <a:pt x="127102" y="285887"/>
                  <a:pt x="138201" y="273800"/>
                  <a:pt x="152400" y="266700"/>
                </a:cubicBezTo>
                <a:cubicBezTo>
                  <a:pt x="182465" y="251668"/>
                  <a:pt x="224662" y="232538"/>
                  <a:pt x="247650" y="209550"/>
                </a:cubicBezTo>
                <a:cubicBezTo>
                  <a:pt x="305821" y="151379"/>
                  <a:pt x="242231" y="211233"/>
                  <a:pt x="333375" y="142875"/>
                </a:cubicBezTo>
                <a:cubicBezTo>
                  <a:pt x="346075" y="133350"/>
                  <a:pt x="357692" y="122176"/>
                  <a:pt x="371475" y="114300"/>
                </a:cubicBezTo>
                <a:cubicBezTo>
                  <a:pt x="380192" y="109319"/>
                  <a:pt x="391070" y="109265"/>
                  <a:pt x="400050" y="104775"/>
                </a:cubicBezTo>
                <a:cubicBezTo>
                  <a:pt x="410289" y="99655"/>
                  <a:pt x="418164" y="90374"/>
                  <a:pt x="428625" y="85725"/>
                </a:cubicBezTo>
                <a:cubicBezTo>
                  <a:pt x="446975" y="77570"/>
                  <a:pt x="469067" y="77814"/>
                  <a:pt x="485775" y="66675"/>
                </a:cubicBezTo>
                <a:cubicBezTo>
                  <a:pt x="514473" y="47543"/>
                  <a:pt x="518613" y="43077"/>
                  <a:pt x="552450" y="28575"/>
                </a:cubicBezTo>
                <a:cubicBezTo>
                  <a:pt x="607659" y="4914"/>
                  <a:pt x="554686" y="36609"/>
                  <a:pt x="609600" y="0"/>
                </a:cubicBezTo>
                <a:cubicBezTo>
                  <a:pt x="682625" y="3175"/>
                  <a:pt x="755781" y="4125"/>
                  <a:pt x="828675" y="9525"/>
                </a:cubicBezTo>
                <a:cubicBezTo>
                  <a:pt x="841730" y="10492"/>
                  <a:pt x="858256" y="9111"/>
                  <a:pt x="866775" y="19050"/>
                </a:cubicBezTo>
                <a:cubicBezTo>
                  <a:pt x="879843" y="34296"/>
                  <a:pt x="885825" y="76200"/>
                  <a:pt x="885825" y="76200"/>
                </a:cubicBezTo>
                <a:cubicBezTo>
                  <a:pt x="882650" y="111125"/>
                  <a:pt x="881260" y="146258"/>
                  <a:pt x="876300" y="180975"/>
                </a:cubicBezTo>
                <a:cubicBezTo>
                  <a:pt x="874880" y="190914"/>
                  <a:pt x="873875" y="202450"/>
                  <a:pt x="866775" y="209550"/>
                </a:cubicBezTo>
                <a:cubicBezTo>
                  <a:pt x="850586" y="225739"/>
                  <a:pt x="828675" y="234950"/>
                  <a:pt x="809625" y="247650"/>
                </a:cubicBezTo>
                <a:cubicBezTo>
                  <a:pt x="764342" y="277839"/>
                  <a:pt x="791910" y="263080"/>
                  <a:pt x="723900" y="285750"/>
                </a:cubicBezTo>
                <a:cubicBezTo>
                  <a:pt x="656887" y="308088"/>
                  <a:pt x="739615" y="279015"/>
                  <a:pt x="657225" y="314325"/>
                </a:cubicBezTo>
                <a:cubicBezTo>
                  <a:pt x="626743" y="327389"/>
                  <a:pt x="616805" y="324430"/>
                  <a:pt x="581025" y="333375"/>
                </a:cubicBezTo>
                <a:cubicBezTo>
                  <a:pt x="571285" y="335810"/>
                  <a:pt x="561975" y="339725"/>
                  <a:pt x="552450" y="342900"/>
                </a:cubicBezTo>
                <a:cubicBezTo>
                  <a:pt x="516150" y="397350"/>
                  <a:pt x="550742" y="359344"/>
                  <a:pt x="457200" y="390525"/>
                </a:cubicBezTo>
                <a:cubicBezTo>
                  <a:pt x="447675" y="393700"/>
                  <a:pt x="438365" y="397615"/>
                  <a:pt x="428625" y="400050"/>
                </a:cubicBezTo>
                <a:cubicBezTo>
                  <a:pt x="412919" y="403977"/>
                  <a:pt x="396969" y="406913"/>
                  <a:pt x="381000" y="409575"/>
                </a:cubicBezTo>
                <a:cubicBezTo>
                  <a:pt x="265537" y="428819"/>
                  <a:pt x="363336" y="409362"/>
                  <a:pt x="238125" y="428625"/>
                </a:cubicBezTo>
                <a:cubicBezTo>
                  <a:pt x="222124" y="431087"/>
                  <a:pt x="206469" y="435488"/>
                  <a:pt x="190500" y="438150"/>
                </a:cubicBezTo>
                <a:cubicBezTo>
                  <a:pt x="168355" y="441841"/>
                  <a:pt x="146050" y="444500"/>
                  <a:pt x="123825" y="447675"/>
                </a:cubicBezTo>
                <a:cubicBezTo>
                  <a:pt x="44140" y="439707"/>
                  <a:pt x="36604" y="463732"/>
                  <a:pt x="9525" y="409575"/>
                </a:cubicBezTo>
                <a:cubicBezTo>
                  <a:pt x="5035" y="400595"/>
                  <a:pt x="3175" y="390525"/>
                  <a:pt x="0" y="381000"/>
                </a:cubicBezTo>
                <a:cubicBezTo>
                  <a:pt x="10148" y="330262"/>
                  <a:pt x="9525" y="317186"/>
                  <a:pt x="9525" y="371475"/>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65" name="Google Shape;465;p7"/>
          <p:cNvSpPr/>
          <p:nvPr/>
        </p:nvSpPr>
        <p:spPr>
          <a:xfrm>
            <a:off x="2409825" y="3857625"/>
            <a:ext cx="627479" cy="846375"/>
          </a:xfrm>
          <a:custGeom>
            <a:avLst/>
            <a:gdLst/>
            <a:ahLst/>
            <a:cxnLst/>
            <a:rect l="l" t="t" r="r" b="b"/>
            <a:pathLst>
              <a:path w="627479" h="846375" extrusionOk="0">
                <a:moveTo>
                  <a:pt x="238125" y="809625"/>
                </a:moveTo>
                <a:lnTo>
                  <a:pt x="238125" y="809625"/>
                </a:lnTo>
                <a:cubicBezTo>
                  <a:pt x="213940" y="688702"/>
                  <a:pt x="226928" y="745787"/>
                  <a:pt x="200025" y="638175"/>
                </a:cubicBezTo>
                <a:cubicBezTo>
                  <a:pt x="196850" y="625475"/>
                  <a:pt x="194640" y="612494"/>
                  <a:pt x="190500" y="600075"/>
                </a:cubicBezTo>
                <a:cubicBezTo>
                  <a:pt x="184150" y="581025"/>
                  <a:pt x="180430" y="560886"/>
                  <a:pt x="171450" y="542925"/>
                </a:cubicBezTo>
                <a:cubicBezTo>
                  <a:pt x="165100" y="530225"/>
                  <a:pt x="157386" y="518120"/>
                  <a:pt x="152400" y="504825"/>
                </a:cubicBezTo>
                <a:cubicBezTo>
                  <a:pt x="147803" y="492568"/>
                  <a:pt x="146637" y="479264"/>
                  <a:pt x="142875" y="466725"/>
                </a:cubicBezTo>
                <a:cubicBezTo>
                  <a:pt x="137105" y="447491"/>
                  <a:pt x="130175" y="428625"/>
                  <a:pt x="123825" y="409575"/>
                </a:cubicBezTo>
                <a:lnTo>
                  <a:pt x="114300" y="381000"/>
                </a:lnTo>
                <a:cubicBezTo>
                  <a:pt x="111125" y="358775"/>
                  <a:pt x="108791" y="336414"/>
                  <a:pt x="104775" y="314325"/>
                </a:cubicBezTo>
                <a:cubicBezTo>
                  <a:pt x="102433" y="301445"/>
                  <a:pt x="97241" y="289164"/>
                  <a:pt x="95250" y="276225"/>
                </a:cubicBezTo>
                <a:cubicBezTo>
                  <a:pt x="90878" y="247808"/>
                  <a:pt x="90452" y="218860"/>
                  <a:pt x="85725" y="190500"/>
                </a:cubicBezTo>
                <a:cubicBezTo>
                  <a:pt x="84074" y="180596"/>
                  <a:pt x="82472" y="169765"/>
                  <a:pt x="76200" y="161925"/>
                </a:cubicBezTo>
                <a:cubicBezTo>
                  <a:pt x="69049" y="152986"/>
                  <a:pt x="57150" y="149225"/>
                  <a:pt x="47625" y="142875"/>
                </a:cubicBezTo>
                <a:cubicBezTo>
                  <a:pt x="41275" y="123825"/>
                  <a:pt x="39714" y="102433"/>
                  <a:pt x="28575" y="85725"/>
                </a:cubicBezTo>
                <a:cubicBezTo>
                  <a:pt x="3956" y="48796"/>
                  <a:pt x="13145" y="68010"/>
                  <a:pt x="0" y="28575"/>
                </a:cubicBezTo>
                <a:cubicBezTo>
                  <a:pt x="9525" y="22225"/>
                  <a:pt x="17283" y="11407"/>
                  <a:pt x="28575" y="9525"/>
                </a:cubicBezTo>
                <a:cubicBezTo>
                  <a:pt x="38479" y="7874"/>
                  <a:pt x="47349" y="16872"/>
                  <a:pt x="57150" y="19050"/>
                </a:cubicBezTo>
                <a:cubicBezTo>
                  <a:pt x="76003" y="23240"/>
                  <a:pt x="95250" y="25400"/>
                  <a:pt x="114300" y="28575"/>
                </a:cubicBezTo>
                <a:cubicBezTo>
                  <a:pt x="136525" y="25400"/>
                  <a:pt x="158960" y="23453"/>
                  <a:pt x="180975" y="19050"/>
                </a:cubicBezTo>
                <a:cubicBezTo>
                  <a:pt x="190820" y="17081"/>
                  <a:pt x="199705" y="11494"/>
                  <a:pt x="209550" y="9525"/>
                </a:cubicBezTo>
                <a:cubicBezTo>
                  <a:pt x="231565" y="5122"/>
                  <a:pt x="254000" y="3175"/>
                  <a:pt x="276225" y="0"/>
                </a:cubicBezTo>
                <a:cubicBezTo>
                  <a:pt x="292100" y="3175"/>
                  <a:pt x="309794" y="1493"/>
                  <a:pt x="323850" y="9525"/>
                </a:cubicBezTo>
                <a:cubicBezTo>
                  <a:pt x="341165" y="19419"/>
                  <a:pt x="345686" y="50951"/>
                  <a:pt x="352425" y="66675"/>
                </a:cubicBezTo>
                <a:cubicBezTo>
                  <a:pt x="358018" y="79726"/>
                  <a:pt x="365882" y="91724"/>
                  <a:pt x="371475" y="104775"/>
                </a:cubicBezTo>
                <a:cubicBezTo>
                  <a:pt x="375430" y="114003"/>
                  <a:pt x="376510" y="124370"/>
                  <a:pt x="381000" y="133350"/>
                </a:cubicBezTo>
                <a:cubicBezTo>
                  <a:pt x="386120" y="143589"/>
                  <a:pt x="394930" y="151686"/>
                  <a:pt x="400050" y="161925"/>
                </a:cubicBezTo>
                <a:cubicBezTo>
                  <a:pt x="404540" y="170905"/>
                  <a:pt x="405085" y="181520"/>
                  <a:pt x="409575" y="190500"/>
                </a:cubicBezTo>
                <a:cubicBezTo>
                  <a:pt x="454858" y="281066"/>
                  <a:pt x="398528" y="128783"/>
                  <a:pt x="447675" y="276225"/>
                </a:cubicBezTo>
                <a:lnTo>
                  <a:pt x="457200" y="304800"/>
                </a:lnTo>
                <a:cubicBezTo>
                  <a:pt x="460375" y="314325"/>
                  <a:pt x="461156" y="325021"/>
                  <a:pt x="466725" y="333375"/>
                </a:cubicBezTo>
                <a:cubicBezTo>
                  <a:pt x="521320" y="415267"/>
                  <a:pt x="455865" y="311655"/>
                  <a:pt x="495300" y="390525"/>
                </a:cubicBezTo>
                <a:cubicBezTo>
                  <a:pt x="500420" y="400764"/>
                  <a:pt x="509701" y="408639"/>
                  <a:pt x="514350" y="419100"/>
                </a:cubicBezTo>
                <a:cubicBezTo>
                  <a:pt x="522505" y="437450"/>
                  <a:pt x="527050" y="457200"/>
                  <a:pt x="533400" y="476250"/>
                </a:cubicBezTo>
                <a:cubicBezTo>
                  <a:pt x="536575" y="485775"/>
                  <a:pt x="538435" y="495845"/>
                  <a:pt x="542925" y="504825"/>
                </a:cubicBezTo>
                <a:cubicBezTo>
                  <a:pt x="549275" y="517525"/>
                  <a:pt x="556382" y="529874"/>
                  <a:pt x="561975" y="542925"/>
                </a:cubicBezTo>
                <a:cubicBezTo>
                  <a:pt x="571763" y="565763"/>
                  <a:pt x="574120" y="585433"/>
                  <a:pt x="581025" y="609600"/>
                </a:cubicBezTo>
                <a:cubicBezTo>
                  <a:pt x="583783" y="619254"/>
                  <a:pt x="586060" y="629195"/>
                  <a:pt x="590550" y="638175"/>
                </a:cubicBezTo>
                <a:cubicBezTo>
                  <a:pt x="627479" y="712033"/>
                  <a:pt x="595184" y="623501"/>
                  <a:pt x="619125" y="695325"/>
                </a:cubicBezTo>
                <a:cubicBezTo>
                  <a:pt x="615950" y="708025"/>
                  <a:pt x="620701" y="726487"/>
                  <a:pt x="609600" y="733425"/>
                </a:cubicBezTo>
                <a:cubicBezTo>
                  <a:pt x="590562" y="745324"/>
                  <a:pt x="564801" y="737902"/>
                  <a:pt x="542925" y="742950"/>
                </a:cubicBezTo>
                <a:cubicBezTo>
                  <a:pt x="523359" y="747465"/>
                  <a:pt x="504825" y="755650"/>
                  <a:pt x="485775" y="762000"/>
                </a:cubicBezTo>
                <a:lnTo>
                  <a:pt x="428625" y="781050"/>
                </a:lnTo>
                <a:cubicBezTo>
                  <a:pt x="419100" y="784225"/>
                  <a:pt x="408404" y="785006"/>
                  <a:pt x="400050" y="790575"/>
                </a:cubicBezTo>
                <a:cubicBezTo>
                  <a:pt x="334546" y="834244"/>
                  <a:pt x="364620" y="821435"/>
                  <a:pt x="314325" y="838200"/>
                </a:cubicBezTo>
                <a:cubicBezTo>
                  <a:pt x="282575" y="835025"/>
                  <a:pt x="245624" y="846375"/>
                  <a:pt x="219075" y="828675"/>
                </a:cubicBezTo>
                <a:cubicBezTo>
                  <a:pt x="206955" y="820595"/>
                  <a:pt x="238125" y="765778"/>
                  <a:pt x="238125" y="752475"/>
                </a:cubicBezTo>
                <a:lnTo>
                  <a:pt x="238125" y="809625"/>
                </a:ln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66" name="Google Shape;466;p7"/>
          <p:cNvSpPr/>
          <p:nvPr/>
        </p:nvSpPr>
        <p:spPr>
          <a:xfrm>
            <a:off x="2611521" y="3895725"/>
            <a:ext cx="1319741" cy="1095375"/>
          </a:xfrm>
          <a:custGeom>
            <a:avLst/>
            <a:gdLst/>
            <a:ahLst/>
            <a:cxnLst/>
            <a:rect l="l" t="t" r="r" b="b"/>
            <a:pathLst>
              <a:path w="1319741" h="1095375" extrusionOk="0">
                <a:moveTo>
                  <a:pt x="1103229" y="85725"/>
                </a:moveTo>
                <a:lnTo>
                  <a:pt x="1103229" y="85725"/>
                </a:lnTo>
                <a:cubicBezTo>
                  <a:pt x="1090529" y="114300"/>
                  <a:pt x="1076354" y="142264"/>
                  <a:pt x="1065129" y="171450"/>
                </a:cubicBezTo>
                <a:cubicBezTo>
                  <a:pt x="1060430" y="183668"/>
                  <a:pt x="1060761" y="197518"/>
                  <a:pt x="1055604" y="209550"/>
                </a:cubicBezTo>
                <a:cubicBezTo>
                  <a:pt x="1051095" y="220072"/>
                  <a:pt x="1041674" y="227886"/>
                  <a:pt x="1036554" y="238125"/>
                </a:cubicBezTo>
                <a:cubicBezTo>
                  <a:pt x="1029722" y="251790"/>
                  <a:pt x="1020556" y="292593"/>
                  <a:pt x="1017504" y="304800"/>
                </a:cubicBezTo>
                <a:cubicBezTo>
                  <a:pt x="1014329" y="403225"/>
                  <a:pt x="1013762" y="501769"/>
                  <a:pt x="1007979" y="600075"/>
                </a:cubicBezTo>
                <a:cubicBezTo>
                  <a:pt x="1007226" y="612871"/>
                  <a:pt x="989894" y="650669"/>
                  <a:pt x="979404" y="657225"/>
                </a:cubicBezTo>
                <a:cubicBezTo>
                  <a:pt x="962376" y="667868"/>
                  <a:pt x="942212" y="674057"/>
                  <a:pt x="922254" y="676275"/>
                </a:cubicBezTo>
                <a:lnTo>
                  <a:pt x="836529" y="685800"/>
                </a:lnTo>
                <a:cubicBezTo>
                  <a:pt x="827004" y="692150"/>
                  <a:pt x="818415" y="700201"/>
                  <a:pt x="807954" y="704850"/>
                </a:cubicBezTo>
                <a:cubicBezTo>
                  <a:pt x="789604" y="713005"/>
                  <a:pt x="769854" y="717550"/>
                  <a:pt x="750804" y="723900"/>
                </a:cubicBezTo>
                <a:lnTo>
                  <a:pt x="722229" y="733425"/>
                </a:lnTo>
                <a:lnTo>
                  <a:pt x="693654" y="742950"/>
                </a:lnTo>
                <a:cubicBezTo>
                  <a:pt x="664525" y="752660"/>
                  <a:pt x="651052" y="758463"/>
                  <a:pt x="617454" y="762000"/>
                </a:cubicBezTo>
                <a:cubicBezTo>
                  <a:pt x="573136" y="766665"/>
                  <a:pt x="528500" y="767665"/>
                  <a:pt x="484104" y="771525"/>
                </a:cubicBezTo>
                <a:cubicBezTo>
                  <a:pt x="455461" y="774016"/>
                  <a:pt x="426954" y="777875"/>
                  <a:pt x="398379" y="781050"/>
                </a:cubicBezTo>
                <a:cubicBezTo>
                  <a:pt x="264686" y="825614"/>
                  <a:pt x="398202" y="771643"/>
                  <a:pt x="312654" y="828675"/>
                </a:cubicBezTo>
                <a:cubicBezTo>
                  <a:pt x="296303" y="839576"/>
                  <a:pt x="235227" y="845650"/>
                  <a:pt x="226929" y="847725"/>
                </a:cubicBezTo>
                <a:cubicBezTo>
                  <a:pt x="207448" y="852595"/>
                  <a:pt x="189260" y="861905"/>
                  <a:pt x="169779" y="866775"/>
                </a:cubicBezTo>
                <a:cubicBezTo>
                  <a:pt x="157079" y="869950"/>
                  <a:pt x="144266" y="872704"/>
                  <a:pt x="131679" y="876300"/>
                </a:cubicBezTo>
                <a:cubicBezTo>
                  <a:pt x="87671" y="888874"/>
                  <a:pt x="97122" y="889813"/>
                  <a:pt x="45954" y="923925"/>
                </a:cubicBezTo>
                <a:lnTo>
                  <a:pt x="17379" y="942975"/>
                </a:lnTo>
                <a:cubicBezTo>
                  <a:pt x="0" y="995112"/>
                  <a:pt x="3201" y="972205"/>
                  <a:pt x="17379" y="1057275"/>
                </a:cubicBezTo>
                <a:cubicBezTo>
                  <a:pt x="19030" y="1067179"/>
                  <a:pt x="19804" y="1078750"/>
                  <a:pt x="26904" y="1085850"/>
                </a:cubicBezTo>
                <a:cubicBezTo>
                  <a:pt x="34004" y="1092950"/>
                  <a:pt x="45954" y="1092200"/>
                  <a:pt x="55479" y="1095375"/>
                </a:cubicBezTo>
                <a:cubicBezTo>
                  <a:pt x="82641" y="1092357"/>
                  <a:pt x="137864" y="1092282"/>
                  <a:pt x="169779" y="1076325"/>
                </a:cubicBezTo>
                <a:cubicBezTo>
                  <a:pt x="180018" y="1071205"/>
                  <a:pt x="187893" y="1061924"/>
                  <a:pt x="198354" y="1057275"/>
                </a:cubicBezTo>
                <a:cubicBezTo>
                  <a:pt x="216704" y="1049120"/>
                  <a:pt x="238796" y="1049364"/>
                  <a:pt x="255504" y="1038225"/>
                </a:cubicBezTo>
                <a:cubicBezTo>
                  <a:pt x="292433" y="1013606"/>
                  <a:pt x="273219" y="1022795"/>
                  <a:pt x="312654" y="1009650"/>
                </a:cubicBezTo>
                <a:cubicBezTo>
                  <a:pt x="389974" y="932330"/>
                  <a:pt x="289785" y="1022718"/>
                  <a:pt x="379329" y="971550"/>
                </a:cubicBezTo>
                <a:cubicBezTo>
                  <a:pt x="391025" y="964867"/>
                  <a:pt x="396696" y="950447"/>
                  <a:pt x="407904" y="942975"/>
                </a:cubicBezTo>
                <a:cubicBezTo>
                  <a:pt x="416258" y="937406"/>
                  <a:pt x="427499" y="937940"/>
                  <a:pt x="436479" y="933450"/>
                </a:cubicBezTo>
                <a:cubicBezTo>
                  <a:pt x="446718" y="928330"/>
                  <a:pt x="454532" y="918909"/>
                  <a:pt x="465054" y="914400"/>
                </a:cubicBezTo>
                <a:cubicBezTo>
                  <a:pt x="477086" y="909243"/>
                  <a:pt x="490897" y="909472"/>
                  <a:pt x="503154" y="904875"/>
                </a:cubicBezTo>
                <a:cubicBezTo>
                  <a:pt x="516449" y="899889"/>
                  <a:pt x="527959" y="890811"/>
                  <a:pt x="541254" y="885825"/>
                </a:cubicBezTo>
                <a:cubicBezTo>
                  <a:pt x="553511" y="881228"/>
                  <a:pt x="566815" y="880062"/>
                  <a:pt x="579354" y="876300"/>
                </a:cubicBezTo>
                <a:cubicBezTo>
                  <a:pt x="598588" y="870530"/>
                  <a:pt x="617023" y="862120"/>
                  <a:pt x="636504" y="857250"/>
                </a:cubicBezTo>
                <a:cubicBezTo>
                  <a:pt x="649204" y="854075"/>
                  <a:pt x="662017" y="851321"/>
                  <a:pt x="674604" y="847725"/>
                </a:cubicBezTo>
                <a:cubicBezTo>
                  <a:pt x="684258" y="844967"/>
                  <a:pt x="693240" y="839620"/>
                  <a:pt x="703179" y="838200"/>
                </a:cubicBezTo>
                <a:cubicBezTo>
                  <a:pt x="757743" y="830405"/>
                  <a:pt x="811605" y="832525"/>
                  <a:pt x="865104" y="819150"/>
                </a:cubicBezTo>
                <a:cubicBezTo>
                  <a:pt x="884585" y="814280"/>
                  <a:pt x="903204" y="806450"/>
                  <a:pt x="922254" y="800100"/>
                </a:cubicBezTo>
                <a:cubicBezTo>
                  <a:pt x="953673" y="789627"/>
                  <a:pt x="964286" y="786711"/>
                  <a:pt x="998454" y="771525"/>
                </a:cubicBezTo>
                <a:cubicBezTo>
                  <a:pt x="1011429" y="765758"/>
                  <a:pt x="1023503" y="758068"/>
                  <a:pt x="1036554" y="752475"/>
                </a:cubicBezTo>
                <a:cubicBezTo>
                  <a:pt x="1045782" y="748520"/>
                  <a:pt x="1056149" y="747440"/>
                  <a:pt x="1065129" y="742950"/>
                </a:cubicBezTo>
                <a:cubicBezTo>
                  <a:pt x="1075368" y="737830"/>
                  <a:pt x="1083465" y="729020"/>
                  <a:pt x="1093704" y="723900"/>
                </a:cubicBezTo>
                <a:cubicBezTo>
                  <a:pt x="1102684" y="719410"/>
                  <a:pt x="1113502" y="719251"/>
                  <a:pt x="1122279" y="714375"/>
                </a:cubicBezTo>
                <a:cubicBezTo>
                  <a:pt x="1142293" y="703256"/>
                  <a:pt x="1179429" y="676275"/>
                  <a:pt x="1179429" y="676275"/>
                </a:cubicBezTo>
                <a:cubicBezTo>
                  <a:pt x="1194836" y="630054"/>
                  <a:pt x="1193350" y="640738"/>
                  <a:pt x="1198479" y="571500"/>
                </a:cubicBezTo>
                <a:cubicBezTo>
                  <a:pt x="1200642" y="542296"/>
                  <a:pt x="1205556" y="364665"/>
                  <a:pt x="1217529" y="304800"/>
                </a:cubicBezTo>
                <a:cubicBezTo>
                  <a:pt x="1228369" y="250599"/>
                  <a:pt x="1236579" y="254000"/>
                  <a:pt x="1255629" y="209550"/>
                </a:cubicBezTo>
                <a:cubicBezTo>
                  <a:pt x="1259584" y="200322"/>
                  <a:pt x="1260278" y="189752"/>
                  <a:pt x="1265154" y="180975"/>
                </a:cubicBezTo>
                <a:cubicBezTo>
                  <a:pt x="1319741" y="82719"/>
                  <a:pt x="1291226" y="159908"/>
                  <a:pt x="1312779" y="95250"/>
                </a:cubicBezTo>
                <a:cubicBezTo>
                  <a:pt x="1309604" y="76200"/>
                  <a:pt x="1314329" y="53922"/>
                  <a:pt x="1303254" y="38100"/>
                </a:cubicBezTo>
                <a:cubicBezTo>
                  <a:pt x="1290124" y="19343"/>
                  <a:pt x="1246104" y="0"/>
                  <a:pt x="1246104" y="0"/>
                </a:cubicBezTo>
                <a:cubicBezTo>
                  <a:pt x="1221533" y="3510"/>
                  <a:pt x="1177453" y="5750"/>
                  <a:pt x="1150854" y="19050"/>
                </a:cubicBezTo>
                <a:cubicBezTo>
                  <a:pt x="1140615" y="24170"/>
                  <a:pt x="1131804" y="31750"/>
                  <a:pt x="1122279" y="38100"/>
                </a:cubicBezTo>
                <a:cubicBezTo>
                  <a:pt x="1067684" y="119992"/>
                  <a:pt x="1133139" y="16380"/>
                  <a:pt x="1093704" y="95250"/>
                </a:cubicBezTo>
                <a:cubicBezTo>
                  <a:pt x="1088584" y="105489"/>
                  <a:pt x="1101642" y="87312"/>
                  <a:pt x="1103229" y="85725"/>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67" name="Google Shape;467;p7"/>
          <p:cNvSpPr/>
          <p:nvPr/>
        </p:nvSpPr>
        <p:spPr>
          <a:xfrm>
            <a:off x="2663248" y="2695575"/>
            <a:ext cx="1327833" cy="1333500"/>
          </a:xfrm>
          <a:custGeom>
            <a:avLst/>
            <a:gdLst/>
            <a:ahLst/>
            <a:cxnLst/>
            <a:rect l="l" t="t" r="r" b="b"/>
            <a:pathLst>
              <a:path w="1327833" h="1333500" extrusionOk="0">
                <a:moveTo>
                  <a:pt x="99002" y="419100"/>
                </a:moveTo>
                <a:lnTo>
                  <a:pt x="99002" y="419100"/>
                </a:lnTo>
                <a:cubicBezTo>
                  <a:pt x="105352" y="390525"/>
                  <a:pt x="106794" y="360395"/>
                  <a:pt x="118052" y="333375"/>
                </a:cubicBezTo>
                <a:cubicBezTo>
                  <a:pt x="123233" y="320941"/>
                  <a:pt x="138003" y="315148"/>
                  <a:pt x="146627" y="304800"/>
                </a:cubicBezTo>
                <a:cubicBezTo>
                  <a:pt x="153956" y="296006"/>
                  <a:pt x="158348" y="285019"/>
                  <a:pt x="165677" y="276225"/>
                </a:cubicBezTo>
                <a:cubicBezTo>
                  <a:pt x="174301" y="265877"/>
                  <a:pt x="183619" y="255920"/>
                  <a:pt x="194252" y="247650"/>
                </a:cubicBezTo>
                <a:cubicBezTo>
                  <a:pt x="212324" y="233594"/>
                  <a:pt x="251402" y="209550"/>
                  <a:pt x="251402" y="209550"/>
                </a:cubicBezTo>
                <a:cubicBezTo>
                  <a:pt x="330347" y="225339"/>
                  <a:pt x="280154" y="200380"/>
                  <a:pt x="308552" y="257175"/>
                </a:cubicBezTo>
                <a:cubicBezTo>
                  <a:pt x="318791" y="277653"/>
                  <a:pt x="346652" y="314325"/>
                  <a:pt x="346652" y="314325"/>
                </a:cubicBezTo>
                <a:cubicBezTo>
                  <a:pt x="376610" y="304339"/>
                  <a:pt x="383417" y="306803"/>
                  <a:pt x="403802" y="276225"/>
                </a:cubicBezTo>
                <a:cubicBezTo>
                  <a:pt x="431594" y="234537"/>
                  <a:pt x="382612" y="236376"/>
                  <a:pt x="451427" y="190500"/>
                </a:cubicBezTo>
                <a:cubicBezTo>
                  <a:pt x="488356" y="165881"/>
                  <a:pt x="469142" y="175070"/>
                  <a:pt x="508577" y="161925"/>
                </a:cubicBezTo>
                <a:cubicBezTo>
                  <a:pt x="527627" y="168275"/>
                  <a:pt x="554588" y="164267"/>
                  <a:pt x="565727" y="180975"/>
                </a:cubicBezTo>
                <a:lnTo>
                  <a:pt x="603827" y="238125"/>
                </a:lnTo>
                <a:cubicBezTo>
                  <a:pt x="632121" y="228694"/>
                  <a:pt x="666911" y="222666"/>
                  <a:pt x="689552" y="200025"/>
                </a:cubicBezTo>
                <a:cubicBezTo>
                  <a:pt x="701509" y="188068"/>
                  <a:pt x="722049" y="146424"/>
                  <a:pt x="727652" y="133350"/>
                </a:cubicBezTo>
                <a:cubicBezTo>
                  <a:pt x="731607" y="124122"/>
                  <a:pt x="732687" y="113755"/>
                  <a:pt x="737177" y="104775"/>
                </a:cubicBezTo>
                <a:cubicBezTo>
                  <a:pt x="742297" y="94536"/>
                  <a:pt x="749877" y="85725"/>
                  <a:pt x="756227" y="76200"/>
                </a:cubicBezTo>
                <a:cubicBezTo>
                  <a:pt x="784802" y="79375"/>
                  <a:pt x="814932" y="75900"/>
                  <a:pt x="841952" y="85725"/>
                </a:cubicBezTo>
                <a:cubicBezTo>
                  <a:pt x="852710" y="89637"/>
                  <a:pt x="856353" y="103839"/>
                  <a:pt x="861002" y="114300"/>
                </a:cubicBezTo>
                <a:cubicBezTo>
                  <a:pt x="869157" y="132650"/>
                  <a:pt x="863344" y="160311"/>
                  <a:pt x="880052" y="171450"/>
                </a:cubicBezTo>
                <a:lnTo>
                  <a:pt x="908627" y="190500"/>
                </a:lnTo>
                <a:cubicBezTo>
                  <a:pt x="918152" y="187325"/>
                  <a:pt x="930102" y="188075"/>
                  <a:pt x="937202" y="180975"/>
                </a:cubicBezTo>
                <a:cubicBezTo>
                  <a:pt x="953391" y="164786"/>
                  <a:pt x="962602" y="142875"/>
                  <a:pt x="975302" y="123825"/>
                </a:cubicBezTo>
                <a:lnTo>
                  <a:pt x="1013402" y="66675"/>
                </a:lnTo>
                <a:cubicBezTo>
                  <a:pt x="1019752" y="57150"/>
                  <a:pt x="1022927" y="44450"/>
                  <a:pt x="1032452" y="38100"/>
                </a:cubicBezTo>
                <a:lnTo>
                  <a:pt x="1089602" y="0"/>
                </a:lnTo>
                <a:lnTo>
                  <a:pt x="1127702" y="57150"/>
                </a:lnTo>
                <a:lnTo>
                  <a:pt x="1146752" y="85725"/>
                </a:lnTo>
                <a:cubicBezTo>
                  <a:pt x="1159452" y="82550"/>
                  <a:pt x="1173960" y="83462"/>
                  <a:pt x="1184852" y="76200"/>
                </a:cubicBezTo>
                <a:cubicBezTo>
                  <a:pt x="1237849" y="40869"/>
                  <a:pt x="1175393" y="57084"/>
                  <a:pt x="1213427" y="19050"/>
                </a:cubicBezTo>
                <a:cubicBezTo>
                  <a:pt x="1220527" y="11950"/>
                  <a:pt x="1232477" y="12700"/>
                  <a:pt x="1242002" y="9525"/>
                </a:cubicBezTo>
                <a:cubicBezTo>
                  <a:pt x="1245177" y="22225"/>
                  <a:pt x="1247931" y="35038"/>
                  <a:pt x="1251527" y="47625"/>
                </a:cubicBezTo>
                <a:cubicBezTo>
                  <a:pt x="1263631" y="89990"/>
                  <a:pt x="1260651" y="64672"/>
                  <a:pt x="1270577" y="114300"/>
                </a:cubicBezTo>
                <a:cubicBezTo>
                  <a:pt x="1277185" y="147340"/>
                  <a:pt x="1285052" y="206102"/>
                  <a:pt x="1289627" y="238125"/>
                </a:cubicBezTo>
                <a:cubicBezTo>
                  <a:pt x="1301003" y="420146"/>
                  <a:pt x="1311275" y="555034"/>
                  <a:pt x="1308677" y="752475"/>
                </a:cubicBezTo>
                <a:cubicBezTo>
                  <a:pt x="1307087" y="873282"/>
                  <a:pt x="1327833" y="999808"/>
                  <a:pt x="1289627" y="1114425"/>
                </a:cubicBezTo>
                <a:cubicBezTo>
                  <a:pt x="1283352" y="1133249"/>
                  <a:pt x="1277838" y="1158146"/>
                  <a:pt x="1261052" y="1171575"/>
                </a:cubicBezTo>
                <a:cubicBezTo>
                  <a:pt x="1253212" y="1177847"/>
                  <a:pt x="1242002" y="1177925"/>
                  <a:pt x="1232477" y="1181100"/>
                </a:cubicBezTo>
                <a:cubicBezTo>
                  <a:pt x="1210252" y="1177925"/>
                  <a:pt x="1187817" y="1175978"/>
                  <a:pt x="1165802" y="1171575"/>
                </a:cubicBezTo>
                <a:cubicBezTo>
                  <a:pt x="1155957" y="1169606"/>
                  <a:pt x="1147267" y="1162050"/>
                  <a:pt x="1137227" y="1162050"/>
                </a:cubicBezTo>
                <a:cubicBezTo>
                  <a:pt x="1111629" y="1162050"/>
                  <a:pt x="1086427" y="1168400"/>
                  <a:pt x="1061027" y="1171575"/>
                </a:cubicBezTo>
                <a:cubicBezTo>
                  <a:pt x="1040644" y="1178369"/>
                  <a:pt x="1019083" y="1182772"/>
                  <a:pt x="1003877" y="1200150"/>
                </a:cubicBezTo>
                <a:cubicBezTo>
                  <a:pt x="988800" y="1217380"/>
                  <a:pt x="987497" y="1250060"/>
                  <a:pt x="965777" y="1257300"/>
                </a:cubicBezTo>
                <a:cubicBezTo>
                  <a:pt x="845370" y="1297436"/>
                  <a:pt x="1037878" y="1230482"/>
                  <a:pt x="908627" y="1285875"/>
                </a:cubicBezTo>
                <a:cubicBezTo>
                  <a:pt x="896595" y="1291032"/>
                  <a:pt x="883066" y="1291638"/>
                  <a:pt x="870527" y="1295400"/>
                </a:cubicBezTo>
                <a:cubicBezTo>
                  <a:pt x="851293" y="1301170"/>
                  <a:pt x="833430" y="1313395"/>
                  <a:pt x="813377" y="1314450"/>
                </a:cubicBezTo>
                <a:cubicBezTo>
                  <a:pt x="597381" y="1325818"/>
                  <a:pt x="692562" y="1318506"/>
                  <a:pt x="527627" y="1333500"/>
                </a:cubicBezTo>
                <a:cubicBezTo>
                  <a:pt x="502227" y="1330325"/>
                  <a:pt x="475533" y="1332584"/>
                  <a:pt x="451427" y="1323975"/>
                </a:cubicBezTo>
                <a:cubicBezTo>
                  <a:pt x="429866" y="1316274"/>
                  <a:pt x="394277" y="1285875"/>
                  <a:pt x="394277" y="1285875"/>
                </a:cubicBezTo>
                <a:cubicBezTo>
                  <a:pt x="387927" y="1276350"/>
                  <a:pt x="382556" y="1266094"/>
                  <a:pt x="375227" y="1257300"/>
                </a:cubicBezTo>
                <a:cubicBezTo>
                  <a:pt x="366603" y="1246952"/>
                  <a:pt x="354124" y="1239933"/>
                  <a:pt x="346652" y="1228725"/>
                </a:cubicBezTo>
                <a:cubicBezTo>
                  <a:pt x="326932" y="1199144"/>
                  <a:pt x="350193" y="1197268"/>
                  <a:pt x="318077" y="1171575"/>
                </a:cubicBezTo>
                <a:cubicBezTo>
                  <a:pt x="310237" y="1165303"/>
                  <a:pt x="299027" y="1165225"/>
                  <a:pt x="289502" y="1162050"/>
                </a:cubicBezTo>
                <a:cubicBezTo>
                  <a:pt x="283152" y="1143000"/>
                  <a:pt x="281591" y="1121608"/>
                  <a:pt x="270452" y="1104900"/>
                </a:cubicBezTo>
                <a:cubicBezTo>
                  <a:pt x="264102" y="1095375"/>
                  <a:pt x="256051" y="1086786"/>
                  <a:pt x="251402" y="1076325"/>
                </a:cubicBezTo>
                <a:cubicBezTo>
                  <a:pt x="243247" y="1057975"/>
                  <a:pt x="232352" y="1019175"/>
                  <a:pt x="232352" y="1019175"/>
                </a:cubicBezTo>
                <a:cubicBezTo>
                  <a:pt x="235527" y="1000125"/>
                  <a:pt x="224603" y="970662"/>
                  <a:pt x="241877" y="962025"/>
                </a:cubicBezTo>
                <a:cubicBezTo>
                  <a:pt x="278904" y="943512"/>
                  <a:pt x="324589" y="957337"/>
                  <a:pt x="365702" y="952500"/>
                </a:cubicBezTo>
                <a:cubicBezTo>
                  <a:pt x="387949" y="949883"/>
                  <a:pt x="445582" y="929048"/>
                  <a:pt x="460952" y="923925"/>
                </a:cubicBezTo>
                <a:lnTo>
                  <a:pt x="489527" y="914400"/>
                </a:lnTo>
                <a:cubicBezTo>
                  <a:pt x="499052" y="911225"/>
                  <a:pt x="509748" y="910444"/>
                  <a:pt x="518102" y="904875"/>
                </a:cubicBezTo>
                <a:lnTo>
                  <a:pt x="575252" y="866775"/>
                </a:lnTo>
                <a:cubicBezTo>
                  <a:pt x="581886" y="856824"/>
                  <a:pt x="606456" y="825399"/>
                  <a:pt x="603827" y="809625"/>
                </a:cubicBezTo>
                <a:cubicBezTo>
                  <a:pt x="601945" y="798333"/>
                  <a:pt x="592872" y="789145"/>
                  <a:pt x="584777" y="781050"/>
                </a:cubicBezTo>
                <a:cubicBezTo>
                  <a:pt x="576682" y="772955"/>
                  <a:pt x="565727" y="768350"/>
                  <a:pt x="556202" y="762000"/>
                </a:cubicBezTo>
                <a:cubicBezTo>
                  <a:pt x="476827" y="765175"/>
                  <a:pt x="397146" y="763873"/>
                  <a:pt x="318077" y="771525"/>
                </a:cubicBezTo>
                <a:cubicBezTo>
                  <a:pt x="257134" y="777423"/>
                  <a:pt x="273606" y="788998"/>
                  <a:pt x="232352" y="809625"/>
                </a:cubicBezTo>
                <a:cubicBezTo>
                  <a:pt x="223372" y="814115"/>
                  <a:pt x="212757" y="814660"/>
                  <a:pt x="203777" y="819150"/>
                </a:cubicBezTo>
                <a:cubicBezTo>
                  <a:pt x="129919" y="856079"/>
                  <a:pt x="218451" y="823784"/>
                  <a:pt x="146627" y="847725"/>
                </a:cubicBezTo>
                <a:cubicBezTo>
                  <a:pt x="133927" y="844550"/>
                  <a:pt x="109253" y="851271"/>
                  <a:pt x="108527" y="838200"/>
                </a:cubicBezTo>
                <a:cubicBezTo>
                  <a:pt x="82227" y="364796"/>
                  <a:pt x="0" y="451427"/>
                  <a:pt x="127577" y="323850"/>
                </a:cubicBezTo>
                <a:lnTo>
                  <a:pt x="127577" y="323850"/>
                </a:lnTo>
                <a:lnTo>
                  <a:pt x="165677" y="314325"/>
                </a:lnTo>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68" name="Google Shape;468;p7"/>
          <p:cNvSpPr/>
          <p:nvPr/>
        </p:nvSpPr>
        <p:spPr>
          <a:xfrm>
            <a:off x="2609850" y="4669938"/>
            <a:ext cx="1685925" cy="1416537"/>
          </a:xfrm>
          <a:custGeom>
            <a:avLst/>
            <a:gdLst/>
            <a:ahLst/>
            <a:cxnLst/>
            <a:rect l="l" t="t" r="r" b="b"/>
            <a:pathLst>
              <a:path w="1685925" h="1416537" extrusionOk="0">
                <a:moveTo>
                  <a:pt x="19050" y="559287"/>
                </a:moveTo>
                <a:lnTo>
                  <a:pt x="19050" y="559287"/>
                </a:lnTo>
                <a:cubicBezTo>
                  <a:pt x="22225" y="530712"/>
                  <a:pt x="23848" y="501922"/>
                  <a:pt x="28575" y="473562"/>
                </a:cubicBezTo>
                <a:cubicBezTo>
                  <a:pt x="30226" y="463658"/>
                  <a:pt x="32531" y="453341"/>
                  <a:pt x="38100" y="444987"/>
                </a:cubicBezTo>
                <a:cubicBezTo>
                  <a:pt x="45572" y="433779"/>
                  <a:pt x="58051" y="426760"/>
                  <a:pt x="66675" y="416412"/>
                </a:cubicBezTo>
                <a:cubicBezTo>
                  <a:pt x="100732" y="375544"/>
                  <a:pt x="68764" y="397208"/>
                  <a:pt x="114300" y="359262"/>
                </a:cubicBezTo>
                <a:cubicBezTo>
                  <a:pt x="155246" y="325140"/>
                  <a:pt x="128492" y="352166"/>
                  <a:pt x="171450" y="330687"/>
                </a:cubicBezTo>
                <a:cubicBezTo>
                  <a:pt x="181689" y="325567"/>
                  <a:pt x="189564" y="316286"/>
                  <a:pt x="200025" y="311637"/>
                </a:cubicBezTo>
                <a:cubicBezTo>
                  <a:pt x="218375" y="303482"/>
                  <a:pt x="238125" y="298937"/>
                  <a:pt x="257175" y="292587"/>
                </a:cubicBezTo>
                <a:cubicBezTo>
                  <a:pt x="266700" y="289412"/>
                  <a:pt x="277396" y="288631"/>
                  <a:pt x="285750" y="283062"/>
                </a:cubicBezTo>
                <a:cubicBezTo>
                  <a:pt x="295275" y="276712"/>
                  <a:pt x="303803" y="268521"/>
                  <a:pt x="314325" y="264012"/>
                </a:cubicBezTo>
                <a:cubicBezTo>
                  <a:pt x="326357" y="258855"/>
                  <a:pt x="340341" y="259522"/>
                  <a:pt x="352425" y="254487"/>
                </a:cubicBezTo>
                <a:cubicBezTo>
                  <a:pt x="378639" y="243565"/>
                  <a:pt x="401075" y="223275"/>
                  <a:pt x="428625" y="216387"/>
                </a:cubicBezTo>
                <a:cubicBezTo>
                  <a:pt x="441325" y="213212"/>
                  <a:pt x="454186" y="210624"/>
                  <a:pt x="466725" y="206862"/>
                </a:cubicBezTo>
                <a:lnTo>
                  <a:pt x="552450" y="178287"/>
                </a:lnTo>
                <a:lnTo>
                  <a:pt x="581025" y="168762"/>
                </a:lnTo>
                <a:cubicBezTo>
                  <a:pt x="590550" y="165587"/>
                  <a:pt x="601246" y="164806"/>
                  <a:pt x="609600" y="159237"/>
                </a:cubicBezTo>
                <a:cubicBezTo>
                  <a:pt x="619125" y="152887"/>
                  <a:pt x="627417" y="144099"/>
                  <a:pt x="638175" y="140187"/>
                </a:cubicBezTo>
                <a:cubicBezTo>
                  <a:pt x="662780" y="131240"/>
                  <a:pt x="689537" y="129416"/>
                  <a:pt x="714375" y="121137"/>
                </a:cubicBezTo>
                <a:cubicBezTo>
                  <a:pt x="750822" y="108988"/>
                  <a:pt x="773637" y="99760"/>
                  <a:pt x="809625" y="92562"/>
                </a:cubicBezTo>
                <a:cubicBezTo>
                  <a:pt x="828563" y="88774"/>
                  <a:pt x="848039" y="87721"/>
                  <a:pt x="866775" y="83037"/>
                </a:cubicBezTo>
                <a:cubicBezTo>
                  <a:pt x="886256" y="78167"/>
                  <a:pt x="904234" y="67925"/>
                  <a:pt x="923925" y="63987"/>
                </a:cubicBezTo>
                <a:cubicBezTo>
                  <a:pt x="939800" y="60812"/>
                  <a:pt x="955775" y="58102"/>
                  <a:pt x="971550" y="54462"/>
                </a:cubicBezTo>
                <a:cubicBezTo>
                  <a:pt x="997061" y="48575"/>
                  <a:pt x="1021598" y="36657"/>
                  <a:pt x="1047750" y="35412"/>
                </a:cubicBezTo>
                <a:lnTo>
                  <a:pt x="1247775" y="25887"/>
                </a:lnTo>
                <a:cubicBezTo>
                  <a:pt x="1338286" y="3259"/>
                  <a:pt x="1335756" y="0"/>
                  <a:pt x="1485900" y="25887"/>
                </a:cubicBezTo>
                <a:cubicBezTo>
                  <a:pt x="1513885" y="30712"/>
                  <a:pt x="1562100" y="63987"/>
                  <a:pt x="1562100" y="63987"/>
                </a:cubicBezTo>
                <a:lnTo>
                  <a:pt x="1600200" y="121137"/>
                </a:lnTo>
                <a:lnTo>
                  <a:pt x="1619250" y="149712"/>
                </a:lnTo>
                <a:cubicBezTo>
                  <a:pt x="1622425" y="162412"/>
                  <a:pt x="1623618" y="175780"/>
                  <a:pt x="1628775" y="187812"/>
                </a:cubicBezTo>
                <a:cubicBezTo>
                  <a:pt x="1633284" y="198334"/>
                  <a:pt x="1644536" y="205422"/>
                  <a:pt x="1647825" y="216387"/>
                </a:cubicBezTo>
                <a:cubicBezTo>
                  <a:pt x="1654276" y="237891"/>
                  <a:pt x="1654383" y="260808"/>
                  <a:pt x="1657350" y="283062"/>
                </a:cubicBezTo>
                <a:cubicBezTo>
                  <a:pt x="1671190" y="386859"/>
                  <a:pt x="1660396" y="326867"/>
                  <a:pt x="1676400" y="406887"/>
                </a:cubicBezTo>
                <a:cubicBezTo>
                  <a:pt x="1679575" y="467212"/>
                  <a:pt x="1685925" y="527454"/>
                  <a:pt x="1685925" y="587862"/>
                </a:cubicBezTo>
                <a:cubicBezTo>
                  <a:pt x="1685925" y="651441"/>
                  <a:pt x="1681908" y="715022"/>
                  <a:pt x="1676400" y="778362"/>
                </a:cubicBezTo>
                <a:cubicBezTo>
                  <a:pt x="1675530" y="788364"/>
                  <a:pt x="1669053" y="797136"/>
                  <a:pt x="1666875" y="806937"/>
                </a:cubicBezTo>
                <a:cubicBezTo>
                  <a:pt x="1654883" y="860899"/>
                  <a:pt x="1657437" y="882615"/>
                  <a:pt x="1647825" y="940287"/>
                </a:cubicBezTo>
                <a:cubicBezTo>
                  <a:pt x="1642502" y="972225"/>
                  <a:pt x="1639014" y="1004820"/>
                  <a:pt x="1628775" y="1035537"/>
                </a:cubicBezTo>
                <a:lnTo>
                  <a:pt x="1590675" y="1149837"/>
                </a:lnTo>
                <a:lnTo>
                  <a:pt x="1581150" y="1178412"/>
                </a:lnTo>
                <a:cubicBezTo>
                  <a:pt x="1577975" y="1187937"/>
                  <a:pt x="1574060" y="1197247"/>
                  <a:pt x="1571625" y="1206987"/>
                </a:cubicBezTo>
                <a:cubicBezTo>
                  <a:pt x="1568450" y="1219687"/>
                  <a:pt x="1565696" y="1232500"/>
                  <a:pt x="1562100" y="1245087"/>
                </a:cubicBezTo>
                <a:cubicBezTo>
                  <a:pt x="1559342" y="1254741"/>
                  <a:pt x="1555010" y="1263922"/>
                  <a:pt x="1552575" y="1273662"/>
                </a:cubicBezTo>
                <a:cubicBezTo>
                  <a:pt x="1548648" y="1289368"/>
                  <a:pt x="1549625" y="1306493"/>
                  <a:pt x="1543050" y="1321287"/>
                </a:cubicBezTo>
                <a:cubicBezTo>
                  <a:pt x="1536603" y="1335794"/>
                  <a:pt x="1524806" y="1347334"/>
                  <a:pt x="1514475" y="1359387"/>
                </a:cubicBezTo>
                <a:cubicBezTo>
                  <a:pt x="1501186" y="1374890"/>
                  <a:pt x="1477238" y="1398478"/>
                  <a:pt x="1457325" y="1407012"/>
                </a:cubicBezTo>
                <a:cubicBezTo>
                  <a:pt x="1445293" y="1412169"/>
                  <a:pt x="1431925" y="1413362"/>
                  <a:pt x="1419225" y="1416537"/>
                </a:cubicBezTo>
                <a:cubicBezTo>
                  <a:pt x="1381125" y="1413362"/>
                  <a:pt x="1342862" y="1411754"/>
                  <a:pt x="1304925" y="1407012"/>
                </a:cubicBezTo>
                <a:cubicBezTo>
                  <a:pt x="1291935" y="1405388"/>
                  <a:pt x="1279784" y="1399338"/>
                  <a:pt x="1266825" y="1397487"/>
                </a:cubicBezTo>
                <a:cubicBezTo>
                  <a:pt x="1235237" y="1392974"/>
                  <a:pt x="1203325" y="1391137"/>
                  <a:pt x="1171575" y="1387962"/>
                </a:cubicBezTo>
                <a:lnTo>
                  <a:pt x="1114425" y="1368912"/>
                </a:lnTo>
                <a:cubicBezTo>
                  <a:pt x="1104900" y="1365737"/>
                  <a:pt x="1095590" y="1361822"/>
                  <a:pt x="1085850" y="1359387"/>
                </a:cubicBezTo>
                <a:cubicBezTo>
                  <a:pt x="1073150" y="1356212"/>
                  <a:pt x="1060337" y="1353458"/>
                  <a:pt x="1047750" y="1349862"/>
                </a:cubicBezTo>
                <a:cubicBezTo>
                  <a:pt x="952097" y="1322533"/>
                  <a:pt x="1100182" y="1360589"/>
                  <a:pt x="981075" y="1330812"/>
                </a:cubicBezTo>
                <a:cubicBezTo>
                  <a:pt x="962025" y="1318112"/>
                  <a:pt x="945645" y="1299952"/>
                  <a:pt x="923925" y="1292712"/>
                </a:cubicBezTo>
                <a:lnTo>
                  <a:pt x="866775" y="1273662"/>
                </a:lnTo>
                <a:cubicBezTo>
                  <a:pt x="767857" y="1199473"/>
                  <a:pt x="818973" y="1230711"/>
                  <a:pt x="714375" y="1178412"/>
                </a:cubicBezTo>
                <a:lnTo>
                  <a:pt x="714375" y="1178412"/>
                </a:lnTo>
                <a:cubicBezTo>
                  <a:pt x="704850" y="1172062"/>
                  <a:pt x="695115" y="1166016"/>
                  <a:pt x="685800" y="1159362"/>
                </a:cubicBezTo>
                <a:cubicBezTo>
                  <a:pt x="672882" y="1150135"/>
                  <a:pt x="662207" y="1137234"/>
                  <a:pt x="647700" y="1130787"/>
                </a:cubicBezTo>
                <a:cubicBezTo>
                  <a:pt x="632906" y="1124212"/>
                  <a:pt x="615950" y="1124437"/>
                  <a:pt x="600075" y="1121262"/>
                </a:cubicBezTo>
                <a:cubicBezTo>
                  <a:pt x="590550" y="1114912"/>
                  <a:pt x="582022" y="1106721"/>
                  <a:pt x="571500" y="1102212"/>
                </a:cubicBezTo>
                <a:cubicBezTo>
                  <a:pt x="526522" y="1082936"/>
                  <a:pt x="537628" y="1105383"/>
                  <a:pt x="495300" y="1073637"/>
                </a:cubicBezTo>
                <a:cubicBezTo>
                  <a:pt x="480932" y="1062861"/>
                  <a:pt x="471225" y="1046757"/>
                  <a:pt x="457200" y="1035537"/>
                </a:cubicBezTo>
                <a:cubicBezTo>
                  <a:pt x="439322" y="1021234"/>
                  <a:pt x="416239" y="1013626"/>
                  <a:pt x="400050" y="997437"/>
                </a:cubicBezTo>
                <a:cubicBezTo>
                  <a:pt x="255749" y="853136"/>
                  <a:pt x="409192" y="1001191"/>
                  <a:pt x="304800" y="911712"/>
                </a:cubicBezTo>
                <a:cubicBezTo>
                  <a:pt x="294573" y="902946"/>
                  <a:pt x="286452" y="891903"/>
                  <a:pt x="276225" y="883137"/>
                </a:cubicBezTo>
                <a:cubicBezTo>
                  <a:pt x="264172" y="872806"/>
                  <a:pt x="250072" y="865016"/>
                  <a:pt x="238125" y="854562"/>
                </a:cubicBezTo>
                <a:cubicBezTo>
                  <a:pt x="224608" y="842735"/>
                  <a:pt x="213662" y="828151"/>
                  <a:pt x="200025" y="816462"/>
                </a:cubicBezTo>
                <a:cubicBezTo>
                  <a:pt x="191333" y="809012"/>
                  <a:pt x="180244" y="804741"/>
                  <a:pt x="171450" y="797412"/>
                </a:cubicBezTo>
                <a:cubicBezTo>
                  <a:pt x="161102" y="788788"/>
                  <a:pt x="154083" y="776309"/>
                  <a:pt x="142875" y="768837"/>
                </a:cubicBezTo>
                <a:cubicBezTo>
                  <a:pt x="134521" y="763268"/>
                  <a:pt x="123528" y="763267"/>
                  <a:pt x="114300" y="759312"/>
                </a:cubicBezTo>
                <a:cubicBezTo>
                  <a:pt x="80463" y="744810"/>
                  <a:pt x="76323" y="740344"/>
                  <a:pt x="47625" y="721212"/>
                </a:cubicBezTo>
                <a:cubicBezTo>
                  <a:pt x="44450" y="711687"/>
                  <a:pt x="42976" y="701414"/>
                  <a:pt x="38100" y="692637"/>
                </a:cubicBezTo>
                <a:cubicBezTo>
                  <a:pt x="26981" y="672623"/>
                  <a:pt x="0" y="635487"/>
                  <a:pt x="0" y="635487"/>
                </a:cubicBezTo>
                <a:cubicBezTo>
                  <a:pt x="3175" y="600562"/>
                  <a:pt x="4565" y="565429"/>
                  <a:pt x="9525" y="530712"/>
                </a:cubicBezTo>
                <a:cubicBezTo>
                  <a:pt x="20054" y="457009"/>
                  <a:pt x="19050" y="525496"/>
                  <a:pt x="19050" y="492612"/>
                </a:cubicBezTo>
                <a:lnTo>
                  <a:pt x="19050" y="492612"/>
                </a:lnTo>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69" name="Google Shape;469;p7"/>
          <p:cNvSpPr/>
          <p:nvPr/>
        </p:nvSpPr>
        <p:spPr>
          <a:xfrm>
            <a:off x="3836240" y="3533775"/>
            <a:ext cx="1273224" cy="1285875"/>
          </a:xfrm>
          <a:custGeom>
            <a:avLst/>
            <a:gdLst/>
            <a:ahLst/>
            <a:cxnLst/>
            <a:rect l="l" t="t" r="r" b="b"/>
            <a:pathLst>
              <a:path w="1273224" h="1285875" extrusionOk="0">
                <a:moveTo>
                  <a:pt x="21385" y="1047750"/>
                </a:moveTo>
                <a:lnTo>
                  <a:pt x="21385" y="1047750"/>
                </a:lnTo>
                <a:cubicBezTo>
                  <a:pt x="15035" y="1019175"/>
                  <a:pt x="3196" y="991284"/>
                  <a:pt x="2335" y="962025"/>
                </a:cubicBezTo>
                <a:cubicBezTo>
                  <a:pt x="0" y="882621"/>
                  <a:pt x="6200" y="803137"/>
                  <a:pt x="11860" y="723900"/>
                </a:cubicBezTo>
                <a:cubicBezTo>
                  <a:pt x="12575" y="713885"/>
                  <a:pt x="19207" y="705126"/>
                  <a:pt x="21385" y="695325"/>
                </a:cubicBezTo>
                <a:cubicBezTo>
                  <a:pt x="40097" y="611123"/>
                  <a:pt x="21458" y="666495"/>
                  <a:pt x="40435" y="600075"/>
                </a:cubicBezTo>
                <a:cubicBezTo>
                  <a:pt x="47498" y="575356"/>
                  <a:pt x="66516" y="521531"/>
                  <a:pt x="88060" y="514350"/>
                </a:cubicBezTo>
                <a:cubicBezTo>
                  <a:pt x="159884" y="490409"/>
                  <a:pt x="71352" y="522704"/>
                  <a:pt x="145210" y="485775"/>
                </a:cubicBezTo>
                <a:cubicBezTo>
                  <a:pt x="164736" y="476012"/>
                  <a:pt x="203296" y="470348"/>
                  <a:pt x="221410" y="466725"/>
                </a:cubicBezTo>
                <a:cubicBezTo>
                  <a:pt x="249985" y="469900"/>
                  <a:pt x="279243" y="469277"/>
                  <a:pt x="307135" y="476250"/>
                </a:cubicBezTo>
                <a:cubicBezTo>
                  <a:pt x="352832" y="487674"/>
                  <a:pt x="331363" y="517355"/>
                  <a:pt x="354760" y="552450"/>
                </a:cubicBezTo>
                <a:lnTo>
                  <a:pt x="373810" y="581025"/>
                </a:lnTo>
                <a:cubicBezTo>
                  <a:pt x="376985" y="571500"/>
                  <a:pt x="381157" y="562251"/>
                  <a:pt x="383335" y="552450"/>
                </a:cubicBezTo>
                <a:cubicBezTo>
                  <a:pt x="395734" y="496653"/>
                  <a:pt x="394856" y="460280"/>
                  <a:pt x="402385" y="400050"/>
                </a:cubicBezTo>
                <a:cubicBezTo>
                  <a:pt x="404780" y="380886"/>
                  <a:pt x="409179" y="362019"/>
                  <a:pt x="411910" y="342900"/>
                </a:cubicBezTo>
                <a:cubicBezTo>
                  <a:pt x="415530" y="317560"/>
                  <a:pt x="417227" y="291949"/>
                  <a:pt x="421435" y="266700"/>
                </a:cubicBezTo>
                <a:cubicBezTo>
                  <a:pt x="423587" y="253787"/>
                  <a:pt x="428808" y="241513"/>
                  <a:pt x="430960" y="228600"/>
                </a:cubicBezTo>
                <a:cubicBezTo>
                  <a:pt x="435168" y="203351"/>
                  <a:pt x="435122" y="177429"/>
                  <a:pt x="440485" y="152400"/>
                </a:cubicBezTo>
                <a:cubicBezTo>
                  <a:pt x="444692" y="132765"/>
                  <a:pt x="453185" y="114300"/>
                  <a:pt x="459535" y="95250"/>
                </a:cubicBezTo>
                <a:cubicBezTo>
                  <a:pt x="467282" y="72009"/>
                  <a:pt x="469646" y="56564"/>
                  <a:pt x="488110" y="38100"/>
                </a:cubicBezTo>
                <a:cubicBezTo>
                  <a:pt x="496205" y="30005"/>
                  <a:pt x="506224" y="23699"/>
                  <a:pt x="516685" y="19050"/>
                </a:cubicBezTo>
                <a:cubicBezTo>
                  <a:pt x="535035" y="10895"/>
                  <a:pt x="573835" y="0"/>
                  <a:pt x="573835" y="0"/>
                </a:cubicBezTo>
                <a:cubicBezTo>
                  <a:pt x="589710" y="3175"/>
                  <a:pt x="606301" y="3841"/>
                  <a:pt x="621460" y="9525"/>
                </a:cubicBezTo>
                <a:cubicBezTo>
                  <a:pt x="668798" y="27277"/>
                  <a:pt x="637285" y="23738"/>
                  <a:pt x="659560" y="57150"/>
                </a:cubicBezTo>
                <a:cubicBezTo>
                  <a:pt x="667032" y="68358"/>
                  <a:pt x="678610" y="76200"/>
                  <a:pt x="688135" y="85725"/>
                </a:cubicBezTo>
                <a:lnTo>
                  <a:pt x="707185" y="142875"/>
                </a:lnTo>
                <a:cubicBezTo>
                  <a:pt x="710360" y="152400"/>
                  <a:pt x="714275" y="161710"/>
                  <a:pt x="716710" y="171450"/>
                </a:cubicBezTo>
                <a:cubicBezTo>
                  <a:pt x="723060" y="196850"/>
                  <a:pt x="727481" y="222812"/>
                  <a:pt x="735760" y="247650"/>
                </a:cubicBezTo>
                <a:cubicBezTo>
                  <a:pt x="738935" y="257175"/>
                  <a:pt x="743107" y="266424"/>
                  <a:pt x="745285" y="276225"/>
                </a:cubicBezTo>
                <a:cubicBezTo>
                  <a:pt x="749475" y="295078"/>
                  <a:pt x="750620" y="314522"/>
                  <a:pt x="754810" y="333375"/>
                </a:cubicBezTo>
                <a:cubicBezTo>
                  <a:pt x="769909" y="401319"/>
                  <a:pt x="760030" y="317071"/>
                  <a:pt x="773860" y="400050"/>
                </a:cubicBezTo>
                <a:cubicBezTo>
                  <a:pt x="791811" y="507753"/>
                  <a:pt x="772474" y="443517"/>
                  <a:pt x="792910" y="504825"/>
                </a:cubicBezTo>
                <a:cubicBezTo>
                  <a:pt x="796085" y="527050"/>
                  <a:pt x="798032" y="549485"/>
                  <a:pt x="802435" y="571500"/>
                </a:cubicBezTo>
                <a:cubicBezTo>
                  <a:pt x="804404" y="581345"/>
                  <a:pt x="801920" y="600075"/>
                  <a:pt x="811960" y="600075"/>
                </a:cubicBezTo>
                <a:cubicBezTo>
                  <a:pt x="822000" y="600075"/>
                  <a:pt x="814385" y="578600"/>
                  <a:pt x="821485" y="571500"/>
                </a:cubicBezTo>
                <a:cubicBezTo>
                  <a:pt x="837674" y="555311"/>
                  <a:pt x="859585" y="546100"/>
                  <a:pt x="878635" y="533400"/>
                </a:cubicBezTo>
                <a:lnTo>
                  <a:pt x="907210" y="514350"/>
                </a:lnTo>
                <a:cubicBezTo>
                  <a:pt x="961185" y="517525"/>
                  <a:pt x="1016301" y="512389"/>
                  <a:pt x="1069135" y="523875"/>
                </a:cubicBezTo>
                <a:cubicBezTo>
                  <a:pt x="1091508" y="528739"/>
                  <a:pt x="1126285" y="561975"/>
                  <a:pt x="1126285" y="561975"/>
                </a:cubicBezTo>
                <a:cubicBezTo>
                  <a:pt x="1132635" y="571500"/>
                  <a:pt x="1140215" y="580311"/>
                  <a:pt x="1145335" y="590550"/>
                </a:cubicBezTo>
                <a:cubicBezTo>
                  <a:pt x="1149825" y="599530"/>
                  <a:pt x="1149984" y="610348"/>
                  <a:pt x="1154860" y="619125"/>
                </a:cubicBezTo>
                <a:cubicBezTo>
                  <a:pt x="1165979" y="639139"/>
                  <a:pt x="1192960" y="676275"/>
                  <a:pt x="1192960" y="676275"/>
                </a:cubicBezTo>
                <a:cubicBezTo>
                  <a:pt x="1196135" y="688975"/>
                  <a:pt x="1197888" y="702118"/>
                  <a:pt x="1202485" y="714375"/>
                </a:cubicBezTo>
                <a:cubicBezTo>
                  <a:pt x="1232046" y="793205"/>
                  <a:pt x="1214880" y="706803"/>
                  <a:pt x="1240585" y="809625"/>
                </a:cubicBezTo>
                <a:cubicBezTo>
                  <a:pt x="1255555" y="869505"/>
                  <a:pt x="1248259" y="834766"/>
                  <a:pt x="1259635" y="914400"/>
                </a:cubicBezTo>
                <a:cubicBezTo>
                  <a:pt x="1256460" y="987425"/>
                  <a:pt x="1273224" y="1064132"/>
                  <a:pt x="1250110" y="1133475"/>
                </a:cubicBezTo>
                <a:cubicBezTo>
                  <a:pt x="1243760" y="1152525"/>
                  <a:pt x="1212010" y="1120775"/>
                  <a:pt x="1192960" y="1114425"/>
                </a:cubicBezTo>
                <a:cubicBezTo>
                  <a:pt x="1183435" y="1111250"/>
                  <a:pt x="1172739" y="1110469"/>
                  <a:pt x="1164385" y="1104900"/>
                </a:cubicBezTo>
                <a:cubicBezTo>
                  <a:pt x="1098881" y="1061231"/>
                  <a:pt x="1128955" y="1074040"/>
                  <a:pt x="1078660" y="1057275"/>
                </a:cubicBezTo>
                <a:cubicBezTo>
                  <a:pt x="1031035" y="1060450"/>
                  <a:pt x="983253" y="1061803"/>
                  <a:pt x="935785" y="1066800"/>
                </a:cubicBezTo>
                <a:cubicBezTo>
                  <a:pt x="918305" y="1068640"/>
                  <a:pt x="886819" y="1079947"/>
                  <a:pt x="869110" y="1085850"/>
                </a:cubicBezTo>
                <a:cubicBezTo>
                  <a:pt x="848044" y="1106916"/>
                  <a:pt x="834746" y="1116478"/>
                  <a:pt x="821485" y="1143000"/>
                </a:cubicBezTo>
                <a:cubicBezTo>
                  <a:pt x="816995" y="1151980"/>
                  <a:pt x="814395" y="1161835"/>
                  <a:pt x="811960" y="1171575"/>
                </a:cubicBezTo>
                <a:cubicBezTo>
                  <a:pt x="808033" y="1187281"/>
                  <a:pt x="811415" y="1205730"/>
                  <a:pt x="802435" y="1219200"/>
                </a:cubicBezTo>
                <a:cubicBezTo>
                  <a:pt x="796866" y="1227554"/>
                  <a:pt x="783385" y="1225550"/>
                  <a:pt x="773860" y="1228725"/>
                </a:cubicBezTo>
                <a:cubicBezTo>
                  <a:pt x="743671" y="1274008"/>
                  <a:pt x="765670" y="1253680"/>
                  <a:pt x="697660" y="1276350"/>
                </a:cubicBezTo>
                <a:lnTo>
                  <a:pt x="669085" y="1285875"/>
                </a:lnTo>
                <a:cubicBezTo>
                  <a:pt x="650035" y="1282700"/>
                  <a:pt x="630788" y="1280540"/>
                  <a:pt x="611935" y="1276350"/>
                </a:cubicBezTo>
                <a:cubicBezTo>
                  <a:pt x="602134" y="1274172"/>
                  <a:pt x="590460" y="1273925"/>
                  <a:pt x="583360" y="1266825"/>
                </a:cubicBezTo>
                <a:cubicBezTo>
                  <a:pt x="567171" y="1250636"/>
                  <a:pt x="552500" y="1231395"/>
                  <a:pt x="545260" y="1209675"/>
                </a:cubicBezTo>
                <a:cubicBezTo>
                  <a:pt x="536585" y="1183650"/>
                  <a:pt x="524679" y="1138951"/>
                  <a:pt x="507160" y="1114425"/>
                </a:cubicBezTo>
                <a:cubicBezTo>
                  <a:pt x="490492" y="1091090"/>
                  <a:pt x="472795" y="1081990"/>
                  <a:pt x="450010" y="1066800"/>
                </a:cubicBezTo>
                <a:cubicBezTo>
                  <a:pt x="435382" y="1044859"/>
                  <a:pt x="433057" y="1028700"/>
                  <a:pt x="402385" y="1028700"/>
                </a:cubicBezTo>
                <a:cubicBezTo>
                  <a:pt x="392345" y="1028700"/>
                  <a:pt x="383335" y="1035050"/>
                  <a:pt x="373810" y="1038225"/>
                </a:cubicBezTo>
                <a:cubicBezTo>
                  <a:pt x="364285" y="1031875"/>
                  <a:pt x="355757" y="1023684"/>
                  <a:pt x="345235" y="1019175"/>
                </a:cubicBezTo>
                <a:cubicBezTo>
                  <a:pt x="333465" y="1014131"/>
                  <a:pt x="267986" y="1001820"/>
                  <a:pt x="259510" y="1000125"/>
                </a:cubicBezTo>
                <a:cubicBezTo>
                  <a:pt x="199185" y="1003300"/>
                  <a:pt x="138695" y="1004181"/>
                  <a:pt x="78535" y="1009650"/>
                </a:cubicBezTo>
                <a:cubicBezTo>
                  <a:pt x="68536" y="1010559"/>
                  <a:pt x="58569" y="1014009"/>
                  <a:pt x="49960" y="1019175"/>
                </a:cubicBezTo>
                <a:cubicBezTo>
                  <a:pt x="42259" y="1023795"/>
                  <a:pt x="26147" y="1042988"/>
                  <a:pt x="21385" y="1047750"/>
                </a:cubicBezTo>
                <a:close/>
              </a:path>
            </a:pathLst>
          </a:custGeom>
          <a:solidFill>
            <a:schemeClr val="accent1">
              <a:alpha val="13333"/>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70" name="Google Shape;470;p7"/>
          <p:cNvSpPr/>
          <p:nvPr/>
        </p:nvSpPr>
        <p:spPr>
          <a:xfrm>
            <a:off x="3942863" y="3714750"/>
            <a:ext cx="305287" cy="285750"/>
          </a:xfrm>
          <a:custGeom>
            <a:avLst/>
            <a:gdLst/>
            <a:ahLst/>
            <a:cxnLst/>
            <a:rect l="l" t="t" r="r" b="b"/>
            <a:pathLst>
              <a:path w="305287" h="285750" extrusionOk="0">
                <a:moveTo>
                  <a:pt x="48112" y="57150"/>
                </a:moveTo>
                <a:lnTo>
                  <a:pt x="48112" y="57150"/>
                </a:lnTo>
                <a:cubicBezTo>
                  <a:pt x="76687" y="41275"/>
                  <a:pt x="104599" y="24144"/>
                  <a:pt x="133837" y="9525"/>
                </a:cubicBezTo>
                <a:cubicBezTo>
                  <a:pt x="142817" y="5035"/>
                  <a:pt x="152372" y="0"/>
                  <a:pt x="162412" y="0"/>
                </a:cubicBezTo>
                <a:cubicBezTo>
                  <a:pt x="191163" y="0"/>
                  <a:pt x="219562" y="6350"/>
                  <a:pt x="248137" y="9525"/>
                </a:cubicBezTo>
                <a:cubicBezTo>
                  <a:pt x="254487" y="22225"/>
                  <a:pt x="260142" y="35297"/>
                  <a:pt x="267187" y="47625"/>
                </a:cubicBezTo>
                <a:cubicBezTo>
                  <a:pt x="272867" y="57564"/>
                  <a:pt x="281588" y="65739"/>
                  <a:pt x="286237" y="76200"/>
                </a:cubicBezTo>
                <a:cubicBezTo>
                  <a:pt x="294392" y="94550"/>
                  <a:pt x="305287" y="133350"/>
                  <a:pt x="305287" y="133350"/>
                </a:cubicBezTo>
                <a:cubicBezTo>
                  <a:pt x="301777" y="157921"/>
                  <a:pt x="299537" y="202001"/>
                  <a:pt x="286237" y="228600"/>
                </a:cubicBezTo>
                <a:cubicBezTo>
                  <a:pt x="281117" y="238839"/>
                  <a:pt x="276895" y="251108"/>
                  <a:pt x="267187" y="257175"/>
                </a:cubicBezTo>
                <a:cubicBezTo>
                  <a:pt x="250159" y="267818"/>
                  <a:pt x="229087" y="269875"/>
                  <a:pt x="210037" y="276225"/>
                </a:cubicBezTo>
                <a:lnTo>
                  <a:pt x="181462" y="285750"/>
                </a:lnTo>
                <a:cubicBezTo>
                  <a:pt x="154300" y="282732"/>
                  <a:pt x="99077" y="282657"/>
                  <a:pt x="67162" y="266700"/>
                </a:cubicBezTo>
                <a:cubicBezTo>
                  <a:pt x="56923" y="261580"/>
                  <a:pt x="48112" y="254000"/>
                  <a:pt x="38587" y="247650"/>
                </a:cubicBezTo>
                <a:cubicBezTo>
                  <a:pt x="32237" y="238125"/>
                  <a:pt x="24046" y="229597"/>
                  <a:pt x="19537" y="219075"/>
                </a:cubicBezTo>
                <a:cubicBezTo>
                  <a:pt x="0" y="173489"/>
                  <a:pt x="12862" y="122925"/>
                  <a:pt x="19537" y="76200"/>
                </a:cubicBezTo>
                <a:cubicBezTo>
                  <a:pt x="23166" y="50800"/>
                  <a:pt x="28608" y="38100"/>
                  <a:pt x="57637" y="38100"/>
                </a:cubicBezTo>
                <a:cubicBezTo>
                  <a:pt x="64737" y="38100"/>
                  <a:pt x="49699" y="53975"/>
                  <a:pt x="48112" y="57150"/>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71" name="Google Shape;471;p7"/>
          <p:cNvSpPr/>
          <p:nvPr/>
        </p:nvSpPr>
        <p:spPr>
          <a:xfrm>
            <a:off x="4006498" y="3343275"/>
            <a:ext cx="270227" cy="342900"/>
          </a:xfrm>
          <a:custGeom>
            <a:avLst/>
            <a:gdLst/>
            <a:ahLst/>
            <a:cxnLst/>
            <a:rect l="l" t="t" r="r" b="b"/>
            <a:pathLst>
              <a:path w="270227" h="342900" extrusionOk="0">
                <a:moveTo>
                  <a:pt x="22577" y="114300"/>
                </a:moveTo>
                <a:lnTo>
                  <a:pt x="22577" y="114300"/>
                </a:lnTo>
                <a:cubicBezTo>
                  <a:pt x="32102" y="85725"/>
                  <a:pt x="32078" y="51887"/>
                  <a:pt x="51152" y="28575"/>
                </a:cubicBezTo>
                <a:cubicBezTo>
                  <a:pt x="63868" y="13034"/>
                  <a:pt x="89252" y="15875"/>
                  <a:pt x="108302" y="9525"/>
                </a:cubicBezTo>
                <a:lnTo>
                  <a:pt x="136877" y="0"/>
                </a:lnTo>
                <a:cubicBezTo>
                  <a:pt x="155927" y="3175"/>
                  <a:pt x="176379" y="1681"/>
                  <a:pt x="194027" y="9525"/>
                </a:cubicBezTo>
                <a:cubicBezTo>
                  <a:pt x="228850" y="25002"/>
                  <a:pt x="218977" y="40375"/>
                  <a:pt x="232127" y="66675"/>
                </a:cubicBezTo>
                <a:cubicBezTo>
                  <a:pt x="237247" y="76914"/>
                  <a:pt x="246057" y="85011"/>
                  <a:pt x="251177" y="95250"/>
                </a:cubicBezTo>
                <a:cubicBezTo>
                  <a:pt x="262901" y="118698"/>
                  <a:pt x="266569" y="159025"/>
                  <a:pt x="270227" y="180975"/>
                </a:cubicBezTo>
                <a:cubicBezTo>
                  <a:pt x="267052" y="200025"/>
                  <a:pt x="265386" y="219389"/>
                  <a:pt x="260702" y="238125"/>
                </a:cubicBezTo>
                <a:cubicBezTo>
                  <a:pt x="255832" y="257606"/>
                  <a:pt x="258360" y="284136"/>
                  <a:pt x="241652" y="295275"/>
                </a:cubicBezTo>
                <a:cubicBezTo>
                  <a:pt x="176148" y="338944"/>
                  <a:pt x="206222" y="326135"/>
                  <a:pt x="155927" y="342900"/>
                </a:cubicBezTo>
                <a:cubicBezTo>
                  <a:pt x="140052" y="339725"/>
                  <a:pt x="123461" y="339059"/>
                  <a:pt x="108302" y="333375"/>
                </a:cubicBezTo>
                <a:cubicBezTo>
                  <a:pt x="73024" y="320146"/>
                  <a:pt x="61383" y="286808"/>
                  <a:pt x="41627" y="257175"/>
                </a:cubicBezTo>
                <a:cubicBezTo>
                  <a:pt x="35277" y="247650"/>
                  <a:pt x="26197" y="239460"/>
                  <a:pt x="22577" y="228600"/>
                </a:cubicBezTo>
                <a:cubicBezTo>
                  <a:pt x="0" y="160868"/>
                  <a:pt x="22577" y="133350"/>
                  <a:pt x="22577" y="114300"/>
                </a:cubicBezTo>
                <a:close/>
              </a:path>
            </a:pathLst>
          </a:custGeom>
          <a:solidFill>
            <a:schemeClr val="accent1">
              <a:alpha val="13333"/>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72" name="Google Shape;472;p7"/>
          <p:cNvSpPr/>
          <p:nvPr/>
        </p:nvSpPr>
        <p:spPr>
          <a:xfrm>
            <a:off x="4095750" y="2180496"/>
            <a:ext cx="352425" cy="372204"/>
          </a:xfrm>
          <a:custGeom>
            <a:avLst/>
            <a:gdLst/>
            <a:ahLst/>
            <a:cxnLst/>
            <a:rect l="l" t="t" r="r" b="b"/>
            <a:pathLst>
              <a:path w="352425" h="372204" extrusionOk="0">
                <a:moveTo>
                  <a:pt x="9525" y="162654"/>
                </a:moveTo>
                <a:lnTo>
                  <a:pt x="9525" y="162654"/>
                </a:lnTo>
                <a:cubicBezTo>
                  <a:pt x="28575" y="140429"/>
                  <a:pt x="45977" y="116677"/>
                  <a:pt x="66675" y="95979"/>
                </a:cubicBezTo>
                <a:cubicBezTo>
                  <a:pt x="74770" y="87884"/>
                  <a:pt x="87155" y="85024"/>
                  <a:pt x="95250" y="76929"/>
                </a:cubicBezTo>
                <a:cubicBezTo>
                  <a:pt x="103345" y="68834"/>
                  <a:pt x="105361" y="55505"/>
                  <a:pt x="114300" y="48354"/>
                </a:cubicBezTo>
                <a:cubicBezTo>
                  <a:pt x="122140" y="42082"/>
                  <a:pt x="133895" y="43319"/>
                  <a:pt x="142875" y="38829"/>
                </a:cubicBezTo>
                <a:cubicBezTo>
                  <a:pt x="153114" y="33709"/>
                  <a:pt x="160989" y="24428"/>
                  <a:pt x="171450" y="19779"/>
                </a:cubicBezTo>
                <a:cubicBezTo>
                  <a:pt x="189800" y="11624"/>
                  <a:pt x="228600" y="729"/>
                  <a:pt x="228600" y="729"/>
                </a:cubicBezTo>
                <a:cubicBezTo>
                  <a:pt x="245592" y="2853"/>
                  <a:pt x="315060" y="0"/>
                  <a:pt x="333375" y="29304"/>
                </a:cubicBezTo>
                <a:cubicBezTo>
                  <a:pt x="344018" y="46332"/>
                  <a:pt x="352425" y="86454"/>
                  <a:pt x="352425" y="86454"/>
                </a:cubicBezTo>
                <a:cubicBezTo>
                  <a:pt x="351383" y="97917"/>
                  <a:pt x="351301" y="187537"/>
                  <a:pt x="333375" y="219804"/>
                </a:cubicBezTo>
                <a:cubicBezTo>
                  <a:pt x="286297" y="304544"/>
                  <a:pt x="315639" y="255222"/>
                  <a:pt x="266700" y="296004"/>
                </a:cubicBezTo>
                <a:cubicBezTo>
                  <a:pt x="256352" y="304628"/>
                  <a:pt x="248758" y="316309"/>
                  <a:pt x="238125" y="324579"/>
                </a:cubicBezTo>
                <a:cubicBezTo>
                  <a:pt x="220053" y="338635"/>
                  <a:pt x="203559" y="358915"/>
                  <a:pt x="180975" y="362679"/>
                </a:cubicBezTo>
                <a:lnTo>
                  <a:pt x="123825" y="372204"/>
                </a:lnTo>
                <a:cubicBezTo>
                  <a:pt x="98425" y="369029"/>
                  <a:pt x="72321" y="369414"/>
                  <a:pt x="47625" y="362679"/>
                </a:cubicBezTo>
                <a:cubicBezTo>
                  <a:pt x="17526" y="354470"/>
                  <a:pt x="16680" y="340096"/>
                  <a:pt x="9525" y="315054"/>
                </a:cubicBezTo>
                <a:cubicBezTo>
                  <a:pt x="5929" y="302467"/>
                  <a:pt x="3175" y="289654"/>
                  <a:pt x="0" y="276954"/>
                </a:cubicBezTo>
                <a:cubicBezTo>
                  <a:pt x="3018" y="249792"/>
                  <a:pt x="3093" y="194569"/>
                  <a:pt x="19050" y="162654"/>
                </a:cubicBezTo>
                <a:cubicBezTo>
                  <a:pt x="29820" y="141113"/>
                  <a:pt x="34230" y="137949"/>
                  <a:pt x="47625" y="124554"/>
                </a:cubicBezTo>
                <a:lnTo>
                  <a:pt x="9525" y="162654"/>
                </a:ln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73" name="Google Shape;473;p7"/>
          <p:cNvSpPr/>
          <p:nvPr/>
        </p:nvSpPr>
        <p:spPr>
          <a:xfrm>
            <a:off x="3971925" y="2514600"/>
            <a:ext cx="521154" cy="352943"/>
          </a:xfrm>
          <a:custGeom>
            <a:avLst/>
            <a:gdLst/>
            <a:ahLst/>
            <a:cxnLst/>
            <a:rect l="l" t="t" r="r" b="b"/>
            <a:pathLst>
              <a:path w="521154" h="352943" extrusionOk="0">
                <a:moveTo>
                  <a:pt x="47625" y="257175"/>
                </a:moveTo>
                <a:lnTo>
                  <a:pt x="47625" y="257175"/>
                </a:lnTo>
                <a:lnTo>
                  <a:pt x="114300" y="161925"/>
                </a:lnTo>
                <a:cubicBezTo>
                  <a:pt x="120816" y="152513"/>
                  <a:pt x="123825" y="139700"/>
                  <a:pt x="133350" y="133350"/>
                </a:cubicBezTo>
                <a:lnTo>
                  <a:pt x="161925" y="114300"/>
                </a:lnTo>
                <a:cubicBezTo>
                  <a:pt x="168275" y="104775"/>
                  <a:pt x="172036" y="92876"/>
                  <a:pt x="180975" y="85725"/>
                </a:cubicBezTo>
                <a:cubicBezTo>
                  <a:pt x="188815" y="79453"/>
                  <a:pt x="200570" y="80690"/>
                  <a:pt x="209550" y="76200"/>
                </a:cubicBezTo>
                <a:cubicBezTo>
                  <a:pt x="219789" y="71080"/>
                  <a:pt x="227664" y="61799"/>
                  <a:pt x="238125" y="57150"/>
                </a:cubicBezTo>
                <a:cubicBezTo>
                  <a:pt x="293163" y="32689"/>
                  <a:pt x="310933" y="39231"/>
                  <a:pt x="371475" y="19050"/>
                </a:cubicBezTo>
                <a:lnTo>
                  <a:pt x="428625" y="0"/>
                </a:lnTo>
                <a:cubicBezTo>
                  <a:pt x="447675" y="3175"/>
                  <a:pt x="467453" y="3418"/>
                  <a:pt x="485775" y="9525"/>
                </a:cubicBezTo>
                <a:cubicBezTo>
                  <a:pt x="496635" y="13145"/>
                  <a:pt x="512468" y="17283"/>
                  <a:pt x="514350" y="28575"/>
                </a:cubicBezTo>
                <a:cubicBezTo>
                  <a:pt x="521154" y="69397"/>
                  <a:pt x="509174" y="152676"/>
                  <a:pt x="466725" y="180975"/>
                </a:cubicBezTo>
                <a:lnTo>
                  <a:pt x="381000" y="238125"/>
                </a:lnTo>
                <a:cubicBezTo>
                  <a:pt x="371475" y="244475"/>
                  <a:pt x="363285" y="253555"/>
                  <a:pt x="352425" y="257175"/>
                </a:cubicBezTo>
                <a:cubicBezTo>
                  <a:pt x="333375" y="263525"/>
                  <a:pt x="311983" y="265086"/>
                  <a:pt x="295275" y="276225"/>
                </a:cubicBezTo>
                <a:cubicBezTo>
                  <a:pt x="285750" y="282575"/>
                  <a:pt x="277161" y="290626"/>
                  <a:pt x="266700" y="295275"/>
                </a:cubicBezTo>
                <a:cubicBezTo>
                  <a:pt x="248350" y="303430"/>
                  <a:pt x="228600" y="307975"/>
                  <a:pt x="209550" y="314325"/>
                </a:cubicBezTo>
                <a:cubicBezTo>
                  <a:pt x="200025" y="317500"/>
                  <a:pt x="189329" y="318281"/>
                  <a:pt x="180975" y="323850"/>
                </a:cubicBezTo>
                <a:cubicBezTo>
                  <a:pt x="141508" y="350162"/>
                  <a:pt x="163506" y="340124"/>
                  <a:pt x="114300" y="352425"/>
                </a:cubicBezTo>
                <a:cubicBezTo>
                  <a:pt x="101088" y="350773"/>
                  <a:pt x="26150" y="352943"/>
                  <a:pt x="9525" y="323850"/>
                </a:cubicBezTo>
                <a:cubicBezTo>
                  <a:pt x="1493" y="309794"/>
                  <a:pt x="0" y="276225"/>
                  <a:pt x="0" y="276225"/>
                </a:cubicBezTo>
                <a:lnTo>
                  <a:pt x="0" y="276225"/>
                </a:lnTo>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74" name="Google Shape;474;p7"/>
          <p:cNvSpPr/>
          <p:nvPr/>
        </p:nvSpPr>
        <p:spPr>
          <a:xfrm>
            <a:off x="3971559" y="2828925"/>
            <a:ext cx="409941" cy="602745"/>
          </a:xfrm>
          <a:custGeom>
            <a:avLst/>
            <a:gdLst/>
            <a:ahLst/>
            <a:cxnLst/>
            <a:rect l="l" t="t" r="r" b="b"/>
            <a:pathLst>
              <a:path w="409941" h="602745" extrusionOk="0">
                <a:moveTo>
                  <a:pt x="28941" y="533400"/>
                </a:moveTo>
                <a:lnTo>
                  <a:pt x="28941" y="533400"/>
                </a:lnTo>
                <a:cubicBezTo>
                  <a:pt x="27092" y="516758"/>
                  <a:pt x="13631" y="392047"/>
                  <a:pt x="9891" y="371475"/>
                </a:cubicBezTo>
                <a:cubicBezTo>
                  <a:pt x="8095" y="361597"/>
                  <a:pt x="3541" y="352425"/>
                  <a:pt x="366" y="342900"/>
                </a:cubicBezTo>
                <a:cubicBezTo>
                  <a:pt x="3541" y="276225"/>
                  <a:pt x="4348" y="209395"/>
                  <a:pt x="9891" y="142875"/>
                </a:cubicBezTo>
                <a:cubicBezTo>
                  <a:pt x="10725" y="132869"/>
                  <a:pt x="13144" y="122140"/>
                  <a:pt x="19416" y="114300"/>
                </a:cubicBezTo>
                <a:cubicBezTo>
                  <a:pt x="26567" y="105361"/>
                  <a:pt x="38466" y="101600"/>
                  <a:pt x="47991" y="95250"/>
                </a:cubicBezTo>
                <a:cubicBezTo>
                  <a:pt x="102586" y="13358"/>
                  <a:pt x="29891" y="109730"/>
                  <a:pt x="95616" y="57150"/>
                </a:cubicBezTo>
                <a:cubicBezTo>
                  <a:pt x="104555" y="49999"/>
                  <a:pt x="104958" y="34642"/>
                  <a:pt x="114666" y="28575"/>
                </a:cubicBezTo>
                <a:cubicBezTo>
                  <a:pt x="131694" y="17932"/>
                  <a:pt x="152766" y="15875"/>
                  <a:pt x="171816" y="9525"/>
                </a:cubicBezTo>
                <a:lnTo>
                  <a:pt x="200391" y="0"/>
                </a:lnTo>
                <a:cubicBezTo>
                  <a:pt x="248016" y="3175"/>
                  <a:pt x="296185" y="1678"/>
                  <a:pt x="343266" y="9525"/>
                </a:cubicBezTo>
                <a:cubicBezTo>
                  <a:pt x="354558" y="11407"/>
                  <a:pt x="363746" y="20480"/>
                  <a:pt x="371841" y="28575"/>
                </a:cubicBezTo>
                <a:cubicBezTo>
                  <a:pt x="401523" y="58257"/>
                  <a:pt x="403591" y="104772"/>
                  <a:pt x="409941" y="142875"/>
                </a:cubicBezTo>
                <a:cubicBezTo>
                  <a:pt x="406766" y="219075"/>
                  <a:pt x="405850" y="295403"/>
                  <a:pt x="400416" y="371475"/>
                </a:cubicBezTo>
                <a:cubicBezTo>
                  <a:pt x="399483" y="384533"/>
                  <a:pt x="392882" y="396636"/>
                  <a:pt x="390891" y="409575"/>
                </a:cubicBezTo>
                <a:cubicBezTo>
                  <a:pt x="386519" y="437992"/>
                  <a:pt x="385432" y="466838"/>
                  <a:pt x="381366" y="495300"/>
                </a:cubicBezTo>
                <a:cubicBezTo>
                  <a:pt x="377335" y="523515"/>
                  <a:pt x="369249" y="553294"/>
                  <a:pt x="362316" y="581025"/>
                </a:cubicBezTo>
                <a:cubicBezTo>
                  <a:pt x="355966" y="571500"/>
                  <a:pt x="348386" y="562689"/>
                  <a:pt x="343266" y="552450"/>
                </a:cubicBezTo>
                <a:cubicBezTo>
                  <a:pt x="338776" y="543470"/>
                  <a:pt x="339310" y="532229"/>
                  <a:pt x="333741" y="523875"/>
                </a:cubicBezTo>
                <a:cubicBezTo>
                  <a:pt x="324296" y="509708"/>
                  <a:pt x="293237" y="483648"/>
                  <a:pt x="276591" y="476250"/>
                </a:cubicBezTo>
                <a:cubicBezTo>
                  <a:pt x="258241" y="468095"/>
                  <a:pt x="219441" y="457200"/>
                  <a:pt x="219441" y="457200"/>
                </a:cubicBezTo>
                <a:cubicBezTo>
                  <a:pt x="200391" y="460375"/>
                  <a:pt x="180613" y="460618"/>
                  <a:pt x="162291" y="466725"/>
                </a:cubicBezTo>
                <a:cubicBezTo>
                  <a:pt x="113305" y="483054"/>
                  <a:pt x="150952" y="485321"/>
                  <a:pt x="114666" y="514350"/>
                </a:cubicBezTo>
                <a:cubicBezTo>
                  <a:pt x="106826" y="520622"/>
                  <a:pt x="95616" y="520700"/>
                  <a:pt x="86091" y="523875"/>
                </a:cubicBezTo>
                <a:cubicBezTo>
                  <a:pt x="73391" y="542925"/>
                  <a:pt x="55231" y="602745"/>
                  <a:pt x="47991" y="581025"/>
                </a:cubicBezTo>
                <a:cubicBezTo>
                  <a:pt x="41641" y="561975"/>
                  <a:pt x="32879" y="543566"/>
                  <a:pt x="28941" y="523875"/>
                </a:cubicBezTo>
                <a:cubicBezTo>
                  <a:pt x="17447" y="466405"/>
                  <a:pt x="24536" y="491609"/>
                  <a:pt x="9891" y="447675"/>
                </a:cubicBezTo>
                <a:cubicBezTo>
                  <a:pt x="0" y="190507"/>
                  <a:pt x="366" y="282636"/>
                  <a:pt x="366" y="171450"/>
                </a:cubicBezTo>
                <a:lnTo>
                  <a:pt x="366" y="171450"/>
                </a:lnTo>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475" name="Google Shape;475;p7"/>
          <p:cNvSpPr txBox="1"/>
          <p:nvPr/>
        </p:nvSpPr>
        <p:spPr>
          <a:xfrm>
            <a:off x="3352800" y="152400"/>
            <a:ext cx="1219200" cy="430887"/>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Fasciculus Gracilis tract</a:t>
            </a:r>
            <a:endParaRPr sz="1400" b="0" i="0" u="none" strike="noStrike" cap="none">
              <a:solidFill>
                <a:srgbClr val="000000"/>
              </a:solidFill>
              <a:latin typeface="Arial"/>
              <a:ea typeface="Arial"/>
              <a:cs typeface="Arial"/>
              <a:sym typeface="Arial"/>
            </a:endParaRPr>
          </a:p>
        </p:txBody>
      </p:sp>
      <p:sp>
        <p:nvSpPr>
          <p:cNvPr id="476" name="Google Shape;476;p7"/>
          <p:cNvSpPr txBox="1"/>
          <p:nvPr/>
        </p:nvSpPr>
        <p:spPr>
          <a:xfrm>
            <a:off x="838200" y="4267200"/>
            <a:ext cx="1066800" cy="430887"/>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Anterolateral system</a:t>
            </a:r>
            <a:endParaRPr sz="1400" b="0" i="0" u="none" strike="noStrike" cap="none">
              <a:solidFill>
                <a:srgbClr val="000000"/>
              </a:solidFill>
              <a:latin typeface="Arial"/>
              <a:ea typeface="Arial"/>
              <a:cs typeface="Arial"/>
              <a:sym typeface="Arial"/>
            </a:endParaRPr>
          </a:p>
        </p:txBody>
      </p:sp>
      <p:sp>
        <p:nvSpPr>
          <p:cNvPr id="477" name="Google Shape;477;p7"/>
          <p:cNvSpPr txBox="1"/>
          <p:nvPr/>
        </p:nvSpPr>
        <p:spPr>
          <a:xfrm>
            <a:off x="152400" y="4800600"/>
            <a:ext cx="1981200" cy="430887"/>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Pontine reticulospinal tract &amp; Lateral Vestibulospinal tract</a:t>
            </a:r>
            <a:endParaRPr sz="1400" b="0" i="0" u="none" strike="noStrike" cap="none">
              <a:solidFill>
                <a:srgbClr val="000000"/>
              </a:solidFill>
              <a:latin typeface="Arial"/>
              <a:ea typeface="Arial"/>
              <a:cs typeface="Arial"/>
              <a:sym typeface="Arial"/>
            </a:endParaRPr>
          </a:p>
        </p:txBody>
      </p:sp>
      <p:sp>
        <p:nvSpPr>
          <p:cNvPr id="478" name="Google Shape;478;p7"/>
          <p:cNvSpPr txBox="1"/>
          <p:nvPr/>
        </p:nvSpPr>
        <p:spPr>
          <a:xfrm>
            <a:off x="1524000" y="228600"/>
            <a:ext cx="1143000" cy="430887"/>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Fasciculs Cuneatus tract</a:t>
            </a:r>
            <a:endParaRPr sz="1400" b="0" i="0" u="none" strike="noStrike" cap="none">
              <a:solidFill>
                <a:srgbClr val="000000"/>
              </a:solidFill>
              <a:latin typeface="Arial"/>
              <a:ea typeface="Arial"/>
              <a:cs typeface="Arial"/>
              <a:sym typeface="Arial"/>
            </a:endParaRPr>
          </a:p>
        </p:txBody>
      </p:sp>
      <p:sp>
        <p:nvSpPr>
          <p:cNvPr id="479" name="Google Shape;479;p7"/>
          <p:cNvSpPr txBox="1"/>
          <p:nvPr/>
        </p:nvSpPr>
        <p:spPr>
          <a:xfrm>
            <a:off x="0" y="2895600"/>
            <a:ext cx="1524000" cy="430887"/>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Ventral Spinocerebellar Tract</a:t>
            </a:r>
            <a:endParaRPr sz="1400" b="0" i="0" u="none" strike="noStrike" cap="none">
              <a:solidFill>
                <a:srgbClr val="000000"/>
              </a:solidFill>
              <a:latin typeface="Arial"/>
              <a:ea typeface="Arial"/>
              <a:cs typeface="Arial"/>
              <a:sym typeface="Arial"/>
            </a:endParaRPr>
          </a:p>
        </p:txBody>
      </p:sp>
      <p:sp>
        <p:nvSpPr>
          <p:cNvPr id="480" name="Google Shape;480;p7"/>
          <p:cNvSpPr txBox="1"/>
          <p:nvPr/>
        </p:nvSpPr>
        <p:spPr>
          <a:xfrm>
            <a:off x="304800" y="1600200"/>
            <a:ext cx="1524000" cy="430887"/>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Dorsal Spinocerebellar Tract</a:t>
            </a:r>
            <a:endParaRPr sz="1400" b="0" i="0" u="none" strike="noStrike" cap="none">
              <a:solidFill>
                <a:srgbClr val="000000"/>
              </a:solidFill>
              <a:latin typeface="Arial"/>
              <a:ea typeface="Arial"/>
              <a:cs typeface="Arial"/>
              <a:sym typeface="Arial"/>
            </a:endParaRPr>
          </a:p>
        </p:txBody>
      </p:sp>
      <p:sp>
        <p:nvSpPr>
          <p:cNvPr id="481" name="Google Shape;481;p7"/>
          <p:cNvSpPr txBox="1"/>
          <p:nvPr/>
        </p:nvSpPr>
        <p:spPr>
          <a:xfrm>
            <a:off x="2971800" y="5181600"/>
            <a:ext cx="1219200" cy="261610"/>
          </a:xfrm>
          <a:prstGeom prst="rect">
            <a:avLst/>
          </a:prstGeom>
          <a:solidFill>
            <a:srgbClr val="BBE0E3">
              <a:alpha val="60000"/>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Pyramidal Tract</a:t>
            </a:r>
            <a:endParaRPr sz="1400" b="0" i="0" u="none" strike="noStrike" cap="none">
              <a:solidFill>
                <a:srgbClr val="000000"/>
              </a:solidFill>
              <a:latin typeface="Arial"/>
              <a:ea typeface="Arial"/>
              <a:cs typeface="Arial"/>
              <a:sym typeface="Arial"/>
            </a:endParaRPr>
          </a:p>
        </p:txBody>
      </p:sp>
      <p:sp>
        <p:nvSpPr>
          <p:cNvPr id="482" name="Google Shape;482;p7"/>
          <p:cNvSpPr txBox="1"/>
          <p:nvPr/>
        </p:nvSpPr>
        <p:spPr>
          <a:xfrm>
            <a:off x="457200" y="3505200"/>
            <a:ext cx="1143000" cy="430887"/>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Rubrospinal Tract</a:t>
            </a:r>
            <a:endParaRPr sz="1400" b="0" i="0" u="none" strike="noStrike" cap="none">
              <a:solidFill>
                <a:srgbClr val="000000"/>
              </a:solidFill>
              <a:latin typeface="Arial"/>
              <a:ea typeface="Arial"/>
              <a:cs typeface="Arial"/>
              <a:sym typeface="Arial"/>
            </a:endParaRPr>
          </a:p>
        </p:txBody>
      </p:sp>
      <p:sp>
        <p:nvSpPr>
          <p:cNvPr id="483" name="Google Shape;483;p7"/>
          <p:cNvSpPr txBox="1"/>
          <p:nvPr/>
        </p:nvSpPr>
        <p:spPr>
          <a:xfrm>
            <a:off x="4419600" y="2971800"/>
            <a:ext cx="1600200" cy="246221"/>
          </a:xfrm>
          <a:prstGeom prst="rect">
            <a:avLst/>
          </a:prstGeom>
          <a:solidFill>
            <a:srgbClr val="BBE0E3">
              <a:alpha val="60000"/>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Hypoglossal Nucleus</a:t>
            </a:r>
            <a:endParaRPr sz="1400" b="0" i="0" u="none" strike="noStrike" cap="none">
              <a:solidFill>
                <a:srgbClr val="000000"/>
              </a:solidFill>
              <a:latin typeface="Arial"/>
              <a:ea typeface="Arial"/>
              <a:cs typeface="Arial"/>
              <a:sym typeface="Arial"/>
            </a:endParaRPr>
          </a:p>
        </p:txBody>
      </p:sp>
      <p:sp>
        <p:nvSpPr>
          <p:cNvPr id="484" name="Google Shape;484;p7"/>
          <p:cNvSpPr txBox="1"/>
          <p:nvPr/>
        </p:nvSpPr>
        <p:spPr>
          <a:xfrm>
            <a:off x="381000" y="2209800"/>
            <a:ext cx="1219200" cy="430887"/>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Spinal Trigeminal Tract</a:t>
            </a:r>
            <a:endParaRPr sz="1400" b="0" i="0" u="none" strike="noStrike" cap="none">
              <a:solidFill>
                <a:srgbClr val="000000"/>
              </a:solidFill>
              <a:latin typeface="Arial"/>
              <a:ea typeface="Arial"/>
              <a:cs typeface="Arial"/>
              <a:sym typeface="Arial"/>
            </a:endParaRPr>
          </a:p>
        </p:txBody>
      </p:sp>
      <p:sp>
        <p:nvSpPr>
          <p:cNvPr id="485" name="Google Shape;485;p7"/>
          <p:cNvSpPr txBox="1"/>
          <p:nvPr/>
        </p:nvSpPr>
        <p:spPr>
          <a:xfrm>
            <a:off x="4572000" y="3657600"/>
            <a:ext cx="1219200" cy="246221"/>
          </a:xfrm>
          <a:prstGeom prst="rect">
            <a:avLst/>
          </a:prstGeom>
          <a:solidFill>
            <a:srgbClr val="BBE0E3">
              <a:alpha val="60000"/>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Techtospinal tract</a:t>
            </a:r>
            <a:endParaRPr sz="1400" b="0" i="0" u="none" strike="noStrike" cap="none">
              <a:solidFill>
                <a:srgbClr val="000000"/>
              </a:solidFill>
              <a:latin typeface="Arial"/>
              <a:ea typeface="Arial"/>
              <a:cs typeface="Arial"/>
              <a:sym typeface="Arial"/>
            </a:endParaRPr>
          </a:p>
        </p:txBody>
      </p:sp>
      <p:sp>
        <p:nvSpPr>
          <p:cNvPr id="486" name="Google Shape;486;p7"/>
          <p:cNvSpPr txBox="1"/>
          <p:nvPr/>
        </p:nvSpPr>
        <p:spPr>
          <a:xfrm>
            <a:off x="3581400" y="1143000"/>
            <a:ext cx="914400"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Times"/>
                <a:ea typeface="Times"/>
                <a:cs typeface="Times"/>
                <a:sym typeface="Times"/>
              </a:rPr>
              <a:t>Gracilis Nucleus</a:t>
            </a:r>
            <a:endParaRPr sz="1400" b="0" i="0" u="none" strike="noStrike" cap="none">
              <a:solidFill>
                <a:srgbClr val="000000"/>
              </a:solidFill>
              <a:latin typeface="Arial"/>
              <a:ea typeface="Arial"/>
              <a:cs typeface="Arial"/>
              <a:sym typeface="Arial"/>
            </a:endParaRPr>
          </a:p>
        </p:txBody>
      </p:sp>
      <p:sp>
        <p:nvSpPr>
          <p:cNvPr id="487" name="Google Shape;487;p7"/>
          <p:cNvSpPr txBox="1"/>
          <p:nvPr/>
        </p:nvSpPr>
        <p:spPr>
          <a:xfrm>
            <a:off x="2667000" y="1752600"/>
            <a:ext cx="762000"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Times"/>
                <a:ea typeface="Times"/>
                <a:cs typeface="Times"/>
                <a:sym typeface="Times"/>
              </a:rPr>
              <a:t>Cuneatus Nucleus</a:t>
            </a:r>
            <a:endParaRPr sz="1400" b="0" i="0" u="none" strike="noStrike" cap="none">
              <a:solidFill>
                <a:srgbClr val="000000"/>
              </a:solidFill>
              <a:latin typeface="Arial"/>
              <a:ea typeface="Arial"/>
              <a:cs typeface="Arial"/>
              <a:sym typeface="Arial"/>
            </a:endParaRPr>
          </a:p>
        </p:txBody>
      </p:sp>
      <p:sp>
        <p:nvSpPr>
          <p:cNvPr id="488" name="Google Shape;488;p7"/>
          <p:cNvSpPr txBox="1"/>
          <p:nvPr/>
        </p:nvSpPr>
        <p:spPr>
          <a:xfrm>
            <a:off x="1981200" y="2590800"/>
            <a:ext cx="914400" cy="6001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Times"/>
                <a:ea typeface="Times"/>
                <a:cs typeface="Times"/>
                <a:sym typeface="Times"/>
              </a:rPr>
              <a:t>Spinal Trigeminal Nucleus</a:t>
            </a:r>
            <a:endParaRPr sz="1400" b="0" i="0" u="none" strike="noStrike" cap="none">
              <a:solidFill>
                <a:srgbClr val="000000"/>
              </a:solidFill>
              <a:latin typeface="Arial"/>
              <a:ea typeface="Arial"/>
              <a:cs typeface="Arial"/>
              <a:sym typeface="Arial"/>
            </a:endParaRPr>
          </a:p>
        </p:txBody>
      </p:sp>
      <p:sp>
        <p:nvSpPr>
          <p:cNvPr id="489" name="Google Shape;489;p7"/>
          <p:cNvSpPr txBox="1"/>
          <p:nvPr/>
        </p:nvSpPr>
        <p:spPr>
          <a:xfrm>
            <a:off x="2743200" y="2971800"/>
            <a:ext cx="1219200" cy="400110"/>
          </a:xfrm>
          <a:prstGeom prst="rect">
            <a:avLst/>
          </a:prstGeom>
          <a:solidFill>
            <a:srgbClr val="F75766">
              <a:alpha val="48235"/>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Internal Arcuate fibers</a:t>
            </a:r>
            <a:endParaRPr sz="1400" b="0" i="0" u="none" strike="noStrike" cap="none">
              <a:solidFill>
                <a:srgbClr val="000000"/>
              </a:solidFill>
              <a:latin typeface="Arial"/>
              <a:ea typeface="Arial"/>
              <a:cs typeface="Arial"/>
              <a:sym typeface="Arial"/>
            </a:endParaRPr>
          </a:p>
        </p:txBody>
      </p:sp>
      <p:sp>
        <p:nvSpPr>
          <p:cNvPr id="490" name="Google Shape;490;p7"/>
          <p:cNvSpPr txBox="1"/>
          <p:nvPr/>
        </p:nvSpPr>
        <p:spPr>
          <a:xfrm>
            <a:off x="2895600" y="3810000"/>
            <a:ext cx="838200" cy="400110"/>
          </a:xfrm>
          <a:prstGeom prst="rect">
            <a:avLst/>
          </a:prstGeom>
          <a:solidFill>
            <a:srgbClr val="F75766">
              <a:alpha val="48235"/>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Nucleus Ambiguous</a:t>
            </a:r>
            <a:endParaRPr sz="1400" b="0" i="0" u="none" strike="noStrike" cap="none">
              <a:solidFill>
                <a:srgbClr val="000000"/>
              </a:solidFill>
              <a:latin typeface="Arial"/>
              <a:ea typeface="Arial"/>
              <a:cs typeface="Arial"/>
              <a:sym typeface="Arial"/>
            </a:endParaRPr>
          </a:p>
        </p:txBody>
      </p:sp>
      <p:sp>
        <p:nvSpPr>
          <p:cNvPr id="491" name="Google Shape;491;p7"/>
          <p:cNvSpPr txBox="1"/>
          <p:nvPr/>
        </p:nvSpPr>
        <p:spPr>
          <a:xfrm>
            <a:off x="152400" y="5334000"/>
            <a:ext cx="2057400" cy="246221"/>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Accessory Olivary Nucleus</a:t>
            </a:r>
            <a:endParaRPr sz="1400" b="0" i="0" u="none" strike="noStrike" cap="none">
              <a:solidFill>
                <a:srgbClr val="000000"/>
              </a:solidFill>
              <a:latin typeface="Arial"/>
              <a:ea typeface="Arial"/>
              <a:cs typeface="Arial"/>
              <a:sym typeface="Arial"/>
            </a:endParaRPr>
          </a:p>
        </p:txBody>
      </p:sp>
      <p:sp>
        <p:nvSpPr>
          <p:cNvPr id="492" name="Google Shape;492;p7"/>
          <p:cNvSpPr txBox="1"/>
          <p:nvPr/>
        </p:nvSpPr>
        <p:spPr>
          <a:xfrm>
            <a:off x="4648200" y="4876800"/>
            <a:ext cx="914400" cy="553998"/>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Decussation Medial Lemniscus</a:t>
            </a:r>
            <a:endParaRPr sz="1000" b="1" i="0" u="none" strike="noStrike" cap="none">
              <a:solidFill>
                <a:schemeClr val="dk1"/>
              </a:solidFill>
              <a:latin typeface="Times"/>
              <a:ea typeface="Times"/>
              <a:cs typeface="Times"/>
              <a:sym typeface="Times"/>
            </a:endParaRPr>
          </a:p>
        </p:txBody>
      </p:sp>
      <p:sp>
        <p:nvSpPr>
          <p:cNvPr id="493" name="Google Shape;493;p7"/>
          <p:cNvSpPr txBox="1"/>
          <p:nvPr/>
        </p:nvSpPr>
        <p:spPr>
          <a:xfrm>
            <a:off x="4572000" y="2590800"/>
            <a:ext cx="1447800" cy="246221"/>
          </a:xfrm>
          <a:prstGeom prst="rect">
            <a:avLst/>
          </a:prstGeom>
          <a:solidFill>
            <a:srgbClr val="BBE0E3">
              <a:alpha val="60000"/>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Dorsal Motor Nucleus</a:t>
            </a:r>
            <a:endParaRPr sz="1400" b="0" i="0" u="none" strike="noStrike" cap="none">
              <a:solidFill>
                <a:srgbClr val="000000"/>
              </a:solidFill>
              <a:latin typeface="Arial"/>
              <a:ea typeface="Arial"/>
              <a:cs typeface="Arial"/>
              <a:sym typeface="Arial"/>
            </a:endParaRPr>
          </a:p>
        </p:txBody>
      </p:sp>
      <p:sp>
        <p:nvSpPr>
          <p:cNvPr id="494" name="Google Shape;494;p7"/>
          <p:cNvSpPr txBox="1"/>
          <p:nvPr/>
        </p:nvSpPr>
        <p:spPr>
          <a:xfrm>
            <a:off x="4495800" y="2209800"/>
            <a:ext cx="1295400" cy="246221"/>
          </a:xfrm>
          <a:prstGeom prst="rect">
            <a:avLst/>
          </a:prstGeom>
          <a:solidFill>
            <a:srgbClr val="BBE0E3">
              <a:alpha val="60000"/>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Solitary Nucleus</a:t>
            </a:r>
            <a:endParaRPr sz="1400" b="0" i="0" u="none" strike="noStrike" cap="none">
              <a:solidFill>
                <a:srgbClr val="000000"/>
              </a:solidFill>
              <a:latin typeface="Arial"/>
              <a:ea typeface="Arial"/>
              <a:cs typeface="Arial"/>
              <a:sym typeface="Arial"/>
            </a:endParaRPr>
          </a:p>
        </p:txBody>
      </p:sp>
      <p:sp>
        <p:nvSpPr>
          <p:cNvPr id="495" name="Google Shape;495;p7"/>
          <p:cNvSpPr txBox="1"/>
          <p:nvPr/>
        </p:nvSpPr>
        <p:spPr>
          <a:xfrm>
            <a:off x="4495800" y="3352800"/>
            <a:ext cx="1981200" cy="246221"/>
          </a:xfrm>
          <a:prstGeom prst="rect">
            <a:avLst/>
          </a:prstGeom>
          <a:solidFill>
            <a:srgbClr val="BBE0E3">
              <a:alpha val="60000"/>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Longitudnal Fasciculus</a:t>
            </a:r>
            <a:endParaRPr sz="1400" b="0" i="0" u="none" strike="noStrike" cap="none">
              <a:solidFill>
                <a:srgbClr val="000000"/>
              </a:solidFill>
              <a:latin typeface="Arial"/>
              <a:ea typeface="Arial"/>
              <a:cs typeface="Arial"/>
              <a:sym typeface="Arial"/>
            </a:endParaRPr>
          </a:p>
        </p:txBody>
      </p:sp>
      <p:cxnSp>
        <p:nvCxnSpPr>
          <p:cNvPr id="496" name="Google Shape;496;p7"/>
          <p:cNvCxnSpPr/>
          <p:nvPr/>
        </p:nvCxnSpPr>
        <p:spPr>
          <a:xfrm rot="5400000">
            <a:off x="3086100" y="647700"/>
            <a:ext cx="533400" cy="1524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497" name="Google Shape;497;p7"/>
          <p:cNvCxnSpPr/>
          <p:nvPr/>
        </p:nvCxnSpPr>
        <p:spPr>
          <a:xfrm rot="-5400000" flipH="1">
            <a:off x="1981200" y="762000"/>
            <a:ext cx="609600" cy="4572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498" name="Google Shape;498;p7"/>
          <p:cNvCxnSpPr>
            <a:endCxn id="460" idx="29"/>
          </p:cNvCxnSpPr>
          <p:nvPr/>
        </p:nvCxnSpPr>
        <p:spPr>
          <a:xfrm>
            <a:off x="1447800" y="1981200"/>
            <a:ext cx="360300" cy="849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499" name="Google Shape;499;p7"/>
          <p:cNvCxnSpPr/>
          <p:nvPr/>
        </p:nvCxnSpPr>
        <p:spPr>
          <a:xfrm>
            <a:off x="1371600" y="2362200"/>
            <a:ext cx="609600" cy="1588"/>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500" name="Google Shape;500;p7"/>
          <p:cNvCxnSpPr/>
          <p:nvPr/>
        </p:nvCxnSpPr>
        <p:spPr>
          <a:xfrm rot="-5400000" flipH="1">
            <a:off x="1333500" y="3009900"/>
            <a:ext cx="381000" cy="3048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501" name="Google Shape;501;p7"/>
          <p:cNvCxnSpPr/>
          <p:nvPr/>
        </p:nvCxnSpPr>
        <p:spPr>
          <a:xfrm rot="10800000" flipH="1">
            <a:off x="1371600" y="3581400"/>
            <a:ext cx="685800" cy="3048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502" name="Google Shape;502;p7"/>
          <p:cNvCxnSpPr/>
          <p:nvPr/>
        </p:nvCxnSpPr>
        <p:spPr>
          <a:xfrm rot="10800000" flipH="1">
            <a:off x="1752600" y="4419600"/>
            <a:ext cx="533400" cy="1524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503" name="Google Shape;503;p7"/>
          <p:cNvCxnSpPr>
            <a:stCxn id="477" idx="3"/>
          </p:cNvCxnSpPr>
          <p:nvPr/>
        </p:nvCxnSpPr>
        <p:spPr>
          <a:xfrm rot="10800000" flipH="1">
            <a:off x="2133600" y="4343444"/>
            <a:ext cx="609600" cy="6726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504" name="Google Shape;504;p7"/>
          <p:cNvCxnSpPr>
            <a:endCxn id="466" idx="19"/>
          </p:cNvCxnSpPr>
          <p:nvPr/>
        </p:nvCxnSpPr>
        <p:spPr>
          <a:xfrm rot="10800000" flipH="1">
            <a:off x="2133598" y="4762502"/>
            <a:ext cx="647700" cy="8763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505" name="Google Shape;505;p7"/>
          <p:cNvCxnSpPr/>
          <p:nvPr/>
        </p:nvCxnSpPr>
        <p:spPr>
          <a:xfrm rot="5400000" flipH="1">
            <a:off x="4572000" y="4495800"/>
            <a:ext cx="304800" cy="3048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506" name="Google Shape;506;p7"/>
          <p:cNvCxnSpPr>
            <a:stCxn id="490" idx="1"/>
            <a:endCxn id="464" idx="24"/>
          </p:cNvCxnSpPr>
          <p:nvPr/>
        </p:nvCxnSpPr>
        <p:spPr>
          <a:xfrm rot="10800000">
            <a:off x="2807100" y="3698055"/>
            <a:ext cx="88500" cy="312000"/>
          </a:xfrm>
          <a:prstGeom prst="straightConnector1">
            <a:avLst/>
          </a:prstGeom>
          <a:solidFill>
            <a:schemeClr val="accent1"/>
          </a:solidFill>
          <a:ln w="28575" cap="flat" cmpd="sng">
            <a:solidFill>
              <a:schemeClr val="dk1"/>
            </a:solidFill>
            <a:prstDash val="solid"/>
            <a:round/>
            <a:headEnd type="none" w="sm" len="sm"/>
            <a:tailEnd type="stealth" w="med" len="med"/>
          </a:ln>
        </p:spPr>
      </p:cxnSp>
      <p:sp>
        <p:nvSpPr>
          <p:cNvPr id="507" name="Google Shape;507;p7"/>
          <p:cNvSpPr/>
          <p:nvPr/>
        </p:nvSpPr>
        <p:spPr>
          <a:xfrm>
            <a:off x="3886200" y="990600"/>
            <a:ext cx="152400" cy="152400"/>
          </a:xfrm>
          <a:prstGeom prst="smileyFace">
            <a:avLst>
              <a:gd name="adj" fmla="val 4653"/>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08" name="Google Shape;508;p7"/>
          <p:cNvSpPr/>
          <p:nvPr/>
        </p:nvSpPr>
        <p:spPr>
          <a:xfrm>
            <a:off x="2743200" y="1676400"/>
            <a:ext cx="152400" cy="152400"/>
          </a:xfrm>
          <a:prstGeom prst="smileyFace">
            <a:avLst>
              <a:gd name="adj" fmla="val 4653"/>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09" name="Google Shape;509;p7"/>
          <p:cNvSpPr/>
          <p:nvPr/>
        </p:nvSpPr>
        <p:spPr>
          <a:xfrm>
            <a:off x="2209800" y="2438400"/>
            <a:ext cx="152400" cy="152400"/>
          </a:xfrm>
          <a:prstGeom prst="smileyFace">
            <a:avLst>
              <a:gd name="adj" fmla="val 4653"/>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10" name="Google Shape;510;p7"/>
          <p:cNvSpPr/>
          <p:nvPr/>
        </p:nvSpPr>
        <p:spPr>
          <a:xfrm>
            <a:off x="3429000" y="3429000"/>
            <a:ext cx="152400" cy="152400"/>
          </a:xfrm>
          <a:prstGeom prst="smileyFace">
            <a:avLst>
              <a:gd name="adj" fmla="val 4653"/>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11" name="Google Shape;511;p7"/>
          <p:cNvSpPr/>
          <p:nvPr/>
        </p:nvSpPr>
        <p:spPr>
          <a:xfrm>
            <a:off x="4038600" y="3810000"/>
            <a:ext cx="152400" cy="152400"/>
          </a:xfrm>
          <a:prstGeom prst="smileyFace">
            <a:avLst>
              <a:gd name="adj" fmla="val 4653"/>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12" name="Google Shape;512;p7"/>
          <p:cNvSpPr/>
          <p:nvPr/>
        </p:nvSpPr>
        <p:spPr>
          <a:xfrm>
            <a:off x="4038600" y="3505200"/>
            <a:ext cx="152400" cy="152400"/>
          </a:xfrm>
          <a:prstGeom prst="smileyFace">
            <a:avLst>
              <a:gd name="adj" fmla="val 4653"/>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13" name="Google Shape;513;p7"/>
          <p:cNvSpPr/>
          <p:nvPr/>
        </p:nvSpPr>
        <p:spPr>
          <a:xfrm>
            <a:off x="4114800" y="3048000"/>
            <a:ext cx="152400" cy="152400"/>
          </a:xfrm>
          <a:prstGeom prst="smileyFace">
            <a:avLst>
              <a:gd name="adj" fmla="val 4653"/>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14" name="Google Shape;514;p7"/>
          <p:cNvSpPr/>
          <p:nvPr/>
        </p:nvSpPr>
        <p:spPr>
          <a:xfrm>
            <a:off x="4267200" y="2286000"/>
            <a:ext cx="152400" cy="152400"/>
          </a:xfrm>
          <a:prstGeom prst="smileyFace">
            <a:avLst>
              <a:gd name="adj" fmla="val 4653"/>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15" name="Google Shape;515;p7"/>
          <p:cNvSpPr/>
          <p:nvPr/>
        </p:nvSpPr>
        <p:spPr>
          <a:xfrm>
            <a:off x="4114800" y="2590800"/>
            <a:ext cx="152400" cy="152400"/>
          </a:xfrm>
          <a:prstGeom prst="smileyFace">
            <a:avLst>
              <a:gd name="adj" fmla="val 4653"/>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16" name="Google Shape;516;p7"/>
          <p:cNvSpPr/>
          <p:nvPr/>
        </p:nvSpPr>
        <p:spPr>
          <a:xfrm>
            <a:off x="3505200" y="5029200"/>
            <a:ext cx="152400" cy="152400"/>
          </a:xfrm>
          <a:prstGeom prst="smileyFace">
            <a:avLst>
              <a:gd name="adj" fmla="val 4653"/>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pic>
        <p:nvPicPr>
          <p:cNvPr id="517" name="Google Shape;517;p7"/>
          <p:cNvPicPr preferRelativeResize="0"/>
          <p:nvPr/>
        </p:nvPicPr>
        <p:blipFill rotWithShape="1">
          <a:blip r:embed="rId4">
            <a:alphaModFix/>
          </a:blip>
          <a:srcRect/>
          <a:stretch/>
        </p:blipFill>
        <p:spPr>
          <a:xfrm>
            <a:off x="7467600" y="228600"/>
            <a:ext cx="1495425" cy="15621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8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8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9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8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9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8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0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8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0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7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0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8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0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7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50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47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504"/>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49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516"/>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481"/>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506"/>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490"/>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510"/>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489"/>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505"/>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492"/>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511"/>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485"/>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512"/>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495"/>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513"/>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483"/>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515"/>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493"/>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514"/>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4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pic>
        <p:nvPicPr>
          <p:cNvPr id="523" name="Google Shape;523;p8" descr="Plate 08.jpg                                                   00000158WD Passport                    00000000:"/>
          <p:cNvPicPr preferRelativeResize="0"/>
          <p:nvPr/>
        </p:nvPicPr>
        <p:blipFill rotWithShape="1">
          <a:blip r:embed="rId3">
            <a:alphaModFix/>
          </a:blip>
          <a:srcRect/>
          <a:stretch/>
        </p:blipFill>
        <p:spPr>
          <a:xfrm>
            <a:off x="-12700" y="455613"/>
            <a:ext cx="9170988" cy="6097587"/>
          </a:xfrm>
          <a:prstGeom prst="rect">
            <a:avLst/>
          </a:prstGeom>
          <a:noFill/>
          <a:ln>
            <a:noFill/>
          </a:ln>
        </p:spPr>
      </p:pic>
      <p:sp>
        <p:nvSpPr>
          <p:cNvPr id="524" name="Google Shape;524;p8"/>
          <p:cNvSpPr/>
          <p:nvPr/>
        </p:nvSpPr>
        <p:spPr>
          <a:xfrm>
            <a:off x="3495675" y="1266825"/>
            <a:ext cx="514350" cy="420435"/>
          </a:xfrm>
          <a:custGeom>
            <a:avLst/>
            <a:gdLst/>
            <a:ahLst/>
            <a:cxnLst/>
            <a:rect l="l" t="t" r="r" b="b"/>
            <a:pathLst>
              <a:path w="514350" h="420435" extrusionOk="0">
                <a:moveTo>
                  <a:pt x="38100" y="209550"/>
                </a:moveTo>
                <a:lnTo>
                  <a:pt x="38100" y="209550"/>
                </a:lnTo>
                <a:cubicBezTo>
                  <a:pt x="47625" y="184150"/>
                  <a:pt x="52006" y="156169"/>
                  <a:pt x="66675" y="133350"/>
                </a:cubicBezTo>
                <a:cubicBezTo>
                  <a:pt x="91142" y="95291"/>
                  <a:pt x="118736" y="79593"/>
                  <a:pt x="152400" y="57150"/>
                </a:cubicBezTo>
                <a:cubicBezTo>
                  <a:pt x="182589" y="11867"/>
                  <a:pt x="160590" y="32195"/>
                  <a:pt x="228600" y="9525"/>
                </a:cubicBezTo>
                <a:lnTo>
                  <a:pt x="257175" y="0"/>
                </a:lnTo>
                <a:cubicBezTo>
                  <a:pt x="292100" y="3175"/>
                  <a:pt x="327415" y="3431"/>
                  <a:pt x="361950" y="9525"/>
                </a:cubicBezTo>
                <a:cubicBezTo>
                  <a:pt x="381725" y="13015"/>
                  <a:pt x="400050" y="22225"/>
                  <a:pt x="419100" y="28575"/>
                </a:cubicBezTo>
                <a:cubicBezTo>
                  <a:pt x="458535" y="41720"/>
                  <a:pt x="439321" y="32531"/>
                  <a:pt x="476250" y="57150"/>
                </a:cubicBezTo>
                <a:cubicBezTo>
                  <a:pt x="482600" y="66675"/>
                  <a:pt x="490651" y="75264"/>
                  <a:pt x="495300" y="85725"/>
                </a:cubicBezTo>
                <a:cubicBezTo>
                  <a:pt x="503455" y="104075"/>
                  <a:pt x="514350" y="142875"/>
                  <a:pt x="514350" y="142875"/>
                </a:cubicBezTo>
                <a:cubicBezTo>
                  <a:pt x="511731" y="161211"/>
                  <a:pt x="503208" y="249267"/>
                  <a:pt x="485775" y="266700"/>
                </a:cubicBezTo>
                <a:cubicBezTo>
                  <a:pt x="476250" y="276225"/>
                  <a:pt x="467548" y="286651"/>
                  <a:pt x="457200" y="295275"/>
                </a:cubicBezTo>
                <a:cubicBezTo>
                  <a:pt x="448406" y="302604"/>
                  <a:pt x="438864" y="309205"/>
                  <a:pt x="428625" y="314325"/>
                </a:cubicBezTo>
                <a:cubicBezTo>
                  <a:pt x="419645" y="318815"/>
                  <a:pt x="409575" y="320675"/>
                  <a:pt x="400050" y="323850"/>
                </a:cubicBezTo>
                <a:cubicBezTo>
                  <a:pt x="393700" y="333375"/>
                  <a:pt x="389939" y="345274"/>
                  <a:pt x="381000" y="352425"/>
                </a:cubicBezTo>
                <a:cubicBezTo>
                  <a:pt x="373160" y="358697"/>
                  <a:pt x="361405" y="357460"/>
                  <a:pt x="352425" y="361950"/>
                </a:cubicBezTo>
                <a:cubicBezTo>
                  <a:pt x="342186" y="367070"/>
                  <a:pt x="334089" y="375880"/>
                  <a:pt x="323850" y="381000"/>
                </a:cubicBezTo>
                <a:cubicBezTo>
                  <a:pt x="244980" y="420435"/>
                  <a:pt x="348592" y="354980"/>
                  <a:pt x="266700" y="409575"/>
                </a:cubicBezTo>
                <a:cubicBezTo>
                  <a:pt x="196850" y="406400"/>
                  <a:pt x="126574" y="408381"/>
                  <a:pt x="57150" y="400050"/>
                </a:cubicBezTo>
                <a:cubicBezTo>
                  <a:pt x="28411" y="396601"/>
                  <a:pt x="25012" y="373292"/>
                  <a:pt x="19050" y="352425"/>
                </a:cubicBezTo>
                <a:cubicBezTo>
                  <a:pt x="15454" y="339838"/>
                  <a:pt x="13121" y="326912"/>
                  <a:pt x="9525" y="314325"/>
                </a:cubicBezTo>
                <a:cubicBezTo>
                  <a:pt x="6767" y="304671"/>
                  <a:pt x="3175" y="295275"/>
                  <a:pt x="0" y="285750"/>
                </a:cubicBezTo>
                <a:cubicBezTo>
                  <a:pt x="3175" y="260350"/>
                  <a:pt x="4946" y="234735"/>
                  <a:pt x="9525" y="209550"/>
                </a:cubicBezTo>
                <a:cubicBezTo>
                  <a:pt x="11321" y="199672"/>
                  <a:pt x="11950" y="188075"/>
                  <a:pt x="19050" y="180975"/>
                </a:cubicBezTo>
                <a:cubicBezTo>
                  <a:pt x="26150" y="173875"/>
                  <a:pt x="34925" y="204788"/>
                  <a:pt x="38100" y="209550"/>
                </a:cubicBez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25" name="Google Shape;525;p8"/>
          <p:cNvSpPr/>
          <p:nvPr/>
        </p:nvSpPr>
        <p:spPr>
          <a:xfrm>
            <a:off x="3686175" y="1590779"/>
            <a:ext cx="533400" cy="495196"/>
          </a:xfrm>
          <a:custGeom>
            <a:avLst/>
            <a:gdLst/>
            <a:ahLst/>
            <a:cxnLst/>
            <a:rect l="l" t="t" r="r" b="b"/>
            <a:pathLst>
              <a:path w="533400" h="495196" extrusionOk="0">
                <a:moveTo>
                  <a:pt x="28575" y="199921"/>
                </a:moveTo>
                <a:lnTo>
                  <a:pt x="28575" y="199921"/>
                </a:lnTo>
                <a:cubicBezTo>
                  <a:pt x="41275" y="174521"/>
                  <a:pt x="50390" y="146986"/>
                  <a:pt x="66675" y="123721"/>
                </a:cubicBezTo>
                <a:cubicBezTo>
                  <a:pt x="81374" y="102723"/>
                  <a:pt x="103887" y="105115"/>
                  <a:pt x="123825" y="95146"/>
                </a:cubicBezTo>
                <a:cubicBezTo>
                  <a:pt x="134064" y="90026"/>
                  <a:pt x="141939" y="80745"/>
                  <a:pt x="152400" y="76096"/>
                </a:cubicBezTo>
                <a:cubicBezTo>
                  <a:pt x="170750" y="67941"/>
                  <a:pt x="191589" y="66026"/>
                  <a:pt x="209550" y="57046"/>
                </a:cubicBezTo>
                <a:cubicBezTo>
                  <a:pt x="265611" y="29016"/>
                  <a:pt x="234180" y="42486"/>
                  <a:pt x="304800" y="18946"/>
                </a:cubicBezTo>
                <a:lnTo>
                  <a:pt x="333375" y="9421"/>
                </a:lnTo>
                <a:cubicBezTo>
                  <a:pt x="368443" y="12343"/>
                  <a:pt x="443004" y="0"/>
                  <a:pt x="476250" y="37996"/>
                </a:cubicBezTo>
                <a:cubicBezTo>
                  <a:pt x="491327" y="55226"/>
                  <a:pt x="507110" y="73426"/>
                  <a:pt x="514350" y="95146"/>
                </a:cubicBezTo>
                <a:lnTo>
                  <a:pt x="533400" y="152296"/>
                </a:lnTo>
                <a:cubicBezTo>
                  <a:pt x="530382" y="179458"/>
                  <a:pt x="530307" y="234681"/>
                  <a:pt x="514350" y="266596"/>
                </a:cubicBezTo>
                <a:cubicBezTo>
                  <a:pt x="509230" y="276835"/>
                  <a:pt x="503395" y="287076"/>
                  <a:pt x="495300" y="295171"/>
                </a:cubicBezTo>
                <a:cubicBezTo>
                  <a:pt x="487205" y="303266"/>
                  <a:pt x="476250" y="307871"/>
                  <a:pt x="466725" y="314221"/>
                </a:cubicBezTo>
                <a:cubicBezTo>
                  <a:pt x="370430" y="458664"/>
                  <a:pt x="474657" y="310417"/>
                  <a:pt x="400050" y="399946"/>
                </a:cubicBezTo>
                <a:cubicBezTo>
                  <a:pt x="370132" y="435848"/>
                  <a:pt x="386862" y="445617"/>
                  <a:pt x="323850" y="466621"/>
                </a:cubicBezTo>
                <a:lnTo>
                  <a:pt x="266700" y="485671"/>
                </a:lnTo>
                <a:lnTo>
                  <a:pt x="238125" y="495196"/>
                </a:lnTo>
                <a:cubicBezTo>
                  <a:pt x="193675" y="492021"/>
                  <a:pt x="148660" y="493415"/>
                  <a:pt x="104775" y="485671"/>
                </a:cubicBezTo>
                <a:cubicBezTo>
                  <a:pt x="77477" y="480854"/>
                  <a:pt x="71748" y="455563"/>
                  <a:pt x="57150" y="438046"/>
                </a:cubicBezTo>
                <a:cubicBezTo>
                  <a:pt x="48526" y="427698"/>
                  <a:pt x="38100" y="418996"/>
                  <a:pt x="28575" y="409471"/>
                </a:cubicBezTo>
                <a:lnTo>
                  <a:pt x="9525" y="352321"/>
                </a:lnTo>
                <a:lnTo>
                  <a:pt x="0" y="323746"/>
                </a:lnTo>
                <a:cubicBezTo>
                  <a:pt x="3175" y="291996"/>
                  <a:pt x="4673" y="260033"/>
                  <a:pt x="9525" y="228496"/>
                </a:cubicBezTo>
                <a:cubicBezTo>
                  <a:pt x="20054" y="160057"/>
                  <a:pt x="25400" y="204683"/>
                  <a:pt x="28575" y="199921"/>
                </a:cubicBez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26" name="Google Shape;526;p8"/>
          <p:cNvSpPr/>
          <p:nvPr/>
        </p:nvSpPr>
        <p:spPr>
          <a:xfrm>
            <a:off x="4007502" y="2047875"/>
            <a:ext cx="402573" cy="504825"/>
          </a:xfrm>
          <a:custGeom>
            <a:avLst/>
            <a:gdLst/>
            <a:ahLst/>
            <a:cxnLst/>
            <a:rect l="l" t="t" r="r" b="b"/>
            <a:pathLst>
              <a:path w="402573" h="504825" extrusionOk="0">
                <a:moveTo>
                  <a:pt x="12048" y="209550"/>
                </a:moveTo>
                <a:lnTo>
                  <a:pt x="12048" y="209550"/>
                </a:lnTo>
                <a:cubicBezTo>
                  <a:pt x="8873" y="180975"/>
                  <a:pt x="2523" y="152576"/>
                  <a:pt x="2523" y="123825"/>
                </a:cubicBezTo>
                <a:cubicBezTo>
                  <a:pt x="2523" y="109387"/>
                  <a:pt x="21466" y="75103"/>
                  <a:pt x="31098" y="66675"/>
                </a:cubicBezTo>
                <a:cubicBezTo>
                  <a:pt x="48328" y="51598"/>
                  <a:pt x="69198" y="41275"/>
                  <a:pt x="88248" y="28575"/>
                </a:cubicBezTo>
                <a:cubicBezTo>
                  <a:pt x="125177" y="3956"/>
                  <a:pt x="105963" y="13145"/>
                  <a:pt x="145398" y="0"/>
                </a:cubicBezTo>
                <a:cubicBezTo>
                  <a:pt x="177148" y="3175"/>
                  <a:pt x="209020" y="5308"/>
                  <a:pt x="240648" y="9525"/>
                </a:cubicBezTo>
                <a:cubicBezTo>
                  <a:pt x="256695" y="11665"/>
                  <a:pt x="274803" y="10070"/>
                  <a:pt x="288273" y="19050"/>
                </a:cubicBezTo>
                <a:cubicBezTo>
                  <a:pt x="296627" y="24619"/>
                  <a:pt x="290698" y="40525"/>
                  <a:pt x="297798" y="47625"/>
                </a:cubicBezTo>
                <a:cubicBezTo>
                  <a:pt x="313987" y="63814"/>
                  <a:pt x="354948" y="85725"/>
                  <a:pt x="354948" y="85725"/>
                </a:cubicBezTo>
                <a:cubicBezTo>
                  <a:pt x="385137" y="131008"/>
                  <a:pt x="370378" y="103440"/>
                  <a:pt x="393048" y="171450"/>
                </a:cubicBezTo>
                <a:lnTo>
                  <a:pt x="402573" y="200025"/>
                </a:lnTo>
                <a:cubicBezTo>
                  <a:pt x="399398" y="247650"/>
                  <a:pt x="398319" y="295461"/>
                  <a:pt x="393048" y="342900"/>
                </a:cubicBezTo>
                <a:cubicBezTo>
                  <a:pt x="389695" y="373077"/>
                  <a:pt x="358508" y="408997"/>
                  <a:pt x="345423" y="428625"/>
                </a:cubicBezTo>
                <a:cubicBezTo>
                  <a:pt x="339073" y="438150"/>
                  <a:pt x="337233" y="453580"/>
                  <a:pt x="326373" y="457200"/>
                </a:cubicBezTo>
                <a:cubicBezTo>
                  <a:pt x="316848" y="460375"/>
                  <a:pt x="306778" y="462235"/>
                  <a:pt x="297798" y="466725"/>
                </a:cubicBezTo>
                <a:cubicBezTo>
                  <a:pt x="287559" y="471845"/>
                  <a:pt x="279162" y="480095"/>
                  <a:pt x="269223" y="485775"/>
                </a:cubicBezTo>
                <a:cubicBezTo>
                  <a:pt x="256895" y="492820"/>
                  <a:pt x="243823" y="498475"/>
                  <a:pt x="231123" y="504825"/>
                </a:cubicBezTo>
                <a:cubicBezTo>
                  <a:pt x="202548" y="501650"/>
                  <a:pt x="173290" y="502273"/>
                  <a:pt x="145398" y="495300"/>
                </a:cubicBezTo>
                <a:cubicBezTo>
                  <a:pt x="134292" y="492524"/>
                  <a:pt x="125617" y="483579"/>
                  <a:pt x="116823" y="476250"/>
                </a:cubicBezTo>
                <a:cubicBezTo>
                  <a:pt x="98767" y="461203"/>
                  <a:pt x="79902" y="440507"/>
                  <a:pt x="69198" y="419100"/>
                </a:cubicBezTo>
                <a:cubicBezTo>
                  <a:pt x="64708" y="410120"/>
                  <a:pt x="65242" y="398879"/>
                  <a:pt x="59673" y="390525"/>
                </a:cubicBezTo>
                <a:cubicBezTo>
                  <a:pt x="52201" y="379317"/>
                  <a:pt x="40623" y="371475"/>
                  <a:pt x="31098" y="361950"/>
                </a:cubicBezTo>
                <a:cubicBezTo>
                  <a:pt x="0" y="268655"/>
                  <a:pt x="15223" y="234950"/>
                  <a:pt x="12048" y="209550"/>
                </a:cubicBez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27" name="Google Shape;527;p8"/>
          <p:cNvSpPr/>
          <p:nvPr/>
        </p:nvSpPr>
        <p:spPr>
          <a:xfrm>
            <a:off x="4133850" y="1885950"/>
            <a:ext cx="276225" cy="180975"/>
          </a:xfrm>
          <a:custGeom>
            <a:avLst/>
            <a:gdLst/>
            <a:ahLst/>
            <a:cxnLst/>
            <a:rect l="l" t="t" r="r" b="b"/>
            <a:pathLst>
              <a:path w="276225" h="180975" extrusionOk="0">
                <a:moveTo>
                  <a:pt x="0" y="95250"/>
                </a:moveTo>
                <a:lnTo>
                  <a:pt x="0" y="95250"/>
                </a:lnTo>
                <a:cubicBezTo>
                  <a:pt x="24280" y="61258"/>
                  <a:pt x="37473" y="26122"/>
                  <a:pt x="76200" y="9525"/>
                </a:cubicBezTo>
                <a:cubicBezTo>
                  <a:pt x="88232" y="4368"/>
                  <a:pt x="101600" y="3175"/>
                  <a:pt x="114300" y="0"/>
                </a:cubicBezTo>
                <a:cubicBezTo>
                  <a:pt x="142875" y="3175"/>
                  <a:pt x="171665" y="4798"/>
                  <a:pt x="200025" y="9525"/>
                </a:cubicBezTo>
                <a:cubicBezTo>
                  <a:pt x="209929" y="11176"/>
                  <a:pt x="221500" y="11950"/>
                  <a:pt x="228600" y="19050"/>
                </a:cubicBezTo>
                <a:cubicBezTo>
                  <a:pt x="261352" y="51802"/>
                  <a:pt x="264247" y="68842"/>
                  <a:pt x="276225" y="104775"/>
                </a:cubicBezTo>
                <a:cubicBezTo>
                  <a:pt x="273050" y="114300"/>
                  <a:pt x="273800" y="126250"/>
                  <a:pt x="266700" y="133350"/>
                </a:cubicBezTo>
                <a:cubicBezTo>
                  <a:pt x="233948" y="166102"/>
                  <a:pt x="216908" y="168997"/>
                  <a:pt x="180975" y="180975"/>
                </a:cubicBezTo>
                <a:cubicBezTo>
                  <a:pt x="165100" y="177800"/>
                  <a:pt x="148969" y="175710"/>
                  <a:pt x="133350" y="171450"/>
                </a:cubicBezTo>
                <a:cubicBezTo>
                  <a:pt x="113977" y="166166"/>
                  <a:pt x="76200" y="152400"/>
                  <a:pt x="76200" y="152400"/>
                </a:cubicBezTo>
                <a:cubicBezTo>
                  <a:pt x="69850" y="142875"/>
                  <a:pt x="66089" y="130976"/>
                  <a:pt x="57150" y="123825"/>
                </a:cubicBezTo>
                <a:cubicBezTo>
                  <a:pt x="49310" y="117553"/>
                  <a:pt x="35675" y="121400"/>
                  <a:pt x="28575" y="114300"/>
                </a:cubicBezTo>
                <a:cubicBezTo>
                  <a:pt x="21475" y="107200"/>
                  <a:pt x="22779" y="95047"/>
                  <a:pt x="19050" y="85725"/>
                </a:cubicBezTo>
                <a:cubicBezTo>
                  <a:pt x="16413" y="79133"/>
                  <a:pt x="3175" y="93663"/>
                  <a:pt x="0" y="95250"/>
                </a:cubicBez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28" name="Google Shape;528;p8"/>
          <p:cNvSpPr/>
          <p:nvPr/>
        </p:nvSpPr>
        <p:spPr>
          <a:xfrm>
            <a:off x="4170189" y="2543175"/>
            <a:ext cx="335136" cy="323850"/>
          </a:xfrm>
          <a:custGeom>
            <a:avLst/>
            <a:gdLst/>
            <a:ahLst/>
            <a:cxnLst/>
            <a:rect l="l" t="t" r="r" b="b"/>
            <a:pathLst>
              <a:path w="335136" h="323850" extrusionOk="0">
                <a:moveTo>
                  <a:pt x="1761" y="295275"/>
                </a:moveTo>
                <a:lnTo>
                  <a:pt x="1761" y="295275"/>
                </a:lnTo>
                <a:cubicBezTo>
                  <a:pt x="3889" y="269739"/>
                  <a:pt x="1357" y="191307"/>
                  <a:pt x="20811" y="152400"/>
                </a:cubicBezTo>
                <a:cubicBezTo>
                  <a:pt x="25931" y="142161"/>
                  <a:pt x="34181" y="133764"/>
                  <a:pt x="39861" y="123825"/>
                </a:cubicBezTo>
                <a:cubicBezTo>
                  <a:pt x="47081" y="111191"/>
                  <a:pt x="64700" y="68753"/>
                  <a:pt x="77961" y="57150"/>
                </a:cubicBezTo>
                <a:cubicBezTo>
                  <a:pt x="95191" y="42073"/>
                  <a:pt x="113391" y="26290"/>
                  <a:pt x="135111" y="19050"/>
                </a:cubicBezTo>
                <a:lnTo>
                  <a:pt x="192261" y="0"/>
                </a:lnTo>
                <a:cubicBezTo>
                  <a:pt x="208136" y="3175"/>
                  <a:pt x="224727" y="3841"/>
                  <a:pt x="239886" y="9525"/>
                </a:cubicBezTo>
                <a:cubicBezTo>
                  <a:pt x="275164" y="22754"/>
                  <a:pt x="286805" y="56092"/>
                  <a:pt x="306561" y="85725"/>
                </a:cubicBezTo>
                <a:cubicBezTo>
                  <a:pt x="331180" y="122654"/>
                  <a:pt x="321991" y="103440"/>
                  <a:pt x="335136" y="142875"/>
                </a:cubicBezTo>
                <a:cubicBezTo>
                  <a:pt x="331961" y="168275"/>
                  <a:pt x="330974" y="194046"/>
                  <a:pt x="325611" y="219075"/>
                </a:cubicBezTo>
                <a:cubicBezTo>
                  <a:pt x="321404" y="238710"/>
                  <a:pt x="325611" y="269875"/>
                  <a:pt x="306561" y="276225"/>
                </a:cubicBezTo>
                <a:lnTo>
                  <a:pt x="220836" y="304800"/>
                </a:lnTo>
                <a:lnTo>
                  <a:pt x="192261" y="314325"/>
                </a:lnTo>
                <a:lnTo>
                  <a:pt x="163686" y="323850"/>
                </a:lnTo>
                <a:cubicBezTo>
                  <a:pt x="131936" y="320675"/>
                  <a:pt x="99527" y="321500"/>
                  <a:pt x="68436" y="314325"/>
                </a:cubicBezTo>
                <a:cubicBezTo>
                  <a:pt x="57282" y="311751"/>
                  <a:pt x="47399" y="303890"/>
                  <a:pt x="39861" y="295275"/>
                </a:cubicBezTo>
                <a:cubicBezTo>
                  <a:pt x="0" y="249719"/>
                  <a:pt x="1761" y="259046"/>
                  <a:pt x="1761" y="228600"/>
                </a:cubicBezTo>
                <a:lnTo>
                  <a:pt x="1761" y="295275"/>
                </a:ln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29" name="Google Shape;529;p8"/>
          <p:cNvSpPr/>
          <p:nvPr/>
        </p:nvSpPr>
        <p:spPr>
          <a:xfrm>
            <a:off x="4129864" y="2933700"/>
            <a:ext cx="356411" cy="304800"/>
          </a:xfrm>
          <a:custGeom>
            <a:avLst/>
            <a:gdLst/>
            <a:ahLst/>
            <a:cxnLst/>
            <a:rect l="l" t="t" r="r" b="b"/>
            <a:pathLst>
              <a:path w="356411" h="304800" extrusionOk="0">
                <a:moveTo>
                  <a:pt x="80186" y="9525"/>
                </a:moveTo>
                <a:lnTo>
                  <a:pt x="80186" y="9525"/>
                </a:lnTo>
                <a:cubicBezTo>
                  <a:pt x="107832" y="11368"/>
                  <a:pt x="234686" y="7750"/>
                  <a:pt x="280211" y="38100"/>
                </a:cubicBezTo>
                <a:lnTo>
                  <a:pt x="308786" y="57150"/>
                </a:lnTo>
                <a:cubicBezTo>
                  <a:pt x="331434" y="125094"/>
                  <a:pt x="299320" y="42951"/>
                  <a:pt x="346886" y="114300"/>
                </a:cubicBezTo>
                <a:cubicBezTo>
                  <a:pt x="352455" y="122654"/>
                  <a:pt x="353236" y="133350"/>
                  <a:pt x="356411" y="142875"/>
                </a:cubicBezTo>
                <a:cubicBezTo>
                  <a:pt x="353236" y="174625"/>
                  <a:pt x="351738" y="206588"/>
                  <a:pt x="346886" y="238125"/>
                </a:cubicBezTo>
                <a:cubicBezTo>
                  <a:pt x="345359" y="248048"/>
                  <a:pt x="345531" y="260864"/>
                  <a:pt x="337361" y="266700"/>
                </a:cubicBezTo>
                <a:cubicBezTo>
                  <a:pt x="321021" y="278372"/>
                  <a:pt x="299902" y="281812"/>
                  <a:pt x="280211" y="285750"/>
                </a:cubicBezTo>
                <a:cubicBezTo>
                  <a:pt x="219749" y="297842"/>
                  <a:pt x="248292" y="291348"/>
                  <a:pt x="194486" y="304800"/>
                </a:cubicBezTo>
                <a:cubicBezTo>
                  <a:pt x="162736" y="301625"/>
                  <a:pt x="130327" y="302450"/>
                  <a:pt x="99236" y="295275"/>
                </a:cubicBezTo>
                <a:cubicBezTo>
                  <a:pt x="88082" y="292701"/>
                  <a:pt x="78756" y="284320"/>
                  <a:pt x="70661" y="276225"/>
                </a:cubicBezTo>
                <a:cubicBezTo>
                  <a:pt x="55190" y="260754"/>
                  <a:pt x="42522" y="226981"/>
                  <a:pt x="32561" y="209550"/>
                </a:cubicBezTo>
                <a:cubicBezTo>
                  <a:pt x="26881" y="199611"/>
                  <a:pt x="19861" y="190500"/>
                  <a:pt x="13511" y="180975"/>
                </a:cubicBezTo>
                <a:cubicBezTo>
                  <a:pt x="17298" y="127952"/>
                  <a:pt x="0" y="61136"/>
                  <a:pt x="42086" y="19050"/>
                </a:cubicBezTo>
                <a:cubicBezTo>
                  <a:pt x="50181" y="10955"/>
                  <a:pt x="61136" y="6350"/>
                  <a:pt x="70661" y="0"/>
                </a:cubicBezTo>
                <a:cubicBezTo>
                  <a:pt x="103496" y="10945"/>
                  <a:pt x="78599" y="7938"/>
                  <a:pt x="80186" y="9525"/>
                </a:cubicBez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30" name="Google Shape;530;p8"/>
          <p:cNvSpPr/>
          <p:nvPr/>
        </p:nvSpPr>
        <p:spPr>
          <a:xfrm>
            <a:off x="4133850" y="3248025"/>
            <a:ext cx="514350" cy="1319459"/>
          </a:xfrm>
          <a:custGeom>
            <a:avLst/>
            <a:gdLst/>
            <a:ahLst/>
            <a:cxnLst/>
            <a:rect l="l" t="t" r="r" b="b"/>
            <a:pathLst>
              <a:path w="514350" h="1319459" extrusionOk="0">
                <a:moveTo>
                  <a:pt x="0" y="190500"/>
                </a:moveTo>
                <a:lnTo>
                  <a:pt x="0" y="190500"/>
                </a:lnTo>
                <a:cubicBezTo>
                  <a:pt x="3175" y="219075"/>
                  <a:pt x="5959" y="247696"/>
                  <a:pt x="9525" y="276225"/>
                </a:cubicBezTo>
                <a:cubicBezTo>
                  <a:pt x="12310" y="298502"/>
                  <a:pt x="17605" y="320496"/>
                  <a:pt x="19050" y="342900"/>
                </a:cubicBezTo>
                <a:cubicBezTo>
                  <a:pt x="30520" y="520686"/>
                  <a:pt x="29945" y="720018"/>
                  <a:pt x="38100" y="895350"/>
                </a:cubicBezTo>
                <a:cubicBezTo>
                  <a:pt x="39436" y="924070"/>
                  <a:pt x="45022" y="952442"/>
                  <a:pt x="47625" y="981075"/>
                </a:cubicBezTo>
                <a:cubicBezTo>
                  <a:pt x="51373" y="1022302"/>
                  <a:pt x="46615" y="1064866"/>
                  <a:pt x="57150" y="1104900"/>
                </a:cubicBezTo>
                <a:cubicBezTo>
                  <a:pt x="62977" y="1127041"/>
                  <a:pt x="73530" y="1154810"/>
                  <a:pt x="95250" y="1162050"/>
                </a:cubicBezTo>
                <a:cubicBezTo>
                  <a:pt x="104775" y="1165225"/>
                  <a:pt x="114845" y="1167085"/>
                  <a:pt x="123825" y="1171575"/>
                </a:cubicBezTo>
                <a:cubicBezTo>
                  <a:pt x="193388" y="1206356"/>
                  <a:pt x="99099" y="1185558"/>
                  <a:pt x="228600" y="1228725"/>
                </a:cubicBezTo>
                <a:cubicBezTo>
                  <a:pt x="332813" y="1263463"/>
                  <a:pt x="174963" y="1208061"/>
                  <a:pt x="285750" y="1257300"/>
                </a:cubicBezTo>
                <a:cubicBezTo>
                  <a:pt x="304100" y="1265455"/>
                  <a:pt x="326192" y="1265211"/>
                  <a:pt x="342900" y="1276350"/>
                </a:cubicBezTo>
                <a:cubicBezTo>
                  <a:pt x="352425" y="1282700"/>
                  <a:pt x="361236" y="1290280"/>
                  <a:pt x="371475" y="1295400"/>
                </a:cubicBezTo>
                <a:cubicBezTo>
                  <a:pt x="385140" y="1302232"/>
                  <a:pt x="425943" y="1311398"/>
                  <a:pt x="438150" y="1314450"/>
                </a:cubicBezTo>
                <a:cubicBezTo>
                  <a:pt x="457200" y="1311275"/>
                  <a:pt x="482582" y="1319459"/>
                  <a:pt x="495300" y="1304925"/>
                </a:cubicBezTo>
                <a:cubicBezTo>
                  <a:pt x="510084" y="1288029"/>
                  <a:pt x="501858" y="1260504"/>
                  <a:pt x="504825" y="1238250"/>
                </a:cubicBezTo>
                <a:cubicBezTo>
                  <a:pt x="508208" y="1212877"/>
                  <a:pt x="511175" y="1187450"/>
                  <a:pt x="514350" y="1162050"/>
                </a:cubicBezTo>
                <a:cubicBezTo>
                  <a:pt x="511175" y="1146175"/>
                  <a:pt x="508337" y="1130229"/>
                  <a:pt x="504825" y="1114425"/>
                </a:cubicBezTo>
                <a:cubicBezTo>
                  <a:pt x="501985" y="1101646"/>
                  <a:pt x="496434" y="1089367"/>
                  <a:pt x="495300" y="1076325"/>
                </a:cubicBezTo>
                <a:cubicBezTo>
                  <a:pt x="490067" y="1016144"/>
                  <a:pt x="490408" y="955581"/>
                  <a:pt x="485775" y="895350"/>
                </a:cubicBezTo>
                <a:cubicBezTo>
                  <a:pt x="484053" y="872965"/>
                  <a:pt x="479217" y="850929"/>
                  <a:pt x="476250" y="828675"/>
                </a:cubicBezTo>
                <a:cubicBezTo>
                  <a:pt x="472867" y="803302"/>
                  <a:pt x="471304" y="777660"/>
                  <a:pt x="466725" y="752475"/>
                </a:cubicBezTo>
                <a:cubicBezTo>
                  <a:pt x="464929" y="742597"/>
                  <a:pt x="459958" y="733554"/>
                  <a:pt x="457200" y="723900"/>
                </a:cubicBezTo>
                <a:cubicBezTo>
                  <a:pt x="453604" y="711313"/>
                  <a:pt x="450017" y="698680"/>
                  <a:pt x="447675" y="685800"/>
                </a:cubicBezTo>
                <a:cubicBezTo>
                  <a:pt x="443659" y="663711"/>
                  <a:pt x="442166" y="641214"/>
                  <a:pt x="438150" y="619125"/>
                </a:cubicBezTo>
                <a:cubicBezTo>
                  <a:pt x="435808" y="606245"/>
                  <a:pt x="431465" y="593804"/>
                  <a:pt x="428625" y="581025"/>
                </a:cubicBezTo>
                <a:cubicBezTo>
                  <a:pt x="425113" y="565221"/>
                  <a:pt x="421996" y="549328"/>
                  <a:pt x="419100" y="533400"/>
                </a:cubicBezTo>
                <a:cubicBezTo>
                  <a:pt x="399362" y="424840"/>
                  <a:pt x="419704" y="528405"/>
                  <a:pt x="400050" y="381000"/>
                </a:cubicBezTo>
                <a:cubicBezTo>
                  <a:pt x="397910" y="364953"/>
                  <a:pt x="393700" y="349250"/>
                  <a:pt x="390525" y="333375"/>
                </a:cubicBezTo>
                <a:cubicBezTo>
                  <a:pt x="387350" y="298450"/>
                  <a:pt x="385960" y="263317"/>
                  <a:pt x="381000" y="228600"/>
                </a:cubicBezTo>
                <a:cubicBezTo>
                  <a:pt x="375515" y="190206"/>
                  <a:pt x="368310" y="207192"/>
                  <a:pt x="352425" y="171450"/>
                </a:cubicBezTo>
                <a:cubicBezTo>
                  <a:pt x="344270" y="153100"/>
                  <a:pt x="344514" y="131008"/>
                  <a:pt x="333375" y="114300"/>
                </a:cubicBezTo>
                <a:cubicBezTo>
                  <a:pt x="320675" y="95250"/>
                  <a:pt x="302515" y="78870"/>
                  <a:pt x="295275" y="57150"/>
                </a:cubicBezTo>
                <a:cubicBezTo>
                  <a:pt x="292100" y="47625"/>
                  <a:pt x="292022" y="36415"/>
                  <a:pt x="285750" y="28575"/>
                </a:cubicBezTo>
                <a:cubicBezTo>
                  <a:pt x="272321" y="11789"/>
                  <a:pt x="247424" y="6275"/>
                  <a:pt x="228600" y="0"/>
                </a:cubicBezTo>
                <a:cubicBezTo>
                  <a:pt x="193675" y="3175"/>
                  <a:pt x="158586" y="4890"/>
                  <a:pt x="123825" y="9525"/>
                </a:cubicBezTo>
                <a:cubicBezTo>
                  <a:pt x="103891" y="12183"/>
                  <a:pt x="76740" y="22045"/>
                  <a:pt x="57150" y="28575"/>
                </a:cubicBezTo>
                <a:cubicBezTo>
                  <a:pt x="26961" y="73858"/>
                  <a:pt x="41720" y="46290"/>
                  <a:pt x="19050" y="114300"/>
                </a:cubicBezTo>
                <a:lnTo>
                  <a:pt x="9525" y="142875"/>
                </a:lnTo>
                <a:cubicBezTo>
                  <a:pt x="6350" y="152400"/>
                  <a:pt x="0" y="161410"/>
                  <a:pt x="0" y="171450"/>
                </a:cubicBezTo>
                <a:lnTo>
                  <a:pt x="0" y="190500"/>
                </a:ln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31" name="Google Shape;531;p8"/>
          <p:cNvSpPr/>
          <p:nvPr/>
        </p:nvSpPr>
        <p:spPr>
          <a:xfrm>
            <a:off x="3308514" y="4010025"/>
            <a:ext cx="868703" cy="590550"/>
          </a:xfrm>
          <a:custGeom>
            <a:avLst/>
            <a:gdLst/>
            <a:ahLst/>
            <a:cxnLst/>
            <a:rect l="l" t="t" r="r" b="b"/>
            <a:pathLst>
              <a:path w="868703" h="590550" extrusionOk="0">
                <a:moveTo>
                  <a:pt x="625311" y="285750"/>
                </a:moveTo>
                <a:lnTo>
                  <a:pt x="625311" y="285750"/>
                </a:lnTo>
                <a:cubicBezTo>
                  <a:pt x="628486" y="254000"/>
                  <a:pt x="629984" y="222037"/>
                  <a:pt x="634836" y="190500"/>
                </a:cubicBezTo>
                <a:cubicBezTo>
                  <a:pt x="636363" y="180577"/>
                  <a:pt x="642183" y="171726"/>
                  <a:pt x="644361" y="161925"/>
                </a:cubicBezTo>
                <a:cubicBezTo>
                  <a:pt x="651503" y="129788"/>
                  <a:pt x="653689" y="76495"/>
                  <a:pt x="672936" y="47625"/>
                </a:cubicBezTo>
                <a:cubicBezTo>
                  <a:pt x="679286" y="38100"/>
                  <a:pt x="683891" y="27145"/>
                  <a:pt x="691986" y="19050"/>
                </a:cubicBezTo>
                <a:cubicBezTo>
                  <a:pt x="700081" y="10955"/>
                  <a:pt x="711036" y="6350"/>
                  <a:pt x="720561" y="0"/>
                </a:cubicBezTo>
                <a:cubicBezTo>
                  <a:pt x="742786" y="3175"/>
                  <a:pt x="766720" y="407"/>
                  <a:pt x="787236" y="9525"/>
                </a:cubicBezTo>
                <a:cubicBezTo>
                  <a:pt x="804710" y="17291"/>
                  <a:pt x="824969" y="93049"/>
                  <a:pt x="825336" y="95250"/>
                </a:cubicBezTo>
                <a:cubicBezTo>
                  <a:pt x="853403" y="263655"/>
                  <a:pt x="817761" y="53587"/>
                  <a:pt x="844386" y="200025"/>
                </a:cubicBezTo>
                <a:cubicBezTo>
                  <a:pt x="857797" y="273784"/>
                  <a:pt x="846642" y="235367"/>
                  <a:pt x="863436" y="285750"/>
                </a:cubicBezTo>
                <a:cubicBezTo>
                  <a:pt x="860261" y="314325"/>
                  <a:pt x="868703" y="346821"/>
                  <a:pt x="853911" y="371475"/>
                </a:cubicBezTo>
                <a:cubicBezTo>
                  <a:pt x="845582" y="385357"/>
                  <a:pt x="822333" y="378860"/>
                  <a:pt x="806286" y="381000"/>
                </a:cubicBezTo>
                <a:cubicBezTo>
                  <a:pt x="774658" y="385217"/>
                  <a:pt x="742902" y="388891"/>
                  <a:pt x="711036" y="390525"/>
                </a:cubicBezTo>
                <a:cubicBezTo>
                  <a:pt x="619027" y="395243"/>
                  <a:pt x="526886" y="396875"/>
                  <a:pt x="434811" y="400050"/>
                </a:cubicBezTo>
                <a:cubicBezTo>
                  <a:pt x="422111" y="403225"/>
                  <a:pt x="408420" y="403721"/>
                  <a:pt x="396711" y="409575"/>
                </a:cubicBezTo>
                <a:cubicBezTo>
                  <a:pt x="376233" y="419814"/>
                  <a:pt x="358611" y="434975"/>
                  <a:pt x="339561" y="447675"/>
                </a:cubicBezTo>
                <a:cubicBezTo>
                  <a:pt x="330036" y="454025"/>
                  <a:pt x="321846" y="463105"/>
                  <a:pt x="310986" y="466725"/>
                </a:cubicBezTo>
                <a:cubicBezTo>
                  <a:pt x="291936" y="473075"/>
                  <a:pt x="270544" y="474636"/>
                  <a:pt x="253836" y="485775"/>
                </a:cubicBezTo>
                <a:lnTo>
                  <a:pt x="196686" y="523875"/>
                </a:lnTo>
                <a:cubicBezTo>
                  <a:pt x="187161" y="530225"/>
                  <a:pt x="178971" y="539305"/>
                  <a:pt x="168111" y="542925"/>
                </a:cubicBezTo>
                <a:lnTo>
                  <a:pt x="82386" y="571500"/>
                </a:lnTo>
                <a:lnTo>
                  <a:pt x="53811" y="581025"/>
                </a:lnTo>
                <a:lnTo>
                  <a:pt x="25236" y="590550"/>
                </a:lnTo>
                <a:cubicBezTo>
                  <a:pt x="0" y="552696"/>
                  <a:pt x="2179" y="571236"/>
                  <a:pt x="15711" y="523875"/>
                </a:cubicBezTo>
                <a:cubicBezTo>
                  <a:pt x="18469" y="514221"/>
                  <a:pt x="18136" y="502400"/>
                  <a:pt x="25236" y="495300"/>
                </a:cubicBezTo>
                <a:cubicBezTo>
                  <a:pt x="32336" y="488200"/>
                  <a:pt x="44831" y="490265"/>
                  <a:pt x="53811" y="485775"/>
                </a:cubicBezTo>
                <a:cubicBezTo>
                  <a:pt x="64050" y="480655"/>
                  <a:pt x="73592" y="474054"/>
                  <a:pt x="82386" y="466725"/>
                </a:cubicBezTo>
                <a:cubicBezTo>
                  <a:pt x="92734" y="458101"/>
                  <a:pt x="99265" y="444833"/>
                  <a:pt x="110961" y="438150"/>
                </a:cubicBezTo>
                <a:cubicBezTo>
                  <a:pt x="204140" y="384905"/>
                  <a:pt x="82037" y="492358"/>
                  <a:pt x="206211" y="409575"/>
                </a:cubicBezTo>
                <a:cubicBezTo>
                  <a:pt x="288103" y="354980"/>
                  <a:pt x="184491" y="420435"/>
                  <a:pt x="263361" y="381000"/>
                </a:cubicBezTo>
                <a:cubicBezTo>
                  <a:pt x="307230" y="359066"/>
                  <a:pt x="283556" y="351091"/>
                  <a:pt x="349086" y="342900"/>
                </a:cubicBezTo>
                <a:lnTo>
                  <a:pt x="425286" y="333375"/>
                </a:lnTo>
                <a:cubicBezTo>
                  <a:pt x="490504" y="311636"/>
                  <a:pt x="443957" y="325501"/>
                  <a:pt x="568161" y="304800"/>
                </a:cubicBezTo>
                <a:lnTo>
                  <a:pt x="625311" y="295275"/>
                </a:lnTo>
                <a:cubicBezTo>
                  <a:pt x="631661" y="285750"/>
                  <a:pt x="642479" y="277992"/>
                  <a:pt x="644361" y="266700"/>
                </a:cubicBezTo>
                <a:cubicBezTo>
                  <a:pt x="645832" y="257872"/>
                  <a:pt x="629963" y="228379"/>
                  <a:pt x="625311" y="219075"/>
                </a:cubicBezTo>
                <a:lnTo>
                  <a:pt x="625311" y="285750"/>
                </a:ln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32" name="Google Shape;532;p8"/>
          <p:cNvSpPr/>
          <p:nvPr/>
        </p:nvSpPr>
        <p:spPr>
          <a:xfrm>
            <a:off x="2133600" y="3657600"/>
            <a:ext cx="1714500" cy="1343025"/>
          </a:xfrm>
          <a:custGeom>
            <a:avLst/>
            <a:gdLst/>
            <a:ahLst/>
            <a:cxnLst/>
            <a:rect l="l" t="t" r="r" b="b"/>
            <a:pathLst>
              <a:path w="1658503" h="1343025" extrusionOk="0">
                <a:moveTo>
                  <a:pt x="20203" y="657225"/>
                </a:moveTo>
                <a:lnTo>
                  <a:pt x="20203" y="657225"/>
                </a:lnTo>
                <a:cubicBezTo>
                  <a:pt x="13853" y="628650"/>
                  <a:pt x="3239" y="600698"/>
                  <a:pt x="1153" y="571500"/>
                </a:cubicBezTo>
                <a:cubicBezTo>
                  <a:pt x="0" y="555352"/>
                  <a:pt x="6751" y="539581"/>
                  <a:pt x="10678" y="523875"/>
                </a:cubicBezTo>
                <a:cubicBezTo>
                  <a:pt x="13113" y="514135"/>
                  <a:pt x="15713" y="504280"/>
                  <a:pt x="20203" y="495300"/>
                </a:cubicBezTo>
                <a:cubicBezTo>
                  <a:pt x="33464" y="468778"/>
                  <a:pt x="46762" y="459216"/>
                  <a:pt x="67828" y="438150"/>
                </a:cubicBezTo>
                <a:cubicBezTo>
                  <a:pt x="71003" y="428625"/>
                  <a:pt x="72863" y="418555"/>
                  <a:pt x="77353" y="409575"/>
                </a:cubicBezTo>
                <a:cubicBezTo>
                  <a:pt x="88057" y="388168"/>
                  <a:pt x="106922" y="367472"/>
                  <a:pt x="124978" y="352425"/>
                </a:cubicBezTo>
                <a:cubicBezTo>
                  <a:pt x="133772" y="345096"/>
                  <a:pt x="143314" y="338495"/>
                  <a:pt x="153553" y="333375"/>
                </a:cubicBezTo>
                <a:cubicBezTo>
                  <a:pt x="162533" y="328885"/>
                  <a:pt x="173148" y="328340"/>
                  <a:pt x="182128" y="323850"/>
                </a:cubicBezTo>
                <a:cubicBezTo>
                  <a:pt x="192367" y="318730"/>
                  <a:pt x="199984" y="308820"/>
                  <a:pt x="210703" y="304800"/>
                </a:cubicBezTo>
                <a:cubicBezTo>
                  <a:pt x="225862" y="299116"/>
                  <a:pt x="242709" y="299535"/>
                  <a:pt x="258328" y="295275"/>
                </a:cubicBezTo>
                <a:lnTo>
                  <a:pt x="344053" y="266700"/>
                </a:lnTo>
                <a:lnTo>
                  <a:pt x="372628" y="257175"/>
                </a:lnTo>
                <a:cubicBezTo>
                  <a:pt x="462312" y="167491"/>
                  <a:pt x="318495" y="302789"/>
                  <a:pt x="458353" y="209550"/>
                </a:cubicBezTo>
                <a:cubicBezTo>
                  <a:pt x="477403" y="196850"/>
                  <a:pt x="493783" y="178690"/>
                  <a:pt x="515503" y="171450"/>
                </a:cubicBezTo>
                <a:cubicBezTo>
                  <a:pt x="580363" y="149830"/>
                  <a:pt x="500588" y="177043"/>
                  <a:pt x="591703" y="142875"/>
                </a:cubicBezTo>
                <a:cubicBezTo>
                  <a:pt x="601104" y="139350"/>
                  <a:pt x="610877" y="136875"/>
                  <a:pt x="620278" y="133350"/>
                </a:cubicBezTo>
                <a:cubicBezTo>
                  <a:pt x="636287" y="127347"/>
                  <a:pt x="651683" y="119707"/>
                  <a:pt x="667903" y="114300"/>
                </a:cubicBezTo>
                <a:cubicBezTo>
                  <a:pt x="701586" y="103072"/>
                  <a:pt x="737972" y="100208"/>
                  <a:pt x="772678" y="95250"/>
                </a:cubicBezTo>
                <a:cubicBezTo>
                  <a:pt x="791728" y="88900"/>
                  <a:pt x="813764" y="88248"/>
                  <a:pt x="829828" y="76200"/>
                </a:cubicBezTo>
                <a:cubicBezTo>
                  <a:pt x="868739" y="47017"/>
                  <a:pt x="867047" y="43127"/>
                  <a:pt x="915553" y="28575"/>
                </a:cubicBezTo>
                <a:cubicBezTo>
                  <a:pt x="931060" y="23923"/>
                  <a:pt x="947559" y="23310"/>
                  <a:pt x="963178" y="19050"/>
                </a:cubicBezTo>
                <a:cubicBezTo>
                  <a:pt x="982551" y="13766"/>
                  <a:pt x="1020328" y="0"/>
                  <a:pt x="1020328" y="0"/>
                </a:cubicBezTo>
                <a:lnTo>
                  <a:pt x="1477528" y="19050"/>
                </a:lnTo>
                <a:cubicBezTo>
                  <a:pt x="1497486" y="21268"/>
                  <a:pt x="1517970" y="26961"/>
                  <a:pt x="1534678" y="38100"/>
                </a:cubicBezTo>
                <a:lnTo>
                  <a:pt x="1591828" y="76200"/>
                </a:lnTo>
                <a:cubicBezTo>
                  <a:pt x="1598178" y="85725"/>
                  <a:pt x="1606369" y="94253"/>
                  <a:pt x="1610878" y="104775"/>
                </a:cubicBezTo>
                <a:cubicBezTo>
                  <a:pt x="1616035" y="116807"/>
                  <a:pt x="1616807" y="130288"/>
                  <a:pt x="1620403" y="142875"/>
                </a:cubicBezTo>
                <a:cubicBezTo>
                  <a:pt x="1623161" y="152529"/>
                  <a:pt x="1627170" y="161796"/>
                  <a:pt x="1629928" y="171450"/>
                </a:cubicBezTo>
                <a:cubicBezTo>
                  <a:pt x="1633524" y="184037"/>
                  <a:pt x="1634296" y="197518"/>
                  <a:pt x="1639453" y="209550"/>
                </a:cubicBezTo>
                <a:cubicBezTo>
                  <a:pt x="1643962" y="220072"/>
                  <a:pt x="1652153" y="228600"/>
                  <a:pt x="1658503" y="238125"/>
                </a:cubicBezTo>
                <a:cubicBezTo>
                  <a:pt x="1655328" y="276225"/>
                  <a:pt x="1655263" y="314713"/>
                  <a:pt x="1648978" y="352425"/>
                </a:cubicBezTo>
                <a:cubicBezTo>
                  <a:pt x="1642244" y="392829"/>
                  <a:pt x="1631982" y="408605"/>
                  <a:pt x="1610878" y="438150"/>
                </a:cubicBezTo>
                <a:cubicBezTo>
                  <a:pt x="1601651" y="451068"/>
                  <a:pt x="1593528" y="465025"/>
                  <a:pt x="1582303" y="476250"/>
                </a:cubicBezTo>
                <a:cubicBezTo>
                  <a:pt x="1507378" y="551175"/>
                  <a:pt x="1603174" y="430250"/>
                  <a:pt x="1525153" y="523875"/>
                </a:cubicBezTo>
                <a:cubicBezTo>
                  <a:pt x="1517824" y="532669"/>
                  <a:pt x="1513432" y="543656"/>
                  <a:pt x="1506103" y="552450"/>
                </a:cubicBezTo>
                <a:cubicBezTo>
                  <a:pt x="1483184" y="579952"/>
                  <a:pt x="1477050" y="581344"/>
                  <a:pt x="1448953" y="600075"/>
                </a:cubicBezTo>
                <a:cubicBezTo>
                  <a:pt x="1409698" y="658957"/>
                  <a:pt x="1453283" y="601518"/>
                  <a:pt x="1401328" y="647700"/>
                </a:cubicBezTo>
                <a:cubicBezTo>
                  <a:pt x="1381192" y="665598"/>
                  <a:pt x="1363228" y="685800"/>
                  <a:pt x="1344178" y="704850"/>
                </a:cubicBezTo>
                <a:cubicBezTo>
                  <a:pt x="1336083" y="712945"/>
                  <a:pt x="1324397" y="716571"/>
                  <a:pt x="1315603" y="723900"/>
                </a:cubicBezTo>
                <a:cubicBezTo>
                  <a:pt x="1268037" y="763538"/>
                  <a:pt x="1308671" y="745261"/>
                  <a:pt x="1258453" y="762000"/>
                </a:cubicBezTo>
                <a:cubicBezTo>
                  <a:pt x="1252103" y="771525"/>
                  <a:pt x="1246732" y="781781"/>
                  <a:pt x="1239403" y="790575"/>
                </a:cubicBezTo>
                <a:cubicBezTo>
                  <a:pt x="1230779" y="800923"/>
                  <a:pt x="1218300" y="807942"/>
                  <a:pt x="1210828" y="819150"/>
                </a:cubicBezTo>
                <a:cubicBezTo>
                  <a:pt x="1205259" y="827504"/>
                  <a:pt x="1208403" y="840625"/>
                  <a:pt x="1201303" y="847725"/>
                </a:cubicBezTo>
                <a:cubicBezTo>
                  <a:pt x="1185114" y="863914"/>
                  <a:pt x="1144153" y="885825"/>
                  <a:pt x="1144153" y="885825"/>
                </a:cubicBezTo>
                <a:cubicBezTo>
                  <a:pt x="1086479" y="972337"/>
                  <a:pt x="1175612" y="845505"/>
                  <a:pt x="1087003" y="942975"/>
                </a:cubicBezTo>
                <a:cubicBezTo>
                  <a:pt x="1065646" y="966468"/>
                  <a:pt x="1056271" y="1001563"/>
                  <a:pt x="1029853" y="1019175"/>
                </a:cubicBezTo>
                <a:lnTo>
                  <a:pt x="972703" y="1057275"/>
                </a:lnTo>
                <a:cubicBezTo>
                  <a:pt x="918108" y="1139167"/>
                  <a:pt x="990803" y="1042795"/>
                  <a:pt x="925078" y="1095375"/>
                </a:cubicBezTo>
                <a:cubicBezTo>
                  <a:pt x="916139" y="1102526"/>
                  <a:pt x="914123" y="1115855"/>
                  <a:pt x="906028" y="1123950"/>
                </a:cubicBezTo>
                <a:cubicBezTo>
                  <a:pt x="897933" y="1132045"/>
                  <a:pt x="886978" y="1136650"/>
                  <a:pt x="877453" y="1143000"/>
                </a:cubicBezTo>
                <a:cubicBezTo>
                  <a:pt x="854548" y="1177357"/>
                  <a:pt x="840400" y="1202627"/>
                  <a:pt x="801253" y="1228725"/>
                </a:cubicBezTo>
                <a:cubicBezTo>
                  <a:pt x="791728" y="1235075"/>
                  <a:pt x="781472" y="1240446"/>
                  <a:pt x="772678" y="1247775"/>
                </a:cubicBezTo>
                <a:cubicBezTo>
                  <a:pt x="762330" y="1256399"/>
                  <a:pt x="755311" y="1268878"/>
                  <a:pt x="744103" y="1276350"/>
                </a:cubicBezTo>
                <a:cubicBezTo>
                  <a:pt x="735749" y="1281919"/>
                  <a:pt x="724508" y="1281385"/>
                  <a:pt x="715528" y="1285875"/>
                </a:cubicBezTo>
                <a:cubicBezTo>
                  <a:pt x="619869" y="1333704"/>
                  <a:pt x="765745" y="1273878"/>
                  <a:pt x="648853" y="1323975"/>
                </a:cubicBezTo>
                <a:cubicBezTo>
                  <a:pt x="619010" y="1336765"/>
                  <a:pt x="597379" y="1337317"/>
                  <a:pt x="563128" y="1343025"/>
                </a:cubicBezTo>
                <a:cubicBezTo>
                  <a:pt x="515503" y="1339850"/>
                  <a:pt x="467334" y="1341347"/>
                  <a:pt x="420253" y="1333500"/>
                </a:cubicBezTo>
                <a:cubicBezTo>
                  <a:pt x="389773" y="1328420"/>
                  <a:pt x="390408" y="1303655"/>
                  <a:pt x="372628" y="1285875"/>
                </a:cubicBezTo>
                <a:cubicBezTo>
                  <a:pt x="364533" y="1277780"/>
                  <a:pt x="353578" y="1273175"/>
                  <a:pt x="344053" y="1266825"/>
                </a:cubicBezTo>
                <a:cubicBezTo>
                  <a:pt x="293253" y="1190625"/>
                  <a:pt x="359928" y="1282700"/>
                  <a:pt x="296428" y="1219200"/>
                </a:cubicBezTo>
                <a:cubicBezTo>
                  <a:pt x="232928" y="1155700"/>
                  <a:pt x="325003" y="1222375"/>
                  <a:pt x="248803" y="1171575"/>
                </a:cubicBezTo>
                <a:cubicBezTo>
                  <a:pt x="245628" y="1162050"/>
                  <a:pt x="244259" y="1151717"/>
                  <a:pt x="239278" y="1143000"/>
                </a:cubicBezTo>
                <a:cubicBezTo>
                  <a:pt x="231402" y="1129217"/>
                  <a:pt x="219930" y="1117818"/>
                  <a:pt x="210703" y="1104900"/>
                </a:cubicBezTo>
                <a:cubicBezTo>
                  <a:pt x="204049" y="1095585"/>
                  <a:pt x="197333" y="1086264"/>
                  <a:pt x="191653" y="1076325"/>
                </a:cubicBezTo>
                <a:cubicBezTo>
                  <a:pt x="184608" y="1063997"/>
                  <a:pt x="178196" y="1051276"/>
                  <a:pt x="172603" y="1038225"/>
                </a:cubicBezTo>
                <a:cubicBezTo>
                  <a:pt x="168648" y="1028997"/>
                  <a:pt x="167568" y="1018630"/>
                  <a:pt x="163078" y="1009650"/>
                </a:cubicBezTo>
                <a:cubicBezTo>
                  <a:pt x="157958" y="999411"/>
                  <a:pt x="149148" y="991314"/>
                  <a:pt x="144028" y="981075"/>
                </a:cubicBezTo>
                <a:cubicBezTo>
                  <a:pt x="139538" y="972095"/>
                  <a:pt x="139379" y="961277"/>
                  <a:pt x="134503" y="952500"/>
                </a:cubicBezTo>
                <a:cubicBezTo>
                  <a:pt x="123384" y="932486"/>
                  <a:pt x="103643" y="917070"/>
                  <a:pt x="96403" y="895350"/>
                </a:cubicBezTo>
                <a:cubicBezTo>
                  <a:pt x="90053" y="876300"/>
                  <a:pt x="86333" y="856161"/>
                  <a:pt x="77353" y="838200"/>
                </a:cubicBezTo>
                <a:cubicBezTo>
                  <a:pt x="71003" y="825500"/>
                  <a:pt x="63576" y="813283"/>
                  <a:pt x="58303" y="800100"/>
                </a:cubicBezTo>
                <a:cubicBezTo>
                  <a:pt x="50845" y="781456"/>
                  <a:pt x="45603" y="762000"/>
                  <a:pt x="39253" y="742950"/>
                </a:cubicBezTo>
                <a:lnTo>
                  <a:pt x="29728" y="714375"/>
                </a:lnTo>
                <a:cubicBezTo>
                  <a:pt x="26553" y="704850"/>
                  <a:pt x="22638" y="695540"/>
                  <a:pt x="20203" y="685800"/>
                </a:cubicBezTo>
                <a:cubicBezTo>
                  <a:pt x="17028" y="673100"/>
                  <a:pt x="14274" y="660287"/>
                  <a:pt x="10678" y="647700"/>
                </a:cubicBezTo>
                <a:cubicBezTo>
                  <a:pt x="149" y="610848"/>
                  <a:pt x="1153" y="630830"/>
                  <a:pt x="1153" y="609600"/>
                </a:cubicBezTo>
                <a:lnTo>
                  <a:pt x="1153" y="609600"/>
                </a:lnTo>
              </a:path>
            </a:pathLst>
          </a:custGeom>
          <a:solidFill>
            <a:schemeClr val="accent1">
              <a:alpha val="16470"/>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33" name="Google Shape;533;p8"/>
          <p:cNvSpPr/>
          <p:nvPr/>
        </p:nvSpPr>
        <p:spPr>
          <a:xfrm>
            <a:off x="2990850" y="4543425"/>
            <a:ext cx="1687827" cy="1104900"/>
          </a:xfrm>
          <a:custGeom>
            <a:avLst/>
            <a:gdLst/>
            <a:ahLst/>
            <a:cxnLst/>
            <a:rect l="l" t="t" r="r" b="b"/>
            <a:pathLst>
              <a:path w="1687827" h="1104900" extrusionOk="0">
                <a:moveTo>
                  <a:pt x="0" y="600075"/>
                </a:moveTo>
                <a:lnTo>
                  <a:pt x="0" y="600075"/>
                </a:lnTo>
                <a:cubicBezTo>
                  <a:pt x="9525" y="574675"/>
                  <a:pt x="17350" y="548571"/>
                  <a:pt x="28575" y="523875"/>
                </a:cubicBezTo>
                <a:cubicBezTo>
                  <a:pt x="33312" y="513453"/>
                  <a:pt x="42976" y="505761"/>
                  <a:pt x="47625" y="495300"/>
                </a:cubicBezTo>
                <a:cubicBezTo>
                  <a:pt x="62715" y="461347"/>
                  <a:pt x="59857" y="435443"/>
                  <a:pt x="85725" y="409575"/>
                </a:cubicBezTo>
                <a:cubicBezTo>
                  <a:pt x="93820" y="401480"/>
                  <a:pt x="104775" y="396875"/>
                  <a:pt x="114300" y="390525"/>
                </a:cubicBezTo>
                <a:cubicBezTo>
                  <a:pt x="133031" y="362428"/>
                  <a:pt x="134423" y="356294"/>
                  <a:pt x="161925" y="333375"/>
                </a:cubicBezTo>
                <a:cubicBezTo>
                  <a:pt x="170719" y="326046"/>
                  <a:pt x="182405" y="322420"/>
                  <a:pt x="190500" y="314325"/>
                </a:cubicBezTo>
                <a:cubicBezTo>
                  <a:pt x="235238" y="269587"/>
                  <a:pt x="200993" y="283939"/>
                  <a:pt x="247650" y="247650"/>
                </a:cubicBezTo>
                <a:cubicBezTo>
                  <a:pt x="265722" y="233594"/>
                  <a:pt x="285750" y="222250"/>
                  <a:pt x="304800" y="209550"/>
                </a:cubicBezTo>
                <a:cubicBezTo>
                  <a:pt x="314325" y="203200"/>
                  <a:pt x="325280" y="198595"/>
                  <a:pt x="333375" y="190500"/>
                </a:cubicBezTo>
                <a:cubicBezTo>
                  <a:pt x="342900" y="180975"/>
                  <a:pt x="351602" y="170549"/>
                  <a:pt x="361950" y="161925"/>
                </a:cubicBezTo>
                <a:cubicBezTo>
                  <a:pt x="370744" y="154596"/>
                  <a:pt x="381210" y="149529"/>
                  <a:pt x="390525" y="142875"/>
                </a:cubicBezTo>
                <a:cubicBezTo>
                  <a:pt x="403443" y="133648"/>
                  <a:pt x="415620" y="123404"/>
                  <a:pt x="428625" y="114300"/>
                </a:cubicBezTo>
                <a:cubicBezTo>
                  <a:pt x="447382" y="101170"/>
                  <a:pt x="466725" y="88900"/>
                  <a:pt x="485775" y="76200"/>
                </a:cubicBezTo>
                <a:cubicBezTo>
                  <a:pt x="495300" y="69850"/>
                  <a:pt x="506255" y="65245"/>
                  <a:pt x="514350" y="57150"/>
                </a:cubicBezTo>
                <a:cubicBezTo>
                  <a:pt x="523875" y="47625"/>
                  <a:pt x="531150" y="35117"/>
                  <a:pt x="542925" y="28575"/>
                </a:cubicBezTo>
                <a:cubicBezTo>
                  <a:pt x="560478" y="18823"/>
                  <a:pt x="581025" y="15875"/>
                  <a:pt x="600075" y="9525"/>
                </a:cubicBezTo>
                <a:lnTo>
                  <a:pt x="628650" y="0"/>
                </a:lnTo>
                <a:cubicBezTo>
                  <a:pt x="730250" y="3175"/>
                  <a:pt x="831949" y="4038"/>
                  <a:pt x="933450" y="9525"/>
                </a:cubicBezTo>
                <a:cubicBezTo>
                  <a:pt x="1041721" y="15378"/>
                  <a:pt x="926710" y="20169"/>
                  <a:pt x="1019175" y="28575"/>
                </a:cubicBezTo>
                <a:cubicBezTo>
                  <a:pt x="1076178" y="33757"/>
                  <a:pt x="1133475" y="34925"/>
                  <a:pt x="1190625" y="38100"/>
                </a:cubicBezTo>
                <a:cubicBezTo>
                  <a:pt x="1216025" y="41275"/>
                  <a:pt x="1241576" y="43417"/>
                  <a:pt x="1266825" y="47625"/>
                </a:cubicBezTo>
                <a:cubicBezTo>
                  <a:pt x="1279738" y="49777"/>
                  <a:pt x="1291986" y="55159"/>
                  <a:pt x="1304925" y="57150"/>
                </a:cubicBezTo>
                <a:cubicBezTo>
                  <a:pt x="1333342" y="61522"/>
                  <a:pt x="1362075" y="63500"/>
                  <a:pt x="1390650" y="66675"/>
                </a:cubicBezTo>
                <a:cubicBezTo>
                  <a:pt x="1455969" y="88448"/>
                  <a:pt x="1374898" y="62737"/>
                  <a:pt x="1466850" y="85725"/>
                </a:cubicBezTo>
                <a:cubicBezTo>
                  <a:pt x="1476590" y="88160"/>
                  <a:pt x="1485771" y="92492"/>
                  <a:pt x="1495425" y="95250"/>
                </a:cubicBezTo>
                <a:cubicBezTo>
                  <a:pt x="1509667" y="99319"/>
                  <a:pt x="1546875" y="106687"/>
                  <a:pt x="1562100" y="114300"/>
                </a:cubicBezTo>
                <a:cubicBezTo>
                  <a:pt x="1572339" y="119420"/>
                  <a:pt x="1581150" y="127000"/>
                  <a:pt x="1590675" y="133350"/>
                </a:cubicBezTo>
                <a:cubicBezTo>
                  <a:pt x="1597025" y="142875"/>
                  <a:pt x="1602396" y="153131"/>
                  <a:pt x="1609725" y="161925"/>
                </a:cubicBezTo>
                <a:cubicBezTo>
                  <a:pt x="1618349" y="172273"/>
                  <a:pt x="1630828" y="179292"/>
                  <a:pt x="1638300" y="190500"/>
                </a:cubicBezTo>
                <a:cubicBezTo>
                  <a:pt x="1647009" y="203564"/>
                  <a:pt x="1655426" y="259006"/>
                  <a:pt x="1657350" y="266700"/>
                </a:cubicBezTo>
                <a:cubicBezTo>
                  <a:pt x="1659785" y="276440"/>
                  <a:pt x="1664697" y="285474"/>
                  <a:pt x="1666875" y="295275"/>
                </a:cubicBezTo>
                <a:cubicBezTo>
                  <a:pt x="1671065" y="314128"/>
                  <a:pt x="1673225" y="333375"/>
                  <a:pt x="1676400" y="352425"/>
                </a:cubicBezTo>
                <a:cubicBezTo>
                  <a:pt x="1679575" y="393700"/>
                  <a:pt x="1685925" y="434853"/>
                  <a:pt x="1685925" y="476250"/>
                </a:cubicBezTo>
                <a:cubicBezTo>
                  <a:pt x="1685925" y="525673"/>
                  <a:pt x="1687827" y="770586"/>
                  <a:pt x="1666875" y="885825"/>
                </a:cubicBezTo>
                <a:cubicBezTo>
                  <a:pt x="1665079" y="895703"/>
                  <a:pt x="1659528" y="904599"/>
                  <a:pt x="1657350" y="914400"/>
                </a:cubicBezTo>
                <a:cubicBezTo>
                  <a:pt x="1638638" y="998602"/>
                  <a:pt x="1657277" y="943230"/>
                  <a:pt x="1638300" y="1009650"/>
                </a:cubicBezTo>
                <a:cubicBezTo>
                  <a:pt x="1635542" y="1019304"/>
                  <a:pt x="1633265" y="1029245"/>
                  <a:pt x="1628775" y="1038225"/>
                </a:cubicBezTo>
                <a:cubicBezTo>
                  <a:pt x="1623655" y="1048464"/>
                  <a:pt x="1619433" y="1060733"/>
                  <a:pt x="1609725" y="1066800"/>
                </a:cubicBezTo>
                <a:cubicBezTo>
                  <a:pt x="1575179" y="1088391"/>
                  <a:pt x="1501116" y="1093012"/>
                  <a:pt x="1466850" y="1095375"/>
                </a:cubicBezTo>
                <a:cubicBezTo>
                  <a:pt x="1403421" y="1099749"/>
                  <a:pt x="1339850" y="1101725"/>
                  <a:pt x="1276350" y="1104900"/>
                </a:cubicBezTo>
                <a:cubicBezTo>
                  <a:pt x="1228725" y="1101725"/>
                  <a:pt x="1180726" y="1102125"/>
                  <a:pt x="1133475" y="1095375"/>
                </a:cubicBezTo>
                <a:cubicBezTo>
                  <a:pt x="1021469" y="1079374"/>
                  <a:pt x="1118114" y="1083662"/>
                  <a:pt x="1047750" y="1057275"/>
                </a:cubicBezTo>
                <a:cubicBezTo>
                  <a:pt x="1032591" y="1051591"/>
                  <a:pt x="1015929" y="1051262"/>
                  <a:pt x="1000125" y="1047750"/>
                </a:cubicBezTo>
                <a:cubicBezTo>
                  <a:pt x="956939" y="1038153"/>
                  <a:pt x="952363" y="1035004"/>
                  <a:pt x="904875" y="1019175"/>
                </a:cubicBezTo>
                <a:cubicBezTo>
                  <a:pt x="895350" y="1016000"/>
                  <a:pt x="885280" y="1014140"/>
                  <a:pt x="876300" y="1009650"/>
                </a:cubicBezTo>
                <a:cubicBezTo>
                  <a:pt x="850900" y="996950"/>
                  <a:pt x="827041" y="980530"/>
                  <a:pt x="800100" y="971550"/>
                </a:cubicBezTo>
                <a:cubicBezTo>
                  <a:pt x="790575" y="968375"/>
                  <a:pt x="780753" y="965980"/>
                  <a:pt x="771525" y="962025"/>
                </a:cubicBezTo>
                <a:cubicBezTo>
                  <a:pt x="758474" y="956432"/>
                  <a:pt x="747505" y="944811"/>
                  <a:pt x="733425" y="942975"/>
                </a:cubicBezTo>
                <a:cubicBezTo>
                  <a:pt x="673524" y="935162"/>
                  <a:pt x="612775" y="936625"/>
                  <a:pt x="552450" y="933450"/>
                </a:cubicBezTo>
                <a:cubicBezTo>
                  <a:pt x="539750" y="930275"/>
                  <a:pt x="526937" y="927521"/>
                  <a:pt x="514350" y="923925"/>
                </a:cubicBezTo>
                <a:cubicBezTo>
                  <a:pt x="504696" y="921167"/>
                  <a:pt x="495653" y="916196"/>
                  <a:pt x="485775" y="914400"/>
                </a:cubicBezTo>
                <a:cubicBezTo>
                  <a:pt x="460590" y="909821"/>
                  <a:pt x="434975" y="908050"/>
                  <a:pt x="409575" y="904875"/>
                </a:cubicBezTo>
                <a:lnTo>
                  <a:pt x="323850" y="876300"/>
                </a:lnTo>
                <a:cubicBezTo>
                  <a:pt x="314325" y="873125"/>
                  <a:pt x="305015" y="869210"/>
                  <a:pt x="295275" y="866775"/>
                </a:cubicBezTo>
                <a:cubicBezTo>
                  <a:pt x="205300" y="844281"/>
                  <a:pt x="242493" y="859434"/>
                  <a:pt x="180975" y="828675"/>
                </a:cubicBezTo>
                <a:cubicBezTo>
                  <a:pt x="120508" y="737975"/>
                  <a:pt x="170594" y="799366"/>
                  <a:pt x="104775" y="742950"/>
                </a:cubicBezTo>
                <a:cubicBezTo>
                  <a:pt x="59371" y="704032"/>
                  <a:pt x="96231" y="721052"/>
                  <a:pt x="47625" y="704850"/>
                </a:cubicBezTo>
                <a:cubicBezTo>
                  <a:pt x="23047" y="680272"/>
                  <a:pt x="15039" y="680783"/>
                  <a:pt x="9525" y="647700"/>
                </a:cubicBezTo>
                <a:cubicBezTo>
                  <a:pt x="4798" y="619340"/>
                  <a:pt x="1588" y="608013"/>
                  <a:pt x="0" y="600075"/>
                </a:cubicBez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34" name="Google Shape;534;p8"/>
          <p:cNvSpPr/>
          <p:nvPr/>
        </p:nvSpPr>
        <p:spPr>
          <a:xfrm>
            <a:off x="2280546" y="3703890"/>
            <a:ext cx="1497695" cy="1174792"/>
          </a:xfrm>
          <a:custGeom>
            <a:avLst/>
            <a:gdLst/>
            <a:ahLst/>
            <a:cxnLst/>
            <a:rect l="l" t="t" r="r" b="b"/>
            <a:pathLst>
              <a:path w="1497695" h="1174792" extrusionOk="0">
                <a:moveTo>
                  <a:pt x="1138929" y="668085"/>
                </a:moveTo>
                <a:lnTo>
                  <a:pt x="1138929" y="668085"/>
                </a:lnTo>
                <a:cubicBezTo>
                  <a:pt x="1113529" y="680785"/>
                  <a:pt x="1087660" y="692587"/>
                  <a:pt x="1062729" y="706185"/>
                </a:cubicBezTo>
                <a:cubicBezTo>
                  <a:pt x="1052679" y="711667"/>
                  <a:pt x="1041305" y="716296"/>
                  <a:pt x="1034154" y="725235"/>
                </a:cubicBezTo>
                <a:cubicBezTo>
                  <a:pt x="1027882" y="733075"/>
                  <a:pt x="1031729" y="746710"/>
                  <a:pt x="1024629" y="753810"/>
                </a:cubicBezTo>
                <a:cubicBezTo>
                  <a:pt x="1008440" y="769999"/>
                  <a:pt x="986529" y="779210"/>
                  <a:pt x="967479" y="791910"/>
                </a:cubicBezTo>
                <a:lnTo>
                  <a:pt x="938904" y="810960"/>
                </a:lnTo>
                <a:cubicBezTo>
                  <a:pt x="929379" y="817310"/>
                  <a:pt x="921189" y="826390"/>
                  <a:pt x="910329" y="830010"/>
                </a:cubicBezTo>
                <a:lnTo>
                  <a:pt x="881754" y="839535"/>
                </a:lnTo>
                <a:cubicBezTo>
                  <a:pt x="827585" y="893704"/>
                  <a:pt x="879743" y="850066"/>
                  <a:pt x="824604" y="877635"/>
                </a:cubicBezTo>
                <a:cubicBezTo>
                  <a:pt x="750746" y="914564"/>
                  <a:pt x="839278" y="882269"/>
                  <a:pt x="767454" y="906210"/>
                </a:cubicBezTo>
                <a:cubicBezTo>
                  <a:pt x="742054" y="903035"/>
                  <a:pt x="713365" y="909583"/>
                  <a:pt x="691254" y="896685"/>
                </a:cubicBezTo>
                <a:cubicBezTo>
                  <a:pt x="671478" y="885149"/>
                  <a:pt x="665854" y="858585"/>
                  <a:pt x="653154" y="839535"/>
                </a:cubicBezTo>
                <a:lnTo>
                  <a:pt x="634104" y="810960"/>
                </a:lnTo>
                <a:cubicBezTo>
                  <a:pt x="627754" y="801435"/>
                  <a:pt x="624579" y="788735"/>
                  <a:pt x="615054" y="782385"/>
                </a:cubicBezTo>
                <a:lnTo>
                  <a:pt x="557904" y="744285"/>
                </a:lnTo>
                <a:cubicBezTo>
                  <a:pt x="551554" y="753810"/>
                  <a:pt x="539732" y="761446"/>
                  <a:pt x="538854" y="772860"/>
                </a:cubicBezTo>
                <a:cubicBezTo>
                  <a:pt x="538078" y="782953"/>
                  <a:pt x="541844" y="867778"/>
                  <a:pt x="557904" y="896685"/>
                </a:cubicBezTo>
                <a:cubicBezTo>
                  <a:pt x="569023" y="916699"/>
                  <a:pt x="576954" y="941135"/>
                  <a:pt x="596004" y="953835"/>
                </a:cubicBezTo>
                <a:lnTo>
                  <a:pt x="624579" y="972885"/>
                </a:lnTo>
                <a:cubicBezTo>
                  <a:pt x="621404" y="998285"/>
                  <a:pt x="638505" y="1038825"/>
                  <a:pt x="615054" y="1049085"/>
                </a:cubicBezTo>
                <a:cubicBezTo>
                  <a:pt x="571325" y="1068216"/>
                  <a:pt x="519430" y="1046310"/>
                  <a:pt x="472179" y="1039560"/>
                </a:cubicBezTo>
                <a:cubicBezTo>
                  <a:pt x="452300" y="1036720"/>
                  <a:pt x="415029" y="1020510"/>
                  <a:pt x="415029" y="1020510"/>
                </a:cubicBezTo>
                <a:cubicBezTo>
                  <a:pt x="411854" y="1030035"/>
                  <a:pt x="405504" y="1039045"/>
                  <a:pt x="405504" y="1049085"/>
                </a:cubicBezTo>
                <a:cubicBezTo>
                  <a:pt x="405504" y="1104216"/>
                  <a:pt x="414371" y="1085870"/>
                  <a:pt x="434079" y="1125285"/>
                </a:cubicBezTo>
                <a:cubicBezTo>
                  <a:pt x="438569" y="1134265"/>
                  <a:pt x="440429" y="1144335"/>
                  <a:pt x="443604" y="1153860"/>
                </a:cubicBezTo>
                <a:cubicBezTo>
                  <a:pt x="434079" y="1160210"/>
                  <a:pt x="426321" y="1174792"/>
                  <a:pt x="415029" y="1172910"/>
                </a:cubicBezTo>
                <a:cubicBezTo>
                  <a:pt x="401742" y="1170695"/>
                  <a:pt x="395078" y="1154683"/>
                  <a:pt x="386454" y="1144335"/>
                </a:cubicBezTo>
                <a:cubicBezTo>
                  <a:pt x="365287" y="1118935"/>
                  <a:pt x="372696" y="1109410"/>
                  <a:pt x="338829" y="1096710"/>
                </a:cubicBezTo>
                <a:cubicBezTo>
                  <a:pt x="312845" y="1086966"/>
                  <a:pt x="287035" y="1091219"/>
                  <a:pt x="262629" y="1077660"/>
                </a:cubicBezTo>
                <a:cubicBezTo>
                  <a:pt x="242615" y="1066541"/>
                  <a:pt x="205479" y="1039560"/>
                  <a:pt x="205479" y="1039560"/>
                </a:cubicBezTo>
                <a:cubicBezTo>
                  <a:pt x="161810" y="974056"/>
                  <a:pt x="174619" y="1004130"/>
                  <a:pt x="157854" y="953835"/>
                </a:cubicBezTo>
                <a:cubicBezTo>
                  <a:pt x="161029" y="941135"/>
                  <a:pt x="155670" y="921589"/>
                  <a:pt x="167379" y="915735"/>
                </a:cubicBezTo>
                <a:cubicBezTo>
                  <a:pt x="190919" y="903965"/>
                  <a:pt x="226502" y="932925"/>
                  <a:pt x="243579" y="944310"/>
                </a:cubicBezTo>
                <a:cubicBezTo>
                  <a:pt x="246754" y="953835"/>
                  <a:pt x="246004" y="965785"/>
                  <a:pt x="253104" y="972885"/>
                </a:cubicBezTo>
                <a:cubicBezTo>
                  <a:pt x="273203" y="992984"/>
                  <a:pt x="323323" y="975469"/>
                  <a:pt x="338829" y="972885"/>
                </a:cubicBezTo>
                <a:cubicBezTo>
                  <a:pt x="345179" y="963360"/>
                  <a:pt x="353370" y="954832"/>
                  <a:pt x="357879" y="944310"/>
                </a:cubicBezTo>
                <a:cubicBezTo>
                  <a:pt x="363036" y="932278"/>
                  <a:pt x="360142" y="917102"/>
                  <a:pt x="367404" y="906210"/>
                </a:cubicBezTo>
                <a:cubicBezTo>
                  <a:pt x="373754" y="896685"/>
                  <a:pt x="386454" y="893510"/>
                  <a:pt x="395979" y="887160"/>
                </a:cubicBezTo>
                <a:cubicBezTo>
                  <a:pt x="458324" y="907942"/>
                  <a:pt x="397134" y="879078"/>
                  <a:pt x="434079" y="925260"/>
                </a:cubicBezTo>
                <a:cubicBezTo>
                  <a:pt x="441230" y="934199"/>
                  <a:pt x="453129" y="937960"/>
                  <a:pt x="462654" y="944310"/>
                </a:cubicBezTo>
                <a:cubicBezTo>
                  <a:pt x="472179" y="941135"/>
                  <a:pt x="488054" y="944310"/>
                  <a:pt x="491229" y="934785"/>
                </a:cubicBezTo>
                <a:cubicBezTo>
                  <a:pt x="496349" y="919426"/>
                  <a:pt x="485631" y="902866"/>
                  <a:pt x="481704" y="887160"/>
                </a:cubicBezTo>
                <a:cubicBezTo>
                  <a:pt x="470943" y="844116"/>
                  <a:pt x="475222" y="867951"/>
                  <a:pt x="443604" y="830010"/>
                </a:cubicBezTo>
                <a:cubicBezTo>
                  <a:pt x="436275" y="821216"/>
                  <a:pt x="430904" y="810960"/>
                  <a:pt x="424554" y="801435"/>
                </a:cubicBezTo>
                <a:cubicBezTo>
                  <a:pt x="405504" y="804610"/>
                  <a:pt x="384678" y="802323"/>
                  <a:pt x="367404" y="810960"/>
                </a:cubicBezTo>
                <a:cubicBezTo>
                  <a:pt x="349206" y="820059"/>
                  <a:pt x="346342" y="853083"/>
                  <a:pt x="338829" y="868110"/>
                </a:cubicBezTo>
                <a:cubicBezTo>
                  <a:pt x="333709" y="878349"/>
                  <a:pt x="326129" y="887160"/>
                  <a:pt x="319779" y="896685"/>
                </a:cubicBezTo>
                <a:cubicBezTo>
                  <a:pt x="284854" y="893510"/>
                  <a:pt x="248273" y="898250"/>
                  <a:pt x="215004" y="887160"/>
                </a:cubicBezTo>
                <a:cubicBezTo>
                  <a:pt x="205479" y="883985"/>
                  <a:pt x="209969" y="867565"/>
                  <a:pt x="205479" y="858585"/>
                </a:cubicBezTo>
                <a:cubicBezTo>
                  <a:pt x="189604" y="826835"/>
                  <a:pt x="186429" y="830010"/>
                  <a:pt x="157854" y="810960"/>
                </a:cubicBezTo>
                <a:cubicBezTo>
                  <a:pt x="145647" y="814012"/>
                  <a:pt x="104844" y="823178"/>
                  <a:pt x="91179" y="830010"/>
                </a:cubicBezTo>
                <a:cubicBezTo>
                  <a:pt x="80940" y="835130"/>
                  <a:pt x="72129" y="842710"/>
                  <a:pt x="62604" y="849060"/>
                </a:cubicBezTo>
                <a:cubicBezTo>
                  <a:pt x="6476" y="830351"/>
                  <a:pt x="0" y="838475"/>
                  <a:pt x="43554" y="725235"/>
                </a:cubicBezTo>
                <a:cubicBezTo>
                  <a:pt x="48253" y="713017"/>
                  <a:pt x="68954" y="718885"/>
                  <a:pt x="81654" y="715710"/>
                </a:cubicBezTo>
                <a:cubicBezTo>
                  <a:pt x="97529" y="718885"/>
                  <a:pt x="115809" y="734215"/>
                  <a:pt x="129279" y="725235"/>
                </a:cubicBezTo>
                <a:cubicBezTo>
                  <a:pt x="138804" y="718885"/>
                  <a:pt x="115349" y="706899"/>
                  <a:pt x="110229" y="696660"/>
                </a:cubicBezTo>
                <a:cubicBezTo>
                  <a:pt x="105739" y="687680"/>
                  <a:pt x="105580" y="676862"/>
                  <a:pt x="100704" y="668085"/>
                </a:cubicBezTo>
                <a:cubicBezTo>
                  <a:pt x="46117" y="569829"/>
                  <a:pt x="74632" y="647018"/>
                  <a:pt x="53079" y="582360"/>
                </a:cubicBezTo>
                <a:cubicBezTo>
                  <a:pt x="56796" y="552626"/>
                  <a:pt x="51638" y="501598"/>
                  <a:pt x="81654" y="477585"/>
                </a:cubicBezTo>
                <a:cubicBezTo>
                  <a:pt x="89494" y="471313"/>
                  <a:pt x="100704" y="471235"/>
                  <a:pt x="110229" y="468060"/>
                </a:cubicBezTo>
                <a:cubicBezTo>
                  <a:pt x="155949" y="483300"/>
                  <a:pt x="128009" y="465520"/>
                  <a:pt x="148329" y="506160"/>
                </a:cubicBezTo>
                <a:cubicBezTo>
                  <a:pt x="153449" y="516399"/>
                  <a:pt x="162730" y="524274"/>
                  <a:pt x="167379" y="534735"/>
                </a:cubicBezTo>
                <a:cubicBezTo>
                  <a:pt x="188103" y="581363"/>
                  <a:pt x="183166" y="587360"/>
                  <a:pt x="195954" y="629985"/>
                </a:cubicBezTo>
                <a:cubicBezTo>
                  <a:pt x="201724" y="649219"/>
                  <a:pt x="200805" y="672936"/>
                  <a:pt x="215004" y="687135"/>
                </a:cubicBezTo>
                <a:lnTo>
                  <a:pt x="243579" y="715710"/>
                </a:lnTo>
                <a:cubicBezTo>
                  <a:pt x="258424" y="671176"/>
                  <a:pt x="258504" y="685134"/>
                  <a:pt x="243579" y="620460"/>
                </a:cubicBezTo>
                <a:cubicBezTo>
                  <a:pt x="239064" y="600894"/>
                  <a:pt x="224529" y="563310"/>
                  <a:pt x="224529" y="563310"/>
                </a:cubicBezTo>
                <a:cubicBezTo>
                  <a:pt x="225368" y="558274"/>
                  <a:pt x="221106" y="480026"/>
                  <a:pt x="262629" y="496635"/>
                </a:cubicBezTo>
                <a:cubicBezTo>
                  <a:pt x="273258" y="500887"/>
                  <a:pt x="275329" y="515685"/>
                  <a:pt x="281679" y="525210"/>
                </a:cubicBezTo>
                <a:cubicBezTo>
                  <a:pt x="289164" y="570118"/>
                  <a:pt x="289362" y="580675"/>
                  <a:pt x="300729" y="620460"/>
                </a:cubicBezTo>
                <a:cubicBezTo>
                  <a:pt x="303487" y="630114"/>
                  <a:pt x="305378" y="640258"/>
                  <a:pt x="310254" y="649035"/>
                </a:cubicBezTo>
                <a:cubicBezTo>
                  <a:pt x="321373" y="669049"/>
                  <a:pt x="326634" y="698945"/>
                  <a:pt x="348354" y="706185"/>
                </a:cubicBezTo>
                <a:lnTo>
                  <a:pt x="376929" y="715710"/>
                </a:lnTo>
                <a:cubicBezTo>
                  <a:pt x="453129" y="690310"/>
                  <a:pt x="357879" y="715710"/>
                  <a:pt x="434079" y="715710"/>
                </a:cubicBezTo>
                <a:cubicBezTo>
                  <a:pt x="450268" y="715710"/>
                  <a:pt x="465829" y="709360"/>
                  <a:pt x="481704" y="706185"/>
                </a:cubicBezTo>
                <a:cubicBezTo>
                  <a:pt x="494334" y="592516"/>
                  <a:pt x="496093" y="623801"/>
                  <a:pt x="481704" y="487110"/>
                </a:cubicBezTo>
                <a:cubicBezTo>
                  <a:pt x="480009" y="471010"/>
                  <a:pt x="475691" y="455289"/>
                  <a:pt x="472179" y="439485"/>
                </a:cubicBezTo>
                <a:cubicBezTo>
                  <a:pt x="465933" y="411379"/>
                  <a:pt x="464620" y="393826"/>
                  <a:pt x="443604" y="372810"/>
                </a:cubicBezTo>
                <a:cubicBezTo>
                  <a:pt x="435509" y="364715"/>
                  <a:pt x="424554" y="360110"/>
                  <a:pt x="415029" y="353760"/>
                </a:cubicBezTo>
                <a:cubicBezTo>
                  <a:pt x="408679" y="344235"/>
                  <a:pt x="395979" y="336633"/>
                  <a:pt x="395979" y="325185"/>
                </a:cubicBezTo>
                <a:cubicBezTo>
                  <a:pt x="395979" y="313737"/>
                  <a:pt x="406934" y="304705"/>
                  <a:pt x="415029" y="296610"/>
                </a:cubicBezTo>
                <a:cubicBezTo>
                  <a:pt x="431727" y="279912"/>
                  <a:pt x="450488" y="274233"/>
                  <a:pt x="472179" y="268035"/>
                </a:cubicBezTo>
                <a:cubicBezTo>
                  <a:pt x="484766" y="264439"/>
                  <a:pt x="497579" y="261685"/>
                  <a:pt x="510279" y="258510"/>
                </a:cubicBezTo>
                <a:cubicBezTo>
                  <a:pt x="630040" y="273480"/>
                  <a:pt x="552489" y="247949"/>
                  <a:pt x="615054" y="296610"/>
                </a:cubicBezTo>
                <a:cubicBezTo>
                  <a:pt x="633126" y="310666"/>
                  <a:pt x="672204" y="334710"/>
                  <a:pt x="672204" y="334710"/>
                </a:cubicBezTo>
                <a:cubicBezTo>
                  <a:pt x="723004" y="410910"/>
                  <a:pt x="656329" y="318835"/>
                  <a:pt x="719829" y="382335"/>
                </a:cubicBezTo>
                <a:cubicBezTo>
                  <a:pt x="727924" y="390430"/>
                  <a:pt x="730784" y="402815"/>
                  <a:pt x="738879" y="410910"/>
                </a:cubicBezTo>
                <a:cubicBezTo>
                  <a:pt x="757343" y="429374"/>
                  <a:pt x="772788" y="431738"/>
                  <a:pt x="796029" y="439485"/>
                </a:cubicBezTo>
                <a:cubicBezTo>
                  <a:pt x="800334" y="452401"/>
                  <a:pt x="814796" y="518235"/>
                  <a:pt x="824604" y="429960"/>
                </a:cubicBezTo>
                <a:cubicBezTo>
                  <a:pt x="825936" y="417975"/>
                  <a:pt x="801848" y="329064"/>
                  <a:pt x="796029" y="325185"/>
                </a:cubicBezTo>
                <a:lnTo>
                  <a:pt x="738879" y="287085"/>
                </a:lnTo>
                <a:cubicBezTo>
                  <a:pt x="732529" y="277560"/>
                  <a:pt x="721249" y="269869"/>
                  <a:pt x="719829" y="258510"/>
                </a:cubicBezTo>
                <a:cubicBezTo>
                  <a:pt x="716513" y="231985"/>
                  <a:pt x="735284" y="187881"/>
                  <a:pt x="757929" y="172785"/>
                </a:cubicBezTo>
                <a:cubicBezTo>
                  <a:pt x="774637" y="161646"/>
                  <a:pt x="815079" y="153735"/>
                  <a:pt x="815079" y="153735"/>
                </a:cubicBezTo>
                <a:cubicBezTo>
                  <a:pt x="824604" y="156910"/>
                  <a:pt x="834674" y="158770"/>
                  <a:pt x="843654" y="163260"/>
                </a:cubicBezTo>
                <a:cubicBezTo>
                  <a:pt x="853893" y="168380"/>
                  <a:pt x="861004" y="184555"/>
                  <a:pt x="872229" y="182310"/>
                </a:cubicBezTo>
                <a:cubicBezTo>
                  <a:pt x="883454" y="180065"/>
                  <a:pt x="884929" y="163260"/>
                  <a:pt x="891279" y="153735"/>
                </a:cubicBezTo>
                <a:cubicBezTo>
                  <a:pt x="891753" y="151363"/>
                  <a:pt x="902519" y="87298"/>
                  <a:pt x="910329" y="77535"/>
                </a:cubicBezTo>
                <a:cubicBezTo>
                  <a:pt x="917480" y="68596"/>
                  <a:pt x="929379" y="64835"/>
                  <a:pt x="938904" y="58485"/>
                </a:cubicBezTo>
                <a:cubicBezTo>
                  <a:pt x="1025458" y="70850"/>
                  <a:pt x="984280" y="60910"/>
                  <a:pt x="1062729" y="87060"/>
                </a:cubicBezTo>
                <a:lnTo>
                  <a:pt x="1091304" y="96585"/>
                </a:lnTo>
                <a:lnTo>
                  <a:pt x="1119879" y="106110"/>
                </a:lnTo>
                <a:cubicBezTo>
                  <a:pt x="1129404" y="99760"/>
                  <a:pt x="1141303" y="95999"/>
                  <a:pt x="1148454" y="87060"/>
                </a:cubicBezTo>
                <a:cubicBezTo>
                  <a:pt x="1185399" y="40878"/>
                  <a:pt x="1124209" y="69742"/>
                  <a:pt x="1186554" y="48960"/>
                </a:cubicBezTo>
                <a:cubicBezTo>
                  <a:pt x="1196079" y="55310"/>
                  <a:pt x="1203796" y="66391"/>
                  <a:pt x="1215129" y="68010"/>
                </a:cubicBezTo>
                <a:cubicBezTo>
                  <a:pt x="1245966" y="72415"/>
                  <a:pt x="1258400" y="51137"/>
                  <a:pt x="1281804" y="39435"/>
                </a:cubicBezTo>
                <a:cubicBezTo>
                  <a:pt x="1360674" y="0"/>
                  <a:pt x="1257062" y="65455"/>
                  <a:pt x="1338954" y="10860"/>
                </a:cubicBezTo>
                <a:cubicBezTo>
                  <a:pt x="1348479" y="14035"/>
                  <a:pt x="1361960" y="12031"/>
                  <a:pt x="1367529" y="20385"/>
                </a:cubicBezTo>
                <a:cubicBezTo>
                  <a:pt x="1376509" y="33855"/>
                  <a:pt x="1363584" y="59030"/>
                  <a:pt x="1377054" y="68010"/>
                </a:cubicBezTo>
                <a:cubicBezTo>
                  <a:pt x="1384717" y="73118"/>
                  <a:pt x="1440210" y="53308"/>
                  <a:pt x="1453254" y="48960"/>
                </a:cubicBezTo>
                <a:cubicBezTo>
                  <a:pt x="1462779" y="52135"/>
                  <a:pt x="1479860" y="48640"/>
                  <a:pt x="1481829" y="58485"/>
                </a:cubicBezTo>
                <a:cubicBezTo>
                  <a:pt x="1497695" y="137817"/>
                  <a:pt x="1485613" y="135337"/>
                  <a:pt x="1443729" y="163260"/>
                </a:cubicBezTo>
                <a:cubicBezTo>
                  <a:pt x="1424679" y="156910"/>
                  <a:pt x="1401825" y="157278"/>
                  <a:pt x="1386579" y="144210"/>
                </a:cubicBezTo>
                <a:cubicBezTo>
                  <a:pt x="1337827" y="102423"/>
                  <a:pt x="1425806" y="93922"/>
                  <a:pt x="1338954" y="115635"/>
                </a:cubicBezTo>
                <a:cubicBezTo>
                  <a:pt x="1335779" y="134685"/>
                  <a:pt x="1333619" y="153932"/>
                  <a:pt x="1329429" y="172785"/>
                </a:cubicBezTo>
                <a:cubicBezTo>
                  <a:pt x="1327251" y="182586"/>
                  <a:pt x="1327004" y="194260"/>
                  <a:pt x="1319904" y="201360"/>
                </a:cubicBezTo>
                <a:cubicBezTo>
                  <a:pt x="1312804" y="208460"/>
                  <a:pt x="1300309" y="206395"/>
                  <a:pt x="1291329" y="210885"/>
                </a:cubicBezTo>
                <a:cubicBezTo>
                  <a:pt x="1281090" y="216005"/>
                  <a:pt x="1272279" y="223585"/>
                  <a:pt x="1262754" y="229935"/>
                </a:cubicBezTo>
                <a:cubicBezTo>
                  <a:pt x="1234801" y="224344"/>
                  <a:pt x="1212182" y="221868"/>
                  <a:pt x="1186554" y="210885"/>
                </a:cubicBezTo>
                <a:cubicBezTo>
                  <a:pt x="1173503" y="205292"/>
                  <a:pt x="1161637" y="197108"/>
                  <a:pt x="1148454" y="191835"/>
                </a:cubicBezTo>
                <a:cubicBezTo>
                  <a:pt x="1063441" y="157830"/>
                  <a:pt x="1117705" y="190386"/>
                  <a:pt x="1062729" y="153735"/>
                </a:cubicBezTo>
                <a:cubicBezTo>
                  <a:pt x="1053204" y="156910"/>
                  <a:pt x="1035805" y="153356"/>
                  <a:pt x="1034154" y="163260"/>
                </a:cubicBezTo>
                <a:cubicBezTo>
                  <a:pt x="1028389" y="197852"/>
                  <a:pt x="1036331" y="233744"/>
                  <a:pt x="1043679" y="268035"/>
                </a:cubicBezTo>
                <a:cubicBezTo>
                  <a:pt x="1046078" y="279229"/>
                  <a:pt x="1057609" y="286371"/>
                  <a:pt x="1062729" y="296610"/>
                </a:cubicBezTo>
                <a:cubicBezTo>
                  <a:pt x="1067219" y="305590"/>
                  <a:pt x="1069079" y="315660"/>
                  <a:pt x="1072254" y="325185"/>
                </a:cubicBezTo>
                <a:cubicBezTo>
                  <a:pt x="1059554" y="331535"/>
                  <a:pt x="1048243" y="342474"/>
                  <a:pt x="1034154" y="344235"/>
                </a:cubicBezTo>
                <a:cubicBezTo>
                  <a:pt x="1021164" y="345859"/>
                  <a:pt x="1008593" y="338472"/>
                  <a:pt x="996054" y="334710"/>
                </a:cubicBezTo>
                <a:cubicBezTo>
                  <a:pt x="976820" y="328940"/>
                  <a:pt x="957954" y="322010"/>
                  <a:pt x="938904" y="315660"/>
                </a:cubicBezTo>
                <a:lnTo>
                  <a:pt x="910329" y="306135"/>
                </a:lnTo>
                <a:cubicBezTo>
                  <a:pt x="916679" y="315660"/>
                  <a:pt x="923699" y="324771"/>
                  <a:pt x="929379" y="334710"/>
                </a:cubicBezTo>
                <a:cubicBezTo>
                  <a:pt x="936424" y="347038"/>
                  <a:pt x="940904" y="360769"/>
                  <a:pt x="948429" y="372810"/>
                </a:cubicBezTo>
                <a:cubicBezTo>
                  <a:pt x="956843" y="386272"/>
                  <a:pt x="967479" y="398210"/>
                  <a:pt x="977004" y="410910"/>
                </a:cubicBezTo>
                <a:cubicBezTo>
                  <a:pt x="980179" y="420435"/>
                  <a:pt x="982039" y="430505"/>
                  <a:pt x="986529" y="439485"/>
                </a:cubicBezTo>
                <a:cubicBezTo>
                  <a:pt x="1023458" y="513343"/>
                  <a:pt x="991163" y="424811"/>
                  <a:pt x="1015104" y="496635"/>
                </a:cubicBezTo>
                <a:cubicBezTo>
                  <a:pt x="1012863" y="510079"/>
                  <a:pt x="1000680" y="601501"/>
                  <a:pt x="986529" y="610935"/>
                </a:cubicBezTo>
                <a:lnTo>
                  <a:pt x="957954" y="629985"/>
                </a:lnTo>
                <a:cubicBezTo>
                  <a:pt x="945254" y="626810"/>
                  <a:pt x="931886" y="625617"/>
                  <a:pt x="919854" y="620460"/>
                </a:cubicBezTo>
                <a:cubicBezTo>
                  <a:pt x="909332" y="615951"/>
                  <a:pt x="902727" y="601410"/>
                  <a:pt x="891279" y="601410"/>
                </a:cubicBezTo>
                <a:cubicBezTo>
                  <a:pt x="879831" y="601410"/>
                  <a:pt x="872229" y="614110"/>
                  <a:pt x="862704" y="620460"/>
                </a:cubicBezTo>
                <a:cubicBezTo>
                  <a:pt x="840034" y="688470"/>
                  <a:pt x="854793" y="660902"/>
                  <a:pt x="824604" y="706185"/>
                </a:cubicBezTo>
                <a:cubicBezTo>
                  <a:pt x="783329" y="703010"/>
                  <a:pt x="740778" y="707326"/>
                  <a:pt x="700779" y="696660"/>
                </a:cubicBezTo>
                <a:cubicBezTo>
                  <a:pt x="689718" y="693710"/>
                  <a:pt x="686378" y="678546"/>
                  <a:pt x="681729" y="668085"/>
                </a:cubicBezTo>
                <a:cubicBezTo>
                  <a:pt x="673574" y="649735"/>
                  <a:pt x="662679" y="610935"/>
                  <a:pt x="662679" y="610935"/>
                </a:cubicBezTo>
                <a:cubicBezTo>
                  <a:pt x="659504" y="569660"/>
                  <a:pt x="657991" y="528223"/>
                  <a:pt x="653154" y="487110"/>
                </a:cubicBezTo>
                <a:cubicBezTo>
                  <a:pt x="651624" y="474109"/>
                  <a:pt x="651807" y="459232"/>
                  <a:pt x="643629" y="449010"/>
                </a:cubicBezTo>
                <a:cubicBezTo>
                  <a:pt x="637357" y="441170"/>
                  <a:pt x="624579" y="442660"/>
                  <a:pt x="615054" y="439485"/>
                </a:cubicBezTo>
                <a:cubicBezTo>
                  <a:pt x="611879" y="452185"/>
                  <a:pt x="604226" y="464559"/>
                  <a:pt x="605529" y="477585"/>
                </a:cubicBezTo>
                <a:cubicBezTo>
                  <a:pt x="607527" y="497566"/>
                  <a:pt x="624579" y="534735"/>
                  <a:pt x="624579" y="534735"/>
                </a:cubicBezTo>
                <a:cubicBezTo>
                  <a:pt x="621404" y="563310"/>
                  <a:pt x="619781" y="592100"/>
                  <a:pt x="615054" y="620460"/>
                </a:cubicBezTo>
                <a:cubicBezTo>
                  <a:pt x="608143" y="661925"/>
                  <a:pt x="594288" y="638681"/>
                  <a:pt x="615054" y="687135"/>
                </a:cubicBezTo>
                <a:cubicBezTo>
                  <a:pt x="624766" y="709796"/>
                  <a:pt x="640267" y="724799"/>
                  <a:pt x="662679" y="734760"/>
                </a:cubicBezTo>
                <a:cubicBezTo>
                  <a:pt x="681029" y="742915"/>
                  <a:pt x="719829" y="753810"/>
                  <a:pt x="719829" y="753810"/>
                </a:cubicBezTo>
                <a:cubicBezTo>
                  <a:pt x="761104" y="750635"/>
                  <a:pt x="802541" y="749122"/>
                  <a:pt x="843654" y="744285"/>
                </a:cubicBezTo>
                <a:cubicBezTo>
                  <a:pt x="856655" y="742755"/>
                  <a:pt x="870388" y="741255"/>
                  <a:pt x="881754" y="734760"/>
                </a:cubicBezTo>
                <a:cubicBezTo>
                  <a:pt x="981643" y="677681"/>
                  <a:pt x="849687" y="726399"/>
                  <a:pt x="938904" y="696660"/>
                </a:cubicBezTo>
                <a:cubicBezTo>
                  <a:pt x="948429" y="687135"/>
                  <a:pt x="958855" y="678433"/>
                  <a:pt x="967479" y="668085"/>
                </a:cubicBezTo>
                <a:cubicBezTo>
                  <a:pt x="974808" y="659291"/>
                  <a:pt x="978434" y="647605"/>
                  <a:pt x="986529" y="639510"/>
                </a:cubicBezTo>
                <a:cubicBezTo>
                  <a:pt x="994624" y="631415"/>
                  <a:pt x="1005579" y="626810"/>
                  <a:pt x="1015104" y="620460"/>
                </a:cubicBezTo>
                <a:cubicBezTo>
                  <a:pt x="1021454" y="610935"/>
                  <a:pt x="1026825" y="600679"/>
                  <a:pt x="1034154" y="591885"/>
                </a:cubicBezTo>
                <a:cubicBezTo>
                  <a:pt x="1077424" y="539961"/>
                  <a:pt x="1067961" y="563833"/>
                  <a:pt x="1157979" y="572835"/>
                </a:cubicBezTo>
                <a:cubicBezTo>
                  <a:pt x="1164329" y="591885"/>
                  <a:pt x="1183379" y="610935"/>
                  <a:pt x="1177029" y="629985"/>
                </a:cubicBezTo>
                <a:cubicBezTo>
                  <a:pt x="1173854" y="639510"/>
                  <a:pt x="1176484" y="654070"/>
                  <a:pt x="1167504" y="658560"/>
                </a:cubicBezTo>
                <a:cubicBezTo>
                  <a:pt x="1147424" y="668600"/>
                  <a:pt x="1143691" y="666498"/>
                  <a:pt x="1138929" y="668085"/>
                </a:cubicBezTo>
                <a:close/>
              </a:path>
            </a:pathLst>
          </a:custGeom>
          <a:solidFill>
            <a:srgbClr val="FFFF00">
              <a:alpha val="14509"/>
            </a:srgb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35" name="Google Shape;535;p8"/>
          <p:cNvSpPr/>
          <p:nvPr/>
        </p:nvSpPr>
        <p:spPr>
          <a:xfrm>
            <a:off x="1780660" y="3047999"/>
            <a:ext cx="505340" cy="676275"/>
          </a:xfrm>
          <a:custGeom>
            <a:avLst/>
            <a:gdLst/>
            <a:ahLst/>
            <a:cxnLst/>
            <a:rect l="l" t="t" r="r" b="b"/>
            <a:pathLst>
              <a:path w="657740" h="685800" extrusionOk="0">
                <a:moveTo>
                  <a:pt x="257690" y="590550"/>
                </a:moveTo>
                <a:lnTo>
                  <a:pt x="257690" y="590550"/>
                </a:lnTo>
                <a:cubicBezTo>
                  <a:pt x="241842" y="579230"/>
                  <a:pt x="179854" y="540471"/>
                  <a:pt x="162440" y="514350"/>
                </a:cubicBezTo>
                <a:cubicBezTo>
                  <a:pt x="156871" y="505996"/>
                  <a:pt x="157896" y="494492"/>
                  <a:pt x="152915" y="485775"/>
                </a:cubicBezTo>
                <a:cubicBezTo>
                  <a:pt x="131104" y="447605"/>
                  <a:pt x="127719" y="449927"/>
                  <a:pt x="95765" y="428625"/>
                </a:cubicBezTo>
                <a:cubicBezTo>
                  <a:pt x="61027" y="324412"/>
                  <a:pt x="116429" y="482262"/>
                  <a:pt x="67190" y="371475"/>
                </a:cubicBezTo>
                <a:cubicBezTo>
                  <a:pt x="59035" y="353125"/>
                  <a:pt x="57120" y="332286"/>
                  <a:pt x="48140" y="314325"/>
                </a:cubicBezTo>
                <a:cubicBezTo>
                  <a:pt x="41790" y="301625"/>
                  <a:pt x="33580" y="289695"/>
                  <a:pt x="29090" y="276225"/>
                </a:cubicBezTo>
                <a:cubicBezTo>
                  <a:pt x="20811" y="251387"/>
                  <a:pt x="18319" y="224863"/>
                  <a:pt x="10040" y="200025"/>
                </a:cubicBezTo>
                <a:lnTo>
                  <a:pt x="515" y="171450"/>
                </a:lnTo>
                <a:cubicBezTo>
                  <a:pt x="3690" y="130175"/>
                  <a:pt x="0" y="87786"/>
                  <a:pt x="10040" y="47625"/>
                </a:cubicBezTo>
                <a:cubicBezTo>
                  <a:pt x="17822" y="16499"/>
                  <a:pt x="54750" y="15801"/>
                  <a:pt x="76715" y="9525"/>
                </a:cubicBezTo>
                <a:cubicBezTo>
                  <a:pt x="86369" y="6767"/>
                  <a:pt x="95765" y="3175"/>
                  <a:pt x="105290" y="0"/>
                </a:cubicBezTo>
                <a:cubicBezTo>
                  <a:pt x="175140" y="3175"/>
                  <a:pt x="245416" y="1194"/>
                  <a:pt x="314840" y="9525"/>
                </a:cubicBezTo>
                <a:cubicBezTo>
                  <a:pt x="326206" y="10889"/>
                  <a:pt x="332893" y="24066"/>
                  <a:pt x="343415" y="28575"/>
                </a:cubicBezTo>
                <a:cubicBezTo>
                  <a:pt x="355447" y="33732"/>
                  <a:pt x="368815" y="34925"/>
                  <a:pt x="381515" y="38100"/>
                </a:cubicBezTo>
                <a:cubicBezTo>
                  <a:pt x="402581" y="59166"/>
                  <a:pt x="415879" y="68728"/>
                  <a:pt x="429140" y="95250"/>
                </a:cubicBezTo>
                <a:cubicBezTo>
                  <a:pt x="433630" y="104230"/>
                  <a:pt x="433789" y="115048"/>
                  <a:pt x="438665" y="123825"/>
                </a:cubicBezTo>
                <a:cubicBezTo>
                  <a:pt x="449784" y="143839"/>
                  <a:pt x="466526" y="160497"/>
                  <a:pt x="476765" y="180975"/>
                </a:cubicBezTo>
                <a:cubicBezTo>
                  <a:pt x="483115" y="193675"/>
                  <a:pt x="487562" y="207521"/>
                  <a:pt x="495815" y="219075"/>
                </a:cubicBezTo>
                <a:cubicBezTo>
                  <a:pt x="503645" y="230036"/>
                  <a:pt x="515624" y="237423"/>
                  <a:pt x="524390" y="247650"/>
                </a:cubicBezTo>
                <a:cubicBezTo>
                  <a:pt x="534721" y="259703"/>
                  <a:pt x="542345" y="273950"/>
                  <a:pt x="552965" y="285750"/>
                </a:cubicBezTo>
                <a:cubicBezTo>
                  <a:pt x="570987" y="305775"/>
                  <a:pt x="598067" y="318803"/>
                  <a:pt x="610115" y="342900"/>
                </a:cubicBezTo>
                <a:cubicBezTo>
                  <a:pt x="616465" y="355600"/>
                  <a:pt x="622120" y="368672"/>
                  <a:pt x="629165" y="381000"/>
                </a:cubicBezTo>
                <a:cubicBezTo>
                  <a:pt x="634845" y="390939"/>
                  <a:pt x="643095" y="399336"/>
                  <a:pt x="648215" y="409575"/>
                </a:cubicBezTo>
                <a:cubicBezTo>
                  <a:pt x="652705" y="418555"/>
                  <a:pt x="654565" y="428625"/>
                  <a:pt x="657740" y="438150"/>
                </a:cubicBezTo>
                <a:cubicBezTo>
                  <a:pt x="654565" y="492125"/>
                  <a:pt x="653595" y="546275"/>
                  <a:pt x="648215" y="600075"/>
                </a:cubicBezTo>
                <a:cubicBezTo>
                  <a:pt x="647216" y="610065"/>
                  <a:pt x="644259" y="620296"/>
                  <a:pt x="638690" y="628650"/>
                </a:cubicBezTo>
                <a:cubicBezTo>
                  <a:pt x="631218" y="639858"/>
                  <a:pt x="620463" y="648601"/>
                  <a:pt x="610115" y="657225"/>
                </a:cubicBezTo>
                <a:cubicBezTo>
                  <a:pt x="601321" y="664554"/>
                  <a:pt x="592062" y="671766"/>
                  <a:pt x="581540" y="676275"/>
                </a:cubicBezTo>
                <a:cubicBezTo>
                  <a:pt x="569508" y="681432"/>
                  <a:pt x="556140" y="682625"/>
                  <a:pt x="543440" y="685800"/>
                </a:cubicBezTo>
                <a:cubicBezTo>
                  <a:pt x="492640" y="682625"/>
                  <a:pt x="441659" y="681603"/>
                  <a:pt x="391040" y="676275"/>
                </a:cubicBezTo>
                <a:cubicBezTo>
                  <a:pt x="381055" y="675224"/>
                  <a:pt x="370305" y="673022"/>
                  <a:pt x="362465" y="666750"/>
                </a:cubicBezTo>
                <a:cubicBezTo>
                  <a:pt x="353526" y="659599"/>
                  <a:pt x="348535" y="648414"/>
                  <a:pt x="343415" y="638175"/>
                </a:cubicBezTo>
                <a:cubicBezTo>
                  <a:pt x="338925" y="629195"/>
                  <a:pt x="342060" y="615436"/>
                  <a:pt x="333890" y="609600"/>
                </a:cubicBezTo>
                <a:cubicBezTo>
                  <a:pt x="317550" y="597928"/>
                  <a:pt x="295790" y="596900"/>
                  <a:pt x="276740" y="590550"/>
                </a:cubicBezTo>
                <a:lnTo>
                  <a:pt x="248165" y="581025"/>
                </a:lnTo>
                <a:cubicBezTo>
                  <a:pt x="215330" y="570080"/>
                  <a:pt x="226690" y="578600"/>
                  <a:pt x="210065" y="561975"/>
                </a:cubicBezTo>
                <a:lnTo>
                  <a:pt x="210065" y="561975"/>
                </a:lnTo>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36" name="Google Shape;536;p8"/>
          <p:cNvSpPr/>
          <p:nvPr/>
        </p:nvSpPr>
        <p:spPr>
          <a:xfrm>
            <a:off x="1676400" y="2676525"/>
            <a:ext cx="610471" cy="371475"/>
          </a:xfrm>
          <a:custGeom>
            <a:avLst/>
            <a:gdLst/>
            <a:ahLst/>
            <a:cxnLst/>
            <a:rect l="l" t="t" r="r" b="b"/>
            <a:pathLst>
              <a:path w="610471" h="371475" extrusionOk="0">
                <a:moveTo>
                  <a:pt x="57150" y="28575"/>
                </a:moveTo>
                <a:lnTo>
                  <a:pt x="57150" y="28575"/>
                </a:lnTo>
                <a:cubicBezTo>
                  <a:pt x="85725" y="34925"/>
                  <a:pt x="115105" y="38368"/>
                  <a:pt x="142875" y="47625"/>
                </a:cubicBezTo>
                <a:cubicBezTo>
                  <a:pt x="153735" y="51245"/>
                  <a:pt x="160928" y="62166"/>
                  <a:pt x="171450" y="66675"/>
                </a:cubicBezTo>
                <a:cubicBezTo>
                  <a:pt x="190809" y="74972"/>
                  <a:pt x="251927" y="82770"/>
                  <a:pt x="266700" y="85725"/>
                </a:cubicBezTo>
                <a:cubicBezTo>
                  <a:pt x="342289" y="100843"/>
                  <a:pt x="264758" y="90002"/>
                  <a:pt x="361950" y="114300"/>
                </a:cubicBezTo>
                <a:lnTo>
                  <a:pt x="400050" y="123825"/>
                </a:lnTo>
                <a:cubicBezTo>
                  <a:pt x="409575" y="130175"/>
                  <a:pt x="418164" y="138226"/>
                  <a:pt x="428625" y="142875"/>
                </a:cubicBezTo>
                <a:cubicBezTo>
                  <a:pt x="446975" y="151030"/>
                  <a:pt x="485775" y="161925"/>
                  <a:pt x="485775" y="161925"/>
                </a:cubicBezTo>
                <a:cubicBezTo>
                  <a:pt x="495300" y="171450"/>
                  <a:pt x="502654" y="183817"/>
                  <a:pt x="514350" y="190500"/>
                </a:cubicBezTo>
                <a:cubicBezTo>
                  <a:pt x="525716" y="196995"/>
                  <a:pt x="542598" y="191405"/>
                  <a:pt x="552450" y="200025"/>
                </a:cubicBezTo>
                <a:cubicBezTo>
                  <a:pt x="569680" y="215102"/>
                  <a:pt x="577850" y="238125"/>
                  <a:pt x="590550" y="257175"/>
                </a:cubicBezTo>
                <a:lnTo>
                  <a:pt x="609600" y="285750"/>
                </a:lnTo>
                <a:cubicBezTo>
                  <a:pt x="606425" y="311150"/>
                  <a:pt x="610471" y="338559"/>
                  <a:pt x="600075" y="361950"/>
                </a:cubicBezTo>
                <a:cubicBezTo>
                  <a:pt x="595997" y="371125"/>
                  <a:pt x="581540" y="371475"/>
                  <a:pt x="571500" y="371475"/>
                </a:cubicBezTo>
                <a:cubicBezTo>
                  <a:pt x="514262" y="371475"/>
                  <a:pt x="457200" y="365125"/>
                  <a:pt x="400050" y="361950"/>
                </a:cubicBezTo>
                <a:lnTo>
                  <a:pt x="314325" y="333375"/>
                </a:lnTo>
                <a:cubicBezTo>
                  <a:pt x="304800" y="330200"/>
                  <a:pt x="294104" y="329419"/>
                  <a:pt x="285750" y="323850"/>
                </a:cubicBezTo>
                <a:cubicBezTo>
                  <a:pt x="276225" y="317500"/>
                  <a:pt x="267636" y="309449"/>
                  <a:pt x="257175" y="304800"/>
                </a:cubicBezTo>
                <a:lnTo>
                  <a:pt x="171450" y="276225"/>
                </a:lnTo>
                <a:lnTo>
                  <a:pt x="142875" y="266700"/>
                </a:lnTo>
                <a:cubicBezTo>
                  <a:pt x="108881" y="215709"/>
                  <a:pt x="131920" y="246220"/>
                  <a:pt x="66675" y="180975"/>
                </a:cubicBezTo>
                <a:cubicBezTo>
                  <a:pt x="57150" y="171450"/>
                  <a:pt x="45572" y="163608"/>
                  <a:pt x="38100" y="152400"/>
                </a:cubicBezTo>
                <a:lnTo>
                  <a:pt x="0" y="95250"/>
                </a:lnTo>
                <a:cubicBezTo>
                  <a:pt x="4648" y="67364"/>
                  <a:pt x="2819" y="30130"/>
                  <a:pt x="28575" y="9525"/>
                </a:cubicBezTo>
                <a:cubicBezTo>
                  <a:pt x="36415" y="3253"/>
                  <a:pt x="47625" y="3175"/>
                  <a:pt x="57150" y="0"/>
                </a:cubicBezTo>
                <a:cubicBezTo>
                  <a:pt x="91749" y="11533"/>
                  <a:pt x="57150" y="23813"/>
                  <a:pt x="57150" y="28575"/>
                </a:cubicBez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37" name="Google Shape;537;p8"/>
          <p:cNvSpPr/>
          <p:nvPr/>
        </p:nvSpPr>
        <p:spPr>
          <a:xfrm>
            <a:off x="1417873" y="2686050"/>
            <a:ext cx="350929" cy="641466"/>
          </a:xfrm>
          <a:custGeom>
            <a:avLst/>
            <a:gdLst/>
            <a:ahLst/>
            <a:cxnLst/>
            <a:rect l="l" t="t" r="r" b="b"/>
            <a:pathLst>
              <a:path w="350929" h="641466" extrusionOk="0">
                <a:moveTo>
                  <a:pt x="115652" y="514350"/>
                </a:moveTo>
                <a:lnTo>
                  <a:pt x="115652" y="514350"/>
                </a:lnTo>
                <a:cubicBezTo>
                  <a:pt x="99777" y="488950"/>
                  <a:pt x="81422" y="464941"/>
                  <a:pt x="68027" y="438150"/>
                </a:cubicBezTo>
                <a:cubicBezTo>
                  <a:pt x="62173" y="426441"/>
                  <a:pt x="62264" y="412589"/>
                  <a:pt x="58502" y="400050"/>
                </a:cubicBezTo>
                <a:cubicBezTo>
                  <a:pt x="52732" y="380816"/>
                  <a:pt x="44322" y="362381"/>
                  <a:pt x="39452" y="342900"/>
                </a:cubicBezTo>
                <a:cubicBezTo>
                  <a:pt x="27492" y="295060"/>
                  <a:pt x="34067" y="317219"/>
                  <a:pt x="20402" y="276225"/>
                </a:cubicBezTo>
                <a:cubicBezTo>
                  <a:pt x="12256" y="186620"/>
                  <a:pt x="0" y="110861"/>
                  <a:pt x="20402" y="19050"/>
                </a:cubicBezTo>
                <a:cubicBezTo>
                  <a:pt x="22885" y="7875"/>
                  <a:pt x="39452" y="6350"/>
                  <a:pt x="48977" y="0"/>
                </a:cubicBezTo>
                <a:cubicBezTo>
                  <a:pt x="49562" y="97"/>
                  <a:pt x="122361" y="9177"/>
                  <a:pt x="134702" y="19050"/>
                </a:cubicBezTo>
                <a:cubicBezTo>
                  <a:pt x="143641" y="26201"/>
                  <a:pt x="145657" y="39530"/>
                  <a:pt x="153752" y="47625"/>
                </a:cubicBezTo>
                <a:cubicBezTo>
                  <a:pt x="161847" y="55720"/>
                  <a:pt x="172802" y="60325"/>
                  <a:pt x="182327" y="66675"/>
                </a:cubicBezTo>
                <a:cubicBezTo>
                  <a:pt x="200543" y="121324"/>
                  <a:pt x="178807" y="70313"/>
                  <a:pt x="220427" y="123825"/>
                </a:cubicBezTo>
                <a:cubicBezTo>
                  <a:pt x="234483" y="141897"/>
                  <a:pt x="245827" y="161925"/>
                  <a:pt x="258527" y="180975"/>
                </a:cubicBezTo>
                <a:cubicBezTo>
                  <a:pt x="264877" y="190500"/>
                  <a:pt x="273957" y="198690"/>
                  <a:pt x="277577" y="209550"/>
                </a:cubicBezTo>
                <a:cubicBezTo>
                  <a:pt x="283927" y="228600"/>
                  <a:pt x="285488" y="249992"/>
                  <a:pt x="296627" y="266700"/>
                </a:cubicBezTo>
                <a:cubicBezTo>
                  <a:pt x="302977" y="276225"/>
                  <a:pt x="311028" y="284814"/>
                  <a:pt x="315677" y="295275"/>
                </a:cubicBezTo>
                <a:cubicBezTo>
                  <a:pt x="328928" y="325090"/>
                  <a:pt x="336336" y="358860"/>
                  <a:pt x="344252" y="390525"/>
                </a:cubicBezTo>
                <a:cubicBezTo>
                  <a:pt x="341077" y="469900"/>
                  <a:pt x="350929" y="550881"/>
                  <a:pt x="334727" y="628650"/>
                </a:cubicBezTo>
                <a:cubicBezTo>
                  <a:pt x="332057" y="641466"/>
                  <a:pt x="308659" y="624282"/>
                  <a:pt x="296627" y="619125"/>
                </a:cubicBezTo>
                <a:cubicBezTo>
                  <a:pt x="286105" y="614616"/>
                  <a:pt x="278291" y="605195"/>
                  <a:pt x="268052" y="600075"/>
                </a:cubicBezTo>
                <a:cubicBezTo>
                  <a:pt x="259072" y="595585"/>
                  <a:pt x="248457" y="595040"/>
                  <a:pt x="239477" y="590550"/>
                </a:cubicBezTo>
                <a:cubicBezTo>
                  <a:pt x="229238" y="585430"/>
                  <a:pt x="221363" y="576149"/>
                  <a:pt x="210902" y="571500"/>
                </a:cubicBezTo>
                <a:cubicBezTo>
                  <a:pt x="192552" y="563345"/>
                  <a:pt x="172802" y="558800"/>
                  <a:pt x="153752" y="552450"/>
                </a:cubicBezTo>
                <a:cubicBezTo>
                  <a:pt x="144227" y="549275"/>
                  <a:pt x="133531" y="548494"/>
                  <a:pt x="125177" y="542925"/>
                </a:cubicBezTo>
                <a:lnTo>
                  <a:pt x="96602" y="523875"/>
                </a:lnTo>
                <a:lnTo>
                  <a:pt x="115652" y="514350"/>
                </a:ln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38" name="Google Shape;538;p8"/>
          <p:cNvSpPr/>
          <p:nvPr/>
        </p:nvSpPr>
        <p:spPr>
          <a:xfrm>
            <a:off x="1400175" y="895135"/>
            <a:ext cx="1067778" cy="1871789"/>
          </a:xfrm>
          <a:custGeom>
            <a:avLst/>
            <a:gdLst/>
            <a:ahLst/>
            <a:cxnLst/>
            <a:rect l="l" t="t" r="r" b="b"/>
            <a:pathLst>
              <a:path w="1067778" h="1871789" extrusionOk="0">
                <a:moveTo>
                  <a:pt x="942975" y="76415"/>
                </a:moveTo>
                <a:lnTo>
                  <a:pt x="942975" y="76415"/>
                </a:lnTo>
                <a:cubicBezTo>
                  <a:pt x="962025" y="98640"/>
                  <a:pt x="983339" y="119109"/>
                  <a:pt x="1000125" y="143090"/>
                </a:cubicBezTo>
                <a:cubicBezTo>
                  <a:pt x="1005883" y="151315"/>
                  <a:pt x="1005160" y="162685"/>
                  <a:pt x="1009650" y="171665"/>
                </a:cubicBezTo>
                <a:cubicBezTo>
                  <a:pt x="1014770" y="181904"/>
                  <a:pt x="1024051" y="189779"/>
                  <a:pt x="1028700" y="200240"/>
                </a:cubicBezTo>
                <a:cubicBezTo>
                  <a:pt x="1046808" y="240984"/>
                  <a:pt x="1046192" y="256701"/>
                  <a:pt x="1057275" y="295490"/>
                </a:cubicBezTo>
                <a:cubicBezTo>
                  <a:pt x="1060033" y="305144"/>
                  <a:pt x="1063625" y="314540"/>
                  <a:pt x="1066800" y="324065"/>
                </a:cubicBezTo>
                <a:cubicBezTo>
                  <a:pt x="1063625" y="362165"/>
                  <a:pt x="1067778" y="401604"/>
                  <a:pt x="1057275" y="438365"/>
                </a:cubicBezTo>
                <a:cubicBezTo>
                  <a:pt x="1047264" y="473405"/>
                  <a:pt x="981565" y="450394"/>
                  <a:pt x="971550" y="447890"/>
                </a:cubicBezTo>
                <a:cubicBezTo>
                  <a:pt x="952069" y="443020"/>
                  <a:pt x="933450" y="435190"/>
                  <a:pt x="914400" y="428840"/>
                </a:cubicBezTo>
                <a:cubicBezTo>
                  <a:pt x="904875" y="425665"/>
                  <a:pt x="895565" y="421750"/>
                  <a:pt x="885825" y="419315"/>
                </a:cubicBezTo>
                <a:cubicBezTo>
                  <a:pt x="837985" y="407355"/>
                  <a:pt x="860144" y="413930"/>
                  <a:pt x="819150" y="400265"/>
                </a:cubicBezTo>
                <a:cubicBezTo>
                  <a:pt x="785075" y="407080"/>
                  <a:pt x="767476" y="404314"/>
                  <a:pt x="742950" y="428840"/>
                </a:cubicBezTo>
                <a:cubicBezTo>
                  <a:pt x="734855" y="436935"/>
                  <a:pt x="731505" y="448859"/>
                  <a:pt x="723900" y="457415"/>
                </a:cubicBezTo>
                <a:cubicBezTo>
                  <a:pt x="695605" y="489247"/>
                  <a:pt x="643414" y="527423"/>
                  <a:pt x="628650" y="571715"/>
                </a:cubicBezTo>
                <a:cubicBezTo>
                  <a:pt x="625475" y="581240"/>
                  <a:pt x="624001" y="591513"/>
                  <a:pt x="619125" y="600290"/>
                </a:cubicBezTo>
                <a:cubicBezTo>
                  <a:pt x="608006" y="620304"/>
                  <a:pt x="581025" y="657440"/>
                  <a:pt x="581025" y="657440"/>
                </a:cubicBezTo>
                <a:cubicBezTo>
                  <a:pt x="576419" y="680469"/>
                  <a:pt x="565633" y="744637"/>
                  <a:pt x="552450" y="762215"/>
                </a:cubicBezTo>
                <a:lnTo>
                  <a:pt x="523875" y="800315"/>
                </a:lnTo>
                <a:cubicBezTo>
                  <a:pt x="494098" y="919422"/>
                  <a:pt x="532154" y="771337"/>
                  <a:pt x="504825" y="866990"/>
                </a:cubicBezTo>
                <a:cubicBezTo>
                  <a:pt x="501229" y="879577"/>
                  <a:pt x="499897" y="892833"/>
                  <a:pt x="495300" y="905090"/>
                </a:cubicBezTo>
                <a:cubicBezTo>
                  <a:pt x="484942" y="932712"/>
                  <a:pt x="472991" y="948078"/>
                  <a:pt x="457200" y="971765"/>
                </a:cubicBezTo>
                <a:cubicBezTo>
                  <a:pt x="442805" y="1029346"/>
                  <a:pt x="451815" y="997446"/>
                  <a:pt x="428625" y="1067015"/>
                </a:cubicBezTo>
                <a:cubicBezTo>
                  <a:pt x="425450" y="1076540"/>
                  <a:pt x="424669" y="1087236"/>
                  <a:pt x="419100" y="1095590"/>
                </a:cubicBezTo>
                <a:cubicBezTo>
                  <a:pt x="382491" y="1150504"/>
                  <a:pt x="414186" y="1097531"/>
                  <a:pt x="390525" y="1152740"/>
                </a:cubicBezTo>
                <a:cubicBezTo>
                  <a:pt x="384932" y="1165791"/>
                  <a:pt x="376748" y="1177657"/>
                  <a:pt x="371475" y="1190840"/>
                </a:cubicBezTo>
                <a:cubicBezTo>
                  <a:pt x="304679" y="1357829"/>
                  <a:pt x="390729" y="1152127"/>
                  <a:pt x="342900" y="1295615"/>
                </a:cubicBezTo>
                <a:cubicBezTo>
                  <a:pt x="338410" y="1309085"/>
                  <a:pt x="329443" y="1320664"/>
                  <a:pt x="323850" y="1333715"/>
                </a:cubicBezTo>
                <a:cubicBezTo>
                  <a:pt x="311491" y="1362552"/>
                  <a:pt x="302560" y="1416636"/>
                  <a:pt x="295275" y="1438490"/>
                </a:cubicBezTo>
                <a:cubicBezTo>
                  <a:pt x="281610" y="1479484"/>
                  <a:pt x="288185" y="1457325"/>
                  <a:pt x="276225" y="1505165"/>
                </a:cubicBezTo>
                <a:cubicBezTo>
                  <a:pt x="273050" y="1594065"/>
                  <a:pt x="271501" y="1683038"/>
                  <a:pt x="266700" y="1771865"/>
                </a:cubicBezTo>
                <a:cubicBezTo>
                  <a:pt x="265148" y="1800574"/>
                  <a:pt x="277505" y="1837260"/>
                  <a:pt x="257175" y="1857590"/>
                </a:cubicBezTo>
                <a:cubicBezTo>
                  <a:pt x="242976" y="1871789"/>
                  <a:pt x="200025" y="1838540"/>
                  <a:pt x="200025" y="1838540"/>
                </a:cubicBezTo>
                <a:cubicBezTo>
                  <a:pt x="154328" y="1769994"/>
                  <a:pt x="219039" y="1854391"/>
                  <a:pt x="123825" y="1790915"/>
                </a:cubicBezTo>
                <a:cubicBezTo>
                  <a:pt x="114300" y="1784565"/>
                  <a:pt x="105711" y="1776514"/>
                  <a:pt x="95250" y="1771865"/>
                </a:cubicBezTo>
                <a:cubicBezTo>
                  <a:pt x="65435" y="1758614"/>
                  <a:pt x="31665" y="1751206"/>
                  <a:pt x="0" y="1743290"/>
                </a:cubicBezTo>
                <a:cubicBezTo>
                  <a:pt x="3175" y="1663915"/>
                  <a:pt x="4411" y="1584439"/>
                  <a:pt x="9525" y="1505165"/>
                </a:cubicBezTo>
                <a:cubicBezTo>
                  <a:pt x="10686" y="1487175"/>
                  <a:pt x="24505" y="1420739"/>
                  <a:pt x="28575" y="1400390"/>
                </a:cubicBezTo>
                <a:cubicBezTo>
                  <a:pt x="31750" y="1247990"/>
                  <a:pt x="32458" y="1095519"/>
                  <a:pt x="38100" y="943190"/>
                </a:cubicBezTo>
                <a:cubicBezTo>
                  <a:pt x="38419" y="934566"/>
                  <a:pt x="50640" y="863131"/>
                  <a:pt x="57150" y="847940"/>
                </a:cubicBezTo>
                <a:cubicBezTo>
                  <a:pt x="61659" y="837418"/>
                  <a:pt x="69850" y="828890"/>
                  <a:pt x="76200" y="819365"/>
                </a:cubicBezTo>
                <a:cubicBezTo>
                  <a:pt x="79375" y="806665"/>
                  <a:pt x="82129" y="793852"/>
                  <a:pt x="85725" y="781265"/>
                </a:cubicBezTo>
                <a:cubicBezTo>
                  <a:pt x="88483" y="771611"/>
                  <a:pt x="93072" y="762491"/>
                  <a:pt x="95250" y="752690"/>
                </a:cubicBezTo>
                <a:cubicBezTo>
                  <a:pt x="99440" y="733837"/>
                  <a:pt x="100728" y="714424"/>
                  <a:pt x="104775" y="695540"/>
                </a:cubicBezTo>
                <a:cubicBezTo>
                  <a:pt x="106856" y="685827"/>
                  <a:pt x="122987" y="614946"/>
                  <a:pt x="133350" y="590765"/>
                </a:cubicBezTo>
                <a:cubicBezTo>
                  <a:pt x="147852" y="556928"/>
                  <a:pt x="152318" y="552788"/>
                  <a:pt x="171450" y="524090"/>
                </a:cubicBezTo>
                <a:cubicBezTo>
                  <a:pt x="174625" y="508215"/>
                  <a:pt x="175291" y="491624"/>
                  <a:pt x="180975" y="476465"/>
                </a:cubicBezTo>
                <a:cubicBezTo>
                  <a:pt x="184995" y="465746"/>
                  <a:pt x="194543" y="457940"/>
                  <a:pt x="200025" y="447890"/>
                </a:cubicBezTo>
                <a:cubicBezTo>
                  <a:pt x="213623" y="422959"/>
                  <a:pt x="225425" y="397090"/>
                  <a:pt x="238125" y="371690"/>
                </a:cubicBezTo>
                <a:cubicBezTo>
                  <a:pt x="244475" y="358990"/>
                  <a:pt x="249299" y="345404"/>
                  <a:pt x="257175" y="333590"/>
                </a:cubicBezTo>
                <a:cubicBezTo>
                  <a:pt x="263525" y="324065"/>
                  <a:pt x="271105" y="315254"/>
                  <a:pt x="276225" y="305015"/>
                </a:cubicBezTo>
                <a:cubicBezTo>
                  <a:pt x="280715" y="296035"/>
                  <a:pt x="280181" y="284794"/>
                  <a:pt x="285750" y="276440"/>
                </a:cubicBezTo>
                <a:cubicBezTo>
                  <a:pt x="303656" y="249581"/>
                  <a:pt x="348768" y="224903"/>
                  <a:pt x="371475" y="209765"/>
                </a:cubicBezTo>
                <a:lnTo>
                  <a:pt x="400050" y="190715"/>
                </a:lnTo>
                <a:cubicBezTo>
                  <a:pt x="429974" y="145829"/>
                  <a:pt x="405143" y="172837"/>
                  <a:pt x="457200" y="143090"/>
                </a:cubicBezTo>
                <a:cubicBezTo>
                  <a:pt x="467139" y="137410"/>
                  <a:pt x="475314" y="128689"/>
                  <a:pt x="485775" y="124040"/>
                </a:cubicBezTo>
                <a:cubicBezTo>
                  <a:pt x="504125" y="115885"/>
                  <a:pt x="526217" y="116129"/>
                  <a:pt x="542925" y="104990"/>
                </a:cubicBezTo>
                <a:cubicBezTo>
                  <a:pt x="588208" y="74801"/>
                  <a:pt x="560640" y="89560"/>
                  <a:pt x="628650" y="66890"/>
                </a:cubicBezTo>
                <a:lnTo>
                  <a:pt x="742950" y="28790"/>
                </a:lnTo>
                <a:cubicBezTo>
                  <a:pt x="752475" y="25615"/>
                  <a:pt x="761562" y="20510"/>
                  <a:pt x="771525" y="19265"/>
                </a:cubicBezTo>
                <a:lnTo>
                  <a:pt x="923925" y="215"/>
                </a:lnTo>
                <a:cubicBezTo>
                  <a:pt x="933450" y="3390"/>
                  <a:pt x="950065" y="0"/>
                  <a:pt x="952500" y="9740"/>
                </a:cubicBezTo>
                <a:cubicBezTo>
                  <a:pt x="955276" y="20846"/>
                  <a:pt x="934401" y="26907"/>
                  <a:pt x="933450" y="38315"/>
                </a:cubicBezTo>
                <a:cubicBezTo>
                  <a:pt x="931062" y="66967"/>
                  <a:pt x="939800" y="95465"/>
                  <a:pt x="942975" y="124040"/>
                </a:cubicBezTo>
                <a:cubicBezTo>
                  <a:pt x="953270" y="82860"/>
                  <a:pt x="942975" y="84352"/>
                  <a:pt x="942975" y="76415"/>
                </a:cubicBez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39" name="Google Shape;539;p8"/>
          <p:cNvSpPr/>
          <p:nvPr/>
        </p:nvSpPr>
        <p:spPr>
          <a:xfrm>
            <a:off x="1675473" y="2009564"/>
            <a:ext cx="1093306" cy="705061"/>
          </a:xfrm>
          <a:custGeom>
            <a:avLst/>
            <a:gdLst/>
            <a:ahLst/>
            <a:cxnLst/>
            <a:rect l="l" t="t" r="r" b="b"/>
            <a:pathLst>
              <a:path w="1093306" h="705061" extrusionOk="0">
                <a:moveTo>
                  <a:pt x="210477" y="19261"/>
                </a:moveTo>
                <a:lnTo>
                  <a:pt x="210477" y="19261"/>
                </a:lnTo>
                <a:cubicBezTo>
                  <a:pt x="363197" y="49805"/>
                  <a:pt x="307276" y="32477"/>
                  <a:pt x="381927" y="57361"/>
                </a:cubicBezTo>
                <a:cubicBezTo>
                  <a:pt x="400977" y="54186"/>
                  <a:pt x="420224" y="52026"/>
                  <a:pt x="439077" y="47836"/>
                </a:cubicBezTo>
                <a:cubicBezTo>
                  <a:pt x="448878" y="45658"/>
                  <a:pt x="457807" y="40280"/>
                  <a:pt x="467652" y="38311"/>
                </a:cubicBezTo>
                <a:cubicBezTo>
                  <a:pt x="489667" y="33908"/>
                  <a:pt x="512102" y="31961"/>
                  <a:pt x="534327" y="28786"/>
                </a:cubicBezTo>
                <a:cubicBezTo>
                  <a:pt x="620685" y="0"/>
                  <a:pt x="568917" y="13412"/>
                  <a:pt x="753402" y="28786"/>
                </a:cubicBezTo>
                <a:cubicBezTo>
                  <a:pt x="766448" y="29873"/>
                  <a:pt x="778543" y="36460"/>
                  <a:pt x="791502" y="38311"/>
                </a:cubicBezTo>
                <a:cubicBezTo>
                  <a:pt x="852510" y="47026"/>
                  <a:pt x="881010" y="42806"/>
                  <a:pt x="934377" y="57361"/>
                </a:cubicBezTo>
                <a:cubicBezTo>
                  <a:pt x="953750" y="62645"/>
                  <a:pt x="974819" y="65272"/>
                  <a:pt x="991527" y="76411"/>
                </a:cubicBezTo>
                <a:cubicBezTo>
                  <a:pt x="1033311" y="104267"/>
                  <a:pt x="1010944" y="88592"/>
                  <a:pt x="1058202" y="124036"/>
                </a:cubicBezTo>
                <a:cubicBezTo>
                  <a:pt x="1061377" y="133561"/>
                  <a:pt x="1063237" y="143631"/>
                  <a:pt x="1067727" y="152611"/>
                </a:cubicBezTo>
                <a:cubicBezTo>
                  <a:pt x="1072847" y="162850"/>
                  <a:pt x="1085961" y="169767"/>
                  <a:pt x="1086777" y="181186"/>
                </a:cubicBezTo>
                <a:cubicBezTo>
                  <a:pt x="1093306" y="272592"/>
                  <a:pt x="1083485" y="259382"/>
                  <a:pt x="1067727" y="314536"/>
                </a:cubicBezTo>
                <a:cubicBezTo>
                  <a:pt x="1064826" y="324691"/>
                  <a:pt x="1055394" y="369120"/>
                  <a:pt x="1048677" y="381211"/>
                </a:cubicBezTo>
                <a:cubicBezTo>
                  <a:pt x="1037558" y="401225"/>
                  <a:pt x="1023277" y="419311"/>
                  <a:pt x="1010577" y="438361"/>
                </a:cubicBezTo>
                <a:lnTo>
                  <a:pt x="991527" y="466936"/>
                </a:lnTo>
                <a:cubicBezTo>
                  <a:pt x="985177" y="476461"/>
                  <a:pt x="982002" y="489161"/>
                  <a:pt x="972477" y="495511"/>
                </a:cubicBezTo>
                <a:lnTo>
                  <a:pt x="943902" y="514561"/>
                </a:lnTo>
                <a:cubicBezTo>
                  <a:pt x="889927" y="595524"/>
                  <a:pt x="978827" y="470111"/>
                  <a:pt x="867702" y="581236"/>
                </a:cubicBezTo>
                <a:cubicBezTo>
                  <a:pt x="849757" y="599181"/>
                  <a:pt x="834422" y="618252"/>
                  <a:pt x="810552" y="628861"/>
                </a:cubicBezTo>
                <a:lnTo>
                  <a:pt x="724827" y="657436"/>
                </a:lnTo>
                <a:lnTo>
                  <a:pt x="696252" y="666961"/>
                </a:lnTo>
                <a:cubicBezTo>
                  <a:pt x="666674" y="676820"/>
                  <a:pt x="615264" y="694769"/>
                  <a:pt x="591477" y="695536"/>
                </a:cubicBezTo>
                <a:lnTo>
                  <a:pt x="296202" y="705061"/>
                </a:lnTo>
                <a:cubicBezTo>
                  <a:pt x="261277" y="701886"/>
                  <a:pt x="225718" y="702884"/>
                  <a:pt x="191427" y="695536"/>
                </a:cubicBezTo>
                <a:cubicBezTo>
                  <a:pt x="180233" y="693137"/>
                  <a:pt x="173571" y="680506"/>
                  <a:pt x="162852" y="676486"/>
                </a:cubicBezTo>
                <a:cubicBezTo>
                  <a:pt x="119378" y="660183"/>
                  <a:pt x="121906" y="675063"/>
                  <a:pt x="86652" y="657436"/>
                </a:cubicBezTo>
                <a:cubicBezTo>
                  <a:pt x="60130" y="644175"/>
                  <a:pt x="50568" y="630877"/>
                  <a:pt x="29502" y="609811"/>
                </a:cubicBezTo>
                <a:cubicBezTo>
                  <a:pt x="0" y="491804"/>
                  <a:pt x="8649" y="541349"/>
                  <a:pt x="29502" y="305011"/>
                </a:cubicBezTo>
                <a:cubicBezTo>
                  <a:pt x="31267" y="285008"/>
                  <a:pt x="37413" y="264569"/>
                  <a:pt x="48552" y="247861"/>
                </a:cubicBezTo>
                <a:cubicBezTo>
                  <a:pt x="54902" y="238336"/>
                  <a:pt x="60273" y="228080"/>
                  <a:pt x="67602" y="219286"/>
                </a:cubicBezTo>
                <a:cubicBezTo>
                  <a:pt x="76226" y="208938"/>
                  <a:pt x="88347" y="201672"/>
                  <a:pt x="96177" y="190711"/>
                </a:cubicBezTo>
                <a:cubicBezTo>
                  <a:pt x="104430" y="179157"/>
                  <a:pt x="105187" y="162651"/>
                  <a:pt x="115227" y="152611"/>
                </a:cubicBezTo>
                <a:cubicBezTo>
                  <a:pt x="131416" y="136422"/>
                  <a:pt x="172377" y="114511"/>
                  <a:pt x="172377" y="114511"/>
                </a:cubicBezTo>
                <a:cubicBezTo>
                  <a:pt x="185551" y="74988"/>
                  <a:pt x="181736" y="66941"/>
                  <a:pt x="239052" y="47836"/>
                </a:cubicBezTo>
                <a:lnTo>
                  <a:pt x="296202" y="28786"/>
                </a:lnTo>
                <a:lnTo>
                  <a:pt x="296202" y="28786"/>
                </a:lnTo>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40" name="Google Shape;540;p8"/>
          <p:cNvSpPr/>
          <p:nvPr/>
        </p:nvSpPr>
        <p:spPr>
          <a:xfrm>
            <a:off x="2362200" y="838200"/>
            <a:ext cx="1152525" cy="1266825"/>
          </a:xfrm>
          <a:custGeom>
            <a:avLst/>
            <a:gdLst/>
            <a:ahLst/>
            <a:cxnLst/>
            <a:rect l="l" t="t" r="r" b="b"/>
            <a:pathLst>
              <a:path w="1152525" h="1266825" extrusionOk="0">
                <a:moveTo>
                  <a:pt x="0" y="38100"/>
                </a:moveTo>
                <a:lnTo>
                  <a:pt x="0" y="38100"/>
                </a:lnTo>
                <a:cubicBezTo>
                  <a:pt x="28575" y="28575"/>
                  <a:pt x="56936" y="18383"/>
                  <a:pt x="85725" y="9525"/>
                </a:cubicBezTo>
                <a:cubicBezTo>
                  <a:pt x="98237" y="5675"/>
                  <a:pt x="110734" y="0"/>
                  <a:pt x="123825" y="0"/>
                </a:cubicBezTo>
                <a:cubicBezTo>
                  <a:pt x="158894" y="0"/>
                  <a:pt x="193599" y="7337"/>
                  <a:pt x="228600" y="9525"/>
                </a:cubicBezTo>
                <a:cubicBezTo>
                  <a:pt x="295221" y="13689"/>
                  <a:pt x="361950" y="15875"/>
                  <a:pt x="428625" y="19050"/>
                </a:cubicBezTo>
                <a:cubicBezTo>
                  <a:pt x="501631" y="43385"/>
                  <a:pt x="416118" y="17382"/>
                  <a:pt x="571500" y="38100"/>
                </a:cubicBezTo>
                <a:cubicBezTo>
                  <a:pt x="581452" y="39427"/>
                  <a:pt x="590123" y="46298"/>
                  <a:pt x="600075" y="47625"/>
                </a:cubicBezTo>
                <a:cubicBezTo>
                  <a:pt x="637972" y="52678"/>
                  <a:pt x="676275" y="53975"/>
                  <a:pt x="714375" y="57150"/>
                </a:cubicBezTo>
                <a:cubicBezTo>
                  <a:pt x="779694" y="78923"/>
                  <a:pt x="698623" y="53212"/>
                  <a:pt x="790575" y="76200"/>
                </a:cubicBezTo>
                <a:cubicBezTo>
                  <a:pt x="800315" y="78635"/>
                  <a:pt x="809349" y="83547"/>
                  <a:pt x="819150" y="85725"/>
                </a:cubicBezTo>
                <a:cubicBezTo>
                  <a:pt x="838003" y="89915"/>
                  <a:pt x="857447" y="91060"/>
                  <a:pt x="876300" y="95250"/>
                </a:cubicBezTo>
                <a:cubicBezTo>
                  <a:pt x="919394" y="104827"/>
                  <a:pt x="892349" y="103274"/>
                  <a:pt x="933450" y="123825"/>
                </a:cubicBezTo>
                <a:cubicBezTo>
                  <a:pt x="942430" y="128315"/>
                  <a:pt x="952500" y="130175"/>
                  <a:pt x="962025" y="133350"/>
                </a:cubicBezTo>
                <a:cubicBezTo>
                  <a:pt x="968375" y="142875"/>
                  <a:pt x="972980" y="153830"/>
                  <a:pt x="981075" y="161925"/>
                </a:cubicBezTo>
                <a:cubicBezTo>
                  <a:pt x="989170" y="170020"/>
                  <a:pt x="1002112" y="172360"/>
                  <a:pt x="1009650" y="180975"/>
                </a:cubicBezTo>
                <a:cubicBezTo>
                  <a:pt x="1024727" y="198205"/>
                  <a:pt x="1035050" y="219075"/>
                  <a:pt x="1047750" y="238125"/>
                </a:cubicBezTo>
                <a:cubicBezTo>
                  <a:pt x="1053319" y="246479"/>
                  <a:pt x="1051003" y="258860"/>
                  <a:pt x="1057275" y="266700"/>
                </a:cubicBezTo>
                <a:cubicBezTo>
                  <a:pt x="1064426" y="275639"/>
                  <a:pt x="1076325" y="279400"/>
                  <a:pt x="1085850" y="285750"/>
                </a:cubicBezTo>
                <a:lnTo>
                  <a:pt x="1123950" y="342900"/>
                </a:lnTo>
                <a:cubicBezTo>
                  <a:pt x="1130300" y="352425"/>
                  <a:pt x="1139380" y="360615"/>
                  <a:pt x="1143000" y="371475"/>
                </a:cubicBezTo>
                <a:lnTo>
                  <a:pt x="1152525" y="400050"/>
                </a:lnTo>
                <a:cubicBezTo>
                  <a:pt x="1150830" y="408526"/>
                  <a:pt x="1138519" y="474005"/>
                  <a:pt x="1133475" y="485775"/>
                </a:cubicBezTo>
                <a:cubicBezTo>
                  <a:pt x="1128966" y="496297"/>
                  <a:pt x="1119545" y="504111"/>
                  <a:pt x="1114425" y="514350"/>
                </a:cubicBezTo>
                <a:cubicBezTo>
                  <a:pt x="1109935" y="523330"/>
                  <a:pt x="1109776" y="534148"/>
                  <a:pt x="1104900" y="542925"/>
                </a:cubicBezTo>
                <a:cubicBezTo>
                  <a:pt x="1093781" y="562939"/>
                  <a:pt x="1074040" y="578355"/>
                  <a:pt x="1066800" y="600075"/>
                </a:cubicBezTo>
                <a:cubicBezTo>
                  <a:pt x="1040510" y="678945"/>
                  <a:pt x="1058889" y="640517"/>
                  <a:pt x="1009650" y="714375"/>
                </a:cubicBezTo>
                <a:cubicBezTo>
                  <a:pt x="998833" y="730600"/>
                  <a:pt x="973840" y="769235"/>
                  <a:pt x="962025" y="781050"/>
                </a:cubicBezTo>
                <a:cubicBezTo>
                  <a:pt x="953930" y="789145"/>
                  <a:pt x="942975" y="793750"/>
                  <a:pt x="933450" y="800100"/>
                </a:cubicBezTo>
                <a:cubicBezTo>
                  <a:pt x="916711" y="850318"/>
                  <a:pt x="934988" y="809684"/>
                  <a:pt x="895350" y="857250"/>
                </a:cubicBezTo>
                <a:cubicBezTo>
                  <a:pt x="855662" y="904875"/>
                  <a:pt x="900112" y="869950"/>
                  <a:pt x="847725" y="904875"/>
                </a:cubicBezTo>
                <a:cubicBezTo>
                  <a:pt x="841375" y="914400"/>
                  <a:pt x="836004" y="924656"/>
                  <a:pt x="828675" y="933450"/>
                </a:cubicBezTo>
                <a:cubicBezTo>
                  <a:pt x="820051" y="943798"/>
                  <a:pt x="807572" y="950817"/>
                  <a:pt x="800100" y="962025"/>
                </a:cubicBezTo>
                <a:cubicBezTo>
                  <a:pt x="794531" y="970379"/>
                  <a:pt x="795065" y="981620"/>
                  <a:pt x="790575" y="990600"/>
                </a:cubicBezTo>
                <a:cubicBezTo>
                  <a:pt x="785455" y="1000839"/>
                  <a:pt x="776645" y="1008936"/>
                  <a:pt x="771525" y="1019175"/>
                </a:cubicBezTo>
                <a:cubicBezTo>
                  <a:pt x="767035" y="1028155"/>
                  <a:pt x="766490" y="1038770"/>
                  <a:pt x="762000" y="1047750"/>
                </a:cubicBezTo>
                <a:cubicBezTo>
                  <a:pt x="756880" y="1057989"/>
                  <a:pt x="748070" y="1066086"/>
                  <a:pt x="742950" y="1076325"/>
                </a:cubicBezTo>
                <a:cubicBezTo>
                  <a:pt x="738460" y="1085305"/>
                  <a:pt x="737915" y="1095920"/>
                  <a:pt x="733425" y="1104900"/>
                </a:cubicBezTo>
                <a:cubicBezTo>
                  <a:pt x="728305" y="1115139"/>
                  <a:pt x="719495" y="1123236"/>
                  <a:pt x="714375" y="1133475"/>
                </a:cubicBezTo>
                <a:cubicBezTo>
                  <a:pt x="709885" y="1142455"/>
                  <a:pt x="710419" y="1153696"/>
                  <a:pt x="704850" y="1162050"/>
                </a:cubicBezTo>
                <a:cubicBezTo>
                  <a:pt x="697378" y="1173258"/>
                  <a:pt x="684899" y="1180277"/>
                  <a:pt x="676275" y="1190625"/>
                </a:cubicBezTo>
                <a:cubicBezTo>
                  <a:pt x="668946" y="1199419"/>
                  <a:pt x="665320" y="1211105"/>
                  <a:pt x="657225" y="1219200"/>
                </a:cubicBezTo>
                <a:cubicBezTo>
                  <a:pt x="649130" y="1227295"/>
                  <a:pt x="638589" y="1232570"/>
                  <a:pt x="628650" y="1238250"/>
                </a:cubicBezTo>
                <a:cubicBezTo>
                  <a:pt x="595694" y="1257082"/>
                  <a:pt x="594033" y="1256139"/>
                  <a:pt x="561975" y="1266825"/>
                </a:cubicBezTo>
                <a:cubicBezTo>
                  <a:pt x="536575" y="1263650"/>
                  <a:pt x="510960" y="1261879"/>
                  <a:pt x="485775" y="1257300"/>
                </a:cubicBezTo>
                <a:cubicBezTo>
                  <a:pt x="475897" y="1255504"/>
                  <a:pt x="464823" y="1254309"/>
                  <a:pt x="457200" y="1247775"/>
                </a:cubicBezTo>
                <a:cubicBezTo>
                  <a:pt x="441764" y="1234544"/>
                  <a:pt x="432487" y="1215450"/>
                  <a:pt x="419100" y="1200150"/>
                </a:cubicBezTo>
                <a:cubicBezTo>
                  <a:pt x="410230" y="1190013"/>
                  <a:pt x="400050" y="1181100"/>
                  <a:pt x="390525" y="1171575"/>
                </a:cubicBezTo>
                <a:cubicBezTo>
                  <a:pt x="387350" y="1162050"/>
                  <a:pt x="384955" y="1152228"/>
                  <a:pt x="381000" y="1143000"/>
                </a:cubicBezTo>
                <a:cubicBezTo>
                  <a:pt x="366498" y="1109163"/>
                  <a:pt x="362032" y="1105023"/>
                  <a:pt x="342900" y="1076325"/>
                </a:cubicBezTo>
                <a:cubicBezTo>
                  <a:pt x="328505" y="1018744"/>
                  <a:pt x="337515" y="1050644"/>
                  <a:pt x="314325" y="981075"/>
                </a:cubicBezTo>
                <a:lnTo>
                  <a:pt x="304800" y="952500"/>
                </a:lnTo>
                <a:lnTo>
                  <a:pt x="295275" y="923925"/>
                </a:lnTo>
                <a:cubicBezTo>
                  <a:pt x="292100" y="879475"/>
                  <a:pt x="293494" y="834460"/>
                  <a:pt x="285750" y="790575"/>
                </a:cubicBezTo>
                <a:cubicBezTo>
                  <a:pt x="283761" y="779302"/>
                  <a:pt x="271349" y="772461"/>
                  <a:pt x="266700" y="762000"/>
                </a:cubicBezTo>
                <a:cubicBezTo>
                  <a:pt x="221360" y="659985"/>
                  <a:pt x="271713" y="740944"/>
                  <a:pt x="228600" y="676275"/>
                </a:cubicBezTo>
                <a:lnTo>
                  <a:pt x="209550" y="600075"/>
                </a:lnTo>
                <a:cubicBezTo>
                  <a:pt x="206375" y="587375"/>
                  <a:pt x="204165" y="574394"/>
                  <a:pt x="200025" y="561975"/>
                </a:cubicBezTo>
                <a:cubicBezTo>
                  <a:pt x="196850" y="552450"/>
                  <a:pt x="193258" y="543054"/>
                  <a:pt x="190500" y="533400"/>
                </a:cubicBezTo>
                <a:cubicBezTo>
                  <a:pt x="186431" y="519158"/>
                  <a:pt x="179063" y="481950"/>
                  <a:pt x="171450" y="466725"/>
                </a:cubicBezTo>
                <a:cubicBezTo>
                  <a:pt x="166330" y="456486"/>
                  <a:pt x="158750" y="447675"/>
                  <a:pt x="152400" y="438150"/>
                </a:cubicBezTo>
                <a:cubicBezTo>
                  <a:pt x="149348" y="425943"/>
                  <a:pt x="140182" y="385140"/>
                  <a:pt x="133350" y="371475"/>
                </a:cubicBezTo>
                <a:cubicBezTo>
                  <a:pt x="128230" y="361236"/>
                  <a:pt x="120650" y="352425"/>
                  <a:pt x="114300" y="342900"/>
                </a:cubicBezTo>
                <a:cubicBezTo>
                  <a:pt x="112058" y="333932"/>
                  <a:pt x="101461" y="287405"/>
                  <a:pt x="95250" y="276225"/>
                </a:cubicBezTo>
                <a:cubicBezTo>
                  <a:pt x="84131" y="256211"/>
                  <a:pt x="64390" y="240795"/>
                  <a:pt x="57150" y="219075"/>
                </a:cubicBezTo>
                <a:cubicBezTo>
                  <a:pt x="43365" y="177721"/>
                  <a:pt x="54725" y="197600"/>
                  <a:pt x="19050" y="161925"/>
                </a:cubicBezTo>
                <a:cubicBezTo>
                  <a:pt x="14558" y="148450"/>
                  <a:pt x="0" y="107210"/>
                  <a:pt x="0" y="95250"/>
                </a:cubicBezTo>
                <a:cubicBezTo>
                  <a:pt x="0" y="66499"/>
                  <a:pt x="433" y="36800"/>
                  <a:pt x="9525" y="9525"/>
                </a:cubicBezTo>
                <a:lnTo>
                  <a:pt x="0" y="38100"/>
                </a:ln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41" name="Google Shape;541;p8"/>
          <p:cNvSpPr/>
          <p:nvPr/>
        </p:nvSpPr>
        <p:spPr>
          <a:xfrm>
            <a:off x="1874774" y="1371600"/>
            <a:ext cx="829155" cy="657225"/>
          </a:xfrm>
          <a:custGeom>
            <a:avLst/>
            <a:gdLst/>
            <a:ahLst/>
            <a:cxnLst/>
            <a:rect l="l" t="t" r="r" b="b"/>
            <a:pathLst>
              <a:path w="829155" h="657225" extrusionOk="0">
                <a:moveTo>
                  <a:pt x="20701" y="581025"/>
                </a:moveTo>
                <a:lnTo>
                  <a:pt x="20701" y="581025"/>
                </a:lnTo>
                <a:cubicBezTo>
                  <a:pt x="23876" y="536575"/>
                  <a:pt x="23615" y="491745"/>
                  <a:pt x="30226" y="447675"/>
                </a:cubicBezTo>
                <a:cubicBezTo>
                  <a:pt x="33205" y="427817"/>
                  <a:pt x="42926" y="409575"/>
                  <a:pt x="49276" y="390525"/>
                </a:cubicBezTo>
                <a:cubicBezTo>
                  <a:pt x="71614" y="323512"/>
                  <a:pt x="42541" y="406240"/>
                  <a:pt x="77851" y="323850"/>
                </a:cubicBezTo>
                <a:cubicBezTo>
                  <a:pt x="108028" y="253437"/>
                  <a:pt x="51222" y="349505"/>
                  <a:pt x="125476" y="238125"/>
                </a:cubicBezTo>
                <a:cubicBezTo>
                  <a:pt x="131826" y="228600"/>
                  <a:pt x="140906" y="220410"/>
                  <a:pt x="144526" y="209550"/>
                </a:cubicBezTo>
                <a:cubicBezTo>
                  <a:pt x="147701" y="200025"/>
                  <a:pt x="148482" y="189329"/>
                  <a:pt x="154051" y="180975"/>
                </a:cubicBezTo>
                <a:cubicBezTo>
                  <a:pt x="161523" y="169767"/>
                  <a:pt x="174356" y="163033"/>
                  <a:pt x="182626" y="152400"/>
                </a:cubicBezTo>
                <a:cubicBezTo>
                  <a:pt x="196682" y="134328"/>
                  <a:pt x="204537" y="111439"/>
                  <a:pt x="220726" y="95250"/>
                </a:cubicBezTo>
                <a:cubicBezTo>
                  <a:pt x="230251" y="85725"/>
                  <a:pt x="240677" y="77023"/>
                  <a:pt x="249301" y="66675"/>
                </a:cubicBezTo>
                <a:cubicBezTo>
                  <a:pt x="256630" y="57881"/>
                  <a:pt x="258643" y="44167"/>
                  <a:pt x="268351" y="38100"/>
                </a:cubicBezTo>
                <a:cubicBezTo>
                  <a:pt x="285379" y="27457"/>
                  <a:pt x="308793" y="30189"/>
                  <a:pt x="325501" y="19050"/>
                </a:cubicBezTo>
                <a:lnTo>
                  <a:pt x="354076" y="0"/>
                </a:lnTo>
                <a:cubicBezTo>
                  <a:pt x="389001" y="3175"/>
                  <a:pt x="424134" y="4565"/>
                  <a:pt x="458851" y="9525"/>
                </a:cubicBezTo>
                <a:cubicBezTo>
                  <a:pt x="468790" y="10945"/>
                  <a:pt x="478198" y="15095"/>
                  <a:pt x="487426" y="19050"/>
                </a:cubicBezTo>
                <a:cubicBezTo>
                  <a:pt x="528950" y="36846"/>
                  <a:pt x="554709" y="53299"/>
                  <a:pt x="582676" y="95250"/>
                </a:cubicBezTo>
                <a:cubicBezTo>
                  <a:pt x="599609" y="120650"/>
                  <a:pt x="604914" y="132655"/>
                  <a:pt x="630301" y="152400"/>
                </a:cubicBezTo>
                <a:cubicBezTo>
                  <a:pt x="648373" y="166456"/>
                  <a:pt x="687451" y="190500"/>
                  <a:pt x="687451" y="190500"/>
                </a:cubicBezTo>
                <a:cubicBezTo>
                  <a:pt x="708233" y="252845"/>
                  <a:pt x="679369" y="191655"/>
                  <a:pt x="725551" y="228600"/>
                </a:cubicBezTo>
                <a:cubicBezTo>
                  <a:pt x="737765" y="238371"/>
                  <a:pt x="757730" y="284913"/>
                  <a:pt x="763651" y="295275"/>
                </a:cubicBezTo>
                <a:cubicBezTo>
                  <a:pt x="769331" y="305214"/>
                  <a:pt x="777581" y="313611"/>
                  <a:pt x="782701" y="323850"/>
                </a:cubicBezTo>
                <a:cubicBezTo>
                  <a:pt x="787191" y="332830"/>
                  <a:pt x="787736" y="343445"/>
                  <a:pt x="792226" y="352425"/>
                </a:cubicBezTo>
                <a:cubicBezTo>
                  <a:pt x="829155" y="426283"/>
                  <a:pt x="796860" y="337751"/>
                  <a:pt x="820801" y="409575"/>
                </a:cubicBezTo>
                <a:cubicBezTo>
                  <a:pt x="785602" y="462373"/>
                  <a:pt x="821890" y="420612"/>
                  <a:pt x="773176" y="447675"/>
                </a:cubicBezTo>
                <a:cubicBezTo>
                  <a:pt x="662389" y="509223"/>
                  <a:pt x="770135" y="467739"/>
                  <a:pt x="658876" y="504825"/>
                </a:cubicBezTo>
                <a:lnTo>
                  <a:pt x="630301" y="514350"/>
                </a:lnTo>
                <a:lnTo>
                  <a:pt x="601726" y="523875"/>
                </a:lnTo>
                <a:cubicBezTo>
                  <a:pt x="580660" y="544941"/>
                  <a:pt x="571098" y="558239"/>
                  <a:pt x="544576" y="571500"/>
                </a:cubicBezTo>
                <a:cubicBezTo>
                  <a:pt x="529351" y="579113"/>
                  <a:pt x="492143" y="586481"/>
                  <a:pt x="477901" y="590550"/>
                </a:cubicBezTo>
                <a:cubicBezTo>
                  <a:pt x="468247" y="593308"/>
                  <a:pt x="459171" y="598106"/>
                  <a:pt x="449326" y="600075"/>
                </a:cubicBezTo>
                <a:cubicBezTo>
                  <a:pt x="427311" y="604478"/>
                  <a:pt x="404666" y="605197"/>
                  <a:pt x="382651" y="609600"/>
                </a:cubicBezTo>
                <a:cubicBezTo>
                  <a:pt x="356978" y="614735"/>
                  <a:pt x="331289" y="620371"/>
                  <a:pt x="306451" y="628650"/>
                </a:cubicBezTo>
                <a:cubicBezTo>
                  <a:pt x="287401" y="635000"/>
                  <a:pt x="269180" y="644860"/>
                  <a:pt x="249301" y="647700"/>
                </a:cubicBezTo>
                <a:lnTo>
                  <a:pt x="182626" y="657225"/>
                </a:lnTo>
                <a:cubicBezTo>
                  <a:pt x="155464" y="654207"/>
                  <a:pt x="100241" y="654132"/>
                  <a:pt x="68326" y="638175"/>
                </a:cubicBezTo>
                <a:cubicBezTo>
                  <a:pt x="58087" y="633055"/>
                  <a:pt x="48545" y="626454"/>
                  <a:pt x="39751" y="619125"/>
                </a:cubicBezTo>
                <a:cubicBezTo>
                  <a:pt x="29403" y="610501"/>
                  <a:pt x="20701" y="600075"/>
                  <a:pt x="11176" y="590550"/>
                </a:cubicBezTo>
                <a:cubicBezTo>
                  <a:pt x="8001" y="581025"/>
                  <a:pt x="0" y="571879"/>
                  <a:pt x="1651" y="561975"/>
                </a:cubicBezTo>
                <a:cubicBezTo>
                  <a:pt x="3533" y="550683"/>
                  <a:pt x="14811" y="543216"/>
                  <a:pt x="20701" y="533400"/>
                </a:cubicBezTo>
                <a:cubicBezTo>
                  <a:pt x="24354" y="527312"/>
                  <a:pt x="27051" y="520700"/>
                  <a:pt x="30226" y="514350"/>
                </a:cubicBezTo>
                <a:lnTo>
                  <a:pt x="30226" y="514350"/>
                </a:lnTo>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42" name="Google Shape;542;p8"/>
          <p:cNvSpPr/>
          <p:nvPr/>
        </p:nvSpPr>
        <p:spPr>
          <a:xfrm>
            <a:off x="2514600" y="1066800"/>
            <a:ext cx="653296" cy="758739"/>
          </a:xfrm>
          <a:custGeom>
            <a:avLst/>
            <a:gdLst/>
            <a:ahLst/>
            <a:cxnLst/>
            <a:rect l="l" t="t" r="r" b="b"/>
            <a:pathLst>
              <a:path w="653296" h="758739" extrusionOk="0">
                <a:moveTo>
                  <a:pt x="0" y="15789"/>
                </a:moveTo>
                <a:lnTo>
                  <a:pt x="0" y="15789"/>
                </a:lnTo>
                <a:cubicBezTo>
                  <a:pt x="28575" y="18964"/>
                  <a:pt x="57365" y="20587"/>
                  <a:pt x="85725" y="25314"/>
                </a:cubicBezTo>
                <a:cubicBezTo>
                  <a:pt x="95629" y="26965"/>
                  <a:pt x="104560" y="32404"/>
                  <a:pt x="114300" y="34839"/>
                </a:cubicBezTo>
                <a:cubicBezTo>
                  <a:pt x="130006" y="38766"/>
                  <a:pt x="146219" y="40437"/>
                  <a:pt x="161925" y="44364"/>
                </a:cubicBezTo>
                <a:cubicBezTo>
                  <a:pt x="171665" y="46799"/>
                  <a:pt x="180510" y="52890"/>
                  <a:pt x="190500" y="53889"/>
                </a:cubicBezTo>
                <a:cubicBezTo>
                  <a:pt x="244300" y="59269"/>
                  <a:pt x="298450" y="60239"/>
                  <a:pt x="352425" y="63414"/>
                </a:cubicBezTo>
                <a:cubicBezTo>
                  <a:pt x="377825" y="69764"/>
                  <a:pt x="403787" y="74185"/>
                  <a:pt x="428625" y="82464"/>
                </a:cubicBezTo>
                <a:lnTo>
                  <a:pt x="485775" y="101514"/>
                </a:lnTo>
                <a:cubicBezTo>
                  <a:pt x="495300" y="114214"/>
                  <a:pt x="503125" y="128389"/>
                  <a:pt x="514350" y="139614"/>
                </a:cubicBezTo>
                <a:cubicBezTo>
                  <a:pt x="589275" y="214539"/>
                  <a:pt x="493479" y="93614"/>
                  <a:pt x="571500" y="187239"/>
                </a:cubicBezTo>
                <a:cubicBezTo>
                  <a:pt x="637805" y="266805"/>
                  <a:pt x="535643" y="160907"/>
                  <a:pt x="619125" y="244389"/>
                </a:cubicBezTo>
                <a:cubicBezTo>
                  <a:pt x="622300" y="253914"/>
                  <a:pt x="624160" y="263984"/>
                  <a:pt x="628650" y="272964"/>
                </a:cubicBezTo>
                <a:cubicBezTo>
                  <a:pt x="633770" y="283203"/>
                  <a:pt x="646939" y="290117"/>
                  <a:pt x="647700" y="301539"/>
                </a:cubicBezTo>
                <a:cubicBezTo>
                  <a:pt x="653296" y="385483"/>
                  <a:pt x="641447" y="406023"/>
                  <a:pt x="619125" y="472989"/>
                </a:cubicBezTo>
                <a:cubicBezTo>
                  <a:pt x="615950" y="482514"/>
                  <a:pt x="615169" y="493210"/>
                  <a:pt x="609600" y="501564"/>
                </a:cubicBezTo>
                <a:cubicBezTo>
                  <a:pt x="603250" y="511089"/>
                  <a:pt x="595199" y="519678"/>
                  <a:pt x="590550" y="530139"/>
                </a:cubicBezTo>
                <a:cubicBezTo>
                  <a:pt x="553254" y="614054"/>
                  <a:pt x="595081" y="563708"/>
                  <a:pt x="542925" y="615864"/>
                </a:cubicBezTo>
                <a:cubicBezTo>
                  <a:pt x="532999" y="645641"/>
                  <a:pt x="523373" y="682874"/>
                  <a:pt x="495300" y="701589"/>
                </a:cubicBezTo>
                <a:cubicBezTo>
                  <a:pt x="485775" y="707939"/>
                  <a:pt x="476040" y="713985"/>
                  <a:pt x="466725" y="720639"/>
                </a:cubicBezTo>
                <a:cubicBezTo>
                  <a:pt x="416268" y="756680"/>
                  <a:pt x="446421" y="743282"/>
                  <a:pt x="400050" y="758739"/>
                </a:cubicBezTo>
                <a:cubicBezTo>
                  <a:pt x="390525" y="752389"/>
                  <a:pt x="380269" y="747018"/>
                  <a:pt x="371475" y="739689"/>
                </a:cubicBezTo>
                <a:cubicBezTo>
                  <a:pt x="361127" y="731065"/>
                  <a:pt x="354108" y="718586"/>
                  <a:pt x="342900" y="711114"/>
                </a:cubicBezTo>
                <a:cubicBezTo>
                  <a:pt x="334546" y="705545"/>
                  <a:pt x="323850" y="704764"/>
                  <a:pt x="314325" y="701589"/>
                </a:cubicBezTo>
                <a:cubicBezTo>
                  <a:pt x="269875" y="634914"/>
                  <a:pt x="295275" y="657139"/>
                  <a:pt x="247650" y="625389"/>
                </a:cubicBezTo>
                <a:cubicBezTo>
                  <a:pt x="230885" y="575094"/>
                  <a:pt x="243694" y="605168"/>
                  <a:pt x="200025" y="539664"/>
                </a:cubicBezTo>
                <a:cubicBezTo>
                  <a:pt x="193675" y="530139"/>
                  <a:pt x="184595" y="521949"/>
                  <a:pt x="180975" y="511089"/>
                </a:cubicBezTo>
                <a:cubicBezTo>
                  <a:pt x="157034" y="439265"/>
                  <a:pt x="189329" y="527797"/>
                  <a:pt x="152400" y="453939"/>
                </a:cubicBezTo>
                <a:cubicBezTo>
                  <a:pt x="147910" y="444959"/>
                  <a:pt x="147751" y="434141"/>
                  <a:pt x="142875" y="425364"/>
                </a:cubicBezTo>
                <a:cubicBezTo>
                  <a:pt x="131756" y="405350"/>
                  <a:pt x="117475" y="387264"/>
                  <a:pt x="104775" y="368214"/>
                </a:cubicBezTo>
                <a:cubicBezTo>
                  <a:pt x="98425" y="358689"/>
                  <a:pt x="89345" y="350499"/>
                  <a:pt x="85725" y="339639"/>
                </a:cubicBezTo>
                <a:lnTo>
                  <a:pt x="57150" y="253914"/>
                </a:lnTo>
                <a:lnTo>
                  <a:pt x="47625" y="225339"/>
                </a:lnTo>
                <a:cubicBezTo>
                  <a:pt x="44450" y="215814"/>
                  <a:pt x="40535" y="206504"/>
                  <a:pt x="38100" y="196764"/>
                </a:cubicBezTo>
                <a:cubicBezTo>
                  <a:pt x="34925" y="184064"/>
                  <a:pt x="30917" y="171544"/>
                  <a:pt x="28575" y="158664"/>
                </a:cubicBezTo>
                <a:cubicBezTo>
                  <a:pt x="11063" y="62349"/>
                  <a:pt x="29086" y="122098"/>
                  <a:pt x="9525" y="63414"/>
                </a:cubicBezTo>
                <a:cubicBezTo>
                  <a:pt x="20094" y="0"/>
                  <a:pt x="1588" y="23727"/>
                  <a:pt x="0" y="15789"/>
                </a:cubicBezTo>
                <a:close/>
              </a:path>
            </a:pathLst>
          </a:custGeom>
          <a:solidFill>
            <a:srgbClr val="FFFF00">
              <a:alpha val="11372"/>
            </a:srgb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43" name="Google Shape;543;p8"/>
          <p:cNvSpPr/>
          <p:nvPr/>
        </p:nvSpPr>
        <p:spPr>
          <a:xfrm>
            <a:off x="2238375" y="3123121"/>
            <a:ext cx="801800" cy="686879"/>
          </a:xfrm>
          <a:custGeom>
            <a:avLst/>
            <a:gdLst/>
            <a:ahLst/>
            <a:cxnLst/>
            <a:rect l="l" t="t" r="r" b="b"/>
            <a:pathLst>
              <a:path w="801800" h="686879" extrusionOk="0">
                <a:moveTo>
                  <a:pt x="0" y="58229"/>
                </a:moveTo>
                <a:lnTo>
                  <a:pt x="0" y="58229"/>
                </a:lnTo>
                <a:cubicBezTo>
                  <a:pt x="28575" y="55054"/>
                  <a:pt x="57082" y="51195"/>
                  <a:pt x="85725" y="48704"/>
                </a:cubicBezTo>
                <a:cubicBezTo>
                  <a:pt x="130121" y="44844"/>
                  <a:pt x="175005" y="45790"/>
                  <a:pt x="219075" y="39179"/>
                </a:cubicBezTo>
                <a:lnTo>
                  <a:pt x="304800" y="10604"/>
                </a:lnTo>
                <a:lnTo>
                  <a:pt x="333375" y="1079"/>
                </a:lnTo>
                <a:cubicBezTo>
                  <a:pt x="387350" y="4254"/>
                  <a:pt x="442282" y="0"/>
                  <a:pt x="495300" y="10604"/>
                </a:cubicBezTo>
                <a:cubicBezTo>
                  <a:pt x="507003" y="12945"/>
                  <a:pt x="537621" y="57145"/>
                  <a:pt x="542925" y="67754"/>
                </a:cubicBezTo>
                <a:cubicBezTo>
                  <a:pt x="547415" y="76734"/>
                  <a:pt x="547960" y="87349"/>
                  <a:pt x="552450" y="96329"/>
                </a:cubicBezTo>
                <a:cubicBezTo>
                  <a:pt x="557570" y="106568"/>
                  <a:pt x="566851" y="114443"/>
                  <a:pt x="571500" y="124904"/>
                </a:cubicBezTo>
                <a:cubicBezTo>
                  <a:pt x="579655" y="143254"/>
                  <a:pt x="573842" y="170915"/>
                  <a:pt x="590550" y="182054"/>
                </a:cubicBezTo>
                <a:lnTo>
                  <a:pt x="619125" y="201104"/>
                </a:lnTo>
                <a:cubicBezTo>
                  <a:pt x="673720" y="282996"/>
                  <a:pt x="608265" y="179384"/>
                  <a:pt x="647700" y="258254"/>
                </a:cubicBezTo>
                <a:cubicBezTo>
                  <a:pt x="653497" y="269849"/>
                  <a:pt x="690471" y="319536"/>
                  <a:pt x="695325" y="324929"/>
                </a:cubicBezTo>
                <a:cubicBezTo>
                  <a:pt x="713347" y="344954"/>
                  <a:pt x="737531" y="359663"/>
                  <a:pt x="752475" y="382079"/>
                </a:cubicBezTo>
                <a:cubicBezTo>
                  <a:pt x="796144" y="447583"/>
                  <a:pt x="783335" y="417509"/>
                  <a:pt x="800100" y="467804"/>
                </a:cubicBezTo>
                <a:cubicBezTo>
                  <a:pt x="796925" y="486854"/>
                  <a:pt x="801800" y="509239"/>
                  <a:pt x="790575" y="524954"/>
                </a:cubicBezTo>
                <a:cubicBezTo>
                  <a:pt x="782966" y="535606"/>
                  <a:pt x="765062" y="530883"/>
                  <a:pt x="752475" y="534479"/>
                </a:cubicBezTo>
                <a:cubicBezTo>
                  <a:pt x="742821" y="537237"/>
                  <a:pt x="732880" y="539514"/>
                  <a:pt x="723900" y="544004"/>
                </a:cubicBezTo>
                <a:cubicBezTo>
                  <a:pt x="713661" y="549124"/>
                  <a:pt x="705564" y="557934"/>
                  <a:pt x="695325" y="563054"/>
                </a:cubicBezTo>
                <a:cubicBezTo>
                  <a:pt x="680100" y="570667"/>
                  <a:pt x="642892" y="578035"/>
                  <a:pt x="628650" y="582104"/>
                </a:cubicBezTo>
                <a:cubicBezTo>
                  <a:pt x="618996" y="584862"/>
                  <a:pt x="609815" y="589194"/>
                  <a:pt x="600075" y="591629"/>
                </a:cubicBezTo>
                <a:cubicBezTo>
                  <a:pt x="584369" y="595556"/>
                  <a:pt x="568069" y="596894"/>
                  <a:pt x="552450" y="601154"/>
                </a:cubicBezTo>
                <a:cubicBezTo>
                  <a:pt x="533077" y="606438"/>
                  <a:pt x="514350" y="613854"/>
                  <a:pt x="495300" y="620204"/>
                </a:cubicBezTo>
                <a:lnTo>
                  <a:pt x="466725" y="629729"/>
                </a:lnTo>
                <a:cubicBezTo>
                  <a:pt x="457200" y="632904"/>
                  <a:pt x="446504" y="633685"/>
                  <a:pt x="438150" y="639254"/>
                </a:cubicBezTo>
                <a:cubicBezTo>
                  <a:pt x="408138" y="659262"/>
                  <a:pt x="414368" y="658729"/>
                  <a:pt x="381000" y="667829"/>
                </a:cubicBezTo>
                <a:cubicBezTo>
                  <a:pt x="355741" y="674718"/>
                  <a:pt x="304800" y="686879"/>
                  <a:pt x="304800" y="686879"/>
                </a:cubicBezTo>
                <a:cubicBezTo>
                  <a:pt x="295275" y="680529"/>
                  <a:pt x="282292" y="677537"/>
                  <a:pt x="276225" y="667829"/>
                </a:cubicBezTo>
                <a:cubicBezTo>
                  <a:pt x="265582" y="650801"/>
                  <a:pt x="266155" y="628640"/>
                  <a:pt x="257175" y="610679"/>
                </a:cubicBezTo>
                <a:cubicBezTo>
                  <a:pt x="250825" y="597979"/>
                  <a:pt x="245430" y="584755"/>
                  <a:pt x="238125" y="572579"/>
                </a:cubicBezTo>
                <a:cubicBezTo>
                  <a:pt x="226345" y="552946"/>
                  <a:pt x="212725" y="534479"/>
                  <a:pt x="200025" y="515429"/>
                </a:cubicBezTo>
                <a:cubicBezTo>
                  <a:pt x="193675" y="505904"/>
                  <a:pt x="186095" y="497093"/>
                  <a:pt x="180975" y="486854"/>
                </a:cubicBezTo>
                <a:cubicBezTo>
                  <a:pt x="151686" y="428276"/>
                  <a:pt x="169801" y="460568"/>
                  <a:pt x="123825" y="391604"/>
                </a:cubicBezTo>
                <a:lnTo>
                  <a:pt x="85725" y="334454"/>
                </a:lnTo>
                <a:cubicBezTo>
                  <a:pt x="79375" y="324929"/>
                  <a:pt x="70295" y="316739"/>
                  <a:pt x="66675" y="305879"/>
                </a:cubicBezTo>
                <a:lnTo>
                  <a:pt x="28575" y="191579"/>
                </a:lnTo>
                <a:lnTo>
                  <a:pt x="19050" y="163004"/>
                </a:lnTo>
                <a:lnTo>
                  <a:pt x="9525" y="134429"/>
                </a:lnTo>
                <a:lnTo>
                  <a:pt x="0" y="58229"/>
                </a:ln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44" name="Google Shape;544;p8"/>
          <p:cNvSpPr/>
          <p:nvPr/>
        </p:nvSpPr>
        <p:spPr>
          <a:xfrm>
            <a:off x="2695575" y="2143125"/>
            <a:ext cx="1386898" cy="1323975"/>
          </a:xfrm>
          <a:custGeom>
            <a:avLst/>
            <a:gdLst/>
            <a:ahLst/>
            <a:cxnLst/>
            <a:rect l="l" t="t" r="r" b="b"/>
            <a:pathLst>
              <a:path w="1386898" h="1323975" extrusionOk="0">
                <a:moveTo>
                  <a:pt x="0" y="466725"/>
                </a:moveTo>
                <a:lnTo>
                  <a:pt x="0" y="466725"/>
                </a:lnTo>
                <a:cubicBezTo>
                  <a:pt x="31750" y="463550"/>
                  <a:pt x="63622" y="461417"/>
                  <a:pt x="95250" y="457200"/>
                </a:cubicBezTo>
                <a:cubicBezTo>
                  <a:pt x="111297" y="455060"/>
                  <a:pt x="128176" y="454459"/>
                  <a:pt x="142875" y="447675"/>
                </a:cubicBezTo>
                <a:cubicBezTo>
                  <a:pt x="297636" y="376247"/>
                  <a:pt x="160533" y="414685"/>
                  <a:pt x="257175" y="390525"/>
                </a:cubicBezTo>
                <a:cubicBezTo>
                  <a:pt x="345616" y="324195"/>
                  <a:pt x="246210" y="395199"/>
                  <a:pt x="333375" y="342900"/>
                </a:cubicBezTo>
                <a:cubicBezTo>
                  <a:pt x="353008" y="331120"/>
                  <a:pt x="371475" y="317500"/>
                  <a:pt x="390525" y="304800"/>
                </a:cubicBezTo>
                <a:lnTo>
                  <a:pt x="447675" y="266700"/>
                </a:lnTo>
                <a:cubicBezTo>
                  <a:pt x="463900" y="255883"/>
                  <a:pt x="502535" y="230890"/>
                  <a:pt x="514350" y="219075"/>
                </a:cubicBezTo>
                <a:cubicBezTo>
                  <a:pt x="522445" y="210980"/>
                  <a:pt x="524785" y="198038"/>
                  <a:pt x="533400" y="190500"/>
                </a:cubicBezTo>
                <a:cubicBezTo>
                  <a:pt x="550630" y="175423"/>
                  <a:pt x="571500" y="165100"/>
                  <a:pt x="590550" y="152400"/>
                </a:cubicBezTo>
                <a:cubicBezTo>
                  <a:pt x="600075" y="146050"/>
                  <a:pt x="608265" y="136970"/>
                  <a:pt x="619125" y="133350"/>
                </a:cubicBezTo>
                <a:lnTo>
                  <a:pt x="676275" y="114300"/>
                </a:lnTo>
                <a:cubicBezTo>
                  <a:pt x="685800" y="111125"/>
                  <a:pt x="696496" y="110344"/>
                  <a:pt x="704850" y="104775"/>
                </a:cubicBezTo>
                <a:cubicBezTo>
                  <a:pt x="803698" y="38877"/>
                  <a:pt x="650677" y="139184"/>
                  <a:pt x="771525" y="66675"/>
                </a:cubicBezTo>
                <a:cubicBezTo>
                  <a:pt x="791158" y="54895"/>
                  <a:pt x="809625" y="41275"/>
                  <a:pt x="828675" y="28575"/>
                </a:cubicBezTo>
                <a:cubicBezTo>
                  <a:pt x="838200" y="22225"/>
                  <a:pt x="846390" y="13145"/>
                  <a:pt x="857250" y="9525"/>
                </a:cubicBezTo>
                <a:lnTo>
                  <a:pt x="885825" y="0"/>
                </a:lnTo>
                <a:cubicBezTo>
                  <a:pt x="936625" y="3175"/>
                  <a:pt x="987793" y="2648"/>
                  <a:pt x="1038225" y="9525"/>
                </a:cubicBezTo>
                <a:cubicBezTo>
                  <a:pt x="1058121" y="12238"/>
                  <a:pt x="1076325" y="22225"/>
                  <a:pt x="1095375" y="28575"/>
                </a:cubicBezTo>
                <a:lnTo>
                  <a:pt x="1123950" y="38100"/>
                </a:lnTo>
                <a:lnTo>
                  <a:pt x="1152525" y="47625"/>
                </a:lnTo>
                <a:cubicBezTo>
                  <a:pt x="1217770" y="112870"/>
                  <a:pt x="1194731" y="82359"/>
                  <a:pt x="1228725" y="133350"/>
                </a:cubicBezTo>
                <a:cubicBezTo>
                  <a:pt x="1231900" y="146050"/>
                  <a:pt x="1234654" y="158863"/>
                  <a:pt x="1238250" y="171450"/>
                </a:cubicBezTo>
                <a:cubicBezTo>
                  <a:pt x="1244534" y="193444"/>
                  <a:pt x="1258773" y="229533"/>
                  <a:pt x="1266825" y="247650"/>
                </a:cubicBezTo>
                <a:cubicBezTo>
                  <a:pt x="1272592" y="260625"/>
                  <a:pt x="1280889" y="272455"/>
                  <a:pt x="1285875" y="285750"/>
                </a:cubicBezTo>
                <a:cubicBezTo>
                  <a:pt x="1290472" y="298007"/>
                  <a:pt x="1289546" y="312141"/>
                  <a:pt x="1295400" y="323850"/>
                </a:cubicBezTo>
                <a:cubicBezTo>
                  <a:pt x="1305639" y="344328"/>
                  <a:pt x="1326260" y="359280"/>
                  <a:pt x="1333500" y="381000"/>
                </a:cubicBezTo>
                <a:cubicBezTo>
                  <a:pt x="1339850" y="400050"/>
                  <a:pt x="1349249" y="418343"/>
                  <a:pt x="1352550" y="438150"/>
                </a:cubicBezTo>
                <a:cubicBezTo>
                  <a:pt x="1364227" y="508213"/>
                  <a:pt x="1357391" y="476564"/>
                  <a:pt x="1371600" y="533400"/>
                </a:cubicBezTo>
                <a:cubicBezTo>
                  <a:pt x="1382681" y="644208"/>
                  <a:pt x="1386898" y="630092"/>
                  <a:pt x="1371600" y="752475"/>
                </a:cubicBezTo>
                <a:cubicBezTo>
                  <a:pt x="1368107" y="780417"/>
                  <a:pt x="1356639" y="785801"/>
                  <a:pt x="1343025" y="809625"/>
                </a:cubicBezTo>
                <a:cubicBezTo>
                  <a:pt x="1335980" y="821953"/>
                  <a:pt x="1331020" y="835397"/>
                  <a:pt x="1323975" y="847725"/>
                </a:cubicBezTo>
                <a:cubicBezTo>
                  <a:pt x="1318295" y="857664"/>
                  <a:pt x="1309574" y="865839"/>
                  <a:pt x="1304925" y="876300"/>
                </a:cubicBezTo>
                <a:cubicBezTo>
                  <a:pt x="1296770" y="894650"/>
                  <a:pt x="1297014" y="916742"/>
                  <a:pt x="1285875" y="933450"/>
                </a:cubicBezTo>
                <a:cubicBezTo>
                  <a:pt x="1231280" y="1015342"/>
                  <a:pt x="1296735" y="911730"/>
                  <a:pt x="1257300" y="990600"/>
                </a:cubicBezTo>
                <a:cubicBezTo>
                  <a:pt x="1251269" y="1002661"/>
                  <a:pt x="1214852" y="1051235"/>
                  <a:pt x="1209675" y="1057275"/>
                </a:cubicBezTo>
                <a:cubicBezTo>
                  <a:pt x="1200909" y="1067502"/>
                  <a:pt x="1189724" y="1075502"/>
                  <a:pt x="1181100" y="1085850"/>
                </a:cubicBezTo>
                <a:cubicBezTo>
                  <a:pt x="1173771" y="1094644"/>
                  <a:pt x="1169379" y="1105631"/>
                  <a:pt x="1162050" y="1114425"/>
                </a:cubicBezTo>
                <a:cubicBezTo>
                  <a:pt x="1147003" y="1132481"/>
                  <a:pt x="1126307" y="1151346"/>
                  <a:pt x="1104900" y="1162050"/>
                </a:cubicBezTo>
                <a:cubicBezTo>
                  <a:pt x="1095920" y="1166540"/>
                  <a:pt x="1085850" y="1168400"/>
                  <a:pt x="1076325" y="1171575"/>
                </a:cubicBezTo>
                <a:cubicBezTo>
                  <a:pt x="1031561" y="1216339"/>
                  <a:pt x="1058958" y="1192678"/>
                  <a:pt x="990600" y="1238250"/>
                </a:cubicBezTo>
                <a:cubicBezTo>
                  <a:pt x="981075" y="1244600"/>
                  <a:pt x="972885" y="1253680"/>
                  <a:pt x="962025" y="1257300"/>
                </a:cubicBezTo>
                <a:cubicBezTo>
                  <a:pt x="952500" y="1260475"/>
                  <a:pt x="942678" y="1262870"/>
                  <a:pt x="933450" y="1266825"/>
                </a:cubicBezTo>
                <a:cubicBezTo>
                  <a:pt x="863718" y="1296710"/>
                  <a:pt x="927494" y="1277839"/>
                  <a:pt x="857250" y="1295400"/>
                </a:cubicBezTo>
                <a:cubicBezTo>
                  <a:pt x="847725" y="1301750"/>
                  <a:pt x="838914" y="1309330"/>
                  <a:pt x="828675" y="1314450"/>
                </a:cubicBezTo>
                <a:cubicBezTo>
                  <a:pt x="819695" y="1318940"/>
                  <a:pt x="810140" y="1323975"/>
                  <a:pt x="800100" y="1323975"/>
                </a:cubicBezTo>
                <a:cubicBezTo>
                  <a:pt x="695277" y="1323975"/>
                  <a:pt x="590550" y="1317625"/>
                  <a:pt x="485775" y="1314450"/>
                </a:cubicBezTo>
                <a:cubicBezTo>
                  <a:pt x="476250" y="1311275"/>
                  <a:pt x="465040" y="1311197"/>
                  <a:pt x="457200" y="1304925"/>
                </a:cubicBezTo>
                <a:cubicBezTo>
                  <a:pt x="431001" y="1283965"/>
                  <a:pt x="443156" y="1273204"/>
                  <a:pt x="428625" y="1247775"/>
                </a:cubicBezTo>
                <a:cubicBezTo>
                  <a:pt x="420749" y="1233992"/>
                  <a:pt x="407760" y="1223552"/>
                  <a:pt x="400050" y="1209675"/>
                </a:cubicBezTo>
                <a:cubicBezTo>
                  <a:pt x="391747" y="1194729"/>
                  <a:pt x="388165" y="1177574"/>
                  <a:pt x="381000" y="1162050"/>
                </a:cubicBezTo>
                <a:cubicBezTo>
                  <a:pt x="369100" y="1136266"/>
                  <a:pt x="355600" y="1111250"/>
                  <a:pt x="342900" y="1085850"/>
                </a:cubicBezTo>
                <a:cubicBezTo>
                  <a:pt x="336550" y="1073150"/>
                  <a:pt x="328340" y="1061220"/>
                  <a:pt x="323850" y="1047750"/>
                </a:cubicBezTo>
                <a:cubicBezTo>
                  <a:pt x="315463" y="1022589"/>
                  <a:pt x="300789" y="970213"/>
                  <a:pt x="276225" y="962025"/>
                </a:cubicBezTo>
                <a:lnTo>
                  <a:pt x="247650" y="952500"/>
                </a:lnTo>
                <a:cubicBezTo>
                  <a:pt x="234950" y="933450"/>
                  <a:pt x="216790" y="917070"/>
                  <a:pt x="209550" y="895350"/>
                </a:cubicBezTo>
                <a:cubicBezTo>
                  <a:pt x="195005" y="851715"/>
                  <a:pt x="206049" y="874807"/>
                  <a:pt x="171450" y="828675"/>
                </a:cubicBezTo>
                <a:cubicBezTo>
                  <a:pt x="165100" y="803275"/>
                  <a:pt x="164109" y="775893"/>
                  <a:pt x="152400" y="752475"/>
                </a:cubicBezTo>
                <a:cubicBezTo>
                  <a:pt x="146050" y="739775"/>
                  <a:pt x="138336" y="727670"/>
                  <a:pt x="133350" y="714375"/>
                </a:cubicBezTo>
                <a:cubicBezTo>
                  <a:pt x="128753" y="702118"/>
                  <a:pt x="128982" y="688307"/>
                  <a:pt x="123825" y="676275"/>
                </a:cubicBezTo>
                <a:cubicBezTo>
                  <a:pt x="119316" y="665753"/>
                  <a:pt x="109424" y="658161"/>
                  <a:pt x="104775" y="647700"/>
                </a:cubicBezTo>
                <a:cubicBezTo>
                  <a:pt x="96620" y="629350"/>
                  <a:pt x="96864" y="607258"/>
                  <a:pt x="85725" y="590550"/>
                </a:cubicBezTo>
                <a:cubicBezTo>
                  <a:pt x="73025" y="571500"/>
                  <a:pt x="54865" y="555120"/>
                  <a:pt x="47625" y="533400"/>
                </a:cubicBezTo>
                <a:cubicBezTo>
                  <a:pt x="44450" y="523875"/>
                  <a:pt x="42590" y="513805"/>
                  <a:pt x="38100" y="504825"/>
                </a:cubicBezTo>
                <a:cubicBezTo>
                  <a:pt x="15528" y="459680"/>
                  <a:pt x="6350" y="473075"/>
                  <a:pt x="0" y="466725"/>
                </a:cubicBezTo>
                <a:close/>
              </a:path>
            </a:pathLst>
          </a:custGeom>
          <a:blipFill rotWithShape="1">
            <a:blip r:embed="rId4">
              <a:alphaModFix amt="49000"/>
            </a:blip>
            <a:tile tx="0" ty="0" sx="100000" sy="100000" flip="none" algn="tl"/>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45" name="Google Shape;545;p8"/>
          <p:cNvSpPr/>
          <p:nvPr/>
        </p:nvSpPr>
        <p:spPr>
          <a:xfrm>
            <a:off x="2772264" y="2143125"/>
            <a:ext cx="1783811" cy="1712433"/>
          </a:xfrm>
          <a:custGeom>
            <a:avLst/>
            <a:gdLst/>
            <a:ahLst/>
            <a:cxnLst/>
            <a:rect l="l" t="t" r="r" b="b"/>
            <a:pathLst>
              <a:path w="1783811" h="1712433" extrusionOk="0">
                <a:moveTo>
                  <a:pt x="9036" y="361950"/>
                </a:moveTo>
                <a:lnTo>
                  <a:pt x="9036" y="361950"/>
                </a:lnTo>
                <a:cubicBezTo>
                  <a:pt x="12211" y="330200"/>
                  <a:pt x="13709" y="298237"/>
                  <a:pt x="18561" y="266700"/>
                </a:cubicBezTo>
                <a:cubicBezTo>
                  <a:pt x="20088" y="256777"/>
                  <a:pt x="19916" y="243961"/>
                  <a:pt x="28086" y="238125"/>
                </a:cubicBezTo>
                <a:cubicBezTo>
                  <a:pt x="44426" y="226453"/>
                  <a:pt x="85236" y="219075"/>
                  <a:pt x="85236" y="219075"/>
                </a:cubicBezTo>
                <a:cubicBezTo>
                  <a:pt x="90983" y="227695"/>
                  <a:pt x="120638" y="276225"/>
                  <a:pt x="132861" y="276225"/>
                </a:cubicBezTo>
                <a:cubicBezTo>
                  <a:pt x="144309" y="276225"/>
                  <a:pt x="146791" y="257889"/>
                  <a:pt x="151911" y="247650"/>
                </a:cubicBezTo>
                <a:cubicBezTo>
                  <a:pt x="156401" y="238670"/>
                  <a:pt x="158678" y="228729"/>
                  <a:pt x="161436" y="219075"/>
                </a:cubicBezTo>
                <a:cubicBezTo>
                  <a:pt x="165032" y="206488"/>
                  <a:pt x="163699" y="191867"/>
                  <a:pt x="170961" y="180975"/>
                </a:cubicBezTo>
                <a:cubicBezTo>
                  <a:pt x="177311" y="171450"/>
                  <a:pt x="190011" y="168275"/>
                  <a:pt x="199536" y="161925"/>
                </a:cubicBezTo>
                <a:cubicBezTo>
                  <a:pt x="265040" y="205594"/>
                  <a:pt x="234966" y="207265"/>
                  <a:pt x="285261" y="190500"/>
                </a:cubicBezTo>
                <a:cubicBezTo>
                  <a:pt x="288436" y="177800"/>
                  <a:pt x="292634" y="165313"/>
                  <a:pt x="294786" y="152400"/>
                </a:cubicBezTo>
                <a:cubicBezTo>
                  <a:pt x="298994" y="127151"/>
                  <a:pt x="293915" y="99591"/>
                  <a:pt x="304311" y="76200"/>
                </a:cubicBezTo>
                <a:cubicBezTo>
                  <a:pt x="308389" y="67025"/>
                  <a:pt x="323361" y="69850"/>
                  <a:pt x="332886" y="66675"/>
                </a:cubicBezTo>
                <a:cubicBezTo>
                  <a:pt x="342411" y="69850"/>
                  <a:pt x="353621" y="69928"/>
                  <a:pt x="361461" y="76200"/>
                </a:cubicBezTo>
                <a:cubicBezTo>
                  <a:pt x="370400" y="83351"/>
                  <a:pt x="369405" y="101999"/>
                  <a:pt x="380511" y="104775"/>
                </a:cubicBezTo>
                <a:cubicBezTo>
                  <a:pt x="399247" y="109459"/>
                  <a:pt x="418611" y="98425"/>
                  <a:pt x="437661" y="95250"/>
                </a:cubicBezTo>
                <a:cubicBezTo>
                  <a:pt x="440836" y="85725"/>
                  <a:pt x="445008" y="76476"/>
                  <a:pt x="447186" y="66675"/>
                </a:cubicBezTo>
                <a:cubicBezTo>
                  <a:pt x="451376" y="47822"/>
                  <a:pt x="447129" y="26293"/>
                  <a:pt x="456711" y="9525"/>
                </a:cubicBezTo>
                <a:cubicBezTo>
                  <a:pt x="461692" y="808"/>
                  <a:pt x="475761" y="3175"/>
                  <a:pt x="485286" y="0"/>
                </a:cubicBezTo>
                <a:cubicBezTo>
                  <a:pt x="494811" y="9525"/>
                  <a:pt x="503513" y="19951"/>
                  <a:pt x="513861" y="28575"/>
                </a:cubicBezTo>
                <a:cubicBezTo>
                  <a:pt x="522655" y="35904"/>
                  <a:pt x="534341" y="39530"/>
                  <a:pt x="542436" y="47625"/>
                </a:cubicBezTo>
                <a:cubicBezTo>
                  <a:pt x="562677" y="67866"/>
                  <a:pt x="569621" y="99267"/>
                  <a:pt x="580536" y="123825"/>
                </a:cubicBezTo>
                <a:cubicBezTo>
                  <a:pt x="586303" y="136800"/>
                  <a:pt x="593993" y="148874"/>
                  <a:pt x="599586" y="161925"/>
                </a:cubicBezTo>
                <a:cubicBezTo>
                  <a:pt x="603541" y="171153"/>
                  <a:pt x="605586" y="181099"/>
                  <a:pt x="609111" y="190500"/>
                </a:cubicBezTo>
                <a:cubicBezTo>
                  <a:pt x="615114" y="206509"/>
                  <a:pt x="622318" y="222057"/>
                  <a:pt x="628161" y="238125"/>
                </a:cubicBezTo>
                <a:cubicBezTo>
                  <a:pt x="635023" y="256996"/>
                  <a:pt x="636072" y="278567"/>
                  <a:pt x="647211" y="295275"/>
                </a:cubicBezTo>
                <a:lnTo>
                  <a:pt x="685311" y="352425"/>
                </a:lnTo>
                <a:cubicBezTo>
                  <a:pt x="688486" y="365125"/>
                  <a:pt x="688341" y="379159"/>
                  <a:pt x="694836" y="390525"/>
                </a:cubicBezTo>
                <a:cubicBezTo>
                  <a:pt x="701519" y="402221"/>
                  <a:pt x="714645" y="408873"/>
                  <a:pt x="723411" y="419100"/>
                </a:cubicBezTo>
                <a:cubicBezTo>
                  <a:pt x="733742" y="431153"/>
                  <a:pt x="742461" y="444500"/>
                  <a:pt x="751986" y="457200"/>
                </a:cubicBezTo>
                <a:cubicBezTo>
                  <a:pt x="767364" y="518712"/>
                  <a:pt x="751228" y="475113"/>
                  <a:pt x="790086" y="533400"/>
                </a:cubicBezTo>
                <a:cubicBezTo>
                  <a:pt x="828647" y="591241"/>
                  <a:pt x="798484" y="574299"/>
                  <a:pt x="847236" y="590550"/>
                </a:cubicBezTo>
                <a:cubicBezTo>
                  <a:pt x="915309" y="692660"/>
                  <a:pt x="809298" y="537691"/>
                  <a:pt x="894861" y="647700"/>
                </a:cubicBezTo>
                <a:cubicBezTo>
                  <a:pt x="908917" y="665772"/>
                  <a:pt x="920261" y="685800"/>
                  <a:pt x="932961" y="704850"/>
                </a:cubicBezTo>
                <a:cubicBezTo>
                  <a:pt x="939311" y="714375"/>
                  <a:pt x="947759" y="722796"/>
                  <a:pt x="952011" y="733425"/>
                </a:cubicBezTo>
                <a:cubicBezTo>
                  <a:pt x="958361" y="749300"/>
                  <a:pt x="961577" y="766824"/>
                  <a:pt x="971061" y="781050"/>
                </a:cubicBezTo>
                <a:cubicBezTo>
                  <a:pt x="981024" y="795994"/>
                  <a:pt x="997941" y="805125"/>
                  <a:pt x="1009161" y="819150"/>
                </a:cubicBezTo>
                <a:cubicBezTo>
                  <a:pt x="1023464" y="837028"/>
                  <a:pt x="1031072" y="860111"/>
                  <a:pt x="1047261" y="876300"/>
                </a:cubicBezTo>
                <a:cubicBezTo>
                  <a:pt x="1161734" y="990773"/>
                  <a:pt x="1031879" y="855937"/>
                  <a:pt x="1104411" y="942975"/>
                </a:cubicBezTo>
                <a:cubicBezTo>
                  <a:pt x="1182432" y="1036600"/>
                  <a:pt x="1086636" y="915675"/>
                  <a:pt x="1161561" y="990600"/>
                </a:cubicBezTo>
                <a:cubicBezTo>
                  <a:pt x="1172786" y="1001825"/>
                  <a:pt x="1180909" y="1015782"/>
                  <a:pt x="1190136" y="1028700"/>
                </a:cubicBezTo>
                <a:cubicBezTo>
                  <a:pt x="1196790" y="1038015"/>
                  <a:pt x="1200247" y="1050124"/>
                  <a:pt x="1209186" y="1057275"/>
                </a:cubicBezTo>
                <a:cubicBezTo>
                  <a:pt x="1217026" y="1063547"/>
                  <a:pt x="1228984" y="1061924"/>
                  <a:pt x="1237761" y="1066800"/>
                </a:cubicBezTo>
                <a:lnTo>
                  <a:pt x="1323486" y="1123950"/>
                </a:lnTo>
                <a:lnTo>
                  <a:pt x="1380636" y="1162050"/>
                </a:lnTo>
                <a:cubicBezTo>
                  <a:pt x="1390161" y="1168400"/>
                  <a:pt x="1398351" y="1177480"/>
                  <a:pt x="1409211" y="1181100"/>
                </a:cubicBezTo>
                <a:cubicBezTo>
                  <a:pt x="1418736" y="1184275"/>
                  <a:pt x="1428806" y="1186135"/>
                  <a:pt x="1437786" y="1190625"/>
                </a:cubicBezTo>
                <a:cubicBezTo>
                  <a:pt x="1511644" y="1227554"/>
                  <a:pt x="1423112" y="1195259"/>
                  <a:pt x="1494936" y="1219200"/>
                </a:cubicBezTo>
                <a:cubicBezTo>
                  <a:pt x="1516002" y="1240266"/>
                  <a:pt x="1525564" y="1253564"/>
                  <a:pt x="1552086" y="1266825"/>
                </a:cubicBezTo>
                <a:cubicBezTo>
                  <a:pt x="1561066" y="1271315"/>
                  <a:pt x="1571681" y="1271860"/>
                  <a:pt x="1580661" y="1276350"/>
                </a:cubicBezTo>
                <a:cubicBezTo>
                  <a:pt x="1590900" y="1281470"/>
                  <a:pt x="1598997" y="1290280"/>
                  <a:pt x="1609236" y="1295400"/>
                </a:cubicBezTo>
                <a:cubicBezTo>
                  <a:pt x="1629661" y="1305612"/>
                  <a:pt x="1665873" y="1310103"/>
                  <a:pt x="1685436" y="1314450"/>
                </a:cubicBezTo>
                <a:cubicBezTo>
                  <a:pt x="1698215" y="1317290"/>
                  <a:pt x="1710836" y="1320800"/>
                  <a:pt x="1723536" y="1323975"/>
                </a:cubicBezTo>
                <a:cubicBezTo>
                  <a:pt x="1783811" y="1414388"/>
                  <a:pt x="1737746" y="1334599"/>
                  <a:pt x="1752111" y="1571625"/>
                </a:cubicBezTo>
                <a:cubicBezTo>
                  <a:pt x="1754041" y="1603475"/>
                  <a:pt x="1757123" y="1635287"/>
                  <a:pt x="1761636" y="1666875"/>
                </a:cubicBezTo>
                <a:cubicBezTo>
                  <a:pt x="1763487" y="1679834"/>
                  <a:pt x="1783316" y="1700113"/>
                  <a:pt x="1771161" y="1704975"/>
                </a:cubicBezTo>
                <a:cubicBezTo>
                  <a:pt x="1752517" y="1712433"/>
                  <a:pt x="1733061" y="1692275"/>
                  <a:pt x="1714011" y="1685925"/>
                </a:cubicBezTo>
                <a:lnTo>
                  <a:pt x="1656861" y="1666875"/>
                </a:lnTo>
                <a:cubicBezTo>
                  <a:pt x="1647336" y="1663700"/>
                  <a:pt x="1638026" y="1659785"/>
                  <a:pt x="1628286" y="1657350"/>
                </a:cubicBezTo>
                <a:cubicBezTo>
                  <a:pt x="1602886" y="1651000"/>
                  <a:pt x="1575504" y="1650009"/>
                  <a:pt x="1552086" y="1638300"/>
                </a:cubicBezTo>
                <a:cubicBezTo>
                  <a:pt x="1518219" y="1621367"/>
                  <a:pt x="1496070" y="1608047"/>
                  <a:pt x="1456836" y="1600200"/>
                </a:cubicBezTo>
                <a:cubicBezTo>
                  <a:pt x="1424100" y="1593653"/>
                  <a:pt x="1402498" y="1590118"/>
                  <a:pt x="1371111" y="1581150"/>
                </a:cubicBezTo>
                <a:cubicBezTo>
                  <a:pt x="1361457" y="1578392"/>
                  <a:pt x="1351516" y="1576115"/>
                  <a:pt x="1342536" y="1571625"/>
                </a:cubicBezTo>
                <a:cubicBezTo>
                  <a:pt x="1259422" y="1530068"/>
                  <a:pt x="1374979" y="1572785"/>
                  <a:pt x="1275861" y="1543050"/>
                </a:cubicBezTo>
                <a:cubicBezTo>
                  <a:pt x="1256627" y="1537280"/>
                  <a:pt x="1237761" y="1530350"/>
                  <a:pt x="1218711" y="1524000"/>
                </a:cubicBezTo>
                <a:lnTo>
                  <a:pt x="1161561" y="1504950"/>
                </a:lnTo>
                <a:cubicBezTo>
                  <a:pt x="1152036" y="1501775"/>
                  <a:pt x="1142925" y="1496845"/>
                  <a:pt x="1132986" y="1495425"/>
                </a:cubicBezTo>
                <a:cubicBezTo>
                  <a:pt x="1110761" y="1492250"/>
                  <a:pt x="1088326" y="1490303"/>
                  <a:pt x="1066311" y="1485900"/>
                </a:cubicBezTo>
                <a:cubicBezTo>
                  <a:pt x="1040638" y="1480765"/>
                  <a:pt x="990111" y="1466850"/>
                  <a:pt x="990111" y="1466850"/>
                </a:cubicBezTo>
                <a:cubicBezTo>
                  <a:pt x="977411" y="1454150"/>
                  <a:pt x="965648" y="1440439"/>
                  <a:pt x="952011" y="1428750"/>
                </a:cubicBezTo>
                <a:cubicBezTo>
                  <a:pt x="943319" y="1421300"/>
                  <a:pt x="932751" y="1416354"/>
                  <a:pt x="923436" y="1409700"/>
                </a:cubicBezTo>
                <a:cubicBezTo>
                  <a:pt x="910518" y="1400473"/>
                  <a:pt x="898798" y="1389539"/>
                  <a:pt x="885336" y="1381125"/>
                </a:cubicBezTo>
                <a:cubicBezTo>
                  <a:pt x="873295" y="1373600"/>
                  <a:pt x="859564" y="1369120"/>
                  <a:pt x="847236" y="1362075"/>
                </a:cubicBezTo>
                <a:cubicBezTo>
                  <a:pt x="796075" y="1332840"/>
                  <a:pt x="843139" y="1349145"/>
                  <a:pt x="780561" y="1333500"/>
                </a:cubicBezTo>
                <a:cubicBezTo>
                  <a:pt x="709615" y="1286202"/>
                  <a:pt x="796750" y="1346991"/>
                  <a:pt x="723411" y="1285875"/>
                </a:cubicBezTo>
                <a:cubicBezTo>
                  <a:pt x="645974" y="1221345"/>
                  <a:pt x="763136" y="1354175"/>
                  <a:pt x="609111" y="1200150"/>
                </a:cubicBezTo>
                <a:cubicBezTo>
                  <a:pt x="583711" y="1174750"/>
                  <a:pt x="560961" y="1146390"/>
                  <a:pt x="532911" y="1123950"/>
                </a:cubicBezTo>
                <a:cubicBezTo>
                  <a:pt x="517036" y="1111250"/>
                  <a:pt x="499661" y="1100225"/>
                  <a:pt x="485286" y="1085850"/>
                </a:cubicBezTo>
                <a:cubicBezTo>
                  <a:pt x="406096" y="1006660"/>
                  <a:pt x="483212" y="1062242"/>
                  <a:pt x="418611" y="1019175"/>
                </a:cubicBezTo>
                <a:cubicBezTo>
                  <a:pt x="340157" y="888419"/>
                  <a:pt x="434376" y="1036723"/>
                  <a:pt x="361461" y="942975"/>
                </a:cubicBezTo>
                <a:cubicBezTo>
                  <a:pt x="347405" y="924903"/>
                  <a:pt x="335141" y="905458"/>
                  <a:pt x="323361" y="885825"/>
                </a:cubicBezTo>
                <a:cubicBezTo>
                  <a:pt x="313836" y="869950"/>
                  <a:pt x="305894" y="853011"/>
                  <a:pt x="294786" y="838200"/>
                </a:cubicBezTo>
                <a:cubicBezTo>
                  <a:pt x="263188" y="796069"/>
                  <a:pt x="269373" y="825474"/>
                  <a:pt x="247161" y="781050"/>
                </a:cubicBezTo>
                <a:cubicBezTo>
                  <a:pt x="242671" y="772070"/>
                  <a:pt x="242617" y="761192"/>
                  <a:pt x="237636" y="752475"/>
                </a:cubicBezTo>
                <a:cubicBezTo>
                  <a:pt x="229760" y="738692"/>
                  <a:pt x="216771" y="728252"/>
                  <a:pt x="209061" y="714375"/>
                </a:cubicBezTo>
                <a:cubicBezTo>
                  <a:pt x="171367" y="646526"/>
                  <a:pt x="213873" y="682658"/>
                  <a:pt x="161436" y="647700"/>
                </a:cubicBezTo>
                <a:cubicBezTo>
                  <a:pt x="114772" y="554372"/>
                  <a:pt x="172207" y="646792"/>
                  <a:pt x="113811" y="600075"/>
                </a:cubicBezTo>
                <a:cubicBezTo>
                  <a:pt x="104872" y="592924"/>
                  <a:pt x="102090" y="580294"/>
                  <a:pt x="94761" y="571500"/>
                </a:cubicBezTo>
                <a:cubicBezTo>
                  <a:pt x="86137" y="561152"/>
                  <a:pt x="74810" y="553273"/>
                  <a:pt x="66186" y="542925"/>
                </a:cubicBezTo>
                <a:cubicBezTo>
                  <a:pt x="41029" y="512736"/>
                  <a:pt x="41930" y="498733"/>
                  <a:pt x="28086" y="457200"/>
                </a:cubicBezTo>
                <a:lnTo>
                  <a:pt x="18561" y="428625"/>
                </a:lnTo>
                <a:cubicBezTo>
                  <a:pt x="0" y="372941"/>
                  <a:pt x="10623" y="373062"/>
                  <a:pt x="9036" y="361950"/>
                </a:cubicBez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46" name="Google Shape;546;p8"/>
          <p:cNvSpPr txBox="1"/>
          <p:nvPr/>
        </p:nvSpPr>
        <p:spPr>
          <a:xfrm>
            <a:off x="2667000" y="228600"/>
            <a:ext cx="1219200" cy="430887"/>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Fasiculus cuneatus</a:t>
            </a:r>
            <a:endParaRPr sz="1100" b="1" i="0" u="none" strike="noStrike" cap="none">
              <a:solidFill>
                <a:schemeClr val="dk1"/>
              </a:solidFill>
              <a:latin typeface="Times"/>
              <a:ea typeface="Times"/>
              <a:cs typeface="Times"/>
              <a:sym typeface="Times"/>
            </a:endParaRPr>
          </a:p>
        </p:txBody>
      </p:sp>
      <p:sp>
        <p:nvSpPr>
          <p:cNvPr id="547" name="Google Shape;547;p8"/>
          <p:cNvSpPr txBox="1"/>
          <p:nvPr/>
        </p:nvSpPr>
        <p:spPr>
          <a:xfrm>
            <a:off x="609600" y="3657600"/>
            <a:ext cx="1066800" cy="430887"/>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Anterolateral system</a:t>
            </a:r>
            <a:endParaRPr sz="1400" b="0" i="0" u="none" strike="noStrike" cap="none">
              <a:solidFill>
                <a:srgbClr val="000000"/>
              </a:solidFill>
              <a:latin typeface="Arial"/>
              <a:ea typeface="Arial"/>
              <a:cs typeface="Arial"/>
              <a:sym typeface="Arial"/>
            </a:endParaRPr>
          </a:p>
        </p:txBody>
      </p:sp>
      <p:sp>
        <p:nvSpPr>
          <p:cNvPr id="548" name="Google Shape;548;p8"/>
          <p:cNvSpPr txBox="1"/>
          <p:nvPr/>
        </p:nvSpPr>
        <p:spPr>
          <a:xfrm>
            <a:off x="0" y="4114800"/>
            <a:ext cx="1981200" cy="430887"/>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Pontine reticulospinal tract &amp; Lateral Vestibulospinal tract</a:t>
            </a:r>
            <a:endParaRPr sz="1400" b="0" i="0" u="none" strike="noStrike" cap="none">
              <a:solidFill>
                <a:srgbClr val="000000"/>
              </a:solidFill>
              <a:latin typeface="Arial"/>
              <a:ea typeface="Arial"/>
              <a:cs typeface="Arial"/>
              <a:sym typeface="Arial"/>
            </a:endParaRPr>
          </a:p>
        </p:txBody>
      </p:sp>
      <p:sp>
        <p:nvSpPr>
          <p:cNvPr id="549" name="Google Shape;549;p8"/>
          <p:cNvSpPr txBox="1"/>
          <p:nvPr/>
        </p:nvSpPr>
        <p:spPr>
          <a:xfrm>
            <a:off x="1905000" y="1371600"/>
            <a:ext cx="762000" cy="55399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Lateral Cuneatus  Nucleau</a:t>
            </a:r>
            <a:endParaRPr sz="1000" b="1" i="0" u="none" strike="noStrike" cap="none">
              <a:solidFill>
                <a:schemeClr val="lt1"/>
              </a:solidFill>
              <a:latin typeface="Times"/>
              <a:ea typeface="Times"/>
              <a:cs typeface="Times"/>
              <a:sym typeface="Times"/>
            </a:endParaRPr>
          </a:p>
        </p:txBody>
      </p:sp>
      <p:sp>
        <p:nvSpPr>
          <p:cNvPr id="550" name="Google Shape;550;p8"/>
          <p:cNvSpPr txBox="1"/>
          <p:nvPr/>
        </p:nvSpPr>
        <p:spPr>
          <a:xfrm>
            <a:off x="0" y="2514600"/>
            <a:ext cx="1295400" cy="600164"/>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Ventral Spinocerebellar Tract</a:t>
            </a:r>
            <a:endParaRPr sz="1400" b="0" i="0" u="none" strike="noStrike" cap="none">
              <a:solidFill>
                <a:srgbClr val="000000"/>
              </a:solidFill>
              <a:latin typeface="Arial"/>
              <a:ea typeface="Arial"/>
              <a:cs typeface="Arial"/>
              <a:sym typeface="Arial"/>
            </a:endParaRPr>
          </a:p>
        </p:txBody>
      </p:sp>
      <p:sp>
        <p:nvSpPr>
          <p:cNvPr id="551" name="Google Shape;551;p8"/>
          <p:cNvSpPr txBox="1"/>
          <p:nvPr/>
        </p:nvSpPr>
        <p:spPr>
          <a:xfrm>
            <a:off x="3276600" y="4953000"/>
            <a:ext cx="1219200" cy="261610"/>
          </a:xfrm>
          <a:prstGeom prst="rect">
            <a:avLst/>
          </a:prstGeom>
          <a:solidFill>
            <a:srgbClr val="BBE0E3">
              <a:alpha val="60000"/>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Pyramidal Tract</a:t>
            </a:r>
            <a:endParaRPr sz="1400" b="0" i="0" u="none" strike="noStrike" cap="none">
              <a:solidFill>
                <a:srgbClr val="000000"/>
              </a:solidFill>
              <a:latin typeface="Arial"/>
              <a:ea typeface="Arial"/>
              <a:cs typeface="Arial"/>
              <a:sym typeface="Arial"/>
            </a:endParaRPr>
          </a:p>
        </p:txBody>
      </p:sp>
      <p:sp>
        <p:nvSpPr>
          <p:cNvPr id="552" name="Google Shape;552;p8"/>
          <p:cNvSpPr txBox="1"/>
          <p:nvPr/>
        </p:nvSpPr>
        <p:spPr>
          <a:xfrm>
            <a:off x="304800" y="3200400"/>
            <a:ext cx="1143000" cy="430887"/>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Rubrospinal Tract</a:t>
            </a:r>
            <a:endParaRPr sz="1400" b="0" i="0" u="none" strike="noStrike" cap="none">
              <a:solidFill>
                <a:srgbClr val="000000"/>
              </a:solidFill>
              <a:latin typeface="Arial"/>
              <a:ea typeface="Arial"/>
              <a:cs typeface="Arial"/>
              <a:sym typeface="Arial"/>
            </a:endParaRPr>
          </a:p>
        </p:txBody>
      </p:sp>
      <p:sp>
        <p:nvSpPr>
          <p:cNvPr id="553" name="Google Shape;553;p8"/>
          <p:cNvSpPr txBox="1"/>
          <p:nvPr/>
        </p:nvSpPr>
        <p:spPr>
          <a:xfrm>
            <a:off x="4495800" y="2209800"/>
            <a:ext cx="1600200" cy="246221"/>
          </a:xfrm>
          <a:prstGeom prst="rect">
            <a:avLst/>
          </a:prstGeom>
          <a:solidFill>
            <a:srgbClr val="BBE0E3">
              <a:alpha val="60000"/>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Hypoglossal Nucleus</a:t>
            </a:r>
            <a:endParaRPr sz="1400" b="0" i="0" u="none" strike="noStrike" cap="none">
              <a:solidFill>
                <a:srgbClr val="000000"/>
              </a:solidFill>
              <a:latin typeface="Arial"/>
              <a:ea typeface="Arial"/>
              <a:cs typeface="Arial"/>
              <a:sym typeface="Arial"/>
            </a:endParaRPr>
          </a:p>
        </p:txBody>
      </p:sp>
      <p:sp>
        <p:nvSpPr>
          <p:cNvPr id="554" name="Google Shape;554;p8"/>
          <p:cNvSpPr txBox="1"/>
          <p:nvPr/>
        </p:nvSpPr>
        <p:spPr>
          <a:xfrm>
            <a:off x="4572000" y="3048000"/>
            <a:ext cx="1219200" cy="246221"/>
          </a:xfrm>
          <a:prstGeom prst="rect">
            <a:avLst/>
          </a:prstGeom>
          <a:solidFill>
            <a:srgbClr val="BBE0E3">
              <a:alpha val="60000"/>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Techtospinal tract</a:t>
            </a:r>
            <a:endParaRPr sz="1400" b="0" i="0" u="none" strike="noStrike" cap="none">
              <a:solidFill>
                <a:srgbClr val="000000"/>
              </a:solidFill>
              <a:latin typeface="Arial"/>
              <a:ea typeface="Arial"/>
              <a:cs typeface="Arial"/>
              <a:sym typeface="Arial"/>
            </a:endParaRPr>
          </a:p>
        </p:txBody>
      </p:sp>
      <p:sp>
        <p:nvSpPr>
          <p:cNvPr id="555" name="Google Shape;555;p8"/>
          <p:cNvSpPr txBox="1"/>
          <p:nvPr/>
        </p:nvSpPr>
        <p:spPr>
          <a:xfrm>
            <a:off x="2362200" y="1143000"/>
            <a:ext cx="10668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Cuneatus Nucleus</a:t>
            </a:r>
            <a:endParaRPr sz="1400" b="0" i="0" u="none" strike="noStrike" cap="none">
              <a:solidFill>
                <a:srgbClr val="000000"/>
              </a:solidFill>
              <a:latin typeface="Arial"/>
              <a:ea typeface="Arial"/>
              <a:cs typeface="Arial"/>
              <a:sym typeface="Arial"/>
            </a:endParaRPr>
          </a:p>
        </p:txBody>
      </p:sp>
      <p:sp>
        <p:nvSpPr>
          <p:cNvPr id="556" name="Google Shape;556;p8"/>
          <p:cNvSpPr txBox="1"/>
          <p:nvPr/>
        </p:nvSpPr>
        <p:spPr>
          <a:xfrm>
            <a:off x="1752600" y="2057400"/>
            <a:ext cx="914400"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Spinal Trigeminal Tract &amp; Nucleus</a:t>
            </a:r>
            <a:endParaRPr sz="1400" b="0" i="0" u="none" strike="noStrike" cap="none">
              <a:solidFill>
                <a:srgbClr val="000000"/>
              </a:solidFill>
              <a:latin typeface="Arial"/>
              <a:ea typeface="Arial"/>
              <a:cs typeface="Arial"/>
              <a:sym typeface="Arial"/>
            </a:endParaRPr>
          </a:p>
        </p:txBody>
      </p:sp>
      <p:sp>
        <p:nvSpPr>
          <p:cNvPr id="557" name="Google Shape;557;p8"/>
          <p:cNvSpPr txBox="1"/>
          <p:nvPr/>
        </p:nvSpPr>
        <p:spPr>
          <a:xfrm rot="2825071">
            <a:off x="2847601" y="2744814"/>
            <a:ext cx="1219200" cy="400110"/>
          </a:xfrm>
          <a:prstGeom prst="rect">
            <a:avLst/>
          </a:prstGeom>
          <a:solidFill>
            <a:srgbClr val="F75766">
              <a:alpha val="48235"/>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Internal Arcuate fibers</a:t>
            </a:r>
            <a:endParaRPr sz="1400" b="0" i="0" u="none" strike="noStrike" cap="none">
              <a:solidFill>
                <a:srgbClr val="000000"/>
              </a:solidFill>
              <a:latin typeface="Arial"/>
              <a:ea typeface="Arial"/>
              <a:cs typeface="Arial"/>
              <a:sym typeface="Arial"/>
            </a:endParaRPr>
          </a:p>
        </p:txBody>
      </p:sp>
      <p:sp>
        <p:nvSpPr>
          <p:cNvPr id="558" name="Google Shape;558;p8"/>
          <p:cNvSpPr txBox="1"/>
          <p:nvPr/>
        </p:nvSpPr>
        <p:spPr>
          <a:xfrm>
            <a:off x="762000" y="5410200"/>
            <a:ext cx="2057400" cy="400110"/>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Accessory Inferior Olivary Nucleus</a:t>
            </a:r>
            <a:endParaRPr sz="1400" b="0" i="0" u="none" strike="noStrike" cap="none">
              <a:solidFill>
                <a:srgbClr val="000000"/>
              </a:solidFill>
              <a:latin typeface="Arial"/>
              <a:ea typeface="Arial"/>
              <a:cs typeface="Arial"/>
              <a:sym typeface="Arial"/>
            </a:endParaRPr>
          </a:p>
        </p:txBody>
      </p:sp>
      <p:sp>
        <p:nvSpPr>
          <p:cNvPr id="559" name="Google Shape;559;p8"/>
          <p:cNvSpPr txBox="1"/>
          <p:nvPr/>
        </p:nvSpPr>
        <p:spPr>
          <a:xfrm>
            <a:off x="4724400" y="3886200"/>
            <a:ext cx="914400" cy="400110"/>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Lemniscus</a:t>
            </a:r>
            <a:endParaRPr sz="1000" b="1" i="0" u="none" strike="noStrike" cap="none">
              <a:solidFill>
                <a:schemeClr val="dk1"/>
              </a:solidFill>
              <a:latin typeface="Times"/>
              <a:ea typeface="Times"/>
              <a:cs typeface="Times"/>
              <a:sym typeface="Times"/>
            </a:endParaRPr>
          </a:p>
        </p:txBody>
      </p:sp>
      <p:sp>
        <p:nvSpPr>
          <p:cNvPr id="560" name="Google Shape;560;p8"/>
          <p:cNvSpPr txBox="1"/>
          <p:nvPr/>
        </p:nvSpPr>
        <p:spPr>
          <a:xfrm>
            <a:off x="4267200" y="1600200"/>
            <a:ext cx="1447800" cy="246221"/>
          </a:xfrm>
          <a:prstGeom prst="rect">
            <a:avLst/>
          </a:prstGeom>
          <a:solidFill>
            <a:srgbClr val="BBE0E3">
              <a:alpha val="60000"/>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DorsalMotor Nucleus</a:t>
            </a:r>
            <a:endParaRPr sz="1400" b="0" i="0" u="none" strike="noStrike" cap="none">
              <a:solidFill>
                <a:srgbClr val="000000"/>
              </a:solidFill>
              <a:latin typeface="Arial"/>
              <a:ea typeface="Arial"/>
              <a:cs typeface="Arial"/>
              <a:sym typeface="Arial"/>
            </a:endParaRPr>
          </a:p>
        </p:txBody>
      </p:sp>
      <p:sp>
        <p:nvSpPr>
          <p:cNvPr id="561" name="Google Shape;561;p8"/>
          <p:cNvSpPr txBox="1"/>
          <p:nvPr/>
        </p:nvSpPr>
        <p:spPr>
          <a:xfrm>
            <a:off x="3962400" y="1143000"/>
            <a:ext cx="1295400" cy="246221"/>
          </a:xfrm>
          <a:prstGeom prst="rect">
            <a:avLst/>
          </a:prstGeom>
          <a:solidFill>
            <a:srgbClr val="BBE0E3">
              <a:alpha val="60000"/>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Solitary Nucleus</a:t>
            </a:r>
            <a:endParaRPr sz="1400" b="0" i="0" u="none" strike="noStrike" cap="none">
              <a:solidFill>
                <a:srgbClr val="000000"/>
              </a:solidFill>
              <a:latin typeface="Arial"/>
              <a:ea typeface="Arial"/>
              <a:cs typeface="Arial"/>
              <a:sym typeface="Arial"/>
            </a:endParaRPr>
          </a:p>
        </p:txBody>
      </p:sp>
      <p:sp>
        <p:nvSpPr>
          <p:cNvPr id="562" name="Google Shape;562;p8"/>
          <p:cNvSpPr txBox="1"/>
          <p:nvPr/>
        </p:nvSpPr>
        <p:spPr>
          <a:xfrm>
            <a:off x="4572000" y="2590800"/>
            <a:ext cx="1981200" cy="246221"/>
          </a:xfrm>
          <a:prstGeom prst="rect">
            <a:avLst/>
          </a:prstGeom>
          <a:solidFill>
            <a:srgbClr val="BBE0E3">
              <a:alpha val="60000"/>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Longitudnal Fasciculus</a:t>
            </a:r>
            <a:endParaRPr sz="1400" b="0" i="0" u="none" strike="noStrike" cap="none">
              <a:solidFill>
                <a:srgbClr val="000000"/>
              </a:solidFill>
              <a:latin typeface="Arial"/>
              <a:ea typeface="Arial"/>
              <a:cs typeface="Arial"/>
              <a:sym typeface="Arial"/>
            </a:endParaRPr>
          </a:p>
        </p:txBody>
      </p:sp>
      <p:sp>
        <p:nvSpPr>
          <p:cNvPr id="563" name="Google Shape;563;p8"/>
          <p:cNvSpPr txBox="1"/>
          <p:nvPr/>
        </p:nvSpPr>
        <p:spPr>
          <a:xfrm>
            <a:off x="685800" y="533400"/>
            <a:ext cx="1219200" cy="600164"/>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Inferior Cerebellar Peduncle</a:t>
            </a:r>
            <a:endParaRPr sz="1400" b="0" i="0" u="none" strike="noStrike" cap="none">
              <a:solidFill>
                <a:srgbClr val="000000"/>
              </a:solidFill>
              <a:latin typeface="Arial"/>
              <a:ea typeface="Arial"/>
              <a:cs typeface="Arial"/>
              <a:sym typeface="Arial"/>
            </a:endParaRPr>
          </a:p>
        </p:txBody>
      </p:sp>
      <p:sp>
        <p:nvSpPr>
          <p:cNvPr id="564" name="Google Shape;564;p8"/>
          <p:cNvSpPr txBox="1"/>
          <p:nvPr/>
        </p:nvSpPr>
        <p:spPr>
          <a:xfrm>
            <a:off x="3048000" y="2438400"/>
            <a:ext cx="914400" cy="553998"/>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Medullary reticular formation</a:t>
            </a:r>
            <a:endParaRPr sz="1400" b="0" i="0" u="none" strike="noStrike" cap="none">
              <a:solidFill>
                <a:srgbClr val="000000"/>
              </a:solidFill>
              <a:latin typeface="Arial"/>
              <a:ea typeface="Arial"/>
              <a:cs typeface="Arial"/>
              <a:sym typeface="Arial"/>
            </a:endParaRPr>
          </a:p>
        </p:txBody>
      </p:sp>
      <p:sp>
        <p:nvSpPr>
          <p:cNvPr id="565" name="Google Shape;565;p8"/>
          <p:cNvSpPr txBox="1"/>
          <p:nvPr/>
        </p:nvSpPr>
        <p:spPr>
          <a:xfrm>
            <a:off x="304800" y="4724400"/>
            <a:ext cx="914400" cy="553998"/>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Central Tegmental Tract</a:t>
            </a:r>
            <a:endParaRPr sz="1400" b="0" i="0" u="none" strike="noStrike" cap="none">
              <a:solidFill>
                <a:srgbClr val="000000"/>
              </a:solidFill>
              <a:latin typeface="Arial"/>
              <a:ea typeface="Arial"/>
              <a:cs typeface="Arial"/>
              <a:sym typeface="Arial"/>
            </a:endParaRPr>
          </a:p>
        </p:txBody>
      </p:sp>
      <p:sp>
        <p:nvSpPr>
          <p:cNvPr id="566" name="Google Shape;566;p8"/>
          <p:cNvSpPr txBox="1"/>
          <p:nvPr/>
        </p:nvSpPr>
        <p:spPr>
          <a:xfrm>
            <a:off x="1295400" y="4724400"/>
            <a:ext cx="1066800" cy="553998"/>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Principal Inferior Olivary Nucleus</a:t>
            </a:r>
            <a:endParaRPr sz="1400" b="0" i="0" u="none" strike="noStrike" cap="none">
              <a:solidFill>
                <a:srgbClr val="000000"/>
              </a:solidFill>
              <a:latin typeface="Arial"/>
              <a:ea typeface="Arial"/>
              <a:cs typeface="Arial"/>
              <a:sym typeface="Arial"/>
            </a:endParaRPr>
          </a:p>
        </p:txBody>
      </p:sp>
      <p:sp>
        <p:nvSpPr>
          <p:cNvPr id="567" name="Google Shape;567;p8"/>
          <p:cNvSpPr txBox="1"/>
          <p:nvPr/>
        </p:nvSpPr>
        <p:spPr>
          <a:xfrm>
            <a:off x="4572000" y="1905001"/>
            <a:ext cx="2133600" cy="246221"/>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Dorsal Longitudnal Fasciculus</a:t>
            </a:r>
            <a:endParaRPr sz="1400" b="0" i="0" u="none" strike="noStrike" cap="none">
              <a:solidFill>
                <a:srgbClr val="000000"/>
              </a:solidFill>
              <a:latin typeface="Arial"/>
              <a:ea typeface="Arial"/>
              <a:cs typeface="Arial"/>
              <a:sym typeface="Arial"/>
            </a:endParaRPr>
          </a:p>
        </p:txBody>
      </p:sp>
      <p:cxnSp>
        <p:nvCxnSpPr>
          <p:cNvPr id="568" name="Google Shape;568;p8"/>
          <p:cNvCxnSpPr/>
          <p:nvPr/>
        </p:nvCxnSpPr>
        <p:spPr>
          <a:xfrm rot="5400000">
            <a:off x="3124200" y="762000"/>
            <a:ext cx="457200" cy="3048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569" name="Google Shape;569;p8"/>
          <p:cNvCxnSpPr/>
          <p:nvPr/>
        </p:nvCxnSpPr>
        <p:spPr>
          <a:xfrm>
            <a:off x="914400" y="1066800"/>
            <a:ext cx="914400" cy="5334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570" name="Google Shape;570;p8"/>
          <p:cNvCxnSpPr>
            <a:endCxn id="537" idx="5"/>
          </p:cNvCxnSpPr>
          <p:nvPr/>
        </p:nvCxnSpPr>
        <p:spPr>
          <a:xfrm rot="10800000" flipH="1">
            <a:off x="990600" y="2962200"/>
            <a:ext cx="447600" cy="858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571" name="Google Shape;571;p8"/>
          <p:cNvCxnSpPr>
            <a:endCxn id="536" idx="4"/>
          </p:cNvCxnSpPr>
          <p:nvPr/>
        </p:nvCxnSpPr>
        <p:spPr>
          <a:xfrm rot="10800000" flipH="1">
            <a:off x="1295400" y="2762400"/>
            <a:ext cx="647700" cy="7428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572" name="Google Shape;572;p8"/>
          <p:cNvCxnSpPr/>
          <p:nvPr/>
        </p:nvCxnSpPr>
        <p:spPr>
          <a:xfrm rot="10800000" flipH="1">
            <a:off x="1447800" y="3352800"/>
            <a:ext cx="533400" cy="3810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573" name="Google Shape;573;p8"/>
          <p:cNvCxnSpPr/>
          <p:nvPr/>
        </p:nvCxnSpPr>
        <p:spPr>
          <a:xfrm rot="10800000" flipH="1">
            <a:off x="1676400" y="3429000"/>
            <a:ext cx="990600" cy="7620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574" name="Google Shape;574;p8"/>
          <p:cNvCxnSpPr/>
          <p:nvPr/>
        </p:nvCxnSpPr>
        <p:spPr>
          <a:xfrm rot="10800000" flipH="1">
            <a:off x="990600" y="4038600"/>
            <a:ext cx="1524000" cy="8382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575" name="Google Shape;575;p8"/>
          <p:cNvCxnSpPr>
            <a:endCxn id="534" idx="143"/>
          </p:cNvCxnSpPr>
          <p:nvPr/>
        </p:nvCxnSpPr>
        <p:spPr>
          <a:xfrm rot="10800000" flipH="1">
            <a:off x="2286000" y="4314901"/>
            <a:ext cx="657300" cy="4857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576" name="Google Shape;576;p8"/>
          <p:cNvCxnSpPr>
            <a:endCxn id="531" idx="21"/>
          </p:cNvCxnSpPr>
          <p:nvPr/>
        </p:nvCxnSpPr>
        <p:spPr>
          <a:xfrm rot="10800000" flipH="1">
            <a:off x="2590800" y="4581601"/>
            <a:ext cx="800100" cy="9048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577" name="Google Shape;577;p8"/>
          <p:cNvCxnSpPr/>
          <p:nvPr/>
        </p:nvCxnSpPr>
        <p:spPr>
          <a:xfrm rot="10800000">
            <a:off x="4419600" y="4038600"/>
            <a:ext cx="457200" cy="1588"/>
          </a:xfrm>
          <a:prstGeom prst="straightConnector1">
            <a:avLst/>
          </a:prstGeom>
          <a:solidFill>
            <a:schemeClr val="accent1"/>
          </a:solidFill>
          <a:ln w="28575" cap="flat" cmpd="sng">
            <a:solidFill>
              <a:schemeClr val="dk1"/>
            </a:solidFill>
            <a:prstDash val="solid"/>
            <a:round/>
            <a:headEnd type="none" w="sm" len="sm"/>
            <a:tailEnd type="stealth" w="med" len="med"/>
          </a:ln>
        </p:spPr>
      </p:cxnSp>
      <p:sp>
        <p:nvSpPr>
          <p:cNvPr id="578" name="Google Shape;578;p8"/>
          <p:cNvSpPr/>
          <p:nvPr/>
        </p:nvSpPr>
        <p:spPr>
          <a:xfrm>
            <a:off x="3124200" y="1625600"/>
            <a:ext cx="520700" cy="571500"/>
          </a:xfrm>
          <a:custGeom>
            <a:avLst/>
            <a:gdLst/>
            <a:ahLst/>
            <a:cxnLst/>
            <a:rect l="l" t="t" r="r" b="b"/>
            <a:pathLst>
              <a:path w="520700" h="571500" extrusionOk="0">
                <a:moveTo>
                  <a:pt x="0" y="304800"/>
                </a:moveTo>
                <a:lnTo>
                  <a:pt x="0" y="304800"/>
                </a:lnTo>
                <a:cubicBezTo>
                  <a:pt x="12700" y="270933"/>
                  <a:pt x="25739" y="237192"/>
                  <a:pt x="38100" y="203200"/>
                </a:cubicBezTo>
                <a:cubicBezTo>
                  <a:pt x="42675" y="190619"/>
                  <a:pt x="44299" y="176802"/>
                  <a:pt x="50800" y="165100"/>
                </a:cubicBezTo>
                <a:cubicBezTo>
                  <a:pt x="65625" y="138415"/>
                  <a:pt x="84667" y="114300"/>
                  <a:pt x="101600" y="88900"/>
                </a:cubicBezTo>
                <a:cubicBezTo>
                  <a:pt x="120342" y="60787"/>
                  <a:pt x="135764" y="32257"/>
                  <a:pt x="165100" y="12700"/>
                </a:cubicBezTo>
                <a:cubicBezTo>
                  <a:pt x="176239" y="5274"/>
                  <a:pt x="190500" y="4233"/>
                  <a:pt x="203200" y="0"/>
                </a:cubicBezTo>
                <a:cubicBezTo>
                  <a:pt x="235962" y="4680"/>
                  <a:pt x="294734" y="7667"/>
                  <a:pt x="330200" y="25400"/>
                </a:cubicBezTo>
                <a:cubicBezTo>
                  <a:pt x="343852" y="32226"/>
                  <a:pt x="355600" y="42333"/>
                  <a:pt x="368300" y="50800"/>
                </a:cubicBezTo>
                <a:cubicBezTo>
                  <a:pt x="376767" y="63500"/>
                  <a:pt x="382907" y="78107"/>
                  <a:pt x="393700" y="88900"/>
                </a:cubicBezTo>
                <a:cubicBezTo>
                  <a:pt x="449396" y="144596"/>
                  <a:pt x="417886" y="79580"/>
                  <a:pt x="469900" y="152400"/>
                </a:cubicBezTo>
                <a:cubicBezTo>
                  <a:pt x="498084" y="191858"/>
                  <a:pt x="495338" y="209684"/>
                  <a:pt x="508000" y="254000"/>
                </a:cubicBezTo>
                <a:cubicBezTo>
                  <a:pt x="511678" y="266872"/>
                  <a:pt x="516467" y="279400"/>
                  <a:pt x="520700" y="292100"/>
                </a:cubicBezTo>
                <a:cubicBezTo>
                  <a:pt x="516467" y="325967"/>
                  <a:pt x="513611" y="360034"/>
                  <a:pt x="508000" y="393700"/>
                </a:cubicBezTo>
                <a:cubicBezTo>
                  <a:pt x="502171" y="428676"/>
                  <a:pt x="495737" y="456763"/>
                  <a:pt x="469900" y="482600"/>
                </a:cubicBezTo>
                <a:cubicBezTo>
                  <a:pt x="459107" y="493393"/>
                  <a:pt x="445452" y="501174"/>
                  <a:pt x="431800" y="508000"/>
                </a:cubicBezTo>
                <a:cubicBezTo>
                  <a:pt x="419826" y="513987"/>
                  <a:pt x="405674" y="514713"/>
                  <a:pt x="393700" y="520700"/>
                </a:cubicBezTo>
                <a:cubicBezTo>
                  <a:pt x="380048" y="527526"/>
                  <a:pt x="370189" y="541611"/>
                  <a:pt x="355600" y="546100"/>
                </a:cubicBezTo>
                <a:cubicBezTo>
                  <a:pt x="314337" y="558796"/>
                  <a:pt x="228600" y="571500"/>
                  <a:pt x="228600" y="571500"/>
                </a:cubicBezTo>
                <a:cubicBezTo>
                  <a:pt x="199334" y="566622"/>
                  <a:pt x="145564" y="561732"/>
                  <a:pt x="114300" y="546100"/>
                </a:cubicBezTo>
                <a:cubicBezTo>
                  <a:pt x="100648" y="539274"/>
                  <a:pt x="88900" y="529167"/>
                  <a:pt x="76200" y="520700"/>
                </a:cubicBezTo>
                <a:lnTo>
                  <a:pt x="25400" y="368300"/>
                </a:lnTo>
                <a:cubicBezTo>
                  <a:pt x="21167" y="355600"/>
                  <a:pt x="12700" y="343587"/>
                  <a:pt x="12700" y="330200"/>
                </a:cubicBezTo>
                <a:lnTo>
                  <a:pt x="12700" y="241300"/>
                </a:lnTo>
                <a:lnTo>
                  <a:pt x="12700" y="254000"/>
                </a:lnTo>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79" name="Google Shape;579;p8"/>
          <p:cNvSpPr/>
          <p:nvPr/>
        </p:nvSpPr>
        <p:spPr>
          <a:xfrm>
            <a:off x="2202878" y="2625435"/>
            <a:ext cx="665407" cy="535304"/>
          </a:xfrm>
          <a:custGeom>
            <a:avLst/>
            <a:gdLst/>
            <a:ahLst/>
            <a:cxnLst/>
            <a:rect l="l" t="t" r="r" b="b"/>
            <a:pathLst>
              <a:path w="665407" h="535304" extrusionOk="0">
                <a:moveTo>
                  <a:pt x="32322" y="130465"/>
                </a:moveTo>
                <a:lnTo>
                  <a:pt x="32322" y="130465"/>
                </a:lnTo>
                <a:cubicBezTo>
                  <a:pt x="122587" y="67279"/>
                  <a:pt x="122657" y="49255"/>
                  <a:pt x="197422" y="28865"/>
                </a:cubicBezTo>
                <a:cubicBezTo>
                  <a:pt x="231101" y="19680"/>
                  <a:pt x="299022" y="3465"/>
                  <a:pt x="299022" y="3465"/>
                </a:cubicBezTo>
                <a:cubicBezTo>
                  <a:pt x="327116" y="5472"/>
                  <a:pt x="457191" y="0"/>
                  <a:pt x="514922" y="28865"/>
                </a:cubicBezTo>
                <a:cubicBezTo>
                  <a:pt x="528574" y="35691"/>
                  <a:pt x="540322" y="45798"/>
                  <a:pt x="553022" y="54265"/>
                </a:cubicBezTo>
                <a:cubicBezTo>
                  <a:pt x="563351" y="85253"/>
                  <a:pt x="566503" y="105846"/>
                  <a:pt x="591122" y="130465"/>
                </a:cubicBezTo>
                <a:cubicBezTo>
                  <a:pt x="601915" y="141258"/>
                  <a:pt x="616522" y="147398"/>
                  <a:pt x="629222" y="155865"/>
                </a:cubicBezTo>
                <a:cubicBezTo>
                  <a:pt x="661277" y="252030"/>
                  <a:pt x="665407" y="228940"/>
                  <a:pt x="641922" y="346365"/>
                </a:cubicBezTo>
                <a:cubicBezTo>
                  <a:pt x="624989" y="431032"/>
                  <a:pt x="635572" y="416215"/>
                  <a:pt x="578422" y="435265"/>
                </a:cubicBezTo>
                <a:cubicBezTo>
                  <a:pt x="569955" y="447965"/>
                  <a:pt x="564941" y="463830"/>
                  <a:pt x="553022" y="473365"/>
                </a:cubicBezTo>
                <a:cubicBezTo>
                  <a:pt x="542569" y="481728"/>
                  <a:pt x="526896" y="480078"/>
                  <a:pt x="514922" y="486065"/>
                </a:cubicBezTo>
                <a:cubicBezTo>
                  <a:pt x="416445" y="535304"/>
                  <a:pt x="534487" y="492243"/>
                  <a:pt x="438722" y="524165"/>
                </a:cubicBezTo>
                <a:cubicBezTo>
                  <a:pt x="383689" y="519932"/>
                  <a:pt x="328142" y="520073"/>
                  <a:pt x="273622" y="511465"/>
                </a:cubicBezTo>
                <a:cubicBezTo>
                  <a:pt x="247176" y="507289"/>
                  <a:pt x="197422" y="486065"/>
                  <a:pt x="197422" y="486065"/>
                </a:cubicBezTo>
                <a:cubicBezTo>
                  <a:pt x="184722" y="473365"/>
                  <a:pt x="170820" y="461763"/>
                  <a:pt x="159322" y="447965"/>
                </a:cubicBezTo>
                <a:cubicBezTo>
                  <a:pt x="149551" y="436239"/>
                  <a:pt x="145409" y="419916"/>
                  <a:pt x="133922" y="409865"/>
                </a:cubicBezTo>
                <a:cubicBezTo>
                  <a:pt x="110948" y="389763"/>
                  <a:pt x="57722" y="359065"/>
                  <a:pt x="57722" y="359065"/>
                </a:cubicBezTo>
                <a:lnTo>
                  <a:pt x="19622" y="244765"/>
                </a:lnTo>
                <a:lnTo>
                  <a:pt x="6922" y="206665"/>
                </a:lnTo>
                <a:cubicBezTo>
                  <a:pt x="19088" y="133668"/>
                  <a:pt x="0" y="133926"/>
                  <a:pt x="57722" y="105065"/>
                </a:cubicBezTo>
                <a:cubicBezTo>
                  <a:pt x="61508" y="103172"/>
                  <a:pt x="36555" y="126232"/>
                  <a:pt x="32322" y="130465"/>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80" name="Google Shape;580;p8"/>
          <p:cNvSpPr/>
          <p:nvPr/>
        </p:nvSpPr>
        <p:spPr>
          <a:xfrm>
            <a:off x="3048000" y="1676400"/>
            <a:ext cx="609600" cy="571500"/>
          </a:xfrm>
          <a:custGeom>
            <a:avLst/>
            <a:gdLst/>
            <a:ahLst/>
            <a:cxnLst/>
            <a:rect l="l" t="t" r="r" b="b"/>
            <a:pathLst>
              <a:path w="520700" h="571500" extrusionOk="0">
                <a:moveTo>
                  <a:pt x="0" y="304800"/>
                </a:moveTo>
                <a:lnTo>
                  <a:pt x="0" y="304800"/>
                </a:lnTo>
                <a:cubicBezTo>
                  <a:pt x="12700" y="270933"/>
                  <a:pt x="25739" y="237192"/>
                  <a:pt x="38100" y="203200"/>
                </a:cubicBezTo>
                <a:cubicBezTo>
                  <a:pt x="42675" y="190619"/>
                  <a:pt x="44299" y="176802"/>
                  <a:pt x="50800" y="165100"/>
                </a:cubicBezTo>
                <a:cubicBezTo>
                  <a:pt x="65625" y="138415"/>
                  <a:pt x="84667" y="114300"/>
                  <a:pt x="101600" y="88900"/>
                </a:cubicBezTo>
                <a:cubicBezTo>
                  <a:pt x="120342" y="60787"/>
                  <a:pt x="135764" y="32257"/>
                  <a:pt x="165100" y="12700"/>
                </a:cubicBezTo>
                <a:cubicBezTo>
                  <a:pt x="176239" y="5274"/>
                  <a:pt x="190500" y="4233"/>
                  <a:pt x="203200" y="0"/>
                </a:cubicBezTo>
                <a:cubicBezTo>
                  <a:pt x="235962" y="4680"/>
                  <a:pt x="294734" y="7667"/>
                  <a:pt x="330200" y="25400"/>
                </a:cubicBezTo>
                <a:cubicBezTo>
                  <a:pt x="343852" y="32226"/>
                  <a:pt x="355600" y="42333"/>
                  <a:pt x="368300" y="50800"/>
                </a:cubicBezTo>
                <a:cubicBezTo>
                  <a:pt x="376767" y="63500"/>
                  <a:pt x="382907" y="78107"/>
                  <a:pt x="393700" y="88900"/>
                </a:cubicBezTo>
                <a:cubicBezTo>
                  <a:pt x="449396" y="144596"/>
                  <a:pt x="417886" y="79580"/>
                  <a:pt x="469900" y="152400"/>
                </a:cubicBezTo>
                <a:cubicBezTo>
                  <a:pt x="498084" y="191858"/>
                  <a:pt x="495338" y="209684"/>
                  <a:pt x="508000" y="254000"/>
                </a:cubicBezTo>
                <a:cubicBezTo>
                  <a:pt x="511678" y="266872"/>
                  <a:pt x="516467" y="279400"/>
                  <a:pt x="520700" y="292100"/>
                </a:cubicBezTo>
                <a:cubicBezTo>
                  <a:pt x="516467" y="325967"/>
                  <a:pt x="513611" y="360034"/>
                  <a:pt x="508000" y="393700"/>
                </a:cubicBezTo>
                <a:cubicBezTo>
                  <a:pt x="502171" y="428676"/>
                  <a:pt x="495737" y="456763"/>
                  <a:pt x="469900" y="482600"/>
                </a:cubicBezTo>
                <a:cubicBezTo>
                  <a:pt x="459107" y="493393"/>
                  <a:pt x="445452" y="501174"/>
                  <a:pt x="431800" y="508000"/>
                </a:cubicBezTo>
                <a:cubicBezTo>
                  <a:pt x="419826" y="513987"/>
                  <a:pt x="405674" y="514713"/>
                  <a:pt x="393700" y="520700"/>
                </a:cubicBezTo>
                <a:cubicBezTo>
                  <a:pt x="380048" y="527526"/>
                  <a:pt x="370189" y="541611"/>
                  <a:pt x="355600" y="546100"/>
                </a:cubicBezTo>
                <a:cubicBezTo>
                  <a:pt x="314337" y="558796"/>
                  <a:pt x="228600" y="571500"/>
                  <a:pt x="228600" y="571500"/>
                </a:cubicBezTo>
                <a:cubicBezTo>
                  <a:pt x="199334" y="566622"/>
                  <a:pt x="145564" y="561732"/>
                  <a:pt x="114300" y="546100"/>
                </a:cubicBezTo>
                <a:cubicBezTo>
                  <a:pt x="100648" y="539274"/>
                  <a:pt x="88900" y="529167"/>
                  <a:pt x="76200" y="520700"/>
                </a:cubicBezTo>
                <a:lnTo>
                  <a:pt x="25400" y="368300"/>
                </a:lnTo>
                <a:cubicBezTo>
                  <a:pt x="21167" y="355600"/>
                  <a:pt x="12700" y="343587"/>
                  <a:pt x="12700" y="330200"/>
                </a:cubicBezTo>
                <a:lnTo>
                  <a:pt x="12700" y="241300"/>
                </a:lnTo>
                <a:lnTo>
                  <a:pt x="12700" y="254000"/>
                </a:lnTo>
              </a:path>
            </a:pathLst>
          </a:cu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800"/>
              <a:buFont typeface="Times"/>
              <a:buNone/>
            </a:pPr>
            <a:r>
              <a:rPr lang="en-US" sz="800" b="1" i="0" u="none" strike="noStrike" cap="none">
                <a:solidFill>
                  <a:schemeClr val="lt1"/>
                </a:solidFill>
                <a:latin typeface="Times"/>
                <a:ea typeface="Times"/>
                <a:cs typeface="Times"/>
                <a:sym typeface="Times"/>
              </a:rPr>
              <a:t>Solitary Nucleus Tract</a:t>
            </a:r>
            <a:endParaRPr sz="1400" b="0" i="0" u="none" strike="noStrike" cap="none">
              <a:solidFill>
                <a:srgbClr val="000000"/>
              </a:solidFill>
              <a:latin typeface="Arial"/>
              <a:ea typeface="Arial"/>
              <a:cs typeface="Arial"/>
              <a:sym typeface="Arial"/>
            </a:endParaRPr>
          </a:p>
        </p:txBody>
      </p:sp>
      <p:sp>
        <p:nvSpPr>
          <p:cNvPr id="581" name="Google Shape;581;p8"/>
          <p:cNvSpPr/>
          <p:nvPr/>
        </p:nvSpPr>
        <p:spPr>
          <a:xfrm>
            <a:off x="2209800" y="2590800"/>
            <a:ext cx="762000" cy="535304"/>
          </a:xfrm>
          <a:custGeom>
            <a:avLst/>
            <a:gdLst/>
            <a:ahLst/>
            <a:cxnLst/>
            <a:rect l="l" t="t" r="r" b="b"/>
            <a:pathLst>
              <a:path w="665407" h="535304" extrusionOk="0">
                <a:moveTo>
                  <a:pt x="32322" y="130465"/>
                </a:moveTo>
                <a:lnTo>
                  <a:pt x="32322" y="130465"/>
                </a:lnTo>
                <a:cubicBezTo>
                  <a:pt x="122587" y="67279"/>
                  <a:pt x="122657" y="49255"/>
                  <a:pt x="197422" y="28865"/>
                </a:cubicBezTo>
                <a:cubicBezTo>
                  <a:pt x="231101" y="19680"/>
                  <a:pt x="299022" y="3465"/>
                  <a:pt x="299022" y="3465"/>
                </a:cubicBezTo>
                <a:cubicBezTo>
                  <a:pt x="327116" y="5472"/>
                  <a:pt x="457191" y="0"/>
                  <a:pt x="514922" y="28865"/>
                </a:cubicBezTo>
                <a:cubicBezTo>
                  <a:pt x="528574" y="35691"/>
                  <a:pt x="540322" y="45798"/>
                  <a:pt x="553022" y="54265"/>
                </a:cubicBezTo>
                <a:cubicBezTo>
                  <a:pt x="563351" y="85253"/>
                  <a:pt x="566503" y="105846"/>
                  <a:pt x="591122" y="130465"/>
                </a:cubicBezTo>
                <a:cubicBezTo>
                  <a:pt x="601915" y="141258"/>
                  <a:pt x="616522" y="147398"/>
                  <a:pt x="629222" y="155865"/>
                </a:cubicBezTo>
                <a:cubicBezTo>
                  <a:pt x="661277" y="252030"/>
                  <a:pt x="665407" y="228940"/>
                  <a:pt x="641922" y="346365"/>
                </a:cubicBezTo>
                <a:cubicBezTo>
                  <a:pt x="624989" y="431032"/>
                  <a:pt x="635572" y="416215"/>
                  <a:pt x="578422" y="435265"/>
                </a:cubicBezTo>
                <a:cubicBezTo>
                  <a:pt x="569955" y="447965"/>
                  <a:pt x="564941" y="463830"/>
                  <a:pt x="553022" y="473365"/>
                </a:cubicBezTo>
                <a:cubicBezTo>
                  <a:pt x="542569" y="481728"/>
                  <a:pt x="526896" y="480078"/>
                  <a:pt x="514922" y="486065"/>
                </a:cubicBezTo>
                <a:cubicBezTo>
                  <a:pt x="416445" y="535304"/>
                  <a:pt x="534487" y="492243"/>
                  <a:pt x="438722" y="524165"/>
                </a:cubicBezTo>
                <a:cubicBezTo>
                  <a:pt x="383689" y="519932"/>
                  <a:pt x="328142" y="520073"/>
                  <a:pt x="273622" y="511465"/>
                </a:cubicBezTo>
                <a:cubicBezTo>
                  <a:pt x="247176" y="507289"/>
                  <a:pt x="197422" y="486065"/>
                  <a:pt x="197422" y="486065"/>
                </a:cubicBezTo>
                <a:cubicBezTo>
                  <a:pt x="184722" y="473365"/>
                  <a:pt x="170820" y="461763"/>
                  <a:pt x="159322" y="447965"/>
                </a:cubicBezTo>
                <a:cubicBezTo>
                  <a:pt x="149551" y="436239"/>
                  <a:pt x="145409" y="419916"/>
                  <a:pt x="133922" y="409865"/>
                </a:cubicBezTo>
                <a:cubicBezTo>
                  <a:pt x="110948" y="389763"/>
                  <a:pt x="57722" y="359065"/>
                  <a:pt x="57722" y="359065"/>
                </a:cubicBezTo>
                <a:lnTo>
                  <a:pt x="19622" y="244765"/>
                </a:lnTo>
                <a:lnTo>
                  <a:pt x="6922" y="206665"/>
                </a:lnTo>
                <a:cubicBezTo>
                  <a:pt x="19088" y="133668"/>
                  <a:pt x="0" y="133926"/>
                  <a:pt x="57722" y="105065"/>
                </a:cubicBezTo>
                <a:cubicBezTo>
                  <a:pt x="61508" y="103172"/>
                  <a:pt x="36555" y="126232"/>
                  <a:pt x="32322" y="130465"/>
                </a:cubicBezTo>
                <a:close/>
              </a:path>
            </a:pathLst>
          </a:cu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800"/>
              <a:buFont typeface="Times"/>
              <a:buNone/>
            </a:pPr>
            <a:endParaRPr sz="800" b="1" i="0" u="none" strike="noStrike" cap="none">
              <a:solidFill>
                <a:schemeClr val="lt1"/>
              </a:solidFill>
              <a:latin typeface="Times"/>
              <a:ea typeface="Times"/>
              <a:cs typeface="Times"/>
              <a:sym typeface="Times"/>
            </a:endParaRPr>
          </a:p>
          <a:p>
            <a:pPr marL="0" marR="0" lvl="0" indent="0" algn="ctr" rtl="0">
              <a:lnSpc>
                <a:spcPct val="100000"/>
              </a:lnSpc>
              <a:spcBef>
                <a:spcPts val="0"/>
              </a:spcBef>
              <a:spcAft>
                <a:spcPts val="0"/>
              </a:spcAft>
              <a:buClr>
                <a:schemeClr val="lt1"/>
              </a:buClr>
              <a:buSzPts val="900"/>
              <a:buFont typeface="Times"/>
              <a:buNone/>
            </a:pPr>
            <a:r>
              <a:rPr lang="en-US" sz="900" b="1" i="0" u="none" strike="noStrike" cap="none">
                <a:solidFill>
                  <a:schemeClr val="lt1"/>
                </a:solidFill>
                <a:latin typeface="Times"/>
                <a:ea typeface="Times"/>
                <a:cs typeface="Times"/>
                <a:sym typeface="Times"/>
              </a:rPr>
              <a:t>Nucleus Ambiguous</a:t>
            </a:r>
            <a:endParaRPr sz="900" b="1" i="0" u="none" strike="noStrike" cap="none">
              <a:solidFill>
                <a:schemeClr val="lt1"/>
              </a:solidFill>
              <a:latin typeface="Times"/>
              <a:ea typeface="Times"/>
              <a:cs typeface="Times"/>
              <a:sym typeface="Times"/>
            </a:endParaRPr>
          </a:p>
        </p:txBody>
      </p:sp>
      <p:pic>
        <p:nvPicPr>
          <p:cNvPr id="582" name="Google Shape;582;p8"/>
          <p:cNvPicPr preferRelativeResize="0"/>
          <p:nvPr/>
        </p:nvPicPr>
        <p:blipFill rotWithShape="1">
          <a:blip r:embed="rId5">
            <a:alphaModFix/>
          </a:blip>
          <a:srcRect/>
          <a:stretch/>
        </p:blipFill>
        <p:spPr>
          <a:xfrm>
            <a:off x="7543800" y="228600"/>
            <a:ext cx="1409700" cy="147846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542"/>
                                        </p:tgtEl>
                                        <p:attrNameLst>
                                          <p:attrName>style.visibility</p:attrName>
                                        </p:attrNameLst>
                                      </p:cBhvr>
                                      <p:to>
                                        <p:strVal val="visible"/>
                                      </p:to>
                                    </p:set>
                                    <p:anim calcmode="lin" valueType="num">
                                      <p:cBhvr additive="base">
                                        <p:cTn id="15" dur="500"/>
                                        <p:tgtEl>
                                          <p:spTgt spid="542"/>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5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541"/>
                                        </p:tgtEl>
                                        <p:attrNameLst>
                                          <p:attrName>style.visibility</p:attrName>
                                        </p:attrNameLst>
                                      </p:cBhvr>
                                      <p:to>
                                        <p:strVal val="visible"/>
                                      </p:to>
                                    </p:set>
                                    <p:anim calcmode="lin" valueType="num">
                                      <p:cBhvr additive="base">
                                        <p:cTn id="24" dur="500"/>
                                        <p:tgtEl>
                                          <p:spTgt spid="541"/>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4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6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6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539"/>
                                        </p:tgtEl>
                                        <p:attrNameLst>
                                          <p:attrName>style.visibility</p:attrName>
                                        </p:attrNameLst>
                                      </p:cBhvr>
                                      <p:to>
                                        <p:strVal val="visible"/>
                                      </p:to>
                                    </p:set>
                                    <p:anim calcmode="lin" valueType="num">
                                      <p:cBhvr additive="base">
                                        <p:cTn id="41" dur="500"/>
                                        <p:tgtEl>
                                          <p:spTgt spid="539"/>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556"/>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57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550"/>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571"/>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552"/>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572"/>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547"/>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573"/>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548"/>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574"/>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565"/>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0"/>
                                          </p:stCondLst>
                                        </p:cTn>
                                        <p:tgtEl>
                                          <p:spTgt spid="575"/>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clickEffect">
                                  <p:stCondLst>
                                    <p:cond delay="0"/>
                                  </p:stCondLst>
                                  <p:childTnLst>
                                    <p:set>
                                      <p:cBhvr>
                                        <p:cTn id="93" dur="1" fill="hold">
                                          <p:stCondLst>
                                            <p:cond delay="0"/>
                                          </p:stCondLst>
                                        </p:cTn>
                                        <p:tgtEl>
                                          <p:spTgt spid="566"/>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576"/>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nodeType="clickEffect">
                                  <p:stCondLst>
                                    <p:cond delay="0"/>
                                  </p:stCondLst>
                                  <p:childTnLst>
                                    <p:set>
                                      <p:cBhvr>
                                        <p:cTn id="101" dur="1" fill="hold">
                                          <p:stCondLst>
                                            <p:cond delay="0"/>
                                          </p:stCondLst>
                                        </p:cTn>
                                        <p:tgtEl>
                                          <p:spTgt spid="558"/>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nodeType="clickEffect">
                                  <p:stCondLst>
                                    <p:cond delay="0"/>
                                  </p:stCondLst>
                                  <p:childTnLst>
                                    <p:set>
                                      <p:cBhvr>
                                        <p:cTn id="105" dur="1" fill="hold">
                                          <p:stCondLst>
                                            <p:cond delay="0"/>
                                          </p:stCondLst>
                                        </p:cTn>
                                        <p:tgtEl>
                                          <p:spTgt spid="551"/>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nodeType="clickEffect">
                                  <p:stCondLst>
                                    <p:cond delay="0"/>
                                  </p:stCondLst>
                                  <p:childTnLst>
                                    <p:set>
                                      <p:cBhvr>
                                        <p:cTn id="109" dur="1" fill="hold">
                                          <p:stCondLst>
                                            <p:cond delay="0"/>
                                          </p:stCondLst>
                                        </p:cTn>
                                        <p:tgtEl>
                                          <p:spTgt spid="577"/>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clickEffect">
                                  <p:stCondLst>
                                    <p:cond delay="0"/>
                                  </p:stCondLst>
                                  <p:childTnLst>
                                    <p:set>
                                      <p:cBhvr>
                                        <p:cTn id="113" dur="1" fill="hold">
                                          <p:stCondLst>
                                            <p:cond delay="0"/>
                                          </p:stCondLst>
                                        </p:cTn>
                                        <p:tgtEl>
                                          <p:spTgt spid="559"/>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nodeType="clickEffect">
                                  <p:stCondLst>
                                    <p:cond delay="0"/>
                                  </p:stCondLst>
                                  <p:childTnLst>
                                    <p:set>
                                      <p:cBhvr>
                                        <p:cTn id="117" dur="1" fill="hold">
                                          <p:stCondLst>
                                            <p:cond delay="0"/>
                                          </p:stCondLst>
                                        </p:cTn>
                                        <p:tgtEl>
                                          <p:spTgt spid="545"/>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nodeType="clickEffect">
                                  <p:stCondLst>
                                    <p:cond delay="0"/>
                                  </p:stCondLst>
                                  <p:childTnLst>
                                    <p:set>
                                      <p:cBhvr>
                                        <p:cTn id="121" dur="1" fill="hold">
                                          <p:stCondLst>
                                            <p:cond delay="0"/>
                                          </p:stCondLst>
                                        </p:cTn>
                                        <p:tgtEl>
                                          <p:spTgt spid="557"/>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nodeType="clickEffect">
                                  <p:stCondLst>
                                    <p:cond delay="0"/>
                                  </p:stCondLst>
                                  <p:childTnLst>
                                    <p:set>
                                      <p:cBhvr>
                                        <p:cTn id="125" dur="1" fill="hold">
                                          <p:stCondLst>
                                            <p:cond delay="0"/>
                                          </p:stCondLst>
                                        </p:cTn>
                                        <p:tgtEl>
                                          <p:spTgt spid="544"/>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nodeType="clickEffect">
                                  <p:stCondLst>
                                    <p:cond delay="0"/>
                                  </p:stCondLst>
                                  <p:childTnLst>
                                    <p:set>
                                      <p:cBhvr>
                                        <p:cTn id="129" dur="1" fill="hold">
                                          <p:stCondLst>
                                            <p:cond delay="0"/>
                                          </p:stCondLst>
                                        </p:cTn>
                                        <p:tgtEl>
                                          <p:spTgt spid="564"/>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2" presetClass="entr" presetSubtype="4" fill="hold" nodeType="clickEffect">
                                  <p:stCondLst>
                                    <p:cond delay="0"/>
                                  </p:stCondLst>
                                  <p:childTnLst>
                                    <p:set>
                                      <p:cBhvr>
                                        <p:cTn id="133" dur="1" fill="hold">
                                          <p:stCondLst>
                                            <p:cond delay="0"/>
                                          </p:stCondLst>
                                        </p:cTn>
                                        <p:tgtEl>
                                          <p:spTgt spid="529"/>
                                        </p:tgtEl>
                                        <p:attrNameLst>
                                          <p:attrName>style.visibility</p:attrName>
                                        </p:attrNameLst>
                                      </p:cBhvr>
                                      <p:to>
                                        <p:strVal val="visible"/>
                                      </p:to>
                                    </p:set>
                                    <p:anim calcmode="lin" valueType="num">
                                      <p:cBhvr additive="base">
                                        <p:cTn id="134" dur="500"/>
                                        <p:tgtEl>
                                          <p:spTgt spid="529"/>
                                        </p:tgtEl>
                                        <p:attrNameLst>
                                          <p:attrName>ppt_y</p:attrName>
                                        </p:attrNameLst>
                                      </p:cBhvr>
                                      <p:tavLst>
                                        <p:tav tm="0">
                                          <p:val>
                                            <p:strVal val="#ppt_y+1"/>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554"/>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2" presetClass="entr" presetSubtype="4" fill="hold" nodeType="clickEffect">
                                  <p:stCondLst>
                                    <p:cond delay="0"/>
                                  </p:stCondLst>
                                  <p:childTnLst>
                                    <p:set>
                                      <p:cBhvr>
                                        <p:cTn id="142" dur="1" fill="hold">
                                          <p:stCondLst>
                                            <p:cond delay="0"/>
                                          </p:stCondLst>
                                        </p:cTn>
                                        <p:tgtEl>
                                          <p:spTgt spid="528"/>
                                        </p:tgtEl>
                                        <p:attrNameLst>
                                          <p:attrName>style.visibility</p:attrName>
                                        </p:attrNameLst>
                                      </p:cBhvr>
                                      <p:to>
                                        <p:strVal val="visible"/>
                                      </p:to>
                                    </p:set>
                                    <p:anim calcmode="lin" valueType="num">
                                      <p:cBhvr additive="base">
                                        <p:cTn id="143" dur="500"/>
                                        <p:tgtEl>
                                          <p:spTgt spid="528"/>
                                        </p:tgtEl>
                                        <p:attrNameLst>
                                          <p:attrName>ppt_y</p:attrName>
                                        </p:attrNameLst>
                                      </p:cBhvr>
                                      <p:tavLst>
                                        <p:tav tm="0">
                                          <p:val>
                                            <p:strVal val="#ppt_y+1"/>
                                          </p:val>
                                        </p:tav>
                                        <p:tav tm="100000">
                                          <p:val>
                                            <p:strVal val="#ppt_y"/>
                                          </p:val>
                                        </p:tav>
                                      </p:tavLst>
                                    </p:anim>
                                  </p:childTnLst>
                                </p:cTn>
                              </p:par>
                            </p:childTnLst>
                          </p:cTn>
                        </p:par>
                      </p:childTnLst>
                    </p:cTn>
                  </p:par>
                  <p:par>
                    <p:cTn id="144" fill="hold">
                      <p:stCondLst>
                        <p:cond delay="indefinite"/>
                      </p:stCondLst>
                      <p:childTnLst>
                        <p:par>
                          <p:cTn id="145" fill="hold">
                            <p:stCondLst>
                              <p:cond delay="0"/>
                            </p:stCondLst>
                            <p:childTnLst>
                              <p:par>
                                <p:cTn id="146" presetID="1" presetClass="entr" presetSubtype="0" fill="hold" nodeType="clickEffect">
                                  <p:stCondLst>
                                    <p:cond delay="0"/>
                                  </p:stCondLst>
                                  <p:childTnLst>
                                    <p:set>
                                      <p:cBhvr>
                                        <p:cTn id="147" dur="1" fill="hold">
                                          <p:stCondLst>
                                            <p:cond delay="0"/>
                                          </p:stCondLst>
                                        </p:cTn>
                                        <p:tgtEl>
                                          <p:spTgt spid="562"/>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2" presetClass="entr" presetSubtype="4" fill="hold" nodeType="clickEffect">
                                  <p:stCondLst>
                                    <p:cond delay="0"/>
                                  </p:stCondLst>
                                  <p:childTnLst>
                                    <p:set>
                                      <p:cBhvr>
                                        <p:cTn id="151" dur="1" fill="hold">
                                          <p:stCondLst>
                                            <p:cond delay="0"/>
                                          </p:stCondLst>
                                        </p:cTn>
                                        <p:tgtEl>
                                          <p:spTgt spid="526"/>
                                        </p:tgtEl>
                                        <p:attrNameLst>
                                          <p:attrName>style.visibility</p:attrName>
                                        </p:attrNameLst>
                                      </p:cBhvr>
                                      <p:to>
                                        <p:strVal val="visible"/>
                                      </p:to>
                                    </p:set>
                                    <p:anim calcmode="lin" valueType="num">
                                      <p:cBhvr additive="base">
                                        <p:cTn id="152" dur="500"/>
                                        <p:tgtEl>
                                          <p:spTgt spid="526"/>
                                        </p:tgtEl>
                                        <p:attrNameLst>
                                          <p:attrName>ppt_y</p:attrName>
                                        </p:attrNameLst>
                                      </p:cBhvr>
                                      <p:tavLst>
                                        <p:tav tm="0">
                                          <p:val>
                                            <p:strVal val="#ppt_y+1"/>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nodeType="clickEffect">
                                  <p:stCondLst>
                                    <p:cond delay="0"/>
                                  </p:stCondLst>
                                  <p:childTnLst>
                                    <p:set>
                                      <p:cBhvr>
                                        <p:cTn id="156" dur="1" fill="hold">
                                          <p:stCondLst>
                                            <p:cond delay="0"/>
                                          </p:stCondLst>
                                        </p:cTn>
                                        <p:tgtEl>
                                          <p:spTgt spid="553"/>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2" presetClass="entr" presetSubtype="4" fill="hold" nodeType="clickEffect">
                                  <p:stCondLst>
                                    <p:cond delay="0"/>
                                  </p:stCondLst>
                                  <p:childTnLst>
                                    <p:set>
                                      <p:cBhvr>
                                        <p:cTn id="160" dur="1" fill="hold">
                                          <p:stCondLst>
                                            <p:cond delay="0"/>
                                          </p:stCondLst>
                                        </p:cTn>
                                        <p:tgtEl>
                                          <p:spTgt spid="527"/>
                                        </p:tgtEl>
                                        <p:attrNameLst>
                                          <p:attrName>style.visibility</p:attrName>
                                        </p:attrNameLst>
                                      </p:cBhvr>
                                      <p:to>
                                        <p:strVal val="visible"/>
                                      </p:to>
                                    </p:set>
                                    <p:anim calcmode="lin" valueType="num">
                                      <p:cBhvr additive="base">
                                        <p:cTn id="161" dur="500"/>
                                        <p:tgtEl>
                                          <p:spTgt spid="527"/>
                                        </p:tgtEl>
                                        <p:attrNameLst>
                                          <p:attrName>ppt_y</p:attrName>
                                        </p:attrNameLst>
                                      </p:cBhvr>
                                      <p:tavLst>
                                        <p:tav tm="0">
                                          <p:val>
                                            <p:strVal val="#ppt_y+1"/>
                                          </p:val>
                                        </p:tav>
                                        <p:tav tm="100000">
                                          <p:val>
                                            <p:strVal val="#ppt_y"/>
                                          </p:val>
                                        </p:tav>
                                      </p:tavLst>
                                    </p:anim>
                                  </p:childTnLst>
                                </p:cTn>
                              </p:par>
                            </p:childTnLst>
                          </p:cTn>
                        </p:par>
                      </p:childTnLst>
                    </p:cTn>
                  </p:par>
                  <p:par>
                    <p:cTn id="162" fill="hold">
                      <p:stCondLst>
                        <p:cond delay="indefinite"/>
                      </p:stCondLst>
                      <p:childTnLst>
                        <p:par>
                          <p:cTn id="163" fill="hold">
                            <p:stCondLst>
                              <p:cond delay="0"/>
                            </p:stCondLst>
                            <p:childTnLst>
                              <p:par>
                                <p:cTn id="164" presetID="1" presetClass="entr" presetSubtype="0" fill="hold" nodeType="clickEffect">
                                  <p:stCondLst>
                                    <p:cond delay="0"/>
                                  </p:stCondLst>
                                  <p:childTnLst>
                                    <p:set>
                                      <p:cBhvr>
                                        <p:cTn id="165" dur="1" fill="hold">
                                          <p:stCondLst>
                                            <p:cond delay="0"/>
                                          </p:stCondLst>
                                        </p:cTn>
                                        <p:tgtEl>
                                          <p:spTgt spid="567"/>
                                        </p:tgtEl>
                                        <p:attrNameLst>
                                          <p:attrName>style.visibility</p:attrName>
                                        </p:attrNameLst>
                                      </p:cBhvr>
                                      <p:to>
                                        <p:strVal val="visible"/>
                                      </p:to>
                                    </p:set>
                                  </p:childTnLst>
                                </p:cTn>
                              </p:par>
                            </p:childTnLst>
                          </p:cTn>
                        </p:par>
                      </p:childTnLst>
                    </p:cTn>
                  </p:par>
                  <p:par>
                    <p:cTn id="166" fill="hold">
                      <p:stCondLst>
                        <p:cond delay="indefinite"/>
                      </p:stCondLst>
                      <p:childTnLst>
                        <p:par>
                          <p:cTn id="167" fill="hold">
                            <p:stCondLst>
                              <p:cond delay="0"/>
                            </p:stCondLst>
                            <p:childTnLst>
                              <p:par>
                                <p:cTn id="168" presetID="2" presetClass="entr" presetSubtype="4" fill="hold" nodeType="clickEffect">
                                  <p:stCondLst>
                                    <p:cond delay="0"/>
                                  </p:stCondLst>
                                  <p:childTnLst>
                                    <p:set>
                                      <p:cBhvr>
                                        <p:cTn id="169" dur="1" fill="hold">
                                          <p:stCondLst>
                                            <p:cond delay="0"/>
                                          </p:stCondLst>
                                        </p:cTn>
                                        <p:tgtEl>
                                          <p:spTgt spid="525"/>
                                        </p:tgtEl>
                                        <p:attrNameLst>
                                          <p:attrName>style.visibility</p:attrName>
                                        </p:attrNameLst>
                                      </p:cBhvr>
                                      <p:to>
                                        <p:strVal val="visible"/>
                                      </p:to>
                                    </p:set>
                                    <p:anim calcmode="lin" valueType="num">
                                      <p:cBhvr additive="base">
                                        <p:cTn id="170" dur="500"/>
                                        <p:tgtEl>
                                          <p:spTgt spid="525"/>
                                        </p:tgtEl>
                                        <p:attrNameLst>
                                          <p:attrName>ppt_y</p:attrName>
                                        </p:attrNameLst>
                                      </p:cBhvr>
                                      <p:tavLst>
                                        <p:tav tm="0">
                                          <p:val>
                                            <p:strVal val="#ppt_y+1"/>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560"/>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2" presetClass="entr" presetSubtype="4" fill="hold" nodeType="clickEffect">
                                  <p:stCondLst>
                                    <p:cond delay="0"/>
                                  </p:stCondLst>
                                  <p:childTnLst>
                                    <p:set>
                                      <p:cBhvr>
                                        <p:cTn id="178" dur="1" fill="hold">
                                          <p:stCondLst>
                                            <p:cond delay="0"/>
                                          </p:stCondLst>
                                        </p:cTn>
                                        <p:tgtEl>
                                          <p:spTgt spid="524"/>
                                        </p:tgtEl>
                                        <p:attrNameLst>
                                          <p:attrName>style.visibility</p:attrName>
                                        </p:attrNameLst>
                                      </p:cBhvr>
                                      <p:to>
                                        <p:strVal val="visible"/>
                                      </p:to>
                                    </p:set>
                                    <p:anim calcmode="lin" valueType="num">
                                      <p:cBhvr additive="base">
                                        <p:cTn id="179" dur="500"/>
                                        <p:tgtEl>
                                          <p:spTgt spid="524"/>
                                        </p:tgtEl>
                                        <p:attrNameLst>
                                          <p:attrName>ppt_y</p:attrName>
                                        </p:attrNameLst>
                                      </p:cBhvr>
                                      <p:tavLst>
                                        <p:tav tm="0">
                                          <p:val>
                                            <p:strVal val="#ppt_y+1"/>
                                          </p:val>
                                        </p:tav>
                                        <p:tav tm="100000">
                                          <p:val>
                                            <p:strVal val="#ppt_y"/>
                                          </p:val>
                                        </p:tav>
                                      </p:tavLst>
                                    </p:anim>
                                  </p:childTnLst>
                                </p:cTn>
                              </p:par>
                            </p:childTnLst>
                          </p:cTn>
                        </p:par>
                      </p:childTnLst>
                    </p:cTn>
                  </p:par>
                  <p:par>
                    <p:cTn id="180" fill="hold">
                      <p:stCondLst>
                        <p:cond delay="indefinite"/>
                      </p:stCondLst>
                      <p:childTnLst>
                        <p:par>
                          <p:cTn id="181" fill="hold">
                            <p:stCondLst>
                              <p:cond delay="0"/>
                            </p:stCondLst>
                            <p:childTnLst>
                              <p:par>
                                <p:cTn id="182" presetID="1" presetClass="entr" presetSubtype="0" fill="hold" nodeType="clickEffect">
                                  <p:stCondLst>
                                    <p:cond delay="0"/>
                                  </p:stCondLst>
                                  <p:childTnLst>
                                    <p:set>
                                      <p:cBhvr>
                                        <p:cTn id="183" dur="1" fill="hold">
                                          <p:stCondLst>
                                            <p:cond delay="0"/>
                                          </p:stCondLst>
                                        </p:cTn>
                                        <p:tgtEl>
                                          <p:spTgt spid="561"/>
                                        </p:tgtEl>
                                        <p:attrNameLst>
                                          <p:attrName>style.visibility</p:attrName>
                                        </p:attrNameLst>
                                      </p:cBhvr>
                                      <p:to>
                                        <p:strVal val="visible"/>
                                      </p:to>
                                    </p:set>
                                  </p:childTnLst>
                                </p:cTn>
                              </p:par>
                            </p:childTnLst>
                          </p:cTn>
                        </p:par>
                      </p:childTnLst>
                    </p:cTn>
                  </p:par>
                  <p:par>
                    <p:cTn id="184" fill="hold">
                      <p:stCondLst>
                        <p:cond delay="indefinite"/>
                      </p:stCondLst>
                      <p:childTnLst>
                        <p:par>
                          <p:cTn id="185" fill="hold">
                            <p:stCondLst>
                              <p:cond delay="0"/>
                            </p:stCondLst>
                            <p:childTnLst>
                              <p:par>
                                <p:cTn id="186" presetID="2" presetClass="entr" presetSubtype="4" fill="hold" nodeType="clickEffect">
                                  <p:stCondLst>
                                    <p:cond delay="0"/>
                                  </p:stCondLst>
                                  <p:childTnLst>
                                    <p:set>
                                      <p:cBhvr>
                                        <p:cTn id="187" dur="1" fill="hold">
                                          <p:stCondLst>
                                            <p:cond delay="0"/>
                                          </p:stCondLst>
                                        </p:cTn>
                                        <p:tgtEl>
                                          <p:spTgt spid="578"/>
                                        </p:tgtEl>
                                        <p:attrNameLst>
                                          <p:attrName>style.visibility</p:attrName>
                                        </p:attrNameLst>
                                      </p:cBhvr>
                                      <p:to>
                                        <p:strVal val="visible"/>
                                      </p:to>
                                    </p:set>
                                    <p:anim calcmode="lin" valueType="num">
                                      <p:cBhvr additive="base">
                                        <p:cTn id="188" dur="500"/>
                                        <p:tgtEl>
                                          <p:spTgt spid="578"/>
                                        </p:tgtEl>
                                        <p:attrNameLst>
                                          <p:attrName>ppt_y</p:attrName>
                                        </p:attrNameLst>
                                      </p:cBhvr>
                                      <p:tavLst>
                                        <p:tav tm="0">
                                          <p:val>
                                            <p:strVal val="#ppt_y+1"/>
                                          </p:val>
                                        </p:tav>
                                        <p:tav tm="100000">
                                          <p:val>
                                            <p:strVal val="#ppt_y"/>
                                          </p:val>
                                        </p:tav>
                                      </p:tavLst>
                                    </p:anim>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nodeType="clickEffect">
                                  <p:stCondLst>
                                    <p:cond delay="0"/>
                                  </p:stCondLst>
                                  <p:childTnLst>
                                    <p:set>
                                      <p:cBhvr>
                                        <p:cTn id="192" dur="1" fill="hold">
                                          <p:stCondLst>
                                            <p:cond delay="0"/>
                                          </p:stCondLst>
                                        </p:cTn>
                                        <p:tgtEl>
                                          <p:spTgt spid="580"/>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presetID="2" presetClass="entr" presetSubtype="4" fill="hold" nodeType="clickEffect">
                                  <p:stCondLst>
                                    <p:cond delay="0"/>
                                  </p:stCondLst>
                                  <p:childTnLst>
                                    <p:set>
                                      <p:cBhvr>
                                        <p:cTn id="196" dur="1" fill="hold">
                                          <p:stCondLst>
                                            <p:cond delay="0"/>
                                          </p:stCondLst>
                                        </p:cTn>
                                        <p:tgtEl>
                                          <p:spTgt spid="579"/>
                                        </p:tgtEl>
                                        <p:attrNameLst>
                                          <p:attrName>style.visibility</p:attrName>
                                        </p:attrNameLst>
                                      </p:cBhvr>
                                      <p:to>
                                        <p:strVal val="visible"/>
                                      </p:to>
                                    </p:set>
                                    <p:anim calcmode="lin" valueType="num">
                                      <p:cBhvr additive="base">
                                        <p:cTn id="197" dur="500"/>
                                        <p:tgtEl>
                                          <p:spTgt spid="579"/>
                                        </p:tgtEl>
                                        <p:attrNameLst>
                                          <p:attrName>ppt_y</p:attrName>
                                        </p:attrNameLst>
                                      </p:cBhvr>
                                      <p:tavLst>
                                        <p:tav tm="0">
                                          <p:val>
                                            <p:strVal val="#ppt_y+1"/>
                                          </p:val>
                                        </p:tav>
                                        <p:tav tm="100000">
                                          <p:val>
                                            <p:strVal val="#ppt_y"/>
                                          </p:val>
                                        </p:tav>
                                      </p:tavLst>
                                    </p:anim>
                                  </p:childTnLst>
                                </p:cTn>
                              </p:par>
                            </p:childTnLst>
                          </p:cTn>
                        </p:par>
                      </p:childTnLst>
                    </p:cTn>
                  </p:par>
                  <p:par>
                    <p:cTn id="198" fill="hold">
                      <p:stCondLst>
                        <p:cond delay="indefinite"/>
                      </p:stCondLst>
                      <p:childTnLst>
                        <p:par>
                          <p:cTn id="199" fill="hold">
                            <p:stCondLst>
                              <p:cond delay="0"/>
                            </p:stCondLst>
                            <p:childTnLst>
                              <p:par>
                                <p:cTn id="200" presetID="1" presetClass="entr" presetSubtype="0" fill="hold" nodeType="clickEffect">
                                  <p:stCondLst>
                                    <p:cond delay="0"/>
                                  </p:stCondLst>
                                  <p:childTnLst>
                                    <p:set>
                                      <p:cBhvr>
                                        <p:cTn id="201" dur="1" fill="hold">
                                          <p:stCondLst>
                                            <p:cond delay="0"/>
                                          </p:stCondLst>
                                        </p:cTn>
                                        <p:tgtEl>
                                          <p:spTgt spid="5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pic>
        <p:nvPicPr>
          <p:cNvPr id="588" name="Google Shape;588;p9" descr="Plate 09.jpg                                                   00000158WD Passport                    00000000:"/>
          <p:cNvPicPr preferRelativeResize="0"/>
          <p:nvPr/>
        </p:nvPicPr>
        <p:blipFill rotWithShape="1">
          <a:blip r:embed="rId3">
            <a:alphaModFix/>
          </a:blip>
          <a:srcRect/>
          <a:stretch/>
        </p:blipFill>
        <p:spPr>
          <a:xfrm>
            <a:off x="-12700" y="379413"/>
            <a:ext cx="9170988" cy="6097587"/>
          </a:xfrm>
          <a:prstGeom prst="rect">
            <a:avLst/>
          </a:prstGeom>
          <a:noFill/>
          <a:ln>
            <a:noFill/>
          </a:ln>
        </p:spPr>
      </p:pic>
      <p:sp>
        <p:nvSpPr>
          <p:cNvPr id="589" name="Google Shape;589;p9"/>
          <p:cNvSpPr/>
          <p:nvPr/>
        </p:nvSpPr>
        <p:spPr>
          <a:xfrm>
            <a:off x="2788894" y="722770"/>
            <a:ext cx="585888" cy="604902"/>
          </a:xfrm>
          <a:custGeom>
            <a:avLst/>
            <a:gdLst/>
            <a:ahLst/>
            <a:cxnLst/>
            <a:rect l="l" t="t" r="r" b="b"/>
            <a:pathLst>
              <a:path w="585888" h="604902" extrusionOk="0">
                <a:moveTo>
                  <a:pt x="259106" y="496430"/>
                </a:moveTo>
                <a:lnTo>
                  <a:pt x="259106" y="496430"/>
                </a:lnTo>
                <a:cubicBezTo>
                  <a:pt x="250639" y="458330"/>
                  <a:pt x="246048" y="419157"/>
                  <a:pt x="233706" y="382130"/>
                </a:cubicBezTo>
                <a:cubicBezTo>
                  <a:pt x="228879" y="367650"/>
                  <a:pt x="214505" y="357978"/>
                  <a:pt x="208306" y="344030"/>
                </a:cubicBezTo>
                <a:cubicBezTo>
                  <a:pt x="163761" y="243804"/>
                  <a:pt x="213346" y="288123"/>
                  <a:pt x="144806" y="242430"/>
                </a:cubicBezTo>
                <a:cubicBezTo>
                  <a:pt x="103925" y="119788"/>
                  <a:pt x="169480" y="310464"/>
                  <a:pt x="106706" y="153530"/>
                </a:cubicBezTo>
                <a:cubicBezTo>
                  <a:pt x="96762" y="128671"/>
                  <a:pt x="96158" y="99607"/>
                  <a:pt x="81306" y="77330"/>
                </a:cubicBezTo>
                <a:cubicBezTo>
                  <a:pt x="64373" y="51930"/>
                  <a:pt x="0" y="0"/>
                  <a:pt x="30506" y="1130"/>
                </a:cubicBezTo>
                <a:lnTo>
                  <a:pt x="373406" y="13830"/>
                </a:lnTo>
                <a:cubicBezTo>
                  <a:pt x="390339" y="18063"/>
                  <a:pt x="407090" y="23107"/>
                  <a:pt x="424206" y="26530"/>
                </a:cubicBezTo>
                <a:cubicBezTo>
                  <a:pt x="449456" y="31580"/>
                  <a:pt x="478048" y="26454"/>
                  <a:pt x="500406" y="39230"/>
                </a:cubicBezTo>
                <a:cubicBezTo>
                  <a:pt x="512029" y="45872"/>
                  <a:pt x="506605" y="65628"/>
                  <a:pt x="513106" y="77330"/>
                </a:cubicBezTo>
                <a:cubicBezTo>
                  <a:pt x="585888" y="208338"/>
                  <a:pt x="547869" y="105419"/>
                  <a:pt x="576606" y="191630"/>
                </a:cubicBezTo>
                <a:cubicBezTo>
                  <a:pt x="556336" y="455146"/>
                  <a:pt x="582948" y="283735"/>
                  <a:pt x="551206" y="394830"/>
                </a:cubicBezTo>
                <a:cubicBezTo>
                  <a:pt x="545781" y="413819"/>
                  <a:pt x="535956" y="463430"/>
                  <a:pt x="525806" y="483730"/>
                </a:cubicBezTo>
                <a:cubicBezTo>
                  <a:pt x="518980" y="497382"/>
                  <a:pt x="510547" y="510422"/>
                  <a:pt x="500406" y="521830"/>
                </a:cubicBezTo>
                <a:cubicBezTo>
                  <a:pt x="476541" y="548678"/>
                  <a:pt x="424206" y="598030"/>
                  <a:pt x="424206" y="598030"/>
                </a:cubicBezTo>
                <a:cubicBezTo>
                  <a:pt x="390339" y="593797"/>
                  <a:pt x="350567" y="604902"/>
                  <a:pt x="322606" y="585330"/>
                </a:cubicBezTo>
                <a:cubicBezTo>
                  <a:pt x="300672" y="569976"/>
                  <a:pt x="305673" y="534530"/>
                  <a:pt x="297206" y="509130"/>
                </a:cubicBezTo>
                <a:cubicBezTo>
                  <a:pt x="287619" y="480370"/>
                  <a:pt x="262819" y="394830"/>
                  <a:pt x="233706" y="394830"/>
                </a:cubicBezTo>
                <a:lnTo>
                  <a:pt x="221006" y="394830"/>
                </a:lnTo>
                <a:lnTo>
                  <a:pt x="221006" y="394830"/>
                </a:lnTo>
              </a:path>
            </a:pathLst>
          </a:custGeom>
          <a:solidFill>
            <a:schemeClr val="accent1">
              <a:alpha val="13333"/>
            </a:schemeClr>
          </a:solidFill>
          <a:ln w="9525" cap="flat" cmpd="sng">
            <a:solidFill>
              <a:schemeClr val="dk1">
                <a:alpha val="6549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90" name="Google Shape;590;p9"/>
          <p:cNvSpPr/>
          <p:nvPr/>
        </p:nvSpPr>
        <p:spPr>
          <a:xfrm>
            <a:off x="3124200" y="1066800"/>
            <a:ext cx="520700" cy="865120"/>
          </a:xfrm>
          <a:custGeom>
            <a:avLst/>
            <a:gdLst/>
            <a:ahLst/>
            <a:cxnLst/>
            <a:rect l="l" t="t" r="r" b="b"/>
            <a:pathLst>
              <a:path w="520700" h="865120" extrusionOk="0">
                <a:moveTo>
                  <a:pt x="25400" y="522220"/>
                </a:moveTo>
                <a:lnTo>
                  <a:pt x="25400" y="522220"/>
                </a:lnTo>
                <a:cubicBezTo>
                  <a:pt x="33867" y="484120"/>
                  <a:pt x="41334" y="445784"/>
                  <a:pt x="50800" y="407920"/>
                </a:cubicBezTo>
                <a:cubicBezTo>
                  <a:pt x="54047" y="394933"/>
                  <a:pt x="57513" y="381794"/>
                  <a:pt x="63500" y="369820"/>
                </a:cubicBezTo>
                <a:cubicBezTo>
                  <a:pt x="70326" y="356168"/>
                  <a:pt x="82074" y="345372"/>
                  <a:pt x="88900" y="331720"/>
                </a:cubicBezTo>
                <a:cubicBezTo>
                  <a:pt x="94887" y="319746"/>
                  <a:pt x="95099" y="305322"/>
                  <a:pt x="101600" y="293620"/>
                </a:cubicBezTo>
                <a:cubicBezTo>
                  <a:pt x="116425" y="266935"/>
                  <a:pt x="142747" y="246380"/>
                  <a:pt x="152400" y="217420"/>
                </a:cubicBezTo>
                <a:cubicBezTo>
                  <a:pt x="156633" y="204720"/>
                  <a:pt x="158599" y="191022"/>
                  <a:pt x="165100" y="179320"/>
                </a:cubicBezTo>
                <a:cubicBezTo>
                  <a:pt x="214904" y="89673"/>
                  <a:pt x="208429" y="108100"/>
                  <a:pt x="292100" y="52320"/>
                </a:cubicBezTo>
                <a:cubicBezTo>
                  <a:pt x="304800" y="43853"/>
                  <a:pt x="315392" y="30622"/>
                  <a:pt x="330200" y="26920"/>
                </a:cubicBezTo>
                <a:lnTo>
                  <a:pt x="381000" y="14220"/>
                </a:lnTo>
                <a:cubicBezTo>
                  <a:pt x="471311" y="25509"/>
                  <a:pt x="475490" y="0"/>
                  <a:pt x="508000" y="65020"/>
                </a:cubicBezTo>
                <a:cubicBezTo>
                  <a:pt x="513987" y="76994"/>
                  <a:pt x="516467" y="90420"/>
                  <a:pt x="520700" y="103120"/>
                </a:cubicBezTo>
                <a:cubicBezTo>
                  <a:pt x="516467" y="183553"/>
                  <a:pt x="515292" y="264206"/>
                  <a:pt x="508000" y="344420"/>
                </a:cubicBezTo>
                <a:cubicBezTo>
                  <a:pt x="506788" y="357752"/>
                  <a:pt x="498978" y="369648"/>
                  <a:pt x="495300" y="382520"/>
                </a:cubicBezTo>
                <a:cubicBezTo>
                  <a:pt x="486426" y="413580"/>
                  <a:pt x="472290" y="486885"/>
                  <a:pt x="457200" y="509520"/>
                </a:cubicBezTo>
                <a:cubicBezTo>
                  <a:pt x="448733" y="522220"/>
                  <a:pt x="437999" y="533672"/>
                  <a:pt x="431800" y="547620"/>
                </a:cubicBezTo>
                <a:cubicBezTo>
                  <a:pt x="420926" y="572086"/>
                  <a:pt x="414867" y="598420"/>
                  <a:pt x="406400" y="623820"/>
                </a:cubicBezTo>
                <a:lnTo>
                  <a:pt x="393700" y="661920"/>
                </a:lnTo>
                <a:cubicBezTo>
                  <a:pt x="389467" y="674620"/>
                  <a:pt x="388426" y="688881"/>
                  <a:pt x="381000" y="700020"/>
                </a:cubicBezTo>
                <a:lnTo>
                  <a:pt x="330200" y="776220"/>
                </a:lnTo>
                <a:cubicBezTo>
                  <a:pt x="321733" y="788920"/>
                  <a:pt x="319280" y="809493"/>
                  <a:pt x="304800" y="814320"/>
                </a:cubicBezTo>
                <a:cubicBezTo>
                  <a:pt x="209035" y="846242"/>
                  <a:pt x="327077" y="803181"/>
                  <a:pt x="228600" y="852420"/>
                </a:cubicBezTo>
                <a:cubicBezTo>
                  <a:pt x="216626" y="858407"/>
                  <a:pt x="203200" y="860887"/>
                  <a:pt x="190500" y="865120"/>
                </a:cubicBezTo>
                <a:cubicBezTo>
                  <a:pt x="181280" y="863583"/>
                  <a:pt x="97043" y="853615"/>
                  <a:pt x="76200" y="839720"/>
                </a:cubicBezTo>
                <a:cubicBezTo>
                  <a:pt x="61256" y="829757"/>
                  <a:pt x="50800" y="814320"/>
                  <a:pt x="38100" y="801620"/>
                </a:cubicBezTo>
                <a:lnTo>
                  <a:pt x="12700" y="725420"/>
                </a:lnTo>
                <a:lnTo>
                  <a:pt x="0" y="687320"/>
                </a:lnTo>
                <a:cubicBezTo>
                  <a:pt x="4233" y="649220"/>
                  <a:pt x="6398" y="610833"/>
                  <a:pt x="12700" y="573020"/>
                </a:cubicBezTo>
                <a:cubicBezTo>
                  <a:pt x="28077" y="480756"/>
                  <a:pt x="23283" y="530687"/>
                  <a:pt x="25400" y="522220"/>
                </a:cubicBezTo>
                <a:close/>
              </a:path>
            </a:pathLst>
          </a:custGeom>
          <a:solidFill>
            <a:schemeClr val="accent1">
              <a:alpha val="13333"/>
            </a:schemeClr>
          </a:solidFill>
          <a:ln w="9525" cap="flat" cmpd="sng">
            <a:solidFill>
              <a:schemeClr val="dk1">
                <a:alpha val="6549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91" name="Google Shape;591;p9"/>
          <p:cNvSpPr/>
          <p:nvPr/>
        </p:nvSpPr>
        <p:spPr>
          <a:xfrm>
            <a:off x="3606800" y="1322830"/>
            <a:ext cx="421866" cy="556770"/>
          </a:xfrm>
          <a:custGeom>
            <a:avLst/>
            <a:gdLst/>
            <a:ahLst/>
            <a:cxnLst/>
            <a:rect l="l" t="t" r="r" b="b"/>
            <a:pathLst>
              <a:path w="421866" h="556770" extrusionOk="0">
                <a:moveTo>
                  <a:pt x="25400" y="290070"/>
                </a:moveTo>
                <a:lnTo>
                  <a:pt x="25400" y="290070"/>
                </a:lnTo>
                <a:cubicBezTo>
                  <a:pt x="41471" y="145430"/>
                  <a:pt x="16836" y="207666"/>
                  <a:pt x="88900" y="99570"/>
                </a:cubicBezTo>
                <a:cubicBezTo>
                  <a:pt x="97367" y="86870"/>
                  <a:pt x="101600" y="69937"/>
                  <a:pt x="114300" y="61470"/>
                </a:cubicBezTo>
                <a:lnTo>
                  <a:pt x="190500" y="10670"/>
                </a:lnTo>
                <a:cubicBezTo>
                  <a:pt x="258904" y="16889"/>
                  <a:pt x="319530" y="0"/>
                  <a:pt x="368300" y="48770"/>
                </a:cubicBezTo>
                <a:cubicBezTo>
                  <a:pt x="379093" y="59563"/>
                  <a:pt x="387501" y="72922"/>
                  <a:pt x="393700" y="86870"/>
                </a:cubicBezTo>
                <a:cubicBezTo>
                  <a:pt x="404574" y="111336"/>
                  <a:pt x="419100" y="163070"/>
                  <a:pt x="419100" y="163070"/>
                </a:cubicBezTo>
                <a:cubicBezTo>
                  <a:pt x="398674" y="367327"/>
                  <a:pt x="421866" y="229591"/>
                  <a:pt x="393700" y="328170"/>
                </a:cubicBezTo>
                <a:cubicBezTo>
                  <a:pt x="388905" y="344953"/>
                  <a:pt x="385795" y="362187"/>
                  <a:pt x="381000" y="378970"/>
                </a:cubicBezTo>
                <a:cubicBezTo>
                  <a:pt x="368224" y="423686"/>
                  <a:pt x="353886" y="456884"/>
                  <a:pt x="317500" y="493270"/>
                </a:cubicBezTo>
                <a:cubicBezTo>
                  <a:pt x="304800" y="505970"/>
                  <a:pt x="294344" y="521407"/>
                  <a:pt x="279400" y="531370"/>
                </a:cubicBezTo>
                <a:cubicBezTo>
                  <a:pt x="268468" y="538658"/>
                  <a:pt x="197274" y="555076"/>
                  <a:pt x="190500" y="556770"/>
                </a:cubicBezTo>
                <a:cubicBezTo>
                  <a:pt x="165100" y="552537"/>
                  <a:pt x="139437" y="549656"/>
                  <a:pt x="114300" y="544070"/>
                </a:cubicBezTo>
                <a:cubicBezTo>
                  <a:pt x="101232" y="541166"/>
                  <a:pt x="85666" y="540836"/>
                  <a:pt x="76200" y="531370"/>
                </a:cubicBezTo>
                <a:cubicBezTo>
                  <a:pt x="54614" y="509784"/>
                  <a:pt x="35053" y="484130"/>
                  <a:pt x="25400" y="455170"/>
                </a:cubicBezTo>
                <a:lnTo>
                  <a:pt x="0" y="378970"/>
                </a:lnTo>
                <a:cubicBezTo>
                  <a:pt x="4233" y="336637"/>
                  <a:pt x="4860" y="293786"/>
                  <a:pt x="12700" y="251970"/>
                </a:cubicBezTo>
                <a:cubicBezTo>
                  <a:pt x="17634" y="225655"/>
                  <a:pt x="38100" y="175770"/>
                  <a:pt x="38100" y="175770"/>
                </a:cubicBezTo>
                <a:lnTo>
                  <a:pt x="12700" y="188470"/>
                </a:lnTo>
              </a:path>
            </a:pathLst>
          </a:custGeom>
          <a:solidFill>
            <a:schemeClr val="accent1">
              <a:alpha val="13333"/>
            </a:schemeClr>
          </a:solidFill>
          <a:ln w="9525" cap="flat" cmpd="sng">
            <a:solidFill>
              <a:schemeClr val="dk1">
                <a:alpha val="6549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92" name="Google Shape;592;p9"/>
          <p:cNvSpPr/>
          <p:nvPr/>
        </p:nvSpPr>
        <p:spPr>
          <a:xfrm>
            <a:off x="4005292" y="1382796"/>
            <a:ext cx="469341" cy="268204"/>
          </a:xfrm>
          <a:custGeom>
            <a:avLst/>
            <a:gdLst/>
            <a:ahLst/>
            <a:cxnLst/>
            <a:rect l="l" t="t" r="r" b="b"/>
            <a:pathLst>
              <a:path w="469341" h="268204" extrusionOk="0">
                <a:moveTo>
                  <a:pt x="96808" y="52304"/>
                </a:moveTo>
                <a:lnTo>
                  <a:pt x="96808" y="52304"/>
                </a:lnTo>
                <a:cubicBezTo>
                  <a:pt x="134908" y="60771"/>
                  <a:pt x="173396" y="67648"/>
                  <a:pt x="211108" y="77704"/>
                </a:cubicBezTo>
                <a:cubicBezTo>
                  <a:pt x="236978" y="84603"/>
                  <a:pt x="260898" y="98702"/>
                  <a:pt x="287308" y="103104"/>
                </a:cubicBezTo>
                <a:cubicBezTo>
                  <a:pt x="376713" y="118005"/>
                  <a:pt x="339079" y="107661"/>
                  <a:pt x="401608" y="128504"/>
                </a:cubicBezTo>
                <a:cubicBezTo>
                  <a:pt x="418541" y="153904"/>
                  <a:pt x="469341" y="179304"/>
                  <a:pt x="452408" y="204704"/>
                </a:cubicBezTo>
                <a:cubicBezTo>
                  <a:pt x="443941" y="217404"/>
                  <a:pt x="439951" y="234714"/>
                  <a:pt x="427008" y="242804"/>
                </a:cubicBezTo>
                <a:cubicBezTo>
                  <a:pt x="404304" y="256994"/>
                  <a:pt x="350808" y="268204"/>
                  <a:pt x="350808" y="268204"/>
                </a:cubicBezTo>
                <a:cubicBezTo>
                  <a:pt x="178818" y="239539"/>
                  <a:pt x="390441" y="268204"/>
                  <a:pt x="134908" y="268204"/>
                </a:cubicBezTo>
                <a:cubicBezTo>
                  <a:pt x="100778" y="268204"/>
                  <a:pt x="67175" y="259737"/>
                  <a:pt x="33308" y="255504"/>
                </a:cubicBezTo>
                <a:cubicBezTo>
                  <a:pt x="2128" y="161965"/>
                  <a:pt x="0" y="193444"/>
                  <a:pt x="20608" y="90404"/>
                </a:cubicBezTo>
                <a:cubicBezTo>
                  <a:pt x="23233" y="77277"/>
                  <a:pt x="22415" y="60085"/>
                  <a:pt x="33308" y="52304"/>
                </a:cubicBezTo>
                <a:cubicBezTo>
                  <a:pt x="106533" y="0"/>
                  <a:pt x="86225" y="52304"/>
                  <a:pt x="96808" y="52304"/>
                </a:cubicBezTo>
                <a:close/>
              </a:path>
            </a:pathLst>
          </a:custGeom>
          <a:solidFill>
            <a:schemeClr val="accent1">
              <a:alpha val="13333"/>
            </a:schemeClr>
          </a:solidFill>
          <a:ln w="9525" cap="flat" cmpd="sng">
            <a:solidFill>
              <a:schemeClr val="dk1">
                <a:alpha val="6549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93" name="Google Shape;593;p9"/>
          <p:cNvSpPr/>
          <p:nvPr/>
        </p:nvSpPr>
        <p:spPr>
          <a:xfrm>
            <a:off x="4000500" y="1625600"/>
            <a:ext cx="685800" cy="660400"/>
          </a:xfrm>
          <a:custGeom>
            <a:avLst/>
            <a:gdLst/>
            <a:ahLst/>
            <a:cxnLst/>
            <a:rect l="l" t="t" r="r" b="b"/>
            <a:pathLst>
              <a:path w="685800" h="660400" extrusionOk="0">
                <a:moveTo>
                  <a:pt x="0" y="203200"/>
                </a:moveTo>
                <a:lnTo>
                  <a:pt x="0" y="203200"/>
                </a:lnTo>
                <a:cubicBezTo>
                  <a:pt x="4233" y="160867"/>
                  <a:pt x="3133" y="117655"/>
                  <a:pt x="12700" y="76200"/>
                </a:cubicBezTo>
                <a:cubicBezTo>
                  <a:pt x="20606" y="41941"/>
                  <a:pt x="45476" y="29789"/>
                  <a:pt x="76200" y="25400"/>
                </a:cubicBezTo>
                <a:cubicBezTo>
                  <a:pt x="122489" y="18787"/>
                  <a:pt x="169427" y="17864"/>
                  <a:pt x="215900" y="12700"/>
                </a:cubicBezTo>
                <a:cubicBezTo>
                  <a:pt x="245651" y="9394"/>
                  <a:pt x="275167" y="4233"/>
                  <a:pt x="304800" y="0"/>
                </a:cubicBezTo>
                <a:cubicBezTo>
                  <a:pt x="338667" y="4233"/>
                  <a:pt x="372854" y="6410"/>
                  <a:pt x="406400" y="12700"/>
                </a:cubicBezTo>
                <a:cubicBezTo>
                  <a:pt x="440711" y="19133"/>
                  <a:pt x="508000" y="38100"/>
                  <a:pt x="508000" y="38100"/>
                </a:cubicBezTo>
                <a:cubicBezTo>
                  <a:pt x="609600" y="105833"/>
                  <a:pt x="567267" y="63500"/>
                  <a:pt x="635000" y="165100"/>
                </a:cubicBezTo>
                <a:cubicBezTo>
                  <a:pt x="643467" y="177800"/>
                  <a:pt x="655573" y="188720"/>
                  <a:pt x="660400" y="203200"/>
                </a:cubicBezTo>
                <a:lnTo>
                  <a:pt x="685800" y="279400"/>
                </a:lnTo>
                <a:cubicBezTo>
                  <a:pt x="681567" y="313267"/>
                  <a:pt x="685776" y="349311"/>
                  <a:pt x="673100" y="381000"/>
                </a:cubicBezTo>
                <a:cubicBezTo>
                  <a:pt x="667431" y="395172"/>
                  <a:pt x="648652" y="399574"/>
                  <a:pt x="635000" y="406400"/>
                </a:cubicBezTo>
                <a:cubicBezTo>
                  <a:pt x="623026" y="412387"/>
                  <a:pt x="608874" y="413113"/>
                  <a:pt x="596900" y="419100"/>
                </a:cubicBezTo>
                <a:cubicBezTo>
                  <a:pt x="583248" y="425926"/>
                  <a:pt x="573608" y="440798"/>
                  <a:pt x="558800" y="444500"/>
                </a:cubicBezTo>
                <a:cubicBezTo>
                  <a:pt x="521610" y="453797"/>
                  <a:pt x="482600" y="452967"/>
                  <a:pt x="444500" y="457200"/>
                </a:cubicBezTo>
                <a:cubicBezTo>
                  <a:pt x="419100" y="465667"/>
                  <a:pt x="387232" y="463668"/>
                  <a:pt x="368300" y="482600"/>
                </a:cubicBezTo>
                <a:cubicBezTo>
                  <a:pt x="355600" y="495300"/>
                  <a:pt x="341227" y="506523"/>
                  <a:pt x="330200" y="520700"/>
                </a:cubicBezTo>
                <a:cubicBezTo>
                  <a:pt x="311458" y="544797"/>
                  <a:pt x="304800" y="579967"/>
                  <a:pt x="279400" y="596900"/>
                </a:cubicBezTo>
                <a:lnTo>
                  <a:pt x="241300" y="622300"/>
                </a:lnTo>
                <a:cubicBezTo>
                  <a:pt x="237067" y="635000"/>
                  <a:pt x="241987" y="660400"/>
                  <a:pt x="228600" y="660400"/>
                </a:cubicBezTo>
                <a:cubicBezTo>
                  <a:pt x="215213" y="660400"/>
                  <a:pt x="218101" y="635505"/>
                  <a:pt x="215900" y="622300"/>
                </a:cubicBezTo>
                <a:cubicBezTo>
                  <a:pt x="209598" y="584487"/>
                  <a:pt x="212497" y="545190"/>
                  <a:pt x="203200" y="508000"/>
                </a:cubicBezTo>
                <a:cubicBezTo>
                  <a:pt x="194733" y="474133"/>
                  <a:pt x="165100" y="461433"/>
                  <a:pt x="139700" y="444500"/>
                </a:cubicBezTo>
                <a:cubicBezTo>
                  <a:pt x="131233" y="431800"/>
                  <a:pt x="124071" y="418126"/>
                  <a:pt x="114300" y="406400"/>
                </a:cubicBezTo>
                <a:cubicBezTo>
                  <a:pt x="102802" y="392602"/>
                  <a:pt x="86163" y="383244"/>
                  <a:pt x="76200" y="368300"/>
                </a:cubicBezTo>
                <a:cubicBezTo>
                  <a:pt x="2682" y="258022"/>
                  <a:pt x="146943" y="413643"/>
                  <a:pt x="25400" y="292100"/>
                </a:cubicBezTo>
                <a:cubicBezTo>
                  <a:pt x="9707" y="182246"/>
                  <a:pt x="12700" y="233134"/>
                  <a:pt x="12700" y="139700"/>
                </a:cubicBezTo>
                <a:lnTo>
                  <a:pt x="12700" y="139700"/>
                </a:lnTo>
              </a:path>
            </a:pathLst>
          </a:custGeom>
          <a:solidFill>
            <a:schemeClr val="accent1">
              <a:alpha val="13333"/>
            </a:schemeClr>
          </a:solidFill>
          <a:ln w="9525" cap="flat" cmpd="sng">
            <a:solidFill>
              <a:schemeClr val="dk1">
                <a:alpha val="6549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94" name="Google Shape;594;p9"/>
          <p:cNvSpPr/>
          <p:nvPr/>
        </p:nvSpPr>
        <p:spPr>
          <a:xfrm>
            <a:off x="4369393" y="2181225"/>
            <a:ext cx="329739" cy="533400"/>
          </a:xfrm>
          <a:custGeom>
            <a:avLst/>
            <a:gdLst/>
            <a:ahLst/>
            <a:cxnLst/>
            <a:rect l="l" t="t" r="r" b="b"/>
            <a:pathLst>
              <a:path w="329739" h="533400" extrusionOk="0">
                <a:moveTo>
                  <a:pt x="259757" y="0"/>
                </a:moveTo>
                <a:lnTo>
                  <a:pt x="259757" y="0"/>
                </a:lnTo>
                <a:cubicBezTo>
                  <a:pt x="228007" y="22225"/>
                  <a:pt x="181839" y="32011"/>
                  <a:pt x="164507" y="66675"/>
                </a:cubicBezTo>
                <a:cubicBezTo>
                  <a:pt x="123151" y="149387"/>
                  <a:pt x="170943" y="63843"/>
                  <a:pt x="116882" y="133350"/>
                </a:cubicBezTo>
                <a:cubicBezTo>
                  <a:pt x="102826" y="151422"/>
                  <a:pt x="89021" y="170022"/>
                  <a:pt x="78782" y="190500"/>
                </a:cubicBezTo>
                <a:cubicBezTo>
                  <a:pt x="72432" y="203200"/>
                  <a:pt x="68822" y="217692"/>
                  <a:pt x="59732" y="228600"/>
                </a:cubicBezTo>
                <a:cubicBezTo>
                  <a:pt x="52403" y="237394"/>
                  <a:pt x="40682" y="241300"/>
                  <a:pt x="31157" y="247650"/>
                </a:cubicBezTo>
                <a:cubicBezTo>
                  <a:pt x="27982" y="257175"/>
                  <a:pt x="26122" y="267245"/>
                  <a:pt x="21632" y="276225"/>
                </a:cubicBezTo>
                <a:cubicBezTo>
                  <a:pt x="16512" y="286464"/>
                  <a:pt x="3296" y="293375"/>
                  <a:pt x="2582" y="304800"/>
                </a:cubicBezTo>
                <a:cubicBezTo>
                  <a:pt x="0" y="346116"/>
                  <a:pt x="6972" y="387548"/>
                  <a:pt x="12107" y="428625"/>
                </a:cubicBezTo>
                <a:cubicBezTo>
                  <a:pt x="13352" y="438588"/>
                  <a:pt x="15360" y="449360"/>
                  <a:pt x="21632" y="457200"/>
                </a:cubicBezTo>
                <a:cubicBezTo>
                  <a:pt x="28783" y="466139"/>
                  <a:pt x="40682" y="469900"/>
                  <a:pt x="50207" y="476250"/>
                </a:cubicBezTo>
                <a:cubicBezTo>
                  <a:pt x="78311" y="518407"/>
                  <a:pt x="56101" y="498973"/>
                  <a:pt x="107357" y="514350"/>
                </a:cubicBezTo>
                <a:cubicBezTo>
                  <a:pt x="126591" y="520120"/>
                  <a:pt x="164507" y="533400"/>
                  <a:pt x="164507" y="533400"/>
                </a:cubicBezTo>
                <a:lnTo>
                  <a:pt x="269282" y="523875"/>
                </a:lnTo>
                <a:cubicBezTo>
                  <a:pt x="286962" y="514355"/>
                  <a:pt x="281982" y="485775"/>
                  <a:pt x="288332" y="466725"/>
                </a:cubicBezTo>
                <a:lnTo>
                  <a:pt x="297857" y="438150"/>
                </a:lnTo>
                <a:cubicBezTo>
                  <a:pt x="301032" y="393700"/>
                  <a:pt x="303828" y="349221"/>
                  <a:pt x="307382" y="304800"/>
                </a:cubicBezTo>
                <a:cubicBezTo>
                  <a:pt x="315997" y="197117"/>
                  <a:pt x="329739" y="136425"/>
                  <a:pt x="307382" y="19050"/>
                </a:cubicBezTo>
                <a:cubicBezTo>
                  <a:pt x="306172" y="12698"/>
                  <a:pt x="267695" y="3175"/>
                  <a:pt x="259757" y="0"/>
                </a:cubicBezTo>
                <a:close/>
              </a:path>
            </a:pathLst>
          </a:custGeom>
          <a:solidFill>
            <a:schemeClr val="accent1">
              <a:alpha val="13333"/>
            </a:schemeClr>
          </a:solidFill>
          <a:ln w="9525" cap="flat" cmpd="sng">
            <a:solidFill>
              <a:schemeClr val="dk1">
                <a:alpha val="6549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95" name="Google Shape;595;p9"/>
          <p:cNvSpPr/>
          <p:nvPr/>
        </p:nvSpPr>
        <p:spPr>
          <a:xfrm>
            <a:off x="4286250" y="2740812"/>
            <a:ext cx="453149" cy="421488"/>
          </a:xfrm>
          <a:custGeom>
            <a:avLst/>
            <a:gdLst/>
            <a:ahLst/>
            <a:cxnLst/>
            <a:rect l="l" t="t" r="r" b="b"/>
            <a:pathLst>
              <a:path w="453149" h="421488" extrusionOk="0">
                <a:moveTo>
                  <a:pt x="314325" y="21438"/>
                </a:moveTo>
                <a:lnTo>
                  <a:pt x="314325" y="21438"/>
                </a:lnTo>
                <a:cubicBezTo>
                  <a:pt x="285750" y="24613"/>
                  <a:pt x="255875" y="21871"/>
                  <a:pt x="228600" y="30963"/>
                </a:cubicBezTo>
                <a:cubicBezTo>
                  <a:pt x="206880" y="38203"/>
                  <a:pt x="193170" y="61823"/>
                  <a:pt x="171450" y="69063"/>
                </a:cubicBezTo>
                <a:cubicBezTo>
                  <a:pt x="161925" y="72238"/>
                  <a:pt x="151652" y="73712"/>
                  <a:pt x="142875" y="78588"/>
                </a:cubicBezTo>
                <a:cubicBezTo>
                  <a:pt x="122861" y="89707"/>
                  <a:pt x="85725" y="116688"/>
                  <a:pt x="85725" y="116688"/>
                </a:cubicBezTo>
                <a:lnTo>
                  <a:pt x="28575" y="202413"/>
                </a:lnTo>
                <a:cubicBezTo>
                  <a:pt x="22225" y="211938"/>
                  <a:pt x="13145" y="220128"/>
                  <a:pt x="9525" y="230988"/>
                </a:cubicBezTo>
                <a:lnTo>
                  <a:pt x="0" y="259563"/>
                </a:lnTo>
                <a:cubicBezTo>
                  <a:pt x="3175" y="300838"/>
                  <a:pt x="4390" y="342311"/>
                  <a:pt x="9525" y="383388"/>
                </a:cubicBezTo>
                <a:cubicBezTo>
                  <a:pt x="10770" y="393351"/>
                  <a:pt x="11950" y="404863"/>
                  <a:pt x="19050" y="411963"/>
                </a:cubicBezTo>
                <a:cubicBezTo>
                  <a:pt x="26150" y="419063"/>
                  <a:pt x="38100" y="418313"/>
                  <a:pt x="47625" y="421488"/>
                </a:cubicBezTo>
                <a:cubicBezTo>
                  <a:pt x="76200" y="418313"/>
                  <a:pt x="105157" y="417602"/>
                  <a:pt x="133350" y="411963"/>
                </a:cubicBezTo>
                <a:cubicBezTo>
                  <a:pt x="153041" y="408025"/>
                  <a:pt x="170502" y="394731"/>
                  <a:pt x="190500" y="392913"/>
                </a:cubicBezTo>
                <a:lnTo>
                  <a:pt x="295275" y="383388"/>
                </a:lnTo>
                <a:cubicBezTo>
                  <a:pt x="327025" y="386563"/>
                  <a:pt x="358617" y="392913"/>
                  <a:pt x="390525" y="392913"/>
                </a:cubicBezTo>
                <a:cubicBezTo>
                  <a:pt x="400565" y="392913"/>
                  <a:pt x="413264" y="391558"/>
                  <a:pt x="419100" y="383388"/>
                </a:cubicBezTo>
                <a:cubicBezTo>
                  <a:pt x="430772" y="367048"/>
                  <a:pt x="438150" y="326238"/>
                  <a:pt x="438150" y="326238"/>
                </a:cubicBezTo>
                <a:cubicBezTo>
                  <a:pt x="448885" y="240361"/>
                  <a:pt x="453149" y="254305"/>
                  <a:pt x="438150" y="164313"/>
                </a:cubicBezTo>
                <a:cubicBezTo>
                  <a:pt x="436499" y="154409"/>
                  <a:pt x="433501" y="144515"/>
                  <a:pt x="428625" y="135738"/>
                </a:cubicBezTo>
                <a:cubicBezTo>
                  <a:pt x="417506" y="115724"/>
                  <a:pt x="397765" y="100308"/>
                  <a:pt x="390525" y="78588"/>
                </a:cubicBezTo>
                <a:cubicBezTo>
                  <a:pt x="387350" y="69063"/>
                  <a:pt x="386569" y="58367"/>
                  <a:pt x="381000" y="50013"/>
                </a:cubicBezTo>
                <a:cubicBezTo>
                  <a:pt x="373528" y="38805"/>
                  <a:pt x="364200" y="27980"/>
                  <a:pt x="352425" y="21438"/>
                </a:cubicBezTo>
                <a:cubicBezTo>
                  <a:pt x="334872" y="11686"/>
                  <a:pt x="295275" y="2388"/>
                  <a:pt x="295275" y="2388"/>
                </a:cubicBezTo>
                <a:cubicBezTo>
                  <a:pt x="247436" y="11956"/>
                  <a:pt x="248844" y="0"/>
                  <a:pt x="228600" y="40488"/>
                </a:cubicBezTo>
                <a:cubicBezTo>
                  <a:pt x="227180" y="43328"/>
                  <a:pt x="228600" y="46838"/>
                  <a:pt x="228600" y="50013"/>
                </a:cubicBezTo>
                <a:lnTo>
                  <a:pt x="228600" y="50013"/>
                </a:lnTo>
              </a:path>
            </a:pathLst>
          </a:custGeom>
          <a:solidFill>
            <a:schemeClr val="accent1">
              <a:alpha val="13333"/>
            </a:schemeClr>
          </a:solidFill>
          <a:ln w="9525" cap="flat" cmpd="sng">
            <a:solidFill>
              <a:schemeClr val="dk1">
                <a:alpha val="6549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96" name="Google Shape;596;p9"/>
          <p:cNvSpPr/>
          <p:nvPr/>
        </p:nvSpPr>
        <p:spPr>
          <a:xfrm rot="168797">
            <a:off x="4191000" y="3200400"/>
            <a:ext cx="742950" cy="1889388"/>
          </a:xfrm>
          <a:custGeom>
            <a:avLst/>
            <a:gdLst/>
            <a:ahLst/>
            <a:cxnLst/>
            <a:rect l="l" t="t" r="r" b="b"/>
            <a:pathLst>
              <a:path w="742950" h="1889388" extrusionOk="0">
                <a:moveTo>
                  <a:pt x="123825" y="57150"/>
                </a:moveTo>
                <a:lnTo>
                  <a:pt x="123825" y="57150"/>
                </a:lnTo>
                <a:cubicBezTo>
                  <a:pt x="149225" y="44450"/>
                  <a:pt x="173923" y="30237"/>
                  <a:pt x="200025" y="19050"/>
                </a:cubicBezTo>
                <a:cubicBezTo>
                  <a:pt x="218482" y="11140"/>
                  <a:pt x="257175" y="0"/>
                  <a:pt x="257175" y="0"/>
                </a:cubicBezTo>
                <a:cubicBezTo>
                  <a:pt x="298450" y="3175"/>
                  <a:pt x="339923" y="4390"/>
                  <a:pt x="381000" y="9525"/>
                </a:cubicBezTo>
                <a:cubicBezTo>
                  <a:pt x="390963" y="10770"/>
                  <a:pt x="402475" y="11950"/>
                  <a:pt x="409575" y="19050"/>
                </a:cubicBezTo>
                <a:cubicBezTo>
                  <a:pt x="414114" y="23589"/>
                  <a:pt x="428563" y="85416"/>
                  <a:pt x="428625" y="85725"/>
                </a:cubicBezTo>
                <a:cubicBezTo>
                  <a:pt x="432413" y="104663"/>
                  <a:pt x="433960" y="124022"/>
                  <a:pt x="438150" y="142875"/>
                </a:cubicBezTo>
                <a:cubicBezTo>
                  <a:pt x="440328" y="152676"/>
                  <a:pt x="444917" y="161796"/>
                  <a:pt x="447675" y="171450"/>
                </a:cubicBezTo>
                <a:cubicBezTo>
                  <a:pt x="471595" y="255171"/>
                  <a:pt x="443887" y="169612"/>
                  <a:pt x="466725" y="238125"/>
                </a:cubicBezTo>
                <a:cubicBezTo>
                  <a:pt x="469900" y="260350"/>
                  <a:pt x="474305" y="282434"/>
                  <a:pt x="476250" y="304800"/>
                </a:cubicBezTo>
                <a:cubicBezTo>
                  <a:pt x="494460" y="514211"/>
                  <a:pt x="476262" y="390617"/>
                  <a:pt x="495300" y="542925"/>
                </a:cubicBezTo>
                <a:cubicBezTo>
                  <a:pt x="498085" y="565202"/>
                  <a:pt x="500809" y="587511"/>
                  <a:pt x="504825" y="609600"/>
                </a:cubicBezTo>
                <a:cubicBezTo>
                  <a:pt x="507167" y="622480"/>
                  <a:pt x="512198" y="634787"/>
                  <a:pt x="514350" y="647700"/>
                </a:cubicBezTo>
                <a:cubicBezTo>
                  <a:pt x="518558" y="672949"/>
                  <a:pt x="519296" y="698715"/>
                  <a:pt x="523875" y="723900"/>
                </a:cubicBezTo>
                <a:cubicBezTo>
                  <a:pt x="525671" y="733778"/>
                  <a:pt x="530965" y="742735"/>
                  <a:pt x="533400" y="752475"/>
                </a:cubicBezTo>
                <a:cubicBezTo>
                  <a:pt x="537327" y="768181"/>
                  <a:pt x="540785" y="784053"/>
                  <a:pt x="542925" y="800100"/>
                </a:cubicBezTo>
                <a:cubicBezTo>
                  <a:pt x="547142" y="831728"/>
                  <a:pt x="547598" y="863813"/>
                  <a:pt x="552450" y="895350"/>
                </a:cubicBezTo>
                <a:cubicBezTo>
                  <a:pt x="553977" y="905273"/>
                  <a:pt x="559797" y="914124"/>
                  <a:pt x="561975" y="923925"/>
                </a:cubicBezTo>
                <a:cubicBezTo>
                  <a:pt x="584326" y="1024505"/>
                  <a:pt x="559583" y="945324"/>
                  <a:pt x="581025" y="1009650"/>
                </a:cubicBezTo>
                <a:cubicBezTo>
                  <a:pt x="585300" y="1082324"/>
                  <a:pt x="588269" y="1180559"/>
                  <a:pt x="600075" y="1257300"/>
                </a:cubicBezTo>
                <a:cubicBezTo>
                  <a:pt x="610447" y="1324721"/>
                  <a:pt x="606678" y="1267964"/>
                  <a:pt x="619125" y="1323975"/>
                </a:cubicBezTo>
                <a:cubicBezTo>
                  <a:pt x="623315" y="1342828"/>
                  <a:pt x="624862" y="1362187"/>
                  <a:pt x="628650" y="1381125"/>
                </a:cubicBezTo>
                <a:cubicBezTo>
                  <a:pt x="631217" y="1393962"/>
                  <a:pt x="635335" y="1406446"/>
                  <a:pt x="638175" y="1419225"/>
                </a:cubicBezTo>
                <a:cubicBezTo>
                  <a:pt x="641687" y="1435029"/>
                  <a:pt x="643773" y="1451144"/>
                  <a:pt x="647700" y="1466850"/>
                </a:cubicBezTo>
                <a:cubicBezTo>
                  <a:pt x="650135" y="1476590"/>
                  <a:pt x="654967" y="1485642"/>
                  <a:pt x="657225" y="1495425"/>
                </a:cubicBezTo>
                <a:cubicBezTo>
                  <a:pt x="664506" y="1526975"/>
                  <a:pt x="669925" y="1558925"/>
                  <a:pt x="676275" y="1590675"/>
                </a:cubicBezTo>
                <a:lnTo>
                  <a:pt x="685800" y="1638300"/>
                </a:lnTo>
                <a:cubicBezTo>
                  <a:pt x="688975" y="1654175"/>
                  <a:pt x="693537" y="1669835"/>
                  <a:pt x="695325" y="1685925"/>
                </a:cubicBezTo>
                <a:cubicBezTo>
                  <a:pt x="698500" y="1714500"/>
                  <a:pt x="700123" y="1743290"/>
                  <a:pt x="704850" y="1771650"/>
                </a:cubicBezTo>
                <a:cubicBezTo>
                  <a:pt x="708911" y="1796019"/>
                  <a:pt x="723962" y="1816244"/>
                  <a:pt x="733425" y="1838325"/>
                </a:cubicBezTo>
                <a:cubicBezTo>
                  <a:pt x="737380" y="1847553"/>
                  <a:pt x="739775" y="1857375"/>
                  <a:pt x="742950" y="1866900"/>
                </a:cubicBezTo>
                <a:cubicBezTo>
                  <a:pt x="733425" y="1873250"/>
                  <a:pt x="725753" y="1884686"/>
                  <a:pt x="714375" y="1885950"/>
                </a:cubicBezTo>
                <a:cubicBezTo>
                  <a:pt x="683434" y="1889388"/>
                  <a:pt x="656773" y="1874935"/>
                  <a:pt x="628650" y="1866900"/>
                </a:cubicBezTo>
                <a:cubicBezTo>
                  <a:pt x="527883" y="1838110"/>
                  <a:pt x="669213" y="1883596"/>
                  <a:pt x="533400" y="1838325"/>
                </a:cubicBezTo>
                <a:cubicBezTo>
                  <a:pt x="523875" y="1835150"/>
                  <a:pt x="513179" y="1834369"/>
                  <a:pt x="504825" y="1828800"/>
                </a:cubicBezTo>
                <a:cubicBezTo>
                  <a:pt x="495300" y="1822450"/>
                  <a:pt x="486711" y="1814399"/>
                  <a:pt x="476250" y="1809750"/>
                </a:cubicBezTo>
                <a:cubicBezTo>
                  <a:pt x="457900" y="1801595"/>
                  <a:pt x="435808" y="1801839"/>
                  <a:pt x="419100" y="1790700"/>
                </a:cubicBezTo>
                <a:cubicBezTo>
                  <a:pt x="379633" y="1764388"/>
                  <a:pt x="401631" y="1774426"/>
                  <a:pt x="352425" y="1762125"/>
                </a:cubicBezTo>
                <a:cubicBezTo>
                  <a:pt x="342900" y="1755775"/>
                  <a:pt x="334311" y="1747724"/>
                  <a:pt x="323850" y="1743075"/>
                </a:cubicBezTo>
                <a:cubicBezTo>
                  <a:pt x="305500" y="1734920"/>
                  <a:pt x="283408" y="1735164"/>
                  <a:pt x="266700" y="1724025"/>
                </a:cubicBezTo>
                <a:cubicBezTo>
                  <a:pt x="257175" y="1717675"/>
                  <a:pt x="248586" y="1709624"/>
                  <a:pt x="238125" y="1704975"/>
                </a:cubicBezTo>
                <a:cubicBezTo>
                  <a:pt x="219775" y="1696820"/>
                  <a:pt x="197683" y="1697064"/>
                  <a:pt x="180975" y="1685925"/>
                </a:cubicBezTo>
                <a:cubicBezTo>
                  <a:pt x="144046" y="1661306"/>
                  <a:pt x="163260" y="1670495"/>
                  <a:pt x="123825" y="1657350"/>
                </a:cubicBezTo>
                <a:cubicBezTo>
                  <a:pt x="109001" y="1642526"/>
                  <a:pt x="87893" y="1617682"/>
                  <a:pt x="66675" y="1609725"/>
                </a:cubicBezTo>
                <a:cubicBezTo>
                  <a:pt x="51516" y="1604041"/>
                  <a:pt x="34925" y="1603375"/>
                  <a:pt x="19050" y="1600200"/>
                </a:cubicBezTo>
                <a:cubicBezTo>
                  <a:pt x="12700" y="1590675"/>
                  <a:pt x="0" y="1583073"/>
                  <a:pt x="0" y="1571625"/>
                </a:cubicBezTo>
                <a:cubicBezTo>
                  <a:pt x="0" y="1551545"/>
                  <a:pt x="15112" y="1534166"/>
                  <a:pt x="19050" y="1514475"/>
                </a:cubicBezTo>
                <a:cubicBezTo>
                  <a:pt x="30544" y="1457005"/>
                  <a:pt x="23455" y="1482209"/>
                  <a:pt x="38100" y="1438275"/>
                </a:cubicBezTo>
                <a:cubicBezTo>
                  <a:pt x="41275" y="1416050"/>
                  <a:pt x="43934" y="1393745"/>
                  <a:pt x="47625" y="1371600"/>
                </a:cubicBezTo>
                <a:cubicBezTo>
                  <a:pt x="50287" y="1355631"/>
                  <a:pt x="55615" y="1340091"/>
                  <a:pt x="57150" y="1323975"/>
                </a:cubicBezTo>
                <a:cubicBezTo>
                  <a:pt x="67868" y="1211436"/>
                  <a:pt x="60565" y="1189186"/>
                  <a:pt x="76200" y="1095375"/>
                </a:cubicBezTo>
                <a:cubicBezTo>
                  <a:pt x="78352" y="1082462"/>
                  <a:pt x="82550" y="1069975"/>
                  <a:pt x="85725" y="1057275"/>
                </a:cubicBezTo>
                <a:cubicBezTo>
                  <a:pt x="82550" y="990600"/>
                  <a:pt x="76200" y="924001"/>
                  <a:pt x="76200" y="857250"/>
                </a:cubicBezTo>
                <a:cubicBezTo>
                  <a:pt x="76200" y="629393"/>
                  <a:pt x="82648" y="560502"/>
                  <a:pt x="95250" y="371475"/>
                </a:cubicBezTo>
                <a:cubicBezTo>
                  <a:pt x="88900" y="361950"/>
                  <a:pt x="81320" y="353139"/>
                  <a:pt x="76200" y="342900"/>
                </a:cubicBezTo>
                <a:cubicBezTo>
                  <a:pt x="71710" y="333920"/>
                  <a:pt x="66675" y="324365"/>
                  <a:pt x="66675" y="314325"/>
                </a:cubicBezTo>
                <a:cubicBezTo>
                  <a:pt x="66675" y="234887"/>
                  <a:pt x="70540" y="155437"/>
                  <a:pt x="76200" y="76200"/>
                </a:cubicBezTo>
                <a:cubicBezTo>
                  <a:pt x="76915" y="66185"/>
                  <a:pt x="78625" y="54725"/>
                  <a:pt x="85725" y="47625"/>
                </a:cubicBezTo>
                <a:cubicBezTo>
                  <a:pt x="100270" y="33080"/>
                  <a:pt x="117475" y="55563"/>
                  <a:pt x="123825" y="57150"/>
                </a:cubicBezTo>
                <a:close/>
              </a:path>
            </a:pathLst>
          </a:custGeom>
          <a:solidFill>
            <a:schemeClr val="accent1">
              <a:alpha val="13333"/>
            </a:schemeClr>
          </a:solidFill>
          <a:ln w="9525" cap="flat" cmpd="sng">
            <a:solidFill>
              <a:schemeClr val="dk1">
                <a:alpha val="6549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97" name="Google Shape;597;p9"/>
          <p:cNvSpPr/>
          <p:nvPr/>
        </p:nvSpPr>
        <p:spPr>
          <a:xfrm>
            <a:off x="2924175" y="4859255"/>
            <a:ext cx="1876425" cy="1227220"/>
          </a:xfrm>
          <a:custGeom>
            <a:avLst/>
            <a:gdLst/>
            <a:ahLst/>
            <a:cxnLst/>
            <a:rect l="l" t="t" r="r" b="b"/>
            <a:pathLst>
              <a:path w="1876425" h="1227220" extrusionOk="0">
                <a:moveTo>
                  <a:pt x="19050" y="722395"/>
                </a:moveTo>
                <a:lnTo>
                  <a:pt x="19050" y="722395"/>
                </a:lnTo>
                <a:cubicBezTo>
                  <a:pt x="38100" y="696995"/>
                  <a:pt x="57526" y="671872"/>
                  <a:pt x="76200" y="646195"/>
                </a:cubicBezTo>
                <a:cubicBezTo>
                  <a:pt x="106410" y="604656"/>
                  <a:pt x="93543" y="609802"/>
                  <a:pt x="142875" y="560470"/>
                </a:cubicBezTo>
                <a:cubicBezTo>
                  <a:pt x="154100" y="549245"/>
                  <a:pt x="168922" y="542226"/>
                  <a:pt x="180975" y="531895"/>
                </a:cubicBezTo>
                <a:cubicBezTo>
                  <a:pt x="191202" y="523129"/>
                  <a:pt x="199323" y="512086"/>
                  <a:pt x="209550" y="503320"/>
                </a:cubicBezTo>
                <a:cubicBezTo>
                  <a:pt x="221603" y="492989"/>
                  <a:pt x="236425" y="485970"/>
                  <a:pt x="247650" y="474745"/>
                </a:cubicBezTo>
                <a:cubicBezTo>
                  <a:pt x="255745" y="466650"/>
                  <a:pt x="259250" y="454862"/>
                  <a:pt x="266700" y="446170"/>
                </a:cubicBezTo>
                <a:cubicBezTo>
                  <a:pt x="278389" y="432533"/>
                  <a:pt x="293302" y="421868"/>
                  <a:pt x="304800" y="408070"/>
                </a:cubicBezTo>
                <a:cubicBezTo>
                  <a:pt x="384823" y="312042"/>
                  <a:pt x="329762" y="353329"/>
                  <a:pt x="390525" y="312820"/>
                </a:cubicBezTo>
                <a:cubicBezTo>
                  <a:pt x="425450" y="260433"/>
                  <a:pt x="390525" y="304883"/>
                  <a:pt x="438150" y="265195"/>
                </a:cubicBezTo>
                <a:cubicBezTo>
                  <a:pt x="485716" y="225557"/>
                  <a:pt x="445082" y="243834"/>
                  <a:pt x="495300" y="227095"/>
                </a:cubicBezTo>
                <a:cubicBezTo>
                  <a:pt x="501650" y="217570"/>
                  <a:pt x="507021" y="207314"/>
                  <a:pt x="514350" y="198520"/>
                </a:cubicBezTo>
                <a:cubicBezTo>
                  <a:pt x="533316" y="175761"/>
                  <a:pt x="575567" y="140014"/>
                  <a:pt x="600075" y="131845"/>
                </a:cubicBezTo>
                <a:lnTo>
                  <a:pt x="628650" y="122320"/>
                </a:lnTo>
                <a:cubicBezTo>
                  <a:pt x="638175" y="112795"/>
                  <a:pt x="646877" y="102369"/>
                  <a:pt x="657225" y="93745"/>
                </a:cubicBezTo>
                <a:cubicBezTo>
                  <a:pt x="666019" y="86416"/>
                  <a:pt x="675861" y="80375"/>
                  <a:pt x="685800" y="74695"/>
                </a:cubicBezTo>
                <a:cubicBezTo>
                  <a:pt x="717946" y="56326"/>
                  <a:pt x="733275" y="49399"/>
                  <a:pt x="771525" y="46120"/>
                </a:cubicBezTo>
                <a:cubicBezTo>
                  <a:pt x="866638" y="37967"/>
                  <a:pt x="1057275" y="27070"/>
                  <a:pt x="1057275" y="27070"/>
                </a:cubicBezTo>
                <a:cubicBezTo>
                  <a:pt x="1066800" y="23895"/>
                  <a:pt x="1075911" y="18965"/>
                  <a:pt x="1085850" y="17545"/>
                </a:cubicBezTo>
                <a:cubicBezTo>
                  <a:pt x="1208666" y="0"/>
                  <a:pt x="1237687" y="10373"/>
                  <a:pt x="1381125" y="17545"/>
                </a:cubicBezTo>
                <a:cubicBezTo>
                  <a:pt x="1456878" y="36483"/>
                  <a:pt x="1381767" y="12469"/>
                  <a:pt x="1457325" y="55645"/>
                </a:cubicBezTo>
                <a:cubicBezTo>
                  <a:pt x="1467953" y="61718"/>
                  <a:pt x="1515752" y="72633"/>
                  <a:pt x="1524000" y="74695"/>
                </a:cubicBezTo>
                <a:cubicBezTo>
                  <a:pt x="1554012" y="94703"/>
                  <a:pt x="1547782" y="94170"/>
                  <a:pt x="1581150" y="103270"/>
                </a:cubicBezTo>
                <a:cubicBezTo>
                  <a:pt x="1606409" y="110159"/>
                  <a:pt x="1657350" y="122320"/>
                  <a:pt x="1657350" y="122320"/>
                </a:cubicBezTo>
                <a:lnTo>
                  <a:pt x="1743075" y="179470"/>
                </a:lnTo>
                <a:lnTo>
                  <a:pt x="1771650" y="198520"/>
                </a:lnTo>
                <a:cubicBezTo>
                  <a:pt x="1808259" y="253434"/>
                  <a:pt x="1776564" y="200461"/>
                  <a:pt x="1800225" y="255670"/>
                </a:cubicBezTo>
                <a:cubicBezTo>
                  <a:pt x="1814727" y="289507"/>
                  <a:pt x="1819193" y="293647"/>
                  <a:pt x="1838325" y="322345"/>
                </a:cubicBezTo>
                <a:cubicBezTo>
                  <a:pt x="1844675" y="347745"/>
                  <a:pt x="1854484" y="372523"/>
                  <a:pt x="1857375" y="398545"/>
                </a:cubicBezTo>
                <a:cubicBezTo>
                  <a:pt x="1869379" y="506583"/>
                  <a:pt x="1862834" y="455808"/>
                  <a:pt x="1876425" y="550945"/>
                </a:cubicBezTo>
                <a:cubicBezTo>
                  <a:pt x="1873250" y="595395"/>
                  <a:pt x="1873511" y="640225"/>
                  <a:pt x="1866900" y="684295"/>
                </a:cubicBezTo>
                <a:cubicBezTo>
                  <a:pt x="1863921" y="704153"/>
                  <a:pt x="1852720" y="721964"/>
                  <a:pt x="1847850" y="741445"/>
                </a:cubicBezTo>
                <a:cubicBezTo>
                  <a:pt x="1844675" y="754145"/>
                  <a:pt x="1840892" y="766708"/>
                  <a:pt x="1838325" y="779545"/>
                </a:cubicBezTo>
                <a:cubicBezTo>
                  <a:pt x="1819086" y="875742"/>
                  <a:pt x="1841575" y="798369"/>
                  <a:pt x="1809750" y="893845"/>
                </a:cubicBezTo>
                <a:cubicBezTo>
                  <a:pt x="1806575" y="903370"/>
                  <a:pt x="1805794" y="914066"/>
                  <a:pt x="1800225" y="922420"/>
                </a:cubicBezTo>
                <a:cubicBezTo>
                  <a:pt x="1793875" y="931945"/>
                  <a:pt x="1786855" y="941056"/>
                  <a:pt x="1781175" y="950995"/>
                </a:cubicBezTo>
                <a:cubicBezTo>
                  <a:pt x="1774130" y="963323"/>
                  <a:pt x="1770378" y="977541"/>
                  <a:pt x="1762125" y="989095"/>
                </a:cubicBezTo>
                <a:cubicBezTo>
                  <a:pt x="1754295" y="1000056"/>
                  <a:pt x="1742174" y="1007322"/>
                  <a:pt x="1733550" y="1017670"/>
                </a:cubicBezTo>
                <a:cubicBezTo>
                  <a:pt x="1726221" y="1026464"/>
                  <a:pt x="1723294" y="1038916"/>
                  <a:pt x="1714500" y="1046245"/>
                </a:cubicBezTo>
                <a:cubicBezTo>
                  <a:pt x="1703592" y="1055335"/>
                  <a:pt x="1688214" y="1057419"/>
                  <a:pt x="1676400" y="1065295"/>
                </a:cubicBezTo>
                <a:cubicBezTo>
                  <a:pt x="1649982" y="1082907"/>
                  <a:pt x="1625600" y="1103395"/>
                  <a:pt x="1600200" y="1122445"/>
                </a:cubicBezTo>
                <a:cubicBezTo>
                  <a:pt x="1587500" y="1131970"/>
                  <a:pt x="1576299" y="1143920"/>
                  <a:pt x="1562100" y="1151020"/>
                </a:cubicBezTo>
                <a:cubicBezTo>
                  <a:pt x="1519765" y="1172188"/>
                  <a:pt x="1482670" y="1193372"/>
                  <a:pt x="1438275" y="1208170"/>
                </a:cubicBezTo>
                <a:cubicBezTo>
                  <a:pt x="1425856" y="1212310"/>
                  <a:pt x="1412762" y="1214099"/>
                  <a:pt x="1400175" y="1217695"/>
                </a:cubicBezTo>
                <a:cubicBezTo>
                  <a:pt x="1390521" y="1220453"/>
                  <a:pt x="1381125" y="1224045"/>
                  <a:pt x="1371600" y="1227220"/>
                </a:cubicBezTo>
                <a:cubicBezTo>
                  <a:pt x="1265917" y="1215477"/>
                  <a:pt x="1313150" y="1226787"/>
                  <a:pt x="1228725" y="1198645"/>
                </a:cubicBezTo>
                <a:cubicBezTo>
                  <a:pt x="1219200" y="1195470"/>
                  <a:pt x="1208504" y="1194689"/>
                  <a:pt x="1200150" y="1189120"/>
                </a:cubicBezTo>
                <a:cubicBezTo>
                  <a:pt x="1190625" y="1182770"/>
                  <a:pt x="1182097" y="1174579"/>
                  <a:pt x="1171575" y="1170070"/>
                </a:cubicBezTo>
                <a:cubicBezTo>
                  <a:pt x="1128849" y="1151759"/>
                  <a:pt x="1141971" y="1169556"/>
                  <a:pt x="1104900" y="1151020"/>
                </a:cubicBezTo>
                <a:cubicBezTo>
                  <a:pt x="1094661" y="1145900"/>
                  <a:pt x="1087691" y="1133334"/>
                  <a:pt x="1076325" y="1131970"/>
                </a:cubicBezTo>
                <a:cubicBezTo>
                  <a:pt x="1006901" y="1123639"/>
                  <a:pt x="936625" y="1125620"/>
                  <a:pt x="866775" y="1122445"/>
                </a:cubicBezTo>
                <a:cubicBezTo>
                  <a:pt x="854075" y="1119270"/>
                  <a:pt x="841542" y="1115332"/>
                  <a:pt x="828675" y="1112920"/>
                </a:cubicBezTo>
                <a:cubicBezTo>
                  <a:pt x="790711" y="1105802"/>
                  <a:pt x="751847" y="1103238"/>
                  <a:pt x="714375" y="1093870"/>
                </a:cubicBezTo>
                <a:lnTo>
                  <a:pt x="638175" y="1074820"/>
                </a:lnTo>
                <a:cubicBezTo>
                  <a:pt x="625475" y="1071645"/>
                  <a:pt x="612912" y="1067862"/>
                  <a:pt x="600075" y="1065295"/>
                </a:cubicBezTo>
                <a:cubicBezTo>
                  <a:pt x="526777" y="1050635"/>
                  <a:pt x="568156" y="1059697"/>
                  <a:pt x="476250" y="1036720"/>
                </a:cubicBezTo>
                <a:cubicBezTo>
                  <a:pt x="463550" y="1033545"/>
                  <a:pt x="449859" y="1033049"/>
                  <a:pt x="438150" y="1027195"/>
                </a:cubicBezTo>
                <a:cubicBezTo>
                  <a:pt x="425450" y="1020845"/>
                  <a:pt x="413101" y="1013738"/>
                  <a:pt x="400050" y="1008145"/>
                </a:cubicBezTo>
                <a:cubicBezTo>
                  <a:pt x="377212" y="998357"/>
                  <a:pt x="357542" y="996000"/>
                  <a:pt x="333375" y="989095"/>
                </a:cubicBezTo>
                <a:cubicBezTo>
                  <a:pt x="323721" y="986337"/>
                  <a:pt x="314454" y="982328"/>
                  <a:pt x="304800" y="979570"/>
                </a:cubicBezTo>
                <a:cubicBezTo>
                  <a:pt x="204033" y="950780"/>
                  <a:pt x="345363" y="996266"/>
                  <a:pt x="209550" y="950995"/>
                </a:cubicBezTo>
                <a:lnTo>
                  <a:pt x="180975" y="941470"/>
                </a:lnTo>
                <a:cubicBezTo>
                  <a:pt x="171450" y="938295"/>
                  <a:pt x="160754" y="937514"/>
                  <a:pt x="152400" y="931945"/>
                </a:cubicBezTo>
                <a:cubicBezTo>
                  <a:pt x="133350" y="919245"/>
                  <a:pt x="116970" y="901085"/>
                  <a:pt x="95250" y="893845"/>
                </a:cubicBezTo>
                <a:lnTo>
                  <a:pt x="38100" y="874795"/>
                </a:lnTo>
                <a:cubicBezTo>
                  <a:pt x="15430" y="806785"/>
                  <a:pt x="30189" y="834353"/>
                  <a:pt x="0" y="789070"/>
                </a:cubicBezTo>
                <a:cubicBezTo>
                  <a:pt x="1225" y="780494"/>
                  <a:pt x="18077" y="646195"/>
                  <a:pt x="28575" y="646195"/>
                </a:cubicBezTo>
                <a:lnTo>
                  <a:pt x="57150" y="646195"/>
                </a:lnTo>
                <a:lnTo>
                  <a:pt x="57150" y="646195"/>
                </a:lnTo>
              </a:path>
            </a:pathLst>
          </a:custGeom>
          <a:solidFill>
            <a:schemeClr val="accent1">
              <a:alpha val="13333"/>
            </a:schemeClr>
          </a:solidFill>
          <a:ln w="9525" cap="flat" cmpd="sng">
            <a:solidFill>
              <a:schemeClr val="dk1">
                <a:alpha val="6549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98" name="Google Shape;598;p9"/>
          <p:cNvSpPr/>
          <p:nvPr/>
        </p:nvSpPr>
        <p:spPr>
          <a:xfrm>
            <a:off x="3514725" y="4029075"/>
            <a:ext cx="703604" cy="762000"/>
          </a:xfrm>
          <a:custGeom>
            <a:avLst/>
            <a:gdLst/>
            <a:ahLst/>
            <a:cxnLst/>
            <a:rect l="l" t="t" r="r" b="b"/>
            <a:pathLst>
              <a:path w="703604" h="762000" extrusionOk="0">
                <a:moveTo>
                  <a:pt x="19050" y="619125"/>
                </a:moveTo>
                <a:lnTo>
                  <a:pt x="19050" y="619125"/>
                </a:lnTo>
                <a:cubicBezTo>
                  <a:pt x="48932" y="604184"/>
                  <a:pt x="125474" y="569851"/>
                  <a:pt x="152400" y="542925"/>
                </a:cubicBezTo>
                <a:cubicBezTo>
                  <a:pt x="161925" y="533400"/>
                  <a:pt x="172351" y="524698"/>
                  <a:pt x="180975" y="514350"/>
                </a:cubicBezTo>
                <a:cubicBezTo>
                  <a:pt x="188304" y="505556"/>
                  <a:pt x="191086" y="492926"/>
                  <a:pt x="200025" y="485775"/>
                </a:cubicBezTo>
                <a:cubicBezTo>
                  <a:pt x="206236" y="480806"/>
                  <a:pt x="264211" y="467347"/>
                  <a:pt x="266700" y="466725"/>
                </a:cubicBezTo>
                <a:cubicBezTo>
                  <a:pt x="368810" y="398652"/>
                  <a:pt x="213841" y="504663"/>
                  <a:pt x="323850" y="419100"/>
                </a:cubicBezTo>
                <a:cubicBezTo>
                  <a:pt x="341922" y="405044"/>
                  <a:pt x="361950" y="393700"/>
                  <a:pt x="381000" y="381000"/>
                </a:cubicBezTo>
                <a:lnTo>
                  <a:pt x="409575" y="361950"/>
                </a:lnTo>
                <a:cubicBezTo>
                  <a:pt x="415925" y="352425"/>
                  <a:pt x="423505" y="343614"/>
                  <a:pt x="428625" y="333375"/>
                </a:cubicBezTo>
                <a:cubicBezTo>
                  <a:pt x="433115" y="324395"/>
                  <a:pt x="432581" y="313154"/>
                  <a:pt x="438150" y="304800"/>
                </a:cubicBezTo>
                <a:cubicBezTo>
                  <a:pt x="445622" y="293592"/>
                  <a:pt x="457200" y="285750"/>
                  <a:pt x="466725" y="276225"/>
                </a:cubicBezTo>
                <a:cubicBezTo>
                  <a:pt x="469900" y="250825"/>
                  <a:pt x="472042" y="225274"/>
                  <a:pt x="476250" y="200025"/>
                </a:cubicBezTo>
                <a:cubicBezTo>
                  <a:pt x="481048" y="171235"/>
                  <a:pt x="496356" y="130182"/>
                  <a:pt x="504825" y="104775"/>
                </a:cubicBezTo>
                <a:cubicBezTo>
                  <a:pt x="508000" y="95250"/>
                  <a:pt x="508781" y="84554"/>
                  <a:pt x="514350" y="76200"/>
                </a:cubicBezTo>
                <a:cubicBezTo>
                  <a:pt x="527050" y="57150"/>
                  <a:pt x="530730" y="26290"/>
                  <a:pt x="552450" y="19050"/>
                </a:cubicBezTo>
                <a:lnTo>
                  <a:pt x="609600" y="0"/>
                </a:lnTo>
                <a:cubicBezTo>
                  <a:pt x="619125" y="3175"/>
                  <a:pt x="629821" y="3956"/>
                  <a:pt x="638175" y="9525"/>
                </a:cubicBezTo>
                <a:cubicBezTo>
                  <a:pt x="673879" y="33327"/>
                  <a:pt x="665551" y="38666"/>
                  <a:pt x="676275" y="76200"/>
                </a:cubicBezTo>
                <a:cubicBezTo>
                  <a:pt x="703604" y="171853"/>
                  <a:pt x="665548" y="23768"/>
                  <a:pt x="695325" y="142875"/>
                </a:cubicBezTo>
                <a:cubicBezTo>
                  <a:pt x="683430" y="273724"/>
                  <a:pt x="694305" y="213628"/>
                  <a:pt x="666750" y="323850"/>
                </a:cubicBezTo>
                <a:cubicBezTo>
                  <a:pt x="661425" y="345148"/>
                  <a:pt x="647451" y="405186"/>
                  <a:pt x="638175" y="419100"/>
                </a:cubicBezTo>
                <a:cubicBezTo>
                  <a:pt x="625475" y="438150"/>
                  <a:pt x="607315" y="454530"/>
                  <a:pt x="600075" y="476250"/>
                </a:cubicBezTo>
                <a:cubicBezTo>
                  <a:pt x="588336" y="511468"/>
                  <a:pt x="594905" y="505958"/>
                  <a:pt x="561975" y="533400"/>
                </a:cubicBezTo>
                <a:cubicBezTo>
                  <a:pt x="553181" y="540729"/>
                  <a:pt x="542194" y="545121"/>
                  <a:pt x="533400" y="552450"/>
                </a:cubicBezTo>
                <a:cubicBezTo>
                  <a:pt x="523052" y="561074"/>
                  <a:pt x="515458" y="572755"/>
                  <a:pt x="504825" y="581025"/>
                </a:cubicBezTo>
                <a:cubicBezTo>
                  <a:pt x="486753" y="595081"/>
                  <a:pt x="463864" y="602936"/>
                  <a:pt x="447675" y="619125"/>
                </a:cubicBezTo>
                <a:cubicBezTo>
                  <a:pt x="438150" y="628650"/>
                  <a:pt x="430875" y="641158"/>
                  <a:pt x="419100" y="647700"/>
                </a:cubicBezTo>
                <a:cubicBezTo>
                  <a:pt x="401547" y="657452"/>
                  <a:pt x="361950" y="666750"/>
                  <a:pt x="361950" y="666750"/>
                </a:cubicBezTo>
                <a:cubicBezTo>
                  <a:pt x="342886" y="685814"/>
                  <a:pt x="319713" y="711681"/>
                  <a:pt x="295275" y="723900"/>
                </a:cubicBezTo>
                <a:cubicBezTo>
                  <a:pt x="277314" y="732880"/>
                  <a:pt x="257175" y="736600"/>
                  <a:pt x="238125" y="742950"/>
                </a:cubicBezTo>
                <a:cubicBezTo>
                  <a:pt x="194191" y="757595"/>
                  <a:pt x="219395" y="750506"/>
                  <a:pt x="161925" y="762000"/>
                </a:cubicBezTo>
                <a:cubicBezTo>
                  <a:pt x="128970" y="757881"/>
                  <a:pt x="63889" y="750798"/>
                  <a:pt x="28575" y="742950"/>
                </a:cubicBezTo>
                <a:cubicBezTo>
                  <a:pt x="18774" y="740772"/>
                  <a:pt x="9525" y="736600"/>
                  <a:pt x="0" y="733425"/>
                </a:cubicBezTo>
                <a:cubicBezTo>
                  <a:pt x="3175" y="711200"/>
                  <a:pt x="5122" y="688765"/>
                  <a:pt x="9525" y="666750"/>
                </a:cubicBezTo>
                <a:cubicBezTo>
                  <a:pt x="11494" y="656905"/>
                  <a:pt x="12778" y="646015"/>
                  <a:pt x="19050" y="638175"/>
                </a:cubicBezTo>
                <a:cubicBezTo>
                  <a:pt x="26201" y="629236"/>
                  <a:pt x="38100" y="625475"/>
                  <a:pt x="47625" y="619125"/>
                </a:cubicBezTo>
                <a:cubicBezTo>
                  <a:pt x="58570" y="586290"/>
                  <a:pt x="50050" y="597650"/>
                  <a:pt x="66675" y="581025"/>
                </a:cubicBezTo>
                <a:lnTo>
                  <a:pt x="66675" y="581025"/>
                </a:lnTo>
              </a:path>
            </a:pathLst>
          </a:custGeom>
          <a:solidFill>
            <a:schemeClr val="accent1">
              <a:alpha val="13333"/>
            </a:schemeClr>
          </a:solidFill>
          <a:ln w="9525" cap="flat" cmpd="sng">
            <a:solidFill>
              <a:schemeClr val="dk1">
                <a:alpha val="6549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599" name="Google Shape;599;p9"/>
          <p:cNvSpPr/>
          <p:nvPr/>
        </p:nvSpPr>
        <p:spPr>
          <a:xfrm>
            <a:off x="1828800" y="3581400"/>
            <a:ext cx="2230116" cy="1981200"/>
          </a:xfrm>
          <a:custGeom>
            <a:avLst/>
            <a:gdLst/>
            <a:ahLst/>
            <a:cxnLst/>
            <a:rect l="l" t="t" r="r" b="b"/>
            <a:pathLst>
              <a:path w="1658503" h="1343025" extrusionOk="0">
                <a:moveTo>
                  <a:pt x="20203" y="657225"/>
                </a:moveTo>
                <a:lnTo>
                  <a:pt x="20203" y="657225"/>
                </a:lnTo>
                <a:cubicBezTo>
                  <a:pt x="13853" y="628650"/>
                  <a:pt x="3239" y="600698"/>
                  <a:pt x="1153" y="571500"/>
                </a:cubicBezTo>
                <a:cubicBezTo>
                  <a:pt x="0" y="555352"/>
                  <a:pt x="6751" y="539581"/>
                  <a:pt x="10678" y="523875"/>
                </a:cubicBezTo>
                <a:cubicBezTo>
                  <a:pt x="13113" y="514135"/>
                  <a:pt x="15713" y="504280"/>
                  <a:pt x="20203" y="495300"/>
                </a:cubicBezTo>
                <a:cubicBezTo>
                  <a:pt x="33464" y="468778"/>
                  <a:pt x="46762" y="459216"/>
                  <a:pt x="67828" y="438150"/>
                </a:cubicBezTo>
                <a:cubicBezTo>
                  <a:pt x="71003" y="428625"/>
                  <a:pt x="72863" y="418555"/>
                  <a:pt x="77353" y="409575"/>
                </a:cubicBezTo>
                <a:cubicBezTo>
                  <a:pt x="88057" y="388168"/>
                  <a:pt x="106922" y="367472"/>
                  <a:pt x="124978" y="352425"/>
                </a:cubicBezTo>
                <a:cubicBezTo>
                  <a:pt x="133772" y="345096"/>
                  <a:pt x="143314" y="338495"/>
                  <a:pt x="153553" y="333375"/>
                </a:cubicBezTo>
                <a:cubicBezTo>
                  <a:pt x="162533" y="328885"/>
                  <a:pt x="173148" y="328340"/>
                  <a:pt x="182128" y="323850"/>
                </a:cubicBezTo>
                <a:cubicBezTo>
                  <a:pt x="192367" y="318730"/>
                  <a:pt x="199984" y="308820"/>
                  <a:pt x="210703" y="304800"/>
                </a:cubicBezTo>
                <a:cubicBezTo>
                  <a:pt x="225862" y="299116"/>
                  <a:pt x="242709" y="299535"/>
                  <a:pt x="258328" y="295275"/>
                </a:cubicBezTo>
                <a:lnTo>
                  <a:pt x="344053" y="266700"/>
                </a:lnTo>
                <a:lnTo>
                  <a:pt x="372628" y="257175"/>
                </a:lnTo>
                <a:cubicBezTo>
                  <a:pt x="462312" y="167491"/>
                  <a:pt x="318495" y="302789"/>
                  <a:pt x="458353" y="209550"/>
                </a:cubicBezTo>
                <a:cubicBezTo>
                  <a:pt x="477403" y="196850"/>
                  <a:pt x="493783" y="178690"/>
                  <a:pt x="515503" y="171450"/>
                </a:cubicBezTo>
                <a:cubicBezTo>
                  <a:pt x="580363" y="149830"/>
                  <a:pt x="500588" y="177043"/>
                  <a:pt x="591703" y="142875"/>
                </a:cubicBezTo>
                <a:cubicBezTo>
                  <a:pt x="601104" y="139350"/>
                  <a:pt x="610877" y="136875"/>
                  <a:pt x="620278" y="133350"/>
                </a:cubicBezTo>
                <a:cubicBezTo>
                  <a:pt x="636287" y="127347"/>
                  <a:pt x="651683" y="119707"/>
                  <a:pt x="667903" y="114300"/>
                </a:cubicBezTo>
                <a:cubicBezTo>
                  <a:pt x="701586" y="103072"/>
                  <a:pt x="737972" y="100208"/>
                  <a:pt x="772678" y="95250"/>
                </a:cubicBezTo>
                <a:cubicBezTo>
                  <a:pt x="791728" y="88900"/>
                  <a:pt x="813764" y="88248"/>
                  <a:pt x="829828" y="76200"/>
                </a:cubicBezTo>
                <a:cubicBezTo>
                  <a:pt x="868739" y="47017"/>
                  <a:pt x="867047" y="43127"/>
                  <a:pt x="915553" y="28575"/>
                </a:cubicBezTo>
                <a:cubicBezTo>
                  <a:pt x="931060" y="23923"/>
                  <a:pt x="947559" y="23310"/>
                  <a:pt x="963178" y="19050"/>
                </a:cubicBezTo>
                <a:cubicBezTo>
                  <a:pt x="982551" y="13766"/>
                  <a:pt x="1020328" y="0"/>
                  <a:pt x="1020328" y="0"/>
                </a:cubicBezTo>
                <a:lnTo>
                  <a:pt x="1477528" y="19050"/>
                </a:lnTo>
                <a:cubicBezTo>
                  <a:pt x="1497486" y="21268"/>
                  <a:pt x="1517970" y="26961"/>
                  <a:pt x="1534678" y="38100"/>
                </a:cubicBezTo>
                <a:lnTo>
                  <a:pt x="1591828" y="76200"/>
                </a:lnTo>
                <a:cubicBezTo>
                  <a:pt x="1598178" y="85725"/>
                  <a:pt x="1606369" y="94253"/>
                  <a:pt x="1610878" y="104775"/>
                </a:cubicBezTo>
                <a:cubicBezTo>
                  <a:pt x="1616035" y="116807"/>
                  <a:pt x="1616807" y="130288"/>
                  <a:pt x="1620403" y="142875"/>
                </a:cubicBezTo>
                <a:cubicBezTo>
                  <a:pt x="1623161" y="152529"/>
                  <a:pt x="1627170" y="161796"/>
                  <a:pt x="1629928" y="171450"/>
                </a:cubicBezTo>
                <a:cubicBezTo>
                  <a:pt x="1633524" y="184037"/>
                  <a:pt x="1634296" y="197518"/>
                  <a:pt x="1639453" y="209550"/>
                </a:cubicBezTo>
                <a:cubicBezTo>
                  <a:pt x="1643962" y="220072"/>
                  <a:pt x="1652153" y="228600"/>
                  <a:pt x="1658503" y="238125"/>
                </a:cubicBezTo>
                <a:cubicBezTo>
                  <a:pt x="1655328" y="276225"/>
                  <a:pt x="1655263" y="314713"/>
                  <a:pt x="1648978" y="352425"/>
                </a:cubicBezTo>
                <a:cubicBezTo>
                  <a:pt x="1642244" y="392829"/>
                  <a:pt x="1631982" y="408605"/>
                  <a:pt x="1610878" y="438150"/>
                </a:cubicBezTo>
                <a:cubicBezTo>
                  <a:pt x="1601651" y="451068"/>
                  <a:pt x="1593528" y="465025"/>
                  <a:pt x="1582303" y="476250"/>
                </a:cubicBezTo>
                <a:cubicBezTo>
                  <a:pt x="1507378" y="551175"/>
                  <a:pt x="1603174" y="430250"/>
                  <a:pt x="1525153" y="523875"/>
                </a:cubicBezTo>
                <a:cubicBezTo>
                  <a:pt x="1517824" y="532669"/>
                  <a:pt x="1513432" y="543656"/>
                  <a:pt x="1506103" y="552450"/>
                </a:cubicBezTo>
                <a:cubicBezTo>
                  <a:pt x="1483184" y="579952"/>
                  <a:pt x="1477050" y="581344"/>
                  <a:pt x="1448953" y="600075"/>
                </a:cubicBezTo>
                <a:cubicBezTo>
                  <a:pt x="1409698" y="658957"/>
                  <a:pt x="1453283" y="601518"/>
                  <a:pt x="1401328" y="647700"/>
                </a:cubicBezTo>
                <a:cubicBezTo>
                  <a:pt x="1381192" y="665598"/>
                  <a:pt x="1363228" y="685800"/>
                  <a:pt x="1344178" y="704850"/>
                </a:cubicBezTo>
                <a:cubicBezTo>
                  <a:pt x="1336083" y="712945"/>
                  <a:pt x="1324397" y="716571"/>
                  <a:pt x="1315603" y="723900"/>
                </a:cubicBezTo>
                <a:cubicBezTo>
                  <a:pt x="1268037" y="763538"/>
                  <a:pt x="1308671" y="745261"/>
                  <a:pt x="1258453" y="762000"/>
                </a:cubicBezTo>
                <a:cubicBezTo>
                  <a:pt x="1252103" y="771525"/>
                  <a:pt x="1246732" y="781781"/>
                  <a:pt x="1239403" y="790575"/>
                </a:cubicBezTo>
                <a:cubicBezTo>
                  <a:pt x="1230779" y="800923"/>
                  <a:pt x="1218300" y="807942"/>
                  <a:pt x="1210828" y="819150"/>
                </a:cubicBezTo>
                <a:cubicBezTo>
                  <a:pt x="1205259" y="827504"/>
                  <a:pt x="1208403" y="840625"/>
                  <a:pt x="1201303" y="847725"/>
                </a:cubicBezTo>
                <a:cubicBezTo>
                  <a:pt x="1185114" y="863914"/>
                  <a:pt x="1144153" y="885825"/>
                  <a:pt x="1144153" y="885825"/>
                </a:cubicBezTo>
                <a:cubicBezTo>
                  <a:pt x="1086479" y="972337"/>
                  <a:pt x="1175612" y="845505"/>
                  <a:pt x="1087003" y="942975"/>
                </a:cubicBezTo>
                <a:cubicBezTo>
                  <a:pt x="1065646" y="966468"/>
                  <a:pt x="1056271" y="1001563"/>
                  <a:pt x="1029853" y="1019175"/>
                </a:cubicBezTo>
                <a:lnTo>
                  <a:pt x="972703" y="1057275"/>
                </a:lnTo>
                <a:cubicBezTo>
                  <a:pt x="918108" y="1139167"/>
                  <a:pt x="990803" y="1042795"/>
                  <a:pt x="925078" y="1095375"/>
                </a:cubicBezTo>
                <a:cubicBezTo>
                  <a:pt x="916139" y="1102526"/>
                  <a:pt x="914123" y="1115855"/>
                  <a:pt x="906028" y="1123950"/>
                </a:cubicBezTo>
                <a:cubicBezTo>
                  <a:pt x="897933" y="1132045"/>
                  <a:pt x="886978" y="1136650"/>
                  <a:pt x="877453" y="1143000"/>
                </a:cubicBezTo>
                <a:cubicBezTo>
                  <a:pt x="854548" y="1177357"/>
                  <a:pt x="840400" y="1202627"/>
                  <a:pt x="801253" y="1228725"/>
                </a:cubicBezTo>
                <a:cubicBezTo>
                  <a:pt x="791728" y="1235075"/>
                  <a:pt x="781472" y="1240446"/>
                  <a:pt x="772678" y="1247775"/>
                </a:cubicBezTo>
                <a:cubicBezTo>
                  <a:pt x="762330" y="1256399"/>
                  <a:pt x="755311" y="1268878"/>
                  <a:pt x="744103" y="1276350"/>
                </a:cubicBezTo>
                <a:cubicBezTo>
                  <a:pt x="735749" y="1281919"/>
                  <a:pt x="724508" y="1281385"/>
                  <a:pt x="715528" y="1285875"/>
                </a:cubicBezTo>
                <a:cubicBezTo>
                  <a:pt x="619869" y="1333704"/>
                  <a:pt x="765745" y="1273878"/>
                  <a:pt x="648853" y="1323975"/>
                </a:cubicBezTo>
                <a:cubicBezTo>
                  <a:pt x="619010" y="1336765"/>
                  <a:pt x="597379" y="1337317"/>
                  <a:pt x="563128" y="1343025"/>
                </a:cubicBezTo>
                <a:cubicBezTo>
                  <a:pt x="515503" y="1339850"/>
                  <a:pt x="467334" y="1341347"/>
                  <a:pt x="420253" y="1333500"/>
                </a:cubicBezTo>
                <a:cubicBezTo>
                  <a:pt x="389773" y="1328420"/>
                  <a:pt x="390408" y="1303655"/>
                  <a:pt x="372628" y="1285875"/>
                </a:cubicBezTo>
                <a:cubicBezTo>
                  <a:pt x="364533" y="1277780"/>
                  <a:pt x="353578" y="1273175"/>
                  <a:pt x="344053" y="1266825"/>
                </a:cubicBezTo>
                <a:cubicBezTo>
                  <a:pt x="293253" y="1190625"/>
                  <a:pt x="359928" y="1282700"/>
                  <a:pt x="296428" y="1219200"/>
                </a:cubicBezTo>
                <a:cubicBezTo>
                  <a:pt x="232928" y="1155700"/>
                  <a:pt x="325003" y="1222375"/>
                  <a:pt x="248803" y="1171575"/>
                </a:cubicBezTo>
                <a:cubicBezTo>
                  <a:pt x="245628" y="1162050"/>
                  <a:pt x="244259" y="1151717"/>
                  <a:pt x="239278" y="1143000"/>
                </a:cubicBezTo>
                <a:cubicBezTo>
                  <a:pt x="231402" y="1129217"/>
                  <a:pt x="219930" y="1117818"/>
                  <a:pt x="210703" y="1104900"/>
                </a:cubicBezTo>
                <a:cubicBezTo>
                  <a:pt x="204049" y="1095585"/>
                  <a:pt x="197333" y="1086264"/>
                  <a:pt x="191653" y="1076325"/>
                </a:cubicBezTo>
                <a:cubicBezTo>
                  <a:pt x="184608" y="1063997"/>
                  <a:pt x="178196" y="1051276"/>
                  <a:pt x="172603" y="1038225"/>
                </a:cubicBezTo>
                <a:cubicBezTo>
                  <a:pt x="168648" y="1028997"/>
                  <a:pt x="167568" y="1018630"/>
                  <a:pt x="163078" y="1009650"/>
                </a:cubicBezTo>
                <a:cubicBezTo>
                  <a:pt x="157958" y="999411"/>
                  <a:pt x="149148" y="991314"/>
                  <a:pt x="144028" y="981075"/>
                </a:cubicBezTo>
                <a:cubicBezTo>
                  <a:pt x="139538" y="972095"/>
                  <a:pt x="139379" y="961277"/>
                  <a:pt x="134503" y="952500"/>
                </a:cubicBezTo>
                <a:cubicBezTo>
                  <a:pt x="123384" y="932486"/>
                  <a:pt x="103643" y="917070"/>
                  <a:pt x="96403" y="895350"/>
                </a:cubicBezTo>
                <a:cubicBezTo>
                  <a:pt x="90053" y="876300"/>
                  <a:pt x="86333" y="856161"/>
                  <a:pt x="77353" y="838200"/>
                </a:cubicBezTo>
                <a:cubicBezTo>
                  <a:pt x="71003" y="825500"/>
                  <a:pt x="63576" y="813283"/>
                  <a:pt x="58303" y="800100"/>
                </a:cubicBezTo>
                <a:cubicBezTo>
                  <a:pt x="50845" y="781456"/>
                  <a:pt x="45603" y="762000"/>
                  <a:pt x="39253" y="742950"/>
                </a:cubicBezTo>
                <a:lnTo>
                  <a:pt x="29728" y="714375"/>
                </a:lnTo>
                <a:cubicBezTo>
                  <a:pt x="26553" y="704850"/>
                  <a:pt x="22638" y="695540"/>
                  <a:pt x="20203" y="685800"/>
                </a:cubicBezTo>
                <a:cubicBezTo>
                  <a:pt x="17028" y="673100"/>
                  <a:pt x="14274" y="660287"/>
                  <a:pt x="10678" y="647700"/>
                </a:cubicBezTo>
                <a:cubicBezTo>
                  <a:pt x="149" y="610848"/>
                  <a:pt x="1153" y="630830"/>
                  <a:pt x="1153" y="609600"/>
                </a:cubicBezTo>
                <a:lnTo>
                  <a:pt x="1153" y="609600"/>
                </a:lnTo>
              </a:path>
            </a:pathLst>
          </a:custGeom>
          <a:solidFill>
            <a:schemeClr val="accent1">
              <a:alpha val="16470"/>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00" name="Google Shape;600;p9"/>
          <p:cNvSpPr/>
          <p:nvPr/>
        </p:nvSpPr>
        <p:spPr>
          <a:xfrm>
            <a:off x="1947726" y="3505200"/>
            <a:ext cx="2014674" cy="1865061"/>
          </a:xfrm>
          <a:custGeom>
            <a:avLst/>
            <a:gdLst/>
            <a:ahLst/>
            <a:cxnLst/>
            <a:rect l="l" t="t" r="r" b="b"/>
            <a:pathLst>
              <a:path w="1497695" h="1174792" extrusionOk="0">
                <a:moveTo>
                  <a:pt x="1138929" y="668085"/>
                </a:moveTo>
                <a:lnTo>
                  <a:pt x="1138929" y="668085"/>
                </a:lnTo>
                <a:cubicBezTo>
                  <a:pt x="1113529" y="680785"/>
                  <a:pt x="1087660" y="692587"/>
                  <a:pt x="1062729" y="706185"/>
                </a:cubicBezTo>
                <a:cubicBezTo>
                  <a:pt x="1052679" y="711667"/>
                  <a:pt x="1041305" y="716296"/>
                  <a:pt x="1034154" y="725235"/>
                </a:cubicBezTo>
                <a:cubicBezTo>
                  <a:pt x="1027882" y="733075"/>
                  <a:pt x="1031729" y="746710"/>
                  <a:pt x="1024629" y="753810"/>
                </a:cubicBezTo>
                <a:cubicBezTo>
                  <a:pt x="1008440" y="769999"/>
                  <a:pt x="986529" y="779210"/>
                  <a:pt x="967479" y="791910"/>
                </a:cubicBezTo>
                <a:lnTo>
                  <a:pt x="938904" y="810960"/>
                </a:lnTo>
                <a:cubicBezTo>
                  <a:pt x="929379" y="817310"/>
                  <a:pt x="921189" y="826390"/>
                  <a:pt x="910329" y="830010"/>
                </a:cubicBezTo>
                <a:lnTo>
                  <a:pt x="881754" y="839535"/>
                </a:lnTo>
                <a:cubicBezTo>
                  <a:pt x="827585" y="893704"/>
                  <a:pt x="879743" y="850066"/>
                  <a:pt x="824604" y="877635"/>
                </a:cubicBezTo>
                <a:cubicBezTo>
                  <a:pt x="750746" y="914564"/>
                  <a:pt x="839278" y="882269"/>
                  <a:pt x="767454" y="906210"/>
                </a:cubicBezTo>
                <a:cubicBezTo>
                  <a:pt x="742054" y="903035"/>
                  <a:pt x="713365" y="909583"/>
                  <a:pt x="691254" y="896685"/>
                </a:cubicBezTo>
                <a:cubicBezTo>
                  <a:pt x="671478" y="885149"/>
                  <a:pt x="665854" y="858585"/>
                  <a:pt x="653154" y="839535"/>
                </a:cubicBezTo>
                <a:lnTo>
                  <a:pt x="634104" y="810960"/>
                </a:lnTo>
                <a:cubicBezTo>
                  <a:pt x="627754" y="801435"/>
                  <a:pt x="624579" y="788735"/>
                  <a:pt x="615054" y="782385"/>
                </a:cubicBezTo>
                <a:lnTo>
                  <a:pt x="557904" y="744285"/>
                </a:lnTo>
                <a:cubicBezTo>
                  <a:pt x="551554" y="753810"/>
                  <a:pt x="539732" y="761446"/>
                  <a:pt x="538854" y="772860"/>
                </a:cubicBezTo>
                <a:cubicBezTo>
                  <a:pt x="538078" y="782953"/>
                  <a:pt x="541844" y="867778"/>
                  <a:pt x="557904" y="896685"/>
                </a:cubicBezTo>
                <a:cubicBezTo>
                  <a:pt x="569023" y="916699"/>
                  <a:pt x="576954" y="941135"/>
                  <a:pt x="596004" y="953835"/>
                </a:cubicBezTo>
                <a:lnTo>
                  <a:pt x="624579" y="972885"/>
                </a:lnTo>
                <a:cubicBezTo>
                  <a:pt x="621404" y="998285"/>
                  <a:pt x="638505" y="1038825"/>
                  <a:pt x="615054" y="1049085"/>
                </a:cubicBezTo>
                <a:cubicBezTo>
                  <a:pt x="571325" y="1068216"/>
                  <a:pt x="519430" y="1046310"/>
                  <a:pt x="472179" y="1039560"/>
                </a:cubicBezTo>
                <a:cubicBezTo>
                  <a:pt x="452300" y="1036720"/>
                  <a:pt x="415029" y="1020510"/>
                  <a:pt x="415029" y="1020510"/>
                </a:cubicBezTo>
                <a:cubicBezTo>
                  <a:pt x="411854" y="1030035"/>
                  <a:pt x="405504" y="1039045"/>
                  <a:pt x="405504" y="1049085"/>
                </a:cubicBezTo>
                <a:cubicBezTo>
                  <a:pt x="405504" y="1104216"/>
                  <a:pt x="414371" y="1085870"/>
                  <a:pt x="434079" y="1125285"/>
                </a:cubicBezTo>
                <a:cubicBezTo>
                  <a:pt x="438569" y="1134265"/>
                  <a:pt x="440429" y="1144335"/>
                  <a:pt x="443604" y="1153860"/>
                </a:cubicBezTo>
                <a:cubicBezTo>
                  <a:pt x="434079" y="1160210"/>
                  <a:pt x="426321" y="1174792"/>
                  <a:pt x="415029" y="1172910"/>
                </a:cubicBezTo>
                <a:cubicBezTo>
                  <a:pt x="401742" y="1170695"/>
                  <a:pt x="395078" y="1154683"/>
                  <a:pt x="386454" y="1144335"/>
                </a:cubicBezTo>
                <a:cubicBezTo>
                  <a:pt x="365287" y="1118935"/>
                  <a:pt x="372696" y="1109410"/>
                  <a:pt x="338829" y="1096710"/>
                </a:cubicBezTo>
                <a:cubicBezTo>
                  <a:pt x="312845" y="1086966"/>
                  <a:pt x="287035" y="1091219"/>
                  <a:pt x="262629" y="1077660"/>
                </a:cubicBezTo>
                <a:cubicBezTo>
                  <a:pt x="242615" y="1066541"/>
                  <a:pt x="205479" y="1039560"/>
                  <a:pt x="205479" y="1039560"/>
                </a:cubicBezTo>
                <a:cubicBezTo>
                  <a:pt x="161810" y="974056"/>
                  <a:pt x="174619" y="1004130"/>
                  <a:pt x="157854" y="953835"/>
                </a:cubicBezTo>
                <a:cubicBezTo>
                  <a:pt x="161029" y="941135"/>
                  <a:pt x="155670" y="921589"/>
                  <a:pt x="167379" y="915735"/>
                </a:cubicBezTo>
                <a:cubicBezTo>
                  <a:pt x="190919" y="903965"/>
                  <a:pt x="226502" y="932925"/>
                  <a:pt x="243579" y="944310"/>
                </a:cubicBezTo>
                <a:cubicBezTo>
                  <a:pt x="246754" y="953835"/>
                  <a:pt x="246004" y="965785"/>
                  <a:pt x="253104" y="972885"/>
                </a:cubicBezTo>
                <a:cubicBezTo>
                  <a:pt x="273203" y="992984"/>
                  <a:pt x="323323" y="975469"/>
                  <a:pt x="338829" y="972885"/>
                </a:cubicBezTo>
                <a:cubicBezTo>
                  <a:pt x="345179" y="963360"/>
                  <a:pt x="353370" y="954832"/>
                  <a:pt x="357879" y="944310"/>
                </a:cubicBezTo>
                <a:cubicBezTo>
                  <a:pt x="363036" y="932278"/>
                  <a:pt x="360142" y="917102"/>
                  <a:pt x="367404" y="906210"/>
                </a:cubicBezTo>
                <a:cubicBezTo>
                  <a:pt x="373754" y="896685"/>
                  <a:pt x="386454" y="893510"/>
                  <a:pt x="395979" y="887160"/>
                </a:cubicBezTo>
                <a:cubicBezTo>
                  <a:pt x="458324" y="907942"/>
                  <a:pt x="397134" y="879078"/>
                  <a:pt x="434079" y="925260"/>
                </a:cubicBezTo>
                <a:cubicBezTo>
                  <a:pt x="441230" y="934199"/>
                  <a:pt x="453129" y="937960"/>
                  <a:pt x="462654" y="944310"/>
                </a:cubicBezTo>
                <a:cubicBezTo>
                  <a:pt x="472179" y="941135"/>
                  <a:pt x="488054" y="944310"/>
                  <a:pt x="491229" y="934785"/>
                </a:cubicBezTo>
                <a:cubicBezTo>
                  <a:pt x="496349" y="919426"/>
                  <a:pt x="485631" y="902866"/>
                  <a:pt x="481704" y="887160"/>
                </a:cubicBezTo>
                <a:cubicBezTo>
                  <a:pt x="470943" y="844116"/>
                  <a:pt x="475222" y="867951"/>
                  <a:pt x="443604" y="830010"/>
                </a:cubicBezTo>
                <a:cubicBezTo>
                  <a:pt x="436275" y="821216"/>
                  <a:pt x="430904" y="810960"/>
                  <a:pt x="424554" y="801435"/>
                </a:cubicBezTo>
                <a:cubicBezTo>
                  <a:pt x="405504" y="804610"/>
                  <a:pt x="384678" y="802323"/>
                  <a:pt x="367404" y="810960"/>
                </a:cubicBezTo>
                <a:cubicBezTo>
                  <a:pt x="349206" y="820059"/>
                  <a:pt x="346342" y="853083"/>
                  <a:pt x="338829" y="868110"/>
                </a:cubicBezTo>
                <a:cubicBezTo>
                  <a:pt x="333709" y="878349"/>
                  <a:pt x="326129" y="887160"/>
                  <a:pt x="319779" y="896685"/>
                </a:cubicBezTo>
                <a:cubicBezTo>
                  <a:pt x="284854" y="893510"/>
                  <a:pt x="248273" y="898250"/>
                  <a:pt x="215004" y="887160"/>
                </a:cubicBezTo>
                <a:cubicBezTo>
                  <a:pt x="205479" y="883985"/>
                  <a:pt x="209969" y="867565"/>
                  <a:pt x="205479" y="858585"/>
                </a:cubicBezTo>
                <a:cubicBezTo>
                  <a:pt x="189604" y="826835"/>
                  <a:pt x="186429" y="830010"/>
                  <a:pt x="157854" y="810960"/>
                </a:cubicBezTo>
                <a:cubicBezTo>
                  <a:pt x="145647" y="814012"/>
                  <a:pt x="104844" y="823178"/>
                  <a:pt x="91179" y="830010"/>
                </a:cubicBezTo>
                <a:cubicBezTo>
                  <a:pt x="80940" y="835130"/>
                  <a:pt x="72129" y="842710"/>
                  <a:pt x="62604" y="849060"/>
                </a:cubicBezTo>
                <a:cubicBezTo>
                  <a:pt x="6476" y="830351"/>
                  <a:pt x="0" y="838475"/>
                  <a:pt x="43554" y="725235"/>
                </a:cubicBezTo>
                <a:cubicBezTo>
                  <a:pt x="48253" y="713017"/>
                  <a:pt x="68954" y="718885"/>
                  <a:pt x="81654" y="715710"/>
                </a:cubicBezTo>
                <a:cubicBezTo>
                  <a:pt x="97529" y="718885"/>
                  <a:pt x="115809" y="734215"/>
                  <a:pt x="129279" y="725235"/>
                </a:cubicBezTo>
                <a:cubicBezTo>
                  <a:pt x="138804" y="718885"/>
                  <a:pt x="115349" y="706899"/>
                  <a:pt x="110229" y="696660"/>
                </a:cubicBezTo>
                <a:cubicBezTo>
                  <a:pt x="105739" y="687680"/>
                  <a:pt x="105580" y="676862"/>
                  <a:pt x="100704" y="668085"/>
                </a:cubicBezTo>
                <a:cubicBezTo>
                  <a:pt x="46117" y="569829"/>
                  <a:pt x="74632" y="647018"/>
                  <a:pt x="53079" y="582360"/>
                </a:cubicBezTo>
                <a:cubicBezTo>
                  <a:pt x="56796" y="552626"/>
                  <a:pt x="51638" y="501598"/>
                  <a:pt x="81654" y="477585"/>
                </a:cubicBezTo>
                <a:cubicBezTo>
                  <a:pt x="89494" y="471313"/>
                  <a:pt x="100704" y="471235"/>
                  <a:pt x="110229" y="468060"/>
                </a:cubicBezTo>
                <a:cubicBezTo>
                  <a:pt x="155949" y="483300"/>
                  <a:pt x="128009" y="465520"/>
                  <a:pt x="148329" y="506160"/>
                </a:cubicBezTo>
                <a:cubicBezTo>
                  <a:pt x="153449" y="516399"/>
                  <a:pt x="162730" y="524274"/>
                  <a:pt x="167379" y="534735"/>
                </a:cubicBezTo>
                <a:cubicBezTo>
                  <a:pt x="188103" y="581363"/>
                  <a:pt x="183166" y="587360"/>
                  <a:pt x="195954" y="629985"/>
                </a:cubicBezTo>
                <a:cubicBezTo>
                  <a:pt x="201724" y="649219"/>
                  <a:pt x="200805" y="672936"/>
                  <a:pt x="215004" y="687135"/>
                </a:cubicBezTo>
                <a:lnTo>
                  <a:pt x="243579" y="715710"/>
                </a:lnTo>
                <a:cubicBezTo>
                  <a:pt x="258424" y="671176"/>
                  <a:pt x="258504" y="685134"/>
                  <a:pt x="243579" y="620460"/>
                </a:cubicBezTo>
                <a:cubicBezTo>
                  <a:pt x="239064" y="600894"/>
                  <a:pt x="224529" y="563310"/>
                  <a:pt x="224529" y="563310"/>
                </a:cubicBezTo>
                <a:cubicBezTo>
                  <a:pt x="225368" y="558274"/>
                  <a:pt x="221106" y="480026"/>
                  <a:pt x="262629" y="496635"/>
                </a:cubicBezTo>
                <a:cubicBezTo>
                  <a:pt x="273258" y="500887"/>
                  <a:pt x="275329" y="515685"/>
                  <a:pt x="281679" y="525210"/>
                </a:cubicBezTo>
                <a:cubicBezTo>
                  <a:pt x="289164" y="570118"/>
                  <a:pt x="289362" y="580675"/>
                  <a:pt x="300729" y="620460"/>
                </a:cubicBezTo>
                <a:cubicBezTo>
                  <a:pt x="303487" y="630114"/>
                  <a:pt x="305378" y="640258"/>
                  <a:pt x="310254" y="649035"/>
                </a:cubicBezTo>
                <a:cubicBezTo>
                  <a:pt x="321373" y="669049"/>
                  <a:pt x="326634" y="698945"/>
                  <a:pt x="348354" y="706185"/>
                </a:cubicBezTo>
                <a:lnTo>
                  <a:pt x="376929" y="715710"/>
                </a:lnTo>
                <a:cubicBezTo>
                  <a:pt x="453129" y="690310"/>
                  <a:pt x="357879" y="715710"/>
                  <a:pt x="434079" y="715710"/>
                </a:cubicBezTo>
                <a:cubicBezTo>
                  <a:pt x="450268" y="715710"/>
                  <a:pt x="465829" y="709360"/>
                  <a:pt x="481704" y="706185"/>
                </a:cubicBezTo>
                <a:cubicBezTo>
                  <a:pt x="494334" y="592516"/>
                  <a:pt x="496093" y="623801"/>
                  <a:pt x="481704" y="487110"/>
                </a:cubicBezTo>
                <a:cubicBezTo>
                  <a:pt x="480009" y="471010"/>
                  <a:pt x="475691" y="455289"/>
                  <a:pt x="472179" y="439485"/>
                </a:cubicBezTo>
                <a:cubicBezTo>
                  <a:pt x="465933" y="411379"/>
                  <a:pt x="464620" y="393826"/>
                  <a:pt x="443604" y="372810"/>
                </a:cubicBezTo>
                <a:cubicBezTo>
                  <a:pt x="435509" y="364715"/>
                  <a:pt x="424554" y="360110"/>
                  <a:pt x="415029" y="353760"/>
                </a:cubicBezTo>
                <a:cubicBezTo>
                  <a:pt x="408679" y="344235"/>
                  <a:pt x="395979" y="336633"/>
                  <a:pt x="395979" y="325185"/>
                </a:cubicBezTo>
                <a:cubicBezTo>
                  <a:pt x="395979" y="313737"/>
                  <a:pt x="406934" y="304705"/>
                  <a:pt x="415029" y="296610"/>
                </a:cubicBezTo>
                <a:cubicBezTo>
                  <a:pt x="431727" y="279912"/>
                  <a:pt x="450488" y="274233"/>
                  <a:pt x="472179" y="268035"/>
                </a:cubicBezTo>
                <a:cubicBezTo>
                  <a:pt x="484766" y="264439"/>
                  <a:pt x="497579" y="261685"/>
                  <a:pt x="510279" y="258510"/>
                </a:cubicBezTo>
                <a:cubicBezTo>
                  <a:pt x="630040" y="273480"/>
                  <a:pt x="552489" y="247949"/>
                  <a:pt x="615054" y="296610"/>
                </a:cubicBezTo>
                <a:cubicBezTo>
                  <a:pt x="633126" y="310666"/>
                  <a:pt x="672204" y="334710"/>
                  <a:pt x="672204" y="334710"/>
                </a:cubicBezTo>
                <a:cubicBezTo>
                  <a:pt x="723004" y="410910"/>
                  <a:pt x="656329" y="318835"/>
                  <a:pt x="719829" y="382335"/>
                </a:cubicBezTo>
                <a:cubicBezTo>
                  <a:pt x="727924" y="390430"/>
                  <a:pt x="730784" y="402815"/>
                  <a:pt x="738879" y="410910"/>
                </a:cubicBezTo>
                <a:cubicBezTo>
                  <a:pt x="757343" y="429374"/>
                  <a:pt x="772788" y="431738"/>
                  <a:pt x="796029" y="439485"/>
                </a:cubicBezTo>
                <a:cubicBezTo>
                  <a:pt x="800334" y="452401"/>
                  <a:pt x="814796" y="518235"/>
                  <a:pt x="824604" y="429960"/>
                </a:cubicBezTo>
                <a:cubicBezTo>
                  <a:pt x="825936" y="417975"/>
                  <a:pt x="801848" y="329064"/>
                  <a:pt x="796029" y="325185"/>
                </a:cubicBezTo>
                <a:lnTo>
                  <a:pt x="738879" y="287085"/>
                </a:lnTo>
                <a:cubicBezTo>
                  <a:pt x="732529" y="277560"/>
                  <a:pt x="721249" y="269869"/>
                  <a:pt x="719829" y="258510"/>
                </a:cubicBezTo>
                <a:cubicBezTo>
                  <a:pt x="716513" y="231985"/>
                  <a:pt x="735284" y="187881"/>
                  <a:pt x="757929" y="172785"/>
                </a:cubicBezTo>
                <a:cubicBezTo>
                  <a:pt x="774637" y="161646"/>
                  <a:pt x="815079" y="153735"/>
                  <a:pt x="815079" y="153735"/>
                </a:cubicBezTo>
                <a:cubicBezTo>
                  <a:pt x="824604" y="156910"/>
                  <a:pt x="834674" y="158770"/>
                  <a:pt x="843654" y="163260"/>
                </a:cubicBezTo>
                <a:cubicBezTo>
                  <a:pt x="853893" y="168380"/>
                  <a:pt x="861004" y="184555"/>
                  <a:pt x="872229" y="182310"/>
                </a:cubicBezTo>
                <a:cubicBezTo>
                  <a:pt x="883454" y="180065"/>
                  <a:pt x="884929" y="163260"/>
                  <a:pt x="891279" y="153735"/>
                </a:cubicBezTo>
                <a:cubicBezTo>
                  <a:pt x="891753" y="151363"/>
                  <a:pt x="902519" y="87298"/>
                  <a:pt x="910329" y="77535"/>
                </a:cubicBezTo>
                <a:cubicBezTo>
                  <a:pt x="917480" y="68596"/>
                  <a:pt x="929379" y="64835"/>
                  <a:pt x="938904" y="58485"/>
                </a:cubicBezTo>
                <a:cubicBezTo>
                  <a:pt x="1025458" y="70850"/>
                  <a:pt x="984280" y="60910"/>
                  <a:pt x="1062729" y="87060"/>
                </a:cubicBezTo>
                <a:lnTo>
                  <a:pt x="1091304" y="96585"/>
                </a:lnTo>
                <a:lnTo>
                  <a:pt x="1119879" y="106110"/>
                </a:lnTo>
                <a:cubicBezTo>
                  <a:pt x="1129404" y="99760"/>
                  <a:pt x="1141303" y="95999"/>
                  <a:pt x="1148454" y="87060"/>
                </a:cubicBezTo>
                <a:cubicBezTo>
                  <a:pt x="1185399" y="40878"/>
                  <a:pt x="1124209" y="69742"/>
                  <a:pt x="1186554" y="48960"/>
                </a:cubicBezTo>
                <a:cubicBezTo>
                  <a:pt x="1196079" y="55310"/>
                  <a:pt x="1203796" y="66391"/>
                  <a:pt x="1215129" y="68010"/>
                </a:cubicBezTo>
                <a:cubicBezTo>
                  <a:pt x="1245966" y="72415"/>
                  <a:pt x="1258400" y="51137"/>
                  <a:pt x="1281804" y="39435"/>
                </a:cubicBezTo>
                <a:cubicBezTo>
                  <a:pt x="1360674" y="0"/>
                  <a:pt x="1257062" y="65455"/>
                  <a:pt x="1338954" y="10860"/>
                </a:cubicBezTo>
                <a:cubicBezTo>
                  <a:pt x="1348479" y="14035"/>
                  <a:pt x="1361960" y="12031"/>
                  <a:pt x="1367529" y="20385"/>
                </a:cubicBezTo>
                <a:cubicBezTo>
                  <a:pt x="1376509" y="33855"/>
                  <a:pt x="1363584" y="59030"/>
                  <a:pt x="1377054" y="68010"/>
                </a:cubicBezTo>
                <a:cubicBezTo>
                  <a:pt x="1384717" y="73118"/>
                  <a:pt x="1440210" y="53308"/>
                  <a:pt x="1453254" y="48960"/>
                </a:cubicBezTo>
                <a:cubicBezTo>
                  <a:pt x="1462779" y="52135"/>
                  <a:pt x="1479860" y="48640"/>
                  <a:pt x="1481829" y="58485"/>
                </a:cubicBezTo>
                <a:cubicBezTo>
                  <a:pt x="1497695" y="137817"/>
                  <a:pt x="1485613" y="135337"/>
                  <a:pt x="1443729" y="163260"/>
                </a:cubicBezTo>
                <a:cubicBezTo>
                  <a:pt x="1424679" y="156910"/>
                  <a:pt x="1401825" y="157278"/>
                  <a:pt x="1386579" y="144210"/>
                </a:cubicBezTo>
                <a:cubicBezTo>
                  <a:pt x="1337827" y="102423"/>
                  <a:pt x="1425806" y="93922"/>
                  <a:pt x="1338954" y="115635"/>
                </a:cubicBezTo>
                <a:cubicBezTo>
                  <a:pt x="1335779" y="134685"/>
                  <a:pt x="1333619" y="153932"/>
                  <a:pt x="1329429" y="172785"/>
                </a:cubicBezTo>
                <a:cubicBezTo>
                  <a:pt x="1327251" y="182586"/>
                  <a:pt x="1327004" y="194260"/>
                  <a:pt x="1319904" y="201360"/>
                </a:cubicBezTo>
                <a:cubicBezTo>
                  <a:pt x="1312804" y="208460"/>
                  <a:pt x="1300309" y="206395"/>
                  <a:pt x="1291329" y="210885"/>
                </a:cubicBezTo>
                <a:cubicBezTo>
                  <a:pt x="1281090" y="216005"/>
                  <a:pt x="1272279" y="223585"/>
                  <a:pt x="1262754" y="229935"/>
                </a:cubicBezTo>
                <a:cubicBezTo>
                  <a:pt x="1234801" y="224344"/>
                  <a:pt x="1212182" y="221868"/>
                  <a:pt x="1186554" y="210885"/>
                </a:cubicBezTo>
                <a:cubicBezTo>
                  <a:pt x="1173503" y="205292"/>
                  <a:pt x="1161637" y="197108"/>
                  <a:pt x="1148454" y="191835"/>
                </a:cubicBezTo>
                <a:cubicBezTo>
                  <a:pt x="1063441" y="157830"/>
                  <a:pt x="1117705" y="190386"/>
                  <a:pt x="1062729" y="153735"/>
                </a:cubicBezTo>
                <a:cubicBezTo>
                  <a:pt x="1053204" y="156910"/>
                  <a:pt x="1035805" y="153356"/>
                  <a:pt x="1034154" y="163260"/>
                </a:cubicBezTo>
                <a:cubicBezTo>
                  <a:pt x="1028389" y="197852"/>
                  <a:pt x="1036331" y="233744"/>
                  <a:pt x="1043679" y="268035"/>
                </a:cubicBezTo>
                <a:cubicBezTo>
                  <a:pt x="1046078" y="279229"/>
                  <a:pt x="1057609" y="286371"/>
                  <a:pt x="1062729" y="296610"/>
                </a:cubicBezTo>
                <a:cubicBezTo>
                  <a:pt x="1067219" y="305590"/>
                  <a:pt x="1069079" y="315660"/>
                  <a:pt x="1072254" y="325185"/>
                </a:cubicBezTo>
                <a:cubicBezTo>
                  <a:pt x="1059554" y="331535"/>
                  <a:pt x="1048243" y="342474"/>
                  <a:pt x="1034154" y="344235"/>
                </a:cubicBezTo>
                <a:cubicBezTo>
                  <a:pt x="1021164" y="345859"/>
                  <a:pt x="1008593" y="338472"/>
                  <a:pt x="996054" y="334710"/>
                </a:cubicBezTo>
                <a:cubicBezTo>
                  <a:pt x="976820" y="328940"/>
                  <a:pt x="957954" y="322010"/>
                  <a:pt x="938904" y="315660"/>
                </a:cubicBezTo>
                <a:lnTo>
                  <a:pt x="910329" y="306135"/>
                </a:lnTo>
                <a:cubicBezTo>
                  <a:pt x="916679" y="315660"/>
                  <a:pt x="923699" y="324771"/>
                  <a:pt x="929379" y="334710"/>
                </a:cubicBezTo>
                <a:cubicBezTo>
                  <a:pt x="936424" y="347038"/>
                  <a:pt x="940904" y="360769"/>
                  <a:pt x="948429" y="372810"/>
                </a:cubicBezTo>
                <a:cubicBezTo>
                  <a:pt x="956843" y="386272"/>
                  <a:pt x="967479" y="398210"/>
                  <a:pt x="977004" y="410910"/>
                </a:cubicBezTo>
                <a:cubicBezTo>
                  <a:pt x="980179" y="420435"/>
                  <a:pt x="982039" y="430505"/>
                  <a:pt x="986529" y="439485"/>
                </a:cubicBezTo>
                <a:cubicBezTo>
                  <a:pt x="1023458" y="513343"/>
                  <a:pt x="991163" y="424811"/>
                  <a:pt x="1015104" y="496635"/>
                </a:cubicBezTo>
                <a:cubicBezTo>
                  <a:pt x="1012863" y="510079"/>
                  <a:pt x="1000680" y="601501"/>
                  <a:pt x="986529" y="610935"/>
                </a:cubicBezTo>
                <a:lnTo>
                  <a:pt x="957954" y="629985"/>
                </a:lnTo>
                <a:cubicBezTo>
                  <a:pt x="945254" y="626810"/>
                  <a:pt x="931886" y="625617"/>
                  <a:pt x="919854" y="620460"/>
                </a:cubicBezTo>
                <a:cubicBezTo>
                  <a:pt x="909332" y="615951"/>
                  <a:pt x="902727" y="601410"/>
                  <a:pt x="891279" y="601410"/>
                </a:cubicBezTo>
                <a:cubicBezTo>
                  <a:pt x="879831" y="601410"/>
                  <a:pt x="872229" y="614110"/>
                  <a:pt x="862704" y="620460"/>
                </a:cubicBezTo>
                <a:cubicBezTo>
                  <a:pt x="840034" y="688470"/>
                  <a:pt x="854793" y="660902"/>
                  <a:pt x="824604" y="706185"/>
                </a:cubicBezTo>
                <a:cubicBezTo>
                  <a:pt x="783329" y="703010"/>
                  <a:pt x="740778" y="707326"/>
                  <a:pt x="700779" y="696660"/>
                </a:cubicBezTo>
                <a:cubicBezTo>
                  <a:pt x="689718" y="693710"/>
                  <a:pt x="686378" y="678546"/>
                  <a:pt x="681729" y="668085"/>
                </a:cubicBezTo>
                <a:cubicBezTo>
                  <a:pt x="673574" y="649735"/>
                  <a:pt x="662679" y="610935"/>
                  <a:pt x="662679" y="610935"/>
                </a:cubicBezTo>
                <a:cubicBezTo>
                  <a:pt x="659504" y="569660"/>
                  <a:pt x="657991" y="528223"/>
                  <a:pt x="653154" y="487110"/>
                </a:cubicBezTo>
                <a:cubicBezTo>
                  <a:pt x="651624" y="474109"/>
                  <a:pt x="651807" y="459232"/>
                  <a:pt x="643629" y="449010"/>
                </a:cubicBezTo>
                <a:cubicBezTo>
                  <a:pt x="637357" y="441170"/>
                  <a:pt x="624579" y="442660"/>
                  <a:pt x="615054" y="439485"/>
                </a:cubicBezTo>
                <a:cubicBezTo>
                  <a:pt x="611879" y="452185"/>
                  <a:pt x="604226" y="464559"/>
                  <a:pt x="605529" y="477585"/>
                </a:cubicBezTo>
                <a:cubicBezTo>
                  <a:pt x="607527" y="497566"/>
                  <a:pt x="624579" y="534735"/>
                  <a:pt x="624579" y="534735"/>
                </a:cubicBezTo>
                <a:cubicBezTo>
                  <a:pt x="621404" y="563310"/>
                  <a:pt x="619781" y="592100"/>
                  <a:pt x="615054" y="620460"/>
                </a:cubicBezTo>
                <a:cubicBezTo>
                  <a:pt x="608143" y="661925"/>
                  <a:pt x="594288" y="638681"/>
                  <a:pt x="615054" y="687135"/>
                </a:cubicBezTo>
                <a:cubicBezTo>
                  <a:pt x="624766" y="709796"/>
                  <a:pt x="640267" y="724799"/>
                  <a:pt x="662679" y="734760"/>
                </a:cubicBezTo>
                <a:cubicBezTo>
                  <a:pt x="681029" y="742915"/>
                  <a:pt x="719829" y="753810"/>
                  <a:pt x="719829" y="753810"/>
                </a:cubicBezTo>
                <a:cubicBezTo>
                  <a:pt x="761104" y="750635"/>
                  <a:pt x="802541" y="749122"/>
                  <a:pt x="843654" y="744285"/>
                </a:cubicBezTo>
                <a:cubicBezTo>
                  <a:pt x="856655" y="742755"/>
                  <a:pt x="870388" y="741255"/>
                  <a:pt x="881754" y="734760"/>
                </a:cubicBezTo>
                <a:cubicBezTo>
                  <a:pt x="981643" y="677681"/>
                  <a:pt x="849687" y="726399"/>
                  <a:pt x="938904" y="696660"/>
                </a:cubicBezTo>
                <a:cubicBezTo>
                  <a:pt x="948429" y="687135"/>
                  <a:pt x="958855" y="678433"/>
                  <a:pt x="967479" y="668085"/>
                </a:cubicBezTo>
                <a:cubicBezTo>
                  <a:pt x="974808" y="659291"/>
                  <a:pt x="978434" y="647605"/>
                  <a:pt x="986529" y="639510"/>
                </a:cubicBezTo>
                <a:cubicBezTo>
                  <a:pt x="994624" y="631415"/>
                  <a:pt x="1005579" y="626810"/>
                  <a:pt x="1015104" y="620460"/>
                </a:cubicBezTo>
                <a:cubicBezTo>
                  <a:pt x="1021454" y="610935"/>
                  <a:pt x="1026825" y="600679"/>
                  <a:pt x="1034154" y="591885"/>
                </a:cubicBezTo>
                <a:cubicBezTo>
                  <a:pt x="1077424" y="539961"/>
                  <a:pt x="1067961" y="563833"/>
                  <a:pt x="1157979" y="572835"/>
                </a:cubicBezTo>
                <a:cubicBezTo>
                  <a:pt x="1164329" y="591885"/>
                  <a:pt x="1183379" y="610935"/>
                  <a:pt x="1177029" y="629985"/>
                </a:cubicBezTo>
                <a:cubicBezTo>
                  <a:pt x="1173854" y="639510"/>
                  <a:pt x="1176484" y="654070"/>
                  <a:pt x="1167504" y="658560"/>
                </a:cubicBezTo>
                <a:cubicBezTo>
                  <a:pt x="1147424" y="668600"/>
                  <a:pt x="1143691" y="666498"/>
                  <a:pt x="1138929" y="668085"/>
                </a:cubicBezTo>
                <a:close/>
              </a:path>
            </a:pathLst>
          </a:custGeom>
          <a:solidFill>
            <a:srgbClr val="FFFF00">
              <a:alpha val="14509"/>
            </a:srgb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01" name="Google Shape;601;p9"/>
          <p:cNvSpPr/>
          <p:nvPr/>
        </p:nvSpPr>
        <p:spPr>
          <a:xfrm>
            <a:off x="1809750" y="3505199"/>
            <a:ext cx="819150" cy="449935"/>
          </a:xfrm>
          <a:custGeom>
            <a:avLst/>
            <a:gdLst/>
            <a:ahLst/>
            <a:cxnLst/>
            <a:rect l="l" t="t" r="r" b="b"/>
            <a:pathLst>
              <a:path w="819150" h="493574" extrusionOk="0">
                <a:moveTo>
                  <a:pt x="19050" y="196039"/>
                </a:moveTo>
                <a:lnTo>
                  <a:pt x="19050" y="196039"/>
                </a:lnTo>
                <a:cubicBezTo>
                  <a:pt x="41275" y="180164"/>
                  <a:pt x="62305" y="162466"/>
                  <a:pt x="85725" y="148414"/>
                </a:cubicBezTo>
                <a:cubicBezTo>
                  <a:pt x="94334" y="143248"/>
                  <a:pt x="105523" y="143765"/>
                  <a:pt x="114300" y="138889"/>
                </a:cubicBezTo>
                <a:lnTo>
                  <a:pt x="200025" y="81739"/>
                </a:lnTo>
                <a:cubicBezTo>
                  <a:pt x="209550" y="75389"/>
                  <a:pt x="218361" y="67809"/>
                  <a:pt x="228600" y="62689"/>
                </a:cubicBezTo>
                <a:cubicBezTo>
                  <a:pt x="241300" y="56339"/>
                  <a:pt x="253649" y="49232"/>
                  <a:pt x="266700" y="43639"/>
                </a:cubicBezTo>
                <a:cubicBezTo>
                  <a:pt x="275928" y="39684"/>
                  <a:pt x="286295" y="38604"/>
                  <a:pt x="295275" y="34114"/>
                </a:cubicBezTo>
                <a:cubicBezTo>
                  <a:pt x="305514" y="28994"/>
                  <a:pt x="314325" y="21414"/>
                  <a:pt x="323850" y="15064"/>
                </a:cubicBezTo>
                <a:cubicBezTo>
                  <a:pt x="418063" y="17362"/>
                  <a:pt x="625542" y="0"/>
                  <a:pt x="762000" y="34114"/>
                </a:cubicBezTo>
                <a:cubicBezTo>
                  <a:pt x="771740" y="36549"/>
                  <a:pt x="781050" y="40464"/>
                  <a:pt x="790575" y="43639"/>
                </a:cubicBezTo>
                <a:lnTo>
                  <a:pt x="809625" y="100789"/>
                </a:lnTo>
                <a:lnTo>
                  <a:pt x="819150" y="129364"/>
                </a:lnTo>
                <a:cubicBezTo>
                  <a:pt x="815975" y="142064"/>
                  <a:pt x="815479" y="155755"/>
                  <a:pt x="809625" y="167464"/>
                </a:cubicBezTo>
                <a:cubicBezTo>
                  <a:pt x="799386" y="187942"/>
                  <a:pt x="784225" y="205564"/>
                  <a:pt x="771525" y="224614"/>
                </a:cubicBezTo>
                <a:cubicBezTo>
                  <a:pt x="745003" y="264397"/>
                  <a:pt x="760570" y="245094"/>
                  <a:pt x="723900" y="281764"/>
                </a:cubicBezTo>
                <a:cubicBezTo>
                  <a:pt x="698500" y="357964"/>
                  <a:pt x="736600" y="269064"/>
                  <a:pt x="685800" y="319864"/>
                </a:cubicBezTo>
                <a:cubicBezTo>
                  <a:pt x="635000" y="370664"/>
                  <a:pt x="723900" y="332564"/>
                  <a:pt x="647700" y="357964"/>
                </a:cubicBezTo>
                <a:cubicBezTo>
                  <a:pt x="615950" y="405589"/>
                  <a:pt x="638175" y="380189"/>
                  <a:pt x="571500" y="424639"/>
                </a:cubicBezTo>
                <a:lnTo>
                  <a:pt x="542925" y="443689"/>
                </a:lnTo>
                <a:cubicBezTo>
                  <a:pt x="533400" y="450039"/>
                  <a:pt x="525575" y="460494"/>
                  <a:pt x="514350" y="462739"/>
                </a:cubicBezTo>
                <a:cubicBezTo>
                  <a:pt x="441624" y="477284"/>
                  <a:pt x="482789" y="470256"/>
                  <a:pt x="390525" y="481789"/>
                </a:cubicBezTo>
                <a:cubicBezTo>
                  <a:pt x="381000" y="484964"/>
                  <a:pt x="371990" y="491314"/>
                  <a:pt x="361950" y="491314"/>
                </a:cubicBezTo>
                <a:cubicBezTo>
                  <a:pt x="343890" y="491314"/>
                  <a:pt x="242645" y="493574"/>
                  <a:pt x="200025" y="472264"/>
                </a:cubicBezTo>
                <a:cubicBezTo>
                  <a:pt x="166342" y="455423"/>
                  <a:pt x="172367" y="449918"/>
                  <a:pt x="142875" y="424639"/>
                </a:cubicBezTo>
                <a:cubicBezTo>
                  <a:pt x="130822" y="414308"/>
                  <a:pt x="116000" y="407289"/>
                  <a:pt x="104775" y="396064"/>
                </a:cubicBezTo>
                <a:cubicBezTo>
                  <a:pt x="61691" y="352980"/>
                  <a:pt x="112780" y="376507"/>
                  <a:pt x="57150" y="357964"/>
                </a:cubicBezTo>
                <a:cubicBezTo>
                  <a:pt x="44450" y="338914"/>
                  <a:pt x="26290" y="322534"/>
                  <a:pt x="19050" y="300814"/>
                </a:cubicBezTo>
                <a:lnTo>
                  <a:pt x="0" y="243664"/>
                </a:lnTo>
                <a:cubicBezTo>
                  <a:pt x="4775" y="219791"/>
                  <a:pt x="5491" y="184777"/>
                  <a:pt x="28575" y="167464"/>
                </a:cubicBezTo>
                <a:cubicBezTo>
                  <a:pt x="33655" y="163654"/>
                  <a:pt x="20637" y="191277"/>
                  <a:pt x="19050" y="196039"/>
                </a:cubicBezTo>
                <a:close/>
              </a:path>
            </a:pathLst>
          </a:custGeom>
          <a:solidFill>
            <a:schemeClr val="accent1">
              <a:alpha val="13333"/>
            </a:schemeClr>
          </a:solidFill>
          <a:ln w="9525" cap="flat" cmpd="sng">
            <a:solidFill>
              <a:schemeClr val="dk1">
                <a:alpha val="6549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02" name="Google Shape;602;p9"/>
          <p:cNvSpPr/>
          <p:nvPr/>
        </p:nvSpPr>
        <p:spPr>
          <a:xfrm>
            <a:off x="2514599" y="3124200"/>
            <a:ext cx="600075" cy="581024"/>
          </a:xfrm>
          <a:custGeom>
            <a:avLst/>
            <a:gdLst/>
            <a:ahLst/>
            <a:cxnLst/>
            <a:rect l="l" t="t" r="r" b="b"/>
            <a:pathLst>
              <a:path w="635890" h="704850" extrusionOk="0">
                <a:moveTo>
                  <a:pt x="216790" y="704850"/>
                </a:moveTo>
                <a:lnTo>
                  <a:pt x="216790" y="704850"/>
                </a:lnTo>
                <a:cubicBezTo>
                  <a:pt x="207265" y="679450"/>
                  <a:pt x="197486" y="654144"/>
                  <a:pt x="188215" y="628650"/>
                </a:cubicBezTo>
                <a:cubicBezTo>
                  <a:pt x="184784" y="619214"/>
                  <a:pt x="183180" y="609055"/>
                  <a:pt x="178690" y="600075"/>
                </a:cubicBezTo>
                <a:cubicBezTo>
                  <a:pt x="173570" y="589836"/>
                  <a:pt x="164289" y="581961"/>
                  <a:pt x="159640" y="571500"/>
                </a:cubicBezTo>
                <a:cubicBezTo>
                  <a:pt x="138916" y="524872"/>
                  <a:pt x="143853" y="518875"/>
                  <a:pt x="131065" y="476250"/>
                </a:cubicBezTo>
                <a:cubicBezTo>
                  <a:pt x="125295" y="457016"/>
                  <a:pt x="118365" y="438150"/>
                  <a:pt x="112015" y="419100"/>
                </a:cubicBezTo>
                <a:cubicBezTo>
                  <a:pt x="108840" y="409575"/>
                  <a:pt x="108059" y="398879"/>
                  <a:pt x="102490" y="390525"/>
                </a:cubicBezTo>
                <a:cubicBezTo>
                  <a:pt x="96140" y="381000"/>
                  <a:pt x="88089" y="372411"/>
                  <a:pt x="83440" y="361950"/>
                </a:cubicBezTo>
                <a:cubicBezTo>
                  <a:pt x="75285" y="343600"/>
                  <a:pt x="75529" y="321508"/>
                  <a:pt x="64390" y="304800"/>
                </a:cubicBezTo>
                <a:cubicBezTo>
                  <a:pt x="58040" y="295275"/>
                  <a:pt x="49989" y="286686"/>
                  <a:pt x="45340" y="276225"/>
                </a:cubicBezTo>
                <a:cubicBezTo>
                  <a:pt x="0" y="174210"/>
                  <a:pt x="50353" y="255169"/>
                  <a:pt x="7240" y="190500"/>
                </a:cubicBezTo>
                <a:cubicBezTo>
                  <a:pt x="16765" y="187325"/>
                  <a:pt x="27098" y="185956"/>
                  <a:pt x="35815" y="180975"/>
                </a:cubicBezTo>
                <a:cubicBezTo>
                  <a:pt x="49598" y="173099"/>
                  <a:pt x="60910" y="161504"/>
                  <a:pt x="73915" y="152400"/>
                </a:cubicBezTo>
                <a:cubicBezTo>
                  <a:pt x="92672" y="139270"/>
                  <a:pt x="112015" y="127000"/>
                  <a:pt x="131065" y="114300"/>
                </a:cubicBezTo>
                <a:lnTo>
                  <a:pt x="159640" y="95250"/>
                </a:lnTo>
                <a:cubicBezTo>
                  <a:pt x="176573" y="69850"/>
                  <a:pt x="181878" y="57845"/>
                  <a:pt x="207265" y="38100"/>
                </a:cubicBezTo>
                <a:cubicBezTo>
                  <a:pt x="225337" y="24044"/>
                  <a:pt x="264415" y="0"/>
                  <a:pt x="264415" y="0"/>
                </a:cubicBezTo>
                <a:cubicBezTo>
                  <a:pt x="277115" y="3175"/>
                  <a:pt x="291623" y="2263"/>
                  <a:pt x="302515" y="9525"/>
                </a:cubicBezTo>
                <a:cubicBezTo>
                  <a:pt x="312040" y="15875"/>
                  <a:pt x="313470" y="30005"/>
                  <a:pt x="321565" y="38100"/>
                </a:cubicBezTo>
                <a:cubicBezTo>
                  <a:pt x="329660" y="46195"/>
                  <a:pt x="340615" y="50800"/>
                  <a:pt x="350140" y="57150"/>
                </a:cubicBezTo>
                <a:lnTo>
                  <a:pt x="388240" y="114300"/>
                </a:lnTo>
                <a:cubicBezTo>
                  <a:pt x="394590" y="123825"/>
                  <a:pt x="403670" y="132015"/>
                  <a:pt x="407290" y="142875"/>
                </a:cubicBezTo>
                <a:cubicBezTo>
                  <a:pt x="431231" y="214699"/>
                  <a:pt x="398936" y="126167"/>
                  <a:pt x="435865" y="200025"/>
                </a:cubicBezTo>
                <a:cubicBezTo>
                  <a:pt x="440355" y="209005"/>
                  <a:pt x="441435" y="219372"/>
                  <a:pt x="445390" y="228600"/>
                </a:cubicBezTo>
                <a:cubicBezTo>
                  <a:pt x="459892" y="262437"/>
                  <a:pt x="464358" y="266577"/>
                  <a:pt x="483490" y="295275"/>
                </a:cubicBezTo>
                <a:cubicBezTo>
                  <a:pt x="486665" y="307975"/>
                  <a:pt x="487161" y="321666"/>
                  <a:pt x="493015" y="333375"/>
                </a:cubicBezTo>
                <a:lnTo>
                  <a:pt x="550165" y="419100"/>
                </a:lnTo>
                <a:lnTo>
                  <a:pt x="569215" y="447675"/>
                </a:lnTo>
                <a:cubicBezTo>
                  <a:pt x="575565" y="457200"/>
                  <a:pt x="584645" y="465390"/>
                  <a:pt x="588265" y="476250"/>
                </a:cubicBezTo>
                <a:cubicBezTo>
                  <a:pt x="623003" y="580463"/>
                  <a:pt x="567601" y="422613"/>
                  <a:pt x="616840" y="533400"/>
                </a:cubicBezTo>
                <a:cubicBezTo>
                  <a:pt x="624995" y="551750"/>
                  <a:pt x="635890" y="590550"/>
                  <a:pt x="635890" y="590550"/>
                </a:cubicBezTo>
                <a:cubicBezTo>
                  <a:pt x="591440" y="593725"/>
                  <a:pt x="546425" y="592331"/>
                  <a:pt x="502540" y="600075"/>
                </a:cubicBezTo>
                <a:cubicBezTo>
                  <a:pt x="491267" y="602064"/>
                  <a:pt x="484930" y="615836"/>
                  <a:pt x="473965" y="619125"/>
                </a:cubicBezTo>
                <a:cubicBezTo>
                  <a:pt x="452461" y="625576"/>
                  <a:pt x="429515" y="625475"/>
                  <a:pt x="407290" y="628650"/>
                </a:cubicBezTo>
                <a:lnTo>
                  <a:pt x="264415" y="676275"/>
                </a:lnTo>
                <a:lnTo>
                  <a:pt x="235840" y="685800"/>
                </a:lnTo>
                <a:cubicBezTo>
                  <a:pt x="226315" y="688975"/>
                  <a:pt x="211755" y="704305"/>
                  <a:pt x="207265" y="695325"/>
                </a:cubicBezTo>
                <a:lnTo>
                  <a:pt x="216790" y="704850"/>
                </a:lnTo>
                <a:close/>
              </a:path>
            </a:pathLst>
          </a:custGeom>
          <a:solidFill>
            <a:schemeClr val="accent1">
              <a:alpha val="13333"/>
            </a:schemeClr>
          </a:solidFill>
          <a:ln w="9525" cap="flat" cmpd="sng">
            <a:solidFill>
              <a:schemeClr val="dk1">
                <a:alpha val="6549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03" name="Google Shape;603;p9"/>
          <p:cNvSpPr/>
          <p:nvPr/>
        </p:nvSpPr>
        <p:spPr>
          <a:xfrm>
            <a:off x="2368453" y="2867025"/>
            <a:ext cx="479522" cy="333375"/>
          </a:xfrm>
          <a:custGeom>
            <a:avLst/>
            <a:gdLst/>
            <a:ahLst/>
            <a:cxnLst/>
            <a:rect l="l" t="t" r="r" b="b"/>
            <a:pathLst>
              <a:path w="479522" h="333375" extrusionOk="0">
                <a:moveTo>
                  <a:pt x="12797" y="142875"/>
                </a:moveTo>
                <a:lnTo>
                  <a:pt x="12797" y="142875"/>
                </a:lnTo>
                <a:cubicBezTo>
                  <a:pt x="31847" y="120650"/>
                  <a:pt x="48069" y="95647"/>
                  <a:pt x="69947" y="76200"/>
                </a:cubicBezTo>
                <a:cubicBezTo>
                  <a:pt x="77451" y="69530"/>
                  <a:pt x="90682" y="72947"/>
                  <a:pt x="98522" y="66675"/>
                </a:cubicBezTo>
                <a:cubicBezTo>
                  <a:pt x="107461" y="59524"/>
                  <a:pt x="107864" y="44167"/>
                  <a:pt x="117572" y="38100"/>
                </a:cubicBezTo>
                <a:cubicBezTo>
                  <a:pt x="134600" y="27457"/>
                  <a:pt x="155672" y="25400"/>
                  <a:pt x="174722" y="19050"/>
                </a:cubicBezTo>
                <a:lnTo>
                  <a:pt x="203297" y="9525"/>
                </a:lnTo>
                <a:lnTo>
                  <a:pt x="231872" y="0"/>
                </a:lnTo>
                <a:cubicBezTo>
                  <a:pt x="301722" y="3175"/>
                  <a:pt x="371998" y="1194"/>
                  <a:pt x="441422" y="9525"/>
                </a:cubicBezTo>
                <a:cubicBezTo>
                  <a:pt x="452788" y="10889"/>
                  <a:pt x="462846" y="19636"/>
                  <a:pt x="469997" y="28575"/>
                </a:cubicBezTo>
                <a:cubicBezTo>
                  <a:pt x="476269" y="36415"/>
                  <a:pt x="476347" y="47625"/>
                  <a:pt x="479522" y="57150"/>
                </a:cubicBezTo>
                <a:cubicBezTo>
                  <a:pt x="476347" y="76200"/>
                  <a:pt x="476104" y="95978"/>
                  <a:pt x="469997" y="114300"/>
                </a:cubicBezTo>
                <a:cubicBezTo>
                  <a:pt x="466377" y="125160"/>
                  <a:pt x="457601" y="133560"/>
                  <a:pt x="450947" y="142875"/>
                </a:cubicBezTo>
                <a:cubicBezTo>
                  <a:pt x="431905" y="169534"/>
                  <a:pt x="389987" y="225743"/>
                  <a:pt x="365222" y="238125"/>
                </a:cubicBezTo>
                <a:cubicBezTo>
                  <a:pt x="352522" y="244475"/>
                  <a:pt x="340173" y="251582"/>
                  <a:pt x="327122" y="257175"/>
                </a:cubicBezTo>
                <a:cubicBezTo>
                  <a:pt x="317894" y="261130"/>
                  <a:pt x="307324" y="261824"/>
                  <a:pt x="298547" y="266700"/>
                </a:cubicBezTo>
                <a:cubicBezTo>
                  <a:pt x="278533" y="277819"/>
                  <a:pt x="260447" y="292100"/>
                  <a:pt x="241397" y="304800"/>
                </a:cubicBezTo>
                <a:cubicBezTo>
                  <a:pt x="231872" y="311150"/>
                  <a:pt x="223928" y="321074"/>
                  <a:pt x="212822" y="323850"/>
                </a:cubicBezTo>
                <a:lnTo>
                  <a:pt x="174722" y="333375"/>
                </a:lnTo>
                <a:cubicBezTo>
                  <a:pt x="142972" y="330200"/>
                  <a:pt x="110834" y="329730"/>
                  <a:pt x="79472" y="323850"/>
                </a:cubicBezTo>
                <a:cubicBezTo>
                  <a:pt x="59735" y="320149"/>
                  <a:pt x="22322" y="304800"/>
                  <a:pt x="22322" y="304800"/>
                </a:cubicBezTo>
                <a:cubicBezTo>
                  <a:pt x="15972" y="295275"/>
                  <a:pt x="4033" y="287647"/>
                  <a:pt x="3272" y="276225"/>
                </a:cubicBezTo>
                <a:cubicBezTo>
                  <a:pt x="0" y="227149"/>
                  <a:pt x="4287" y="178439"/>
                  <a:pt x="22322" y="133350"/>
                </a:cubicBezTo>
                <a:cubicBezTo>
                  <a:pt x="24959" y="126758"/>
                  <a:pt x="14384" y="141288"/>
                  <a:pt x="12797" y="142875"/>
                </a:cubicBezTo>
                <a:close/>
              </a:path>
            </a:pathLst>
          </a:custGeom>
          <a:solidFill>
            <a:schemeClr val="accent1">
              <a:alpha val="13333"/>
            </a:schemeClr>
          </a:solidFill>
          <a:ln w="9525" cap="flat" cmpd="sng">
            <a:solidFill>
              <a:schemeClr val="dk1">
                <a:alpha val="6549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04" name="Google Shape;604;p9"/>
          <p:cNvSpPr/>
          <p:nvPr/>
        </p:nvSpPr>
        <p:spPr>
          <a:xfrm>
            <a:off x="1371600" y="2946233"/>
            <a:ext cx="561975" cy="587542"/>
          </a:xfrm>
          <a:custGeom>
            <a:avLst/>
            <a:gdLst/>
            <a:ahLst/>
            <a:cxnLst/>
            <a:rect l="l" t="t" r="r" b="b"/>
            <a:pathLst>
              <a:path w="561975" h="587542" extrusionOk="0">
                <a:moveTo>
                  <a:pt x="0" y="25567"/>
                </a:moveTo>
                <a:lnTo>
                  <a:pt x="0" y="25567"/>
                </a:lnTo>
                <a:cubicBezTo>
                  <a:pt x="60325" y="22392"/>
                  <a:pt x="120732" y="20504"/>
                  <a:pt x="180975" y="16042"/>
                </a:cubicBezTo>
                <a:cubicBezTo>
                  <a:pt x="302570" y="7035"/>
                  <a:pt x="211559" y="0"/>
                  <a:pt x="323850" y="16042"/>
                </a:cubicBezTo>
                <a:cubicBezTo>
                  <a:pt x="342900" y="22392"/>
                  <a:pt x="364292" y="23953"/>
                  <a:pt x="381000" y="35092"/>
                </a:cubicBezTo>
                <a:lnTo>
                  <a:pt x="438150" y="73192"/>
                </a:lnTo>
                <a:lnTo>
                  <a:pt x="476250" y="130342"/>
                </a:lnTo>
                <a:cubicBezTo>
                  <a:pt x="482600" y="139867"/>
                  <a:pt x="491680" y="148057"/>
                  <a:pt x="495300" y="158917"/>
                </a:cubicBezTo>
                <a:cubicBezTo>
                  <a:pt x="498475" y="168442"/>
                  <a:pt x="502067" y="177838"/>
                  <a:pt x="504825" y="187492"/>
                </a:cubicBezTo>
                <a:cubicBezTo>
                  <a:pt x="508894" y="201734"/>
                  <a:pt x="516262" y="238942"/>
                  <a:pt x="523875" y="254167"/>
                </a:cubicBezTo>
                <a:cubicBezTo>
                  <a:pt x="528995" y="264406"/>
                  <a:pt x="538276" y="272281"/>
                  <a:pt x="542925" y="282742"/>
                </a:cubicBezTo>
                <a:cubicBezTo>
                  <a:pt x="551080" y="301092"/>
                  <a:pt x="561975" y="339892"/>
                  <a:pt x="561975" y="339892"/>
                </a:cubicBezTo>
                <a:cubicBezTo>
                  <a:pt x="558800" y="349417"/>
                  <a:pt x="558019" y="360113"/>
                  <a:pt x="552450" y="368467"/>
                </a:cubicBezTo>
                <a:cubicBezTo>
                  <a:pt x="534544" y="395326"/>
                  <a:pt x="489432" y="420004"/>
                  <a:pt x="466725" y="435142"/>
                </a:cubicBezTo>
                <a:lnTo>
                  <a:pt x="438150" y="454192"/>
                </a:lnTo>
                <a:cubicBezTo>
                  <a:pt x="387350" y="530392"/>
                  <a:pt x="419100" y="498642"/>
                  <a:pt x="342900" y="549442"/>
                </a:cubicBezTo>
                <a:lnTo>
                  <a:pt x="314325" y="568492"/>
                </a:lnTo>
                <a:lnTo>
                  <a:pt x="285750" y="587542"/>
                </a:lnTo>
                <a:lnTo>
                  <a:pt x="209550" y="473242"/>
                </a:lnTo>
                <a:lnTo>
                  <a:pt x="190500" y="444667"/>
                </a:lnTo>
                <a:cubicBezTo>
                  <a:pt x="173317" y="418892"/>
                  <a:pt x="164485" y="408204"/>
                  <a:pt x="152400" y="377992"/>
                </a:cubicBezTo>
                <a:cubicBezTo>
                  <a:pt x="144942" y="359348"/>
                  <a:pt x="144489" y="337550"/>
                  <a:pt x="133350" y="320842"/>
                </a:cubicBezTo>
                <a:cubicBezTo>
                  <a:pt x="127000" y="311317"/>
                  <a:pt x="118949" y="302728"/>
                  <a:pt x="114300" y="292267"/>
                </a:cubicBezTo>
                <a:cubicBezTo>
                  <a:pt x="106145" y="273917"/>
                  <a:pt x="106389" y="251825"/>
                  <a:pt x="95250" y="235117"/>
                </a:cubicBezTo>
                <a:cubicBezTo>
                  <a:pt x="88900" y="225592"/>
                  <a:pt x="80849" y="217003"/>
                  <a:pt x="76200" y="206542"/>
                </a:cubicBezTo>
                <a:cubicBezTo>
                  <a:pt x="68045" y="188192"/>
                  <a:pt x="63500" y="168442"/>
                  <a:pt x="57150" y="149392"/>
                </a:cubicBezTo>
                <a:lnTo>
                  <a:pt x="38100" y="92242"/>
                </a:lnTo>
                <a:lnTo>
                  <a:pt x="28575" y="63667"/>
                </a:lnTo>
                <a:cubicBezTo>
                  <a:pt x="25400" y="54142"/>
                  <a:pt x="19050" y="45132"/>
                  <a:pt x="19050" y="35092"/>
                </a:cubicBezTo>
                <a:lnTo>
                  <a:pt x="0" y="25567"/>
                </a:lnTo>
                <a:close/>
              </a:path>
            </a:pathLst>
          </a:custGeom>
          <a:solidFill>
            <a:schemeClr val="accent1">
              <a:alpha val="13333"/>
            </a:schemeClr>
          </a:solidFill>
          <a:ln w="9525" cap="flat" cmpd="sng">
            <a:solidFill>
              <a:schemeClr val="dk1">
                <a:alpha val="6549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05" name="Google Shape;605;p9"/>
          <p:cNvSpPr/>
          <p:nvPr/>
        </p:nvSpPr>
        <p:spPr>
          <a:xfrm>
            <a:off x="1881912" y="2994806"/>
            <a:ext cx="451713" cy="338944"/>
          </a:xfrm>
          <a:custGeom>
            <a:avLst/>
            <a:gdLst/>
            <a:ahLst/>
            <a:cxnLst/>
            <a:rect l="l" t="t" r="r" b="b"/>
            <a:pathLst>
              <a:path w="451713" h="338944" extrusionOk="0">
                <a:moveTo>
                  <a:pt x="23088" y="62719"/>
                </a:moveTo>
                <a:lnTo>
                  <a:pt x="23088" y="62719"/>
                </a:lnTo>
                <a:lnTo>
                  <a:pt x="137388" y="24619"/>
                </a:lnTo>
                <a:cubicBezTo>
                  <a:pt x="211244" y="0"/>
                  <a:pt x="155945" y="15762"/>
                  <a:pt x="308838" y="5569"/>
                </a:cubicBezTo>
                <a:cubicBezTo>
                  <a:pt x="334238" y="8744"/>
                  <a:pt x="359853" y="10515"/>
                  <a:pt x="385038" y="15094"/>
                </a:cubicBezTo>
                <a:cubicBezTo>
                  <a:pt x="394916" y="16890"/>
                  <a:pt x="406513" y="17519"/>
                  <a:pt x="413613" y="24619"/>
                </a:cubicBezTo>
                <a:cubicBezTo>
                  <a:pt x="429802" y="40808"/>
                  <a:pt x="451713" y="81769"/>
                  <a:pt x="451713" y="81769"/>
                </a:cubicBezTo>
                <a:cubicBezTo>
                  <a:pt x="448090" y="99883"/>
                  <a:pt x="442426" y="138443"/>
                  <a:pt x="432663" y="157969"/>
                </a:cubicBezTo>
                <a:cubicBezTo>
                  <a:pt x="414926" y="193442"/>
                  <a:pt x="411370" y="183521"/>
                  <a:pt x="385038" y="215119"/>
                </a:cubicBezTo>
                <a:cubicBezTo>
                  <a:pt x="345350" y="262744"/>
                  <a:pt x="389800" y="227819"/>
                  <a:pt x="337413" y="262744"/>
                </a:cubicBezTo>
                <a:cubicBezTo>
                  <a:pt x="331063" y="272269"/>
                  <a:pt x="326978" y="283781"/>
                  <a:pt x="318363" y="291319"/>
                </a:cubicBezTo>
                <a:cubicBezTo>
                  <a:pt x="273001" y="331010"/>
                  <a:pt x="270456" y="327108"/>
                  <a:pt x="223113" y="338944"/>
                </a:cubicBezTo>
                <a:cubicBezTo>
                  <a:pt x="217466" y="338137"/>
                  <a:pt x="145999" y="331985"/>
                  <a:pt x="127863" y="319894"/>
                </a:cubicBezTo>
                <a:cubicBezTo>
                  <a:pt x="116655" y="312422"/>
                  <a:pt x="109921" y="299589"/>
                  <a:pt x="99288" y="291319"/>
                </a:cubicBezTo>
                <a:cubicBezTo>
                  <a:pt x="81216" y="277263"/>
                  <a:pt x="42138" y="253219"/>
                  <a:pt x="42138" y="253219"/>
                </a:cubicBezTo>
                <a:cubicBezTo>
                  <a:pt x="20449" y="188153"/>
                  <a:pt x="0" y="151447"/>
                  <a:pt x="32613" y="72244"/>
                </a:cubicBezTo>
                <a:cubicBezTo>
                  <a:pt x="41330" y="51073"/>
                  <a:pt x="66868" y="34144"/>
                  <a:pt x="89763" y="34144"/>
                </a:cubicBezTo>
                <a:lnTo>
                  <a:pt x="108813" y="34144"/>
                </a:lnTo>
                <a:lnTo>
                  <a:pt x="108813" y="34144"/>
                </a:lnTo>
              </a:path>
            </a:pathLst>
          </a:custGeom>
          <a:solidFill>
            <a:schemeClr val="accent1">
              <a:alpha val="13333"/>
            </a:schemeClr>
          </a:solidFill>
          <a:ln w="9525" cap="flat" cmpd="sng">
            <a:solidFill>
              <a:schemeClr val="dk1">
                <a:alpha val="6549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06" name="Google Shape;606;p9"/>
          <p:cNvSpPr/>
          <p:nvPr/>
        </p:nvSpPr>
        <p:spPr>
          <a:xfrm>
            <a:off x="1590675" y="2064547"/>
            <a:ext cx="1076325" cy="888203"/>
          </a:xfrm>
          <a:custGeom>
            <a:avLst/>
            <a:gdLst/>
            <a:ahLst/>
            <a:cxnLst/>
            <a:rect l="l" t="t" r="r" b="b"/>
            <a:pathLst>
              <a:path w="1076325" h="888203" extrusionOk="0">
                <a:moveTo>
                  <a:pt x="57150" y="678653"/>
                </a:moveTo>
                <a:lnTo>
                  <a:pt x="57150" y="678653"/>
                </a:lnTo>
                <a:cubicBezTo>
                  <a:pt x="44450" y="653253"/>
                  <a:pt x="30237" y="628555"/>
                  <a:pt x="19050" y="602453"/>
                </a:cubicBezTo>
                <a:cubicBezTo>
                  <a:pt x="11140" y="583996"/>
                  <a:pt x="0" y="545303"/>
                  <a:pt x="0" y="545303"/>
                </a:cubicBezTo>
                <a:cubicBezTo>
                  <a:pt x="3175" y="453228"/>
                  <a:pt x="3952" y="361039"/>
                  <a:pt x="9525" y="269078"/>
                </a:cubicBezTo>
                <a:cubicBezTo>
                  <a:pt x="10317" y="256011"/>
                  <a:pt x="15454" y="243565"/>
                  <a:pt x="19050" y="230978"/>
                </a:cubicBezTo>
                <a:cubicBezTo>
                  <a:pt x="27274" y="202195"/>
                  <a:pt x="28936" y="192637"/>
                  <a:pt x="57150" y="173828"/>
                </a:cubicBezTo>
                <a:cubicBezTo>
                  <a:pt x="65504" y="168259"/>
                  <a:pt x="76745" y="168793"/>
                  <a:pt x="85725" y="164303"/>
                </a:cubicBezTo>
                <a:cubicBezTo>
                  <a:pt x="95964" y="159183"/>
                  <a:pt x="104061" y="150373"/>
                  <a:pt x="114300" y="145253"/>
                </a:cubicBezTo>
                <a:cubicBezTo>
                  <a:pt x="123280" y="140763"/>
                  <a:pt x="133895" y="140218"/>
                  <a:pt x="142875" y="135728"/>
                </a:cubicBezTo>
                <a:cubicBezTo>
                  <a:pt x="216733" y="98799"/>
                  <a:pt x="128201" y="131094"/>
                  <a:pt x="200025" y="107153"/>
                </a:cubicBezTo>
                <a:cubicBezTo>
                  <a:pt x="209550" y="97628"/>
                  <a:pt x="217392" y="86050"/>
                  <a:pt x="228600" y="78578"/>
                </a:cubicBezTo>
                <a:cubicBezTo>
                  <a:pt x="236954" y="73009"/>
                  <a:pt x="247521" y="71811"/>
                  <a:pt x="257175" y="69053"/>
                </a:cubicBezTo>
                <a:cubicBezTo>
                  <a:pt x="288562" y="60085"/>
                  <a:pt x="310164" y="56550"/>
                  <a:pt x="342900" y="50003"/>
                </a:cubicBezTo>
                <a:cubicBezTo>
                  <a:pt x="352425" y="43653"/>
                  <a:pt x="360043" y="31555"/>
                  <a:pt x="371475" y="30953"/>
                </a:cubicBezTo>
                <a:cubicBezTo>
                  <a:pt x="959591" y="0"/>
                  <a:pt x="719414" y="76898"/>
                  <a:pt x="914400" y="11903"/>
                </a:cubicBezTo>
                <a:cubicBezTo>
                  <a:pt x="936625" y="15078"/>
                  <a:pt x="959060" y="17025"/>
                  <a:pt x="981075" y="21428"/>
                </a:cubicBezTo>
                <a:cubicBezTo>
                  <a:pt x="990920" y="23397"/>
                  <a:pt x="1002550" y="23853"/>
                  <a:pt x="1009650" y="30953"/>
                </a:cubicBezTo>
                <a:cubicBezTo>
                  <a:pt x="1025839" y="47142"/>
                  <a:pt x="1040510" y="66383"/>
                  <a:pt x="1047750" y="88103"/>
                </a:cubicBezTo>
                <a:lnTo>
                  <a:pt x="1066800" y="145253"/>
                </a:lnTo>
                <a:lnTo>
                  <a:pt x="1076325" y="173828"/>
                </a:lnTo>
                <a:cubicBezTo>
                  <a:pt x="1073150" y="310353"/>
                  <a:pt x="1072606" y="446965"/>
                  <a:pt x="1066800" y="583403"/>
                </a:cubicBezTo>
                <a:cubicBezTo>
                  <a:pt x="1066243" y="596482"/>
                  <a:pt x="1060115" y="608724"/>
                  <a:pt x="1057275" y="621503"/>
                </a:cubicBezTo>
                <a:cubicBezTo>
                  <a:pt x="1053763" y="637307"/>
                  <a:pt x="1052010" y="653509"/>
                  <a:pt x="1047750" y="669128"/>
                </a:cubicBezTo>
                <a:cubicBezTo>
                  <a:pt x="1042466" y="688501"/>
                  <a:pt x="1045408" y="715139"/>
                  <a:pt x="1028700" y="726278"/>
                </a:cubicBezTo>
                <a:lnTo>
                  <a:pt x="971550" y="764378"/>
                </a:lnTo>
                <a:cubicBezTo>
                  <a:pt x="965200" y="773903"/>
                  <a:pt x="962208" y="786886"/>
                  <a:pt x="952500" y="792953"/>
                </a:cubicBezTo>
                <a:cubicBezTo>
                  <a:pt x="922547" y="811674"/>
                  <a:pt x="871379" y="814892"/>
                  <a:pt x="838200" y="821528"/>
                </a:cubicBezTo>
                <a:cubicBezTo>
                  <a:pt x="825363" y="824095"/>
                  <a:pt x="812879" y="828213"/>
                  <a:pt x="800100" y="831053"/>
                </a:cubicBezTo>
                <a:cubicBezTo>
                  <a:pt x="784296" y="834565"/>
                  <a:pt x="768094" y="836318"/>
                  <a:pt x="752475" y="840578"/>
                </a:cubicBezTo>
                <a:cubicBezTo>
                  <a:pt x="733102" y="845862"/>
                  <a:pt x="714375" y="853278"/>
                  <a:pt x="695325" y="859628"/>
                </a:cubicBezTo>
                <a:cubicBezTo>
                  <a:pt x="685800" y="862803"/>
                  <a:pt x="676654" y="867502"/>
                  <a:pt x="666750" y="869153"/>
                </a:cubicBezTo>
                <a:cubicBezTo>
                  <a:pt x="553141" y="888088"/>
                  <a:pt x="628883" y="877607"/>
                  <a:pt x="438150" y="888203"/>
                </a:cubicBezTo>
                <a:cubicBezTo>
                  <a:pt x="332467" y="876460"/>
                  <a:pt x="379700" y="887770"/>
                  <a:pt x="295275" y="859628"/>
                </a:cubicBezTo>
                <a:cubicBezTo>
                  <a:pt x="285750" y="856453"/>
                  <a:pt x="275054" y="855672"/>
                  <a:pt x="266700" y="850103"/>
                </a:cubicBezTo>
                <a:lnTo>
                  <a:pt x="209550" y="812003"/>
                </a:lnTo>
                <a:cubicBezTo>
                  <a:pt x="203200" y="802478"/>
                  <a:pt x="197829" y="792222"/>
                  <a:pt x="190500" y="783428"/>
                </a:cubicBezTo>
                <a:cubicBezTo>
                  <a:pt x="164168" y="751830"/>
                  <a:pt x="160612" y="761751"/>
                  <a:pt x="142875" y="726278"/>
                </a:cubicBezTo>
                <a:cubicBezTo>
                  <a:pt x="138385" y="717298"/>
                  <a:pt x="140450" y="704803"/>
                  <a:pt x="133350" y="697703"/>
                </a:cubicBezTo>
                <a:cubicBezTo>
                  <a:pt x="126250" y="690603"/>
                  <a:pt x="113755" y="692668"/>
                  <a:pt x="104775" y="688178"/>
                </a:cubicBezTo>
                <a:cubicBezTo>
                  <a:pt x="94536" y="683058"/>
                  <a:pt x="86439" y="674248"/>
                  <a:pt x="76200" y="669128"/>
                </a:cubicBezTo>
                <a:cubicBezTo>
                  <a:pt x="45212" y="653634"/>
                  <a:pt x="46347" y="667850"/>
                  <a:pt x="19050" y="640553"/>
                </a:cubicBezTo>
                <a:lnTo>
                  <a:pt x="19050" y="631028"/>
                </a:lnTo>
                <a:lnTo>
                  <a:pt x="19050" y="631028"/>
                </a:lnTo>
              </a:path>
            </a:pathLst>
          </a:custGeom>
          <a:solidFill>
            <a:schemeClr val="accent1">
              <a:alpha val="13333"/>
            </a:schemeClr>
          </a:solidFill>
          <a:ln w="9525" cap="flat" cmpd="sng">
            <a:solidFill>
              <a:schemeClr val="dk1">
                <a:alpha val="6549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07" name="Google Shape;607;p9"/>
          <p:cNvSpPr/>
          <p:nvPr/>
        </p:nvSpPr>
        <p:spPr>
          <a:xfrm>
            <a:off x="1740891" y="1019175"/>
            <a:ext cx="810638" cy="1108233"/>
          </a:xfrm>
          <a:custGeom>
            <a:avLst/>
            <a:gdLst/>
            <a:ahLst/>
            <a:cxnLst/>
            <a:rect l="l" t="t" r="r" b="b"/>
            <a:pathLst>
              <a:path w="810638" h="1108233" extrusionOk="0">
                <a:moveTo>
                  <a:pt x="221259" y="752475"/>
                </a:moveTo>
                <a:lnTo>
                  <a:pt x="221259" y="752475"/>
                </a:lnTo>
                <a:cubicBezTo>
                  <a:pt x="230784" y="727075"/>
                  <a:pt x="241743" y="702167"/>
                  <a:pt x="249834" y="676275"/>
                </a:cubicBezTo>
                <a:cubicBezTo>
                  <a:pt x="257643" y="651285"/>
                  <a:pt x="268884" y="600075"/>
                  <a:pt x="268884" y="600075"/>
                </a:cubicBezTo>
                <a:cubicBezTo>
                  <a:pt x="272059" y="568325"/>
                  <a:pt x="273557" y="536362"/>
                  <a:pt x="278409" y="504825"/>
                </a:cubicBezTo>
                <a:cubicBezTo>
                  <a:pt x="279936" y="494902"/>
                  <a:pt x="287934" y="486290"/>
                  <a:pt x="287934" y="476250"/>
                </a:cubicBezTo>
                <a:cubicBezTo>
                  <a:pt x="287934" y="415842"/>
                  <a:pt x="283426" y="355475"/>
                  <a:pt x="278409" y="295275"/>
                </a:cubicBezTo>
                <a:cubicBezTo>
                  <a:pt x="277065" y="279142"/>
                  <a:pt x="271546" y="263619"/>
                  <a:pt x="268884" y="247650"/>
                </a:cubicBezTo>
                <a:cubicBezTo>
                  <a:pt x="265193" y="225505"/>
                  <a:pt x="262534" y="203200"/>
                  <a:pt x="259359" y="180975"/>
                </a:cubicBezTo>
                <a:cubicBezTo>
                  <a:pt x="260692" y="156989"/>
                  <a:pt x="216118" y="0"/>
                  <a:pt x="297459" y="0"/>
                </a:cubicBezTo>
                <a:cubicBezTo>
                  <a:pt x="316772" y="0"/>
                  <a:pt x="335559" y="6350"/>
                  <a:pt x="354609" y="9525"/>
                </a:cubicBezTo>
                <a:cubicBezTo>
                  <a:pt x="364134" y="15875"/>
                  <a:pt x="377117" y="18867"/>
                  <a:pt x="383184" y="28575"/>
                </a:cubicBezTo>
                <a:cubicBezTo>
                  <a:pt x="404780" y="63128"/>
                  <a:pt x="402358" y="105272"/>
                  <a:pt x="411759" y="142875"/>
                </a:cubicBezTo>
                <a:cubicBezTo>
                  <a:pt x="416629" y="162356"/>
                  <a:pt x="430809" y="200025"/>
                  <a:pt x="430809" y="200025"/>
                </a:cubicBezTo>
                <a:cubicBezTo>
                  <a:pt x="443509" y="196850"/>
                  <a:pt x="457200" y="196354"/>
                  <a:pt x="468909" y="190500"/>
                </a:cubicBezTo>
                <a:cubicBezTo>
                  <a:pt x="483108" y="183400"/>
                  <a:pt x="494091" y="171152"/>
                  <a:pt x="507009" y="161925"/>
                </a:cubicBezTo>
                <a:cubicBezTo>
                  <a:pt x="516324" y="155271"/>
                  <a:pt x="526790" y="150204"/>
                  <a:pt x="535584" y="142875"/>
                </a:cubicBezTo>
                <a:cubicBezTo>
                  <a:pt x="545932" y="134251"/>
                  <a:pt x="552951" y="121772"/>
                  <a:pt x="564159" y="114300"/>
                </a:cubicBezTo>
                <a:cubicBezTo>
                  <a:pt x="572513" y="108731"/>
                  <a:pt x="583754" y="109265"/>
                  <a:pt x="592734" y="104775"/>
                </a:cubicBezTo>
                <a:cubicBezTo>
                  <a:pt x="666592" y="67846"/>
                  <a:pt x="578060" y="100141"/>
                  <a:pt x="649884" y="76200"/>
                </a:cubicBezTo>
                <a:cubicBezTo>
                  <a:pt x="675284" y="79375"/>
                  <a:pt x="702693" y="75329"/>
                  <a:pt x="726084" y="85725"/>
                </a:cubicBezTo>
                <a:cubicBezTo>
                  <a:pt x="735259" y="89803"/>
                  <a:pt x="735609" y="104260"/>
                  <a:pt x="735609" y="114300"/>
                </a:cubicBezTo>
                <a:cubicBezTo>
                  <a:pt x="735609" y="152532"/>
                  <a:pt x="732369" y="190888"/>
                  <a:pt x="726084" y="228600"/>
                </a:cubicBezTo>
                <a:cubicBezTo>
                  <a:pt x="722783" y="248407"/>
                  <a:pt x="713384" y="266700"/>
                  <a:pt x="707034" y="285750"/>
                </a:cubicBezTo>
                <a:cubicBezTo>
                  <a:pt x="703859" y="295275"/>
                  <a:pt x="699478" y="304480"/>
                  <a:pt x="697509" y="314325"/>
                </a:cubicBezTo>
                <a:cubicBezTo>
                  <a:pt x="694334" y="330200"/>
                  <a:pt x="692636" y="346443"/>
                  <a:pt x="687984" y="361950"/>
                </a:cubicBezTo>
                <a:cubicBezTo>
                  <a:pt x="668696" y="426243"/>
                  <a:pt x="672399" y="391388"/>
                  <a:pt x="649884" y="447675"/>
                </a:cubicBezTo>
                <a:cubicBezTo>
                  <a:pt x="642426" y="466319"/>
                  <a:pt x="635704" y="485344"/>
                  <a:pt x="630834" y="504825"/>
                </a:cubicBezTo>
                <a:cubicBezTo>
                  <a:pt x="616439" y="562406"/>
                  <a:pt x="625449" y="530506"/>
                  <a:pt x="602259" y="600075"/>
                </a:cubicBezTo>
                <a:lnTo>
                  <a:pt x="592734" y="628650"/>
                </a:lnTo>
                <a:lnTo>
                  <a:pt x="583209" y="657225"/>
                </a:lnTo>
                <a:cubicBezTo>
                  <a:pt x="586384" y="692150"/>
                  <a:pt x="587774" y="727283"/>
                  <a:pt x="592734" y="762000"/>
                </a:cubicBezTo>
                <a:cubicBezTo>
                  <a:pt x="594154" y="771939"/>
                  <a:pt x="596690" y="782221"/>
                  <a:pt x="602259" y="790575"/>
                </a:cubicBezTo>
                <a:cubicBezTo>
                  <a:pt x="609731" y="801783"/>
                  <a:pt x="622210" y="808802"/>
                  <a:pt x="630834" y="819150"/>
                </a:cubicBezTo>
                <a:cubicBezTo>
                  <a:pt x="638163" y="827944"/>
                  <a:pt x="641269" y="840187"/>
                  <a:pt x="649884" y="847725"/>
                </a:cubicBezTo>
                <a:cubicBezTo>
                  <a:pt x="695246" y="887416"/>
                  <a:pt x="697791" y="883514"/>
                  <a:pt x="745134" y="895350"/>
                </a:cubicBezTo>
                <a:cubicBezTo>
                  <a:pt x="799729" y="977242"/>
                  <a:pt x="734274" y="873630"/>
                  <a:pt x="773709" y="952500"/>
                </a:cubicBezTo>
                <a:cubicBezTo>
                  <a:pt x="810638" y="1026358"/>
                  <a:pt x="778343" y="937826"/>
                  <a:pt x="802284" y="1009650"/>
                </a:cubicBezTo>
                <a:cubicBezTo>
                  <a:pt x="792759" y="1016000"/>
                  <a:pt x="784753" y="1025688"/>
                  <a:pt x="773709" y="1028700"/>
                </a:cubicBezTo>
                <a:cubicBezTo>
                  <a:pt x="749013" y="1035435"/>
                  <a:pt x="722694" y="1033646"/>
                  <a:pt x="697509" y="1038225"/>
                </a:cubicBezTo>
                <a:cubicBezTo>
                  <a:pt x="687631" y="1040021"/>
                  <a:pt x="678459" y="1044575"/>
                  <a:pt x="668934" y="1047750"/>
                </a:cubicBezTo>
                <a:cubicBezTo>
                  <a:pt x="602259" y="1044575"/>
                  <a:pt x="535447" y="1043548"/>
                  <a:pt x="468909" y="1038225"/>
                </a:cubicBezTo>
                <a:cubicBezTo>
                  <a:pt x="455860" y="1037181"/>
                  <a:pt x="443900" y="1028700"/>
                  <a:pt x="430809" y="1028700"/>
                </a:cubicBezTo>
                <a:cubicBezTo>
                  <a:pt x="386246" y="1028700"/>
                  <a:pt x="341909" y="1035050"/>
                  <a:pt x="297459" y="1038225"/>
                </a:cubicBezTo>
                <a:cubicBezTo>
                  <a:pt x="268893" y="1042986"/>
                  <a:pt x="208316" y="1050029"/>
                  <a:pt x="183159" y="1066800"/>
                </a:cubicBezTo>
                <a:cubicBezTo>
                  <a:pt x="173634" y="1073150"/>
                  <a:pt x="165045" y="1081201"/>
                  <a:pt x="154584" y="1085850"/>
                </a:cubicBezTo>
                <a:cubicBezTo>
                  <a:pt x="136234" y="1094005"/>
                  <a:pt x="97434" y="1104900"/>
                  <a:pt x="97434" y="1104900"/>
                </a:cubicBezTo>
                <a:cubicBezTo>
                  <a:pt x="68859" y="1101725"/>
                  <a:pt x="37425" y="1108233"/>
                  <a:pt x="11709" y="1095375"/>
                </a:cubicBezTo>
                <a:cubicBezTo>
                  <a:pt x="0" y="1089521"/>
                  <a:pt x="2184" y="1070366"/>
                  <a:pt x="2184" y="1057275"/>
                </a:cubicBezTo>
                <a:cubicBezTo>
                  <a:pt x="2184" y="1022206"/>
                  <a:pt x="6749" y="987217"/>
                  <a:pt x="11709" y="952500"/>
                </a:cubicBezTo>
                <a:cubicBezTo>
                  <a:pt x="13129" y="942561"/>
                  <a:pt x="14962" y="931765"/>
                  <a:pt x="21234" y="923925"/>
                </a:cubicBezTo>
                <a:cubicBezTo>
                  <a:pt x="28385" y="914986"/>
                  <a:pt x="40284" y="911225"/>
                  <a:pt x="49809" y="904875"/>
                </a:cubicBezTo>
                <a:cubicBezTo>
                  <a:pt x="83803" y="853884"/>
                  <a:pt x="60764" y="884395"/>
                  <a:pt x="126009" y="819150"/>
                </a:cubicBezTo>
                <a:cubicBezTo>
                  <a:pt x="135534" y="809625"/>
                  <a:pt x="147112" y="801783"/>
                  <a:pt x="154584" y="790575"/>
                </a:cubicBezTo>
                <a:cubicBezTo>
                  <a:pt x="179984" y="752475"/>
                  <a:pt x="164109" y="768350"/>
                  <a:pt x="202209" y="742950"/>
                </a:cubicBezTo>
                <a:cubicBezTo>
                  <a:pt x="244247" y="679893"/>
                  <a:pt x="219831" y="696039"/>
                  <a:pt x="259359" y="676275"/>
                </a:cubicBezTo>
                <a:lnTo>
                  <a:pt x="259359" y="676275"/>
                </a:lnTo>
              </a:path>
            </a:pathLst>
          </a:custGeom>
          <a:solidFill>
            <a:schemeClr val="accent1">
              <a:alpha val="13333"/>
            </a:schemeClr>
          </a:solidFill>
          <a:ln w="9525" cap="flat" cmpd="sng">
            <a:solidFill>
              <a:schemeClr val="dk1">
                <a:alpha val="6549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08" name="Google Shape;608;p9"/>
          <p:cNvSpPr/>
          <p:nvPr/>
        </p:nvSpPr>
        <p:spPr>
          <a:xfrm>
            <a:off x="1191773" y="711388"/>
            <a:ext cx="1315513" cy="2248462"/>
          </a:xfrm>
          <a:custGeom>
            <a:avLst/>
            <a:gdLst/>
            <a:ahLst/>
            <a:cxnLst/>
            <a:rect l="l" t="t" r="r" b="b"/>
            <a:pathLst>
              <a:path w="1315513" h="2248462" extrusionOk="0">
                <a:moveTo>
                  <a:pt x="1313302" y="79187"/>
                </a:moveTo>
                <a:lnTo>
                  <a:pt x="1313302" y="79187"/>
                </a:lnTo>
                <a:cubicBezTo>
                  <a:pt x="1306531" y="146899"/>
                  <a:pt x="1304780" y="177943"/>
                  <a:pt x="1294252" y="241112"/>
                </a:cubicBezTo>
                <a:cubicBezTo>
                  <a:pt x="1291590" y="257081"/>
                  <a:pt x="1288654" y="273031"/>
                  <a:pt x="1284727" y="288737"/>
                </a:cubicBezTo>
                <a:cubicBezTo>
                  <a:pt x="1280107" y="307217"/>
                  <a:pt x="1271051" y="332850"/>
                  <a:pt x="1256152" y="345887"/>
                </a:cubicBezTo>
                <a:cubicBezTo>
                  <a:pt x="1238922" y="360964"/>
                  <a:pt x="1218052" y="371287"/>
                  <a:pt x="1199002" y="383987"/>
                </a:cubicBezTo>
                <a:cubicBezTo>
                  <a:pt x="1189477" y="390337"/>
                  <a:pt x="1181287" y="399417"/>
                  <a:pt x="1170427" y="403037"/>
                </a:cubicBezTo>
                <a:cubicBezTo>
                  <a:pt x="1151377" y="409387"/>
                  <a:pt x="1129985" y="410948"/>
                  <a:pt x="1113277" y="422087"/>
                </a:cubicBezTo>
                <a:lnTo>
                  <a:pt x="1056127" y="460187"/>
                </a:lnTo>
                <a:cubicBezTo>
                  <a:pt x="1037919" y="448048"/>
                  <a:pt x="1010260" y="432307"/>
                  <a:pt x="998977" y="412562"/>
                </a:cubicBezTo>
                <a:cubicBezTo>
                  <a:pt x="992482" y="401196"/>
                  <a:pt x="993048" y="387049"/>
                  <a:pt x="989452" y="374462"/>
                </a:cubicBezTo>
                <a:cubicBezTo>
                  <a:pt x="986694" y="364808"/>
                  <a:pt x="984417" y="354867"/>
                  <a:pt x="979927" y="345887"/>
                </a:cubicBezTo>
                <a:cubicBezTo>
                  <a:pt x="974807" y="335648"/>
                  <a:pt x="968972" y="325407"/>
                  <a:pt x="960877" y="317312"/>
                </a:cubicBezTo>
                <a:cubicBezTo>
                  <a:pt x="942413" y="298848"/>
                  <a:pt x="926968" y="296484"/>
                  <a:pt x="903727" y="288737"/>
                </a:cubicBezTo>
                <a:cubicBezTo>
                  <a:pt x="891027" y="291912"/>
                  <a:pt x="878166" y="294500"/>
                  <a:pt x="865627" y="298262"/>
                </a:cubicBezTo>
                <a:cubicBezTo>
                  <a:pt x="846393" y="304032"/>
                  <a:pt x="808477" y="317312"/>
                  <a:pt x="808477" y="317312"/>
                </a:cubicBezTo>
                <a:cubicBezTo>
                  <a:pt x="802127" y="326837"/>
                  <a:pt x="789796" y="334445"/>
                  <a:pt x="789427" y="345887"/>
                </a:cubicBezTo>
                <a:cubicBezTo>
                  <a:pt x="786559" y="434797"/>
                  <a:pt x="791133" y="523975"/>
                  <a:pt x="798952" y="612587"/>
                </a:cubicBezTo>
                <a:cubicBezTo>
                  <a:pt x="800717" y="632590"/>
                  <a:pt x="813132" y="650256"/>
                  <a:pt x="818002" y="669737"/>
                </a:cubicBezTo>
                <a:lnTo>
                  <a:pt x="827527" y="707837"/>
                </a:lnTo>
                <a:cubicBezTo>
                  <a:pt x="823403" y="757328"/>
                  <a:pt x="819143" y="835484"/>
                  <a:pt x="808477" y="888812"/>
                </a:cubicBezTo>
                <a:cubicBezTo>
                  <a:pt x="801705" y="922671"/>
                  <a:pt x="797368" y="966596"/>
                  <a:pt x="770377" y="993587"/>
                </a:cubicBezTo>
                <a:cubicBezTo>
                  <a:pt x="762282" y="1001682"/>
                  <a:pt x="751327" y="1006287"/>
                  <a:pt x="741802" y="1012637"/>
                </a:cubicBezTo>
                <a:cubicBezTo>
                  <a:pt x="697352" y="1079312"/>
                  <a:pt x="722752" y="1057087"/>
                  <a:pt x="675127" y="1088837"/>
                </a:cubicBezTo>
                <a:cubicBezTo>
                  <a:pt x="607054" y="1190947"/>
                  <a:pt x="713065" y="1035978"/>
                  <a:pt x="627502" y="1145987"/>
                </a:cubicBezTo>
                <a:cubicBezTo>
                  <a:pt x="613446" y="1164059"/>
                  <a:pt x="602102" y="1184087"/>
                  <a:pt x="589402" y="1203137"/>
                </a:cubicBezTo>
                <a:lnTo>
                  <a:pt x="570352" y="1231712"/>
                </a:lnTo>
                <a:cubicBezTo>
                  <a:pt x="564002" y="1241237"/>
                  <a:pt x="554922" y="1249427"/>
                  <a:pt x="551302" y="1260287"/>
                </a:cubicBezTo>
                <a:lnTo>
                  <a:pt x="541777" y="1288862"/>
                </a:lnTo>
                <a:cubicBezTo>
                  <a:pt x="557228" y="1366117"/>
                  <a:pt x="565065" y="1384093"/>
                  <a:pt x="541777" y="1488887"/>
                </a:cubicBezTo>
                <a:cubicBezTo>
                  <a:pt x="538823" y="1502181"/>
                  <a:pt x="494264" y="1514250"/>
                  <a:pt x="484627" y="1517462"/>
                </a:cubicBezTo>
                <a:cubicBezTo>
                  <a:pt x="435388" y="1591320"/>
                  <a:pt x="453767" y="1552892"/>
                  <a:pt x="427477" y="1631762"/>
                </a:cubicBezTo>
                <a:lnTo>
                  <a:pt x="417952" y="1660337"/>
                </a:lnTo>
                <a:lnTo>
                  <a:pt x="408427" y="1688912"/>
                </a:lnTo>
                <a:cubicBezTo>
                  <a:pt x="397817" y="1795014"/>
                  <a:pt x="391298" y="1807136"/>
                  <a:pt x="408427" y="1927037"/>
                </a:cubicBezTo>
                <a:cubicBezTo>
                  <a:pt x="411267" y="1946916"/>
                  <a:pt x="421127" y="1965137"/>
                  <a:pt x="427477" y="1984187"/>
                </a:cubicBezTo>
                <a:cubicBezTo>
                  <a:pt x="435224" y="2007428"/>
                  <a:pt x="437588" y="2022873"/>
                  <a:pt x="456052" y="2041337"/>
                </a:cubicBezTo>
                <a:cubicBezTo>
                  <a:pt x="464147" y="2049432"/>
                  <a:pt x="475102" y="2054037"/>
                  <a:pt x="484627" y="2060387"/>
                </a:cubicBezTo>
                <a:cubicBezTo>
                  <a:pt x="490977" y="2069912"/>
                  <a:pt x="495582" y="2080867"/>
                  <a:pt x="503677" y="2088962"/>
                </a:cubicBezTo>
                <a:cubicBezTo>
                  <a:pt x="511772" y="2097057"/>
                  <a:pt x="526185" y="2098304"/>
                  <a:pt x="532252" y="2108012"/>
                </a:cubicBezTo>
                <a:cubicBezTo>
                  <a:pt x="542895" y="2125040"/>
                  <a:pt x="551302" y="2165162"/>
                  <a:pt x="551302" y="2165162"/>
                </a:cubicBezTo>
                <a:cubicBezTo>
                  <a:pt x="544952" y="2174687"/>
                  <a:pt x="541960" y="2187670"/>
                  <a:pt x="532252" y="2193737"/>
                </a:cubicBezTo>
                <a:cubicBezTo>
                  <a:pt x="515224" y="2204380"/>
                  <a:pt x="495168" y="2212015"/>
                  <a:pt x="475102" y="2212787"/>
                </a:cubicBezTo>
                <a:lnTo>
                  <a:pt x="227452" y="2222312"/>
                </a:lnTo>
                <a:cubicBezTo>
                  <a:pt x="195702" y="2225487"/>
                  <a:pt x="163739" y="2226985"/>
                  <a:pt x="132202" y="2231837"/>
                </a:cubicBezTo>
                <a:cubicBezTo>
                  <a:pt x="122279" y="2233364"/>
                  <a:pt x="110727" y="2248462"/>
                  <a:pt x="103627" y="2241362"/>
                </a:cubicBezTo>
                <a:cubicBezTo>
                  <a:pt x="89428" y="2227163"/>
                  <a:pt x="90927" y="2203262"/>
                  <a:pt x="84577" y="2184212"/>
                </a:cubicBezTo>
                <a:lnTo>
                  <a:pt x="75052" y="2155637"/>
                </a:lnTo>
                <a:cubicBezTo>
                  <a:pt x="71877" y="2146112"/>
                  <a:pt x="67962" y="2136802"/>
                  <a:pt x="65527" y="2127062"/>
                </a:cubicBezTo>
                <a:lnTo>
                  <a:pt x="46477" y="2050862"/>
                </a:lnTo>
                <a:cubicBezTo>
                  <a:pt x="43302" y="2009587"/>
                  <a:pt x="42087" y="1968114"/>
                  <a:pt x="36952" y="1927037"/>
                </a:cubicBezTo>
                <a:cubicBezTo>
                  <a:pt x="35707" y="1917074"/>
                  <a:pt x="29078" y="1908366"/>
                  <a:pt x="27427" y="1898462"/>
                </a:cubicBezTo>
                <a:cubicBezTo>
                  <a:pt x="0" y="1733902"/>
                  <a:pt x="32368" y="1870600"/>
                  <a:pt x="8377" y="1774637"/>
                </a:cubicBezTo>
                <a:cubicBezTo>
                  <a:pt x="11552" y="1609537"/>
                  <a:pt x="12211" y="1444369"/>
                  <a:pt x="17902" y="1279337"/>
                </a:cubicBezTo>
                <a:cubicBezTo>
                  <a:pt x="19587" y="1230465"/>
                  <a:pt x="26254" y="1231057"/>
                  <a:pt x="36952" y="1193612"/>
                </a:cubicBezTo>
                <a:cubicBezTo>
                  <a:pt x="40548" y="1181025"/>
                  <a:pt x="41320" y="1167544"/>
                  <a:pt x="46477" y="1155512"/>
                </a:cubicBezTo>
                <a:cubicBezTo>
                  <a:pt x="50986" y="1144990"/>
                  <a:pt x="59177" y="1136462"/>
                  <a:pt x="65527" y="1126937"/>
                </a:cubicBezTo>
                <a:cubicBezTo>
                  <a:pt x="73012" y="1082029"/>
                  <a:pt x="73210" y="1071472"/>
                  <a:pt x="84577" y="1031687"/>
                </a:cubicBezTo>
                <a:cubicBezTo>
                  <a:pt x="87335" y="1022033"/>
                  <a:pt x="89612" y="1012092"/>
                  <a:pt x="94102" y="1003112"/>
                </a:cubicBezTo>
                <a:cubicBezTo>
                  <a:pt x="99222" y="992873"/>
                  <a:pt x="108032" y="984776"/>
                  <a:pt x="113152" y="974537"/>
                </a:cubicBezTo>
                <a:cubicBezTo>
                  <a:pt x="117642" y="965557"/>
                  <a:pt x="117801" y="954739"/>
                  <a:pt x="122677" y="945962"/>
                </a:cubicBezTo>
                <a:cubicBezTo>
                  <a:pt x="133796" y="925948"/>
                  <a:pt x="148077" y="907862"/>
                  <a:pt x="160777" y="888812"/>
                </a:cubicBezTo>
                <a:cubicBezTo>
                  <a:pt x="167127" y="879287"/>
                  <a:pt x="171732" y="868332"/>
                  <a:pt x="179827" y="860237"/>
                </a:cubicBezTo>
                <a:cubicBezTo>
                  <a:pt x="189352" y="850712"/>
                  <a:pt x="199778" y="842010"/>
                  <a:pt x="208402" y="831662"/>
                </a:cubicBezTo>
                <a:cubicBezTo>
                  <a:pt x="215731" y="822868"/>
                  <a:pt x="220798" y="812402"/>
                  <a:pt x="227452" y="803087"/>
                </a:cubicBezTo>
                <a:cubicBezTo>
                  <a:pt x="236679" y="790169"/>
                  <a:pt x="246800" y="777905"/>
                  <a:pt x="256027" y="764987"/>
                </a:cubicBezTo>
                <a:cubicBezTo>
                  <a:pt x="262681" y="755672"/>
                  <a:pt x="266982" y="744507"/>
                  <a:pt x="275077" y="736412"/>
                </a:cubicBezTo>
                <a:cubicBezTo>
                  <a:pt x="283172" y="728317"/>
                  <a:pt x="294858" y="724691"/>
                  <a:pt x="303652" y="717362"/>
                </a:cubicBezTo>
                <a:cubicBezTo>
                  <a:pt x="393181" y="642755"/>
                  <a:pt x="244934" y="746982"/>
                  <a:pt x="389377" y="650687"/>
                </a:cubicBezTo>
                <a:lnTo>
                  <a:pt x="475102" y="593537"/>
                </a:lnTo>
                <a:cubicBezTo>
                  <a:pt x="484627" y="587187"/>
                  <a:pt x="492817" y="578107"/>
                  <a:pt x="503677" y="574487"/>
                </a:cubicBezTo>
                <a:lnTo>
                  <a:pt x="532252" y="564962"/>
                </a:lnTo>
                <a:lnTo>
                  <a:pt x="589402" y="507812"/>
                </a:lnTo>
                <a:cubicBezTo>
                  <a:pt x="598927" y="498287"/>
                  <a:pt x="606769" y="486709"/>
                  <a:pt x="617977" y="479237"/>
                </a:cubicBezTo>
                <a:lnTo>
                  <a:pt x="675127" y="441137"/>
                </a:lnTo>
                <a:cubicBezTo>
                  <a:pt x="741025" y="342289"/>
                  <a:pt x="640718" y="495310"/>
                  <a:pt x="713227" y="374462"/>
                </a:cubicBezTo>
                <a:cubicBezTo>
                  <a:pt x="725007" y="354829"/>
                  <a:pt x="738627" y="336362"/>
                  <a:pt x="751327" y="317312"/>
                </a:cubicBezTo>
                <a:lnTo>
                  <a:pt x="770377" y="288737"/>
                </a:lnTo>
                <a:cubicBezTo>
                  <a:pt x="776727" y="279212"/>
                  <a:pt x="785807" y="271022"/>
                  <a:pt x="789427" y="260162"/>
                </a:cubicBezTo>
                <a:cubicBezTo>
                  <a:pt x="792602" y="250637"/>
                  <a:pt x="792680" y="239427"/>
                  <a:pt x="798952" y="231587"/>
                </a:cubicBezTo>
                <a:cubicBezTo>
                  <a:pt x="806103" y="222648"/>
                  <a:pt x="818002" y="218887"/>
                  <a:pt x="827527" y="212537"/>
                </a:cubicBezTo>
                <a:cubicBezTo>
                  <a:pt x="833877" y="203012"/>
                  <a:pt x="838482" y="192057"/>
                  <a:pt x="846577" y="183962"/>
                </a:cubicBezTo>
                <a:cubicBezTo>
                  <a:pt x="921502" y="109037"/>
                  <a:pt x="825706" y="229962"/>
                  <a:pt x="903727" y="136337"/>
                </a:cubicBezTo>
                <a:cubicBezTo>
                  <a:pt x="921104" y="115485"/>
                  <a:pt x="925444" y="93580"/>
                  <a:pt x="951352" y="79187"/>
                </a:cubicBezTo>
                <a:cubicBezTo>
                  <a:pt x="968905" y="69435"/>
                  <a:pt x="989452" y="66487"/>
                  <a:pt x="1008502" y="60137"/>
                </a:cubicBezTo>
                <a:lnTo>
                  <a:pt x="1037077" y="50612"/>
                </a:lnTo>
                <a:cubicBezTo>
                  <a:pt x="1046602" y="47437"/>
                  <a:pt x="1055653" y="41996"/>
                  <a:pt x="1065652" y="41087"/>
                </a:cubicBezTo>
                <a:lnTo>
                  <a:pt x="1170427" y="31562"/>
                </a:lnTo>
                <a:cubicBezTo>
                  <a:pt x="1239887" y="36523"/>
                  <a:pt x="1306336" y="0"/>
                  <a:pt x="1313302" y="69662"/>
                </a:cubicBezTo>
                <a:cubicBezTo>
                  <a:pt x="1315513" y="91777"/>
                  <a:pt x="1313302" y="114112"/>
                  <a:pt x="1313302" y="136337"/>
                </a:cubicBezTo>
                <a:lnTo>
                  <a:pt x="1313302" y="136337"/>
                </a:lnTo>
              </a:path>
            </a:pathLst>
          </a:custGeom>
          <a:solidFill>
            <a:schemeClr val="accent1">
              <a:alpha val="13333"/>
            </a:schemeClr>
          </a:solidFill>
          <a:ln w="9525" cap="flat" cmpd="sng">
            <a:solidFill>
              <a:schemeClr val="dk1">
                <a:alpha val="6549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09" name="Google Shape;609;p9"/>
          <p:cNvSpPr/>
          <p:nvPr/>
        </p:nvSpPr>
        <p:spPr>
          <a:xfrm>
            <a:off x="2346127" y="678160"/>
            <a:ext cx="673298" cy="1283990"/>
          </a:xfrm>
          <a:custGeom>
            <a:avLst/>
            <a:gdLst/>
            <a:ahLst/>
            <a:cxnLst/>
            <a:rect l="l" t="t" r="r" b="b"/>
            <a:pathLst>
              <a:path w="673298" h="1283990" extrusionOk="0">
                <a:moveTo>
                  <a:pt x="6548" y="969665"/>
                </a:moveTo>
                <a:lnTo>
                  <a:pt x="6548" y="969665"/>
                </a:lnTo>
                <a:cubicBezTo>
                  <a:pt x="10182" y="959975"/>
                  <a:pt x="50226" y="856050"/>
                  <a:pt x="54173" y="836315"/>
                </a:cubicBezTo>
                <a:cubicBezTo>
                  <a:pt x="65943" y="777465"/>
                  <a:pt x="54718" y="802160"/>
                  <a:pt x="82748" y="760115"/>
                </a:cubicBezTo>
                <a:cubicBezTo>
                  <a:pt x="85923" y="747415"/>
                  <a:pt x="88511" y="734554"/>
                  <a:pt x="92273" y="722015"/>
                </a:cubicBezTo>
                <a:cubicBezTo>
                  <a:pt x="98043" y="702781"/>
                  <a:pt x="104973" y="683915"/>
                  <a:pt x="111323" y="664865"/>
                </a:cubicBezTo>
                <a:cubicBezTo>
                  <a:pt x="114498" y="655340"/>
                  <a:pt x="118413" y="646030"/>
                  <a:pt x="120848" y="636290"/>
                </a:cubicBezTo>
                <a:cubicBezTo>
                  <a:pt x="132808" y="588450"/>
                  <a:pt x="126233" y="610609"/>
                  <a:pt x="139898" y="569615"/>
                </a:cubicBezTo>
                <a:cubicBezTo>
                  <a:pt x="143073" y="509290"/>
                  <a:pt x="144961" y="448883"/>
                  <a:pt x="149423" y="388640"/>
                </a:cubicBezTo>
                <a:cubicBezTo>
                  <a:pt x="151317" y="363074"/>
                  <a:pt x="164463" y="273833"/>
                  <a:pt x="168473" y="245765"/>
                </a:cubicBezTo>
                <a:cubicBezTo>
                  <a:pt x="171648" y="188615"/>
                  <a:pt x="169903" y="130978"/>
                  <a:pt x="177998" y="74315"/>
                </a:cubicBezTo>
                <a:cubicBezTo>
                  <a:pt x="179617" y="62982"/>
                  <a:pt x="187523" y="52090"/>
                  <a:pt x="197048" y="45740"/>
                </a:cubicBezTo>
                <a:cubicBezTo>
                  <a:pt x="207940" y="38478"/>
                  <a:pt x="222448" y="39390"/>
                  <a:pt x="235148" y="36215"/>
                </a:cubicBezTo>
                <a:cubicBezTo>
                  <a:pt x="512946" y="50105"/>
                  <a:pt x="365045" y="0"/>
                  <a:pt x="454223" y="74315"/>
                </a:cubicBezTo>
                <a:cubicBezTo>
                  <a:pt x="463017" y="81644"/>
                  <a:pt x="473273" y="87015"/>
                  <a:pt x="482798" y="93365"/>
                </a:cubicBezTo>
                <a:cubicBezTo>
                  <a:pt x="489148" y="102890"/>
                  <a:pt x="496728" y="111701"/>
                  <a:pt x="501848" y="121940"/>
                </a:cubicBezTo>
                <a:cubicBezTo>
                  <a:pt x="506338" y="130920"/>
                  <a:pt x="505101" y="142675"/>
                  <a:pt x="511373" y="150515"/>
                </a:cubicBezTo>
                <a:cubicBezTo>
                  <a:pt x="518524" y="159454"/>
                  <a:pt x="530423" y="163215"/>
                  <a:pt x="539948" y="169565"/>
                </a:cubicBezTo>
                <a:cubicBezTo>
                  <a:pt x="543123" y="182265"/>
                  <a:pt x="545711" y="195126"/>
                  <a:pt x="549473" y="207665"/>
                </a:cubicBezTo>
                <a:cubicBezTo>
                  <a:pt x="555243" y="226899"/>
                  <a:pt x="562173" y="245765"/>
                  <a:pt x="568523" y="264815"/>
                </a:cubicBezTo>
                <a:lnTo>
                  <a:pt x="587573" y="321965"/>
                </a:lnTo>
                <a:lnTo>
                  <a:pt x="597098" y="350540"/>
                </a:lnTo>
                <a:cubicBezTo>
                  <a:pt x="600273" y="360065"/>
                  <a:pt x="601054" y="370761"/>
                  <a:pt x="606623" y="379115"/>
                </a:cubicBezTo>
                <a:cubicBezTo>
                  <a:pt x="612973" y="388640"/>
                  <a:pt x="621024" y="397229"/>
                  <a:pt x="625673" y="407690"/>
                </a:cubicBezTo>
                <a:lnTo>
                  <a:pt x="654248" y="493415"/>
                </a:lnTo>
                <a:lnTo>
                  <a:pt x="663773" y="521990"/>
                </a:lnTo>
                <a:lnTo>
                  <a:pt x="673298" y="550565"/>
                </a:lnTo>
                <a:cubicBezTo>
                  <a:pt x="670123" y="620415"/>
                  <a:pt x="669136" y="690399"/>
                  <a:pt x="663773" y="760115"/>
                </a:cubicBezTo>
                <a:cubicBezTo>
                  <a:pt x="661793" y="785856"/>
                  <a:pt x="639344" y="834637"/>
                  <a:pt x="635198" y="855365"/>
                </a:cubicBezTo>
                <a:cubicBezTo>
                  <a:pt x="634196" y="860375"/>
                  <a:pt x="620632" y="932122"/>
                  <a:pt x="616148" y="941090"/>
                </a:cubicBezTo>
                <a:cubicBezTo>
                  <a:pt x="609048" y="955289"/>
                  <a:pt x="597098" y="966490"/>
                  <a:pt x="587573" y="979190"/>
                </a:cubicBezTo>
                <a:cubicBezTo>
                  <a:pt x="577647" y="1008967"/>
                  <a:pt x="568021" y="1046200"/>
                  <a:pt x="539948" y="1064915"/>
                </a:cubicBezTo>
                <a:lnTo>
                  <a:pt x="511373" y="1083965"/>
                </a:lnTo>
                <a:cubicBezTo>
                  <a:pt x="489923" y="1148315"/>
                  <a:pt x="519671" y="1078564"/>
                  <a:pt x="473273" y="1131590"/>
                </a:cubicBezTo>
                <a:cubicBezTo>
                  <a:pt x="458196" y="1148820"/>
                  <a:pt x="451362" y="1172551"/>
                  <a:pt x="435173" y="1188740"/>
                </a:cubicBezTo>
                <a:cubicBezTo>
                  <a:pt x="414107" y="1209806"/>
                  <a:pt x="404545" y="1223104"/>
                  <a:pt x="378023" y="1236365"/>
                </a:cubicBezTo>
                <a:cubicBezTo>
                  <a:pt x="369043" y="1240855"/>
                  <a:pt x="358428" y="1241400"/>
                  <a:pt x="349448" y="1245890"/>
                </a:cubicBezTo>
                <a:cubicBezTo>
                  <a:pt x="311986" y="1264621"/>
                  <a:pt x="332200" y="1266485"/>
                  <a:pt x="292298" y="1274465"/>
                </a:cubicBezTo>
                <a:cubicBezTo>
                  <a:pt x="270283" y="1278868"/>
                  <a:pt x="247848" y="1280815"/>
                  <a:pt x="225623" y="1283990"/>
                </a:cubicBezTo>
                <a:cubicBezTo>
                  <a:pt x="199807" y="1278827"/>
                  <a:pt x="168110" y="1278774"/>
                  <a:pt x="149423" y="1255415"/>
                </a:cubicBezTo>
                <a:cubicBezTo>
                  <a:pt x="143151" y="1247575"/>
                  <a:pt x="148068" y="1232676"/>
                  <a:pt x="139898" y="1226840"/>
                </a:cubicBezTo>
                <a:cubicBezTo>
                  <a:pt x="123558" y="1215168"/>
                  <a:pt x="82748" y="1207790"/>
                  <a:pt x="82748" y="1207790"/>
                </a:cubicBezTo>
                <a:cubicBezTo>
                  <a:pt x="76398" y="1198265"/>
                  <a:pt x="71793" y="1187310"/>
                  <a:pt x="63698" y="1179215"/>
                </a:cubicBezTo>
                <a:cubicBezTo>
                  <a:pt x="55603" y="1171120"/>
                  <a:pt x="42274" y="1169104"/>
                  <a:pt x="35123" y="1160165"/>
                </a:cubicBezTo>
                <a:cubicBezTo>
                  <a:pt x="27313" y="1150402"/>
                  <a:pt x="16547" y="1086337"/>
                  <a:pt x="16073" y="1083965"/>
                </a:cubicBezTo>
                <a:cubicBezTo>
                  <a:pt x="25992" y="905426"/>
                  <a:pt x="0" y="963710"/>
                  <a:pt x="35123" y="893465"/>
                </a:cubicBezTo>
                <a:lnTo>
                  <a:pt x="35123" y="893465"/>
                </a:lnTo>
              </a:path>
            </a:pathLst>
          </a:custGeom>
          <a:solidFill>
            <a:schemeClr val="accent1">
              <a:alpha val="13333"/>
            </a:schemeClr>
          </a:solidFill>
          <a:ln w="9525" cap="flat" cmpd="sng">
            <a:solidFill>
              <a:schemeClr val="dk1">
                <a:alpha val="6549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10" name="Google Shape;610;p9"/>
          <p:cNvSpPr/>
          <p:nvPr/>
        </p:nvSpPr>
        <p:spPr>
          <a:xfrm>
            <a:off x="2590800" y="1409700"/>
            <a:ext cx="1760666" cy="2505075"/>
          </a:xfrm>
          <a:custGeom>
            <a:avLst/>
            <a:gdLst/>
            <a:ahLst/>
            <a:cxnLst/>
            <a:rect l="l" t="t" r="r" b="b"/>
            <a:pathLst>
              <a:path w="1760666" h="2505075" extrusionOk="0">
                <a:moveTo>
                  <a:pt x="76200" y="1352550"/>
                </a:moveTo>
                <a:lnTo>
                  <a:pt x="76200" y="1352550"/>
                </a:lnTo>
                <a:cubicBezTo>
                  <a:pt x="79375" y="1323975"/>
                  <a:pt x="81659" y="1295287"/>
                  <a:pt x="85725" y="1266825"/>
                </a:cubicBezTo>
                <a:cubicBezTo>
                  <a:pt x="88015" y="1250798"/>
                  <a:pt x="93358" y="1235278"/>
                  <a:pt x="95250" y="1219200"/>
                </a:cubicBezTo>
                <a:cubicBezTo>
                  <a:pt x="99717" y="1181230"/>
                  <a:pt x="101600" y="1143000"/>
                  <a:pt x="104775" y="1104900"/>
                </a:cubicBezTo>
                <a:cubicBezTo>
                  <a:pt x="101600" y="1003300"/>
                  <a:pt x="103250" y="901434"/>
                  <a:pt x="95250" y="800100"/>
                </a:cubicBezTo>
                <a:cubicBezTo>
                  <a:pt x="88549" y="715219"/>
                  <a:pt x="65004" y="766511"/>
                  <a:pt x="38100" y="685800"/>
                </a:cubicBezTo>
                <a:cubicBezTo>
                  <a:pt x="24315" y="644446"/>
                  <a:pt x="35675" y="664325"/>
                  <a:pt x="0" y="628650"/>
                </a:cubicBezTo>
                <a:cubicBezTo>
                  <a:pt x="9525" y="622300"/>
                  <a:pt x="17856" y="613620"/>
                  <a:pt x="28575" y="609600"/>
                </a:cubicBezTo>
                <a:cubicBezTo>
                  <a:pt x="43734" y="603916"/>
                  <a:pt x="60494" y="604002"/>
                  <a:pt x="76200" y="600075"/>
                </a:cubicBezTo>
                <a:cubicBezTo>
                  <a:pt x="85940" y="597640"/>
                  <a:pt x="95250" y="593725"/>
                  <a:pt x="104775" y="590550"/>
                </a:cubicBezTo>
                <a:cubicBezTo>
                  <a:pt x="111125" y="581025"/>
                  <a:pt x="114886" y="569126"/>
                  <a:pt x="123825" y="561975"/>
                </a:cubicBezTo>
                <a:cubicBezTo>
                  <a:pt x="131665" y="555703"/>
                  <a:pt x="145300" y="559550"/>
                  <a:pt x="152400" y="552450"/>
                </a:cubicBezTo>
                <a:cubicBezTo>
                  <a:pt x="168589" y="536261"/>
                  <a:pt x="177800" y="514350"/>
                  <a:pt x="190500" y="495300"/>
                </a:cubicBezTo>
                <a:lnTo>
                  <a:pt x="228600" y="438150"/>
                </a:lnTo>
                <a:cubicBezTo>
                  <a:pt x="234950" y="428625"/>
                  <a:pt x="238125" y="415925"/>
                  <a:pt x="247650" y="409575"/>
                </a:cubicBezTo>
                <a:lnTo>
                  <a:pt x="276225" y="390525"/>
                </a:lnTo>
                <a:cubicBezTo>
                  <a:pt x="330820" y="308633"/>
                  <a:pt x="265365" y="412245"/>
                  <a:pt x="304800" y="333375"/>
                </a:cubicBezTo>
                <a:cubicBezTo>
                  <a:pt x="314875" y="313225"/>
                  <a:pt x="341639" y="283958"/>
                  <a:pt x="352425" y="266700"/>
                </a:cubicBezTo>
                <a:cubicBezTo>
                  <a:pt x="359950" y="254659"/>
                  <a:pt x="364430" y="240928"/>
                  <a:pt x="371475" y="228600"/>
                </a:cubicBezTo>
                <a:cubicBezTo>
                  <a:pt x="377155" y="218661"/>
                  <a:pt x="384845" y="209964"/>
                  <a:pt x="390525" y="200025"/>
                </a:cubicBezTo>
                <a:cubicBezTo>
                  <a:pt x="397570" y="187697"/>
                  <a:pt x="402050" y="173966"/>
                  <a:pt x="409575" y="161925"/>
                </a:cubicBezTo>
                <a:cubicBezTo>
                  <a:pt x="425100" y="137085"/>
                  <a:pt x="467977" y="91494"/>
                  <a:pt x="476250" y="66675"/>
                </a:cubicBezTo>
                <a:cubicBezTo>
                  <a:pt x="489915" y="25681"/>
                  <a:pt x="483340" y="47840"/>
                  <a:pt x="495300" y="0"/>
                </a:cubicBezTo>
                <a:cubicBezTo>
                  <a:pt x="498475" y="69850"/>
                  <a:pt x="500595" y="139756"/>
                  <a:pt x="504825" y="209550"/>
                </a:cubicBezTo>
                <a:cubicBezTo>
                  <a:pt x="505766" y="225077"/>
                  <a:pt x="514275" y="339474"/>
                  <a:pt x="523875" y="371475"/>
                </a:cubicBezTo>
                <a:cubicBezTo>
                  <a:pt x="527955" y="385075"/>
                  <a:pt x="537332" y="396524"/>
                  <a:pt x="542925" y="409575"/>
                </a:cubicBezTo>
                <a:cubicBezTo>
                  <a:pt x="546880" y="418803"/>
                  <a:pt x="546881" y="429796"/>
                  <a:pt x="552450" y="438150"/>
                </a:cubicBezTo>
                <a:cubicBezTo>
                  <a:pt x="559922" y="449358"/>
                  <a:pt x="572401" y="456377"/>
                  <a:pt x="581025" y="466725"/>
                </a:cubicBezTo>
                <a:cubicBezTo>
                  <a:pt x="588354" y="475519"/>
                  <a:pt x="591460" y="487762"/>
                  <a:pt x="600075" y="495300"/>
                </a:cubicBezTo>
                <a:cubicBezTo>
                  <a:pt x="617305" y="510377"/>
                  <a:pt x="638175" y="520700"/>
                  <a:pt x="657225" y="533400"/>
                </a:cubicBezTo>
                <a:lnTo>
                  <a:pt x="685800" y="552450"/>
                </a:lnTo>
                <a:cubicBezTo>
                  <a:pt x="714375" y="549275"/>
                  <a:pt x="743165" y="547652"/>
                  <a:pt x="771525" y="542925"/>
                </a:cubicBezTo>
                <a:cubicBezTo>
                  <a:pt x="781429" y="541274"/>
                  <a:pt x="790255" y="535369"/>
                  <a:pt x="800100" y="533400"/>
                </a:cubicBezTo>
                <a:cubicBezTo>
                  <a:pt x="822115" y="528997"/>
                  <a:pt x="844550" y="527050"/>
                  <a:pt x="866775" y="523875"/>
                </a:cubicBezTo>
                <a:cubicBezTo>
                  <a:pt x="934785" y="501205"/>
                  <a:pt x="907217" y="515964"/>
                  <a:pt x="952500" y="485775"/>
                </a:cubicBezTo>
                <a:cubicBezTo>
                  <a:pt x="955675" y="476250"/>
                  <a:pt x="955753" y="465040"/>
                  <a:pt x="962025" y="457200"/>
                </a:cubicBezTo>
                <a:cubicBezTo>
                  <a:pt x="969176" y="448261"/>
                  <a:pt x="982505" y="446245"/>
                  <a:pt x="990600" y="438150"/>
                </a:cubicBezTo>
                <a:cubicBezTo>
                  <a:pt x="998695" y="430055"/>
                  <a:pt x="1003300" y="419100"/>
                  <a:pt x="1009650" y="409575"/>
                </a:cubicBezTo>
                <a:cubicBezTo>
                  <a:pt x="1019196" y="438214"/>
                  <a:pt x="1017709" y="442106"/>
                  <a:pt x="1038225" y="466725"/>
                </a:cubicBezTo>
                <a:cubicBezTo>
                  <a:pt x="1046849" y="477073"/>
                  <a:pt x="1055025" y="488758"/>
                  <a:pt x="1066800" y="495300"/>
                </a:cubicBezTo>
                <a:cubicBezTo>
                  <a:pt x="1084353" y="505052"/>
                  <a:pt x="1104900" y="508000"/>
                  <a:pt x="1123950" y="514350"/>
                </a:cubicBezTo>
                <a:lnTo>
                  <a:pt x="1152525" y="523875"/>
                </a:lnTo>
                <a:cubicBezTo>
                  <a:pt x="1174750" y="520700"/>
                  <a:pt x="1197324" y="519398"/>
                  <a:pt x="1219200" y="514350"/>
                </a:cubicBezTo>
                <a:cubicBezTo>
                  <a:pt x="1238766" y="509835"/>
                  <a:pt x="1257300" y="501650"/>
                  <a:pt x="1276350" y="495300"/>
                </a:cubicBezTo>
                <a:cubicBezTo>
                  <a:pt x="1317344" y="481635"/>
                  <a:pt x="1295185" y="488210"/>
                  <a:pt x="1343025" y="476250"/>
                </a:cubicBezTo>
                <a:cubicBezTo>
                  <a:pt x="1352550" y="485775"/>
                  <a:pt x="1364128" y="493617"/>
                  <a:pt x="1371600" y="504825"/>
                </a:cubicBezTo>
                <a:cubicBezTo>
                  <a:pt x="1377169" y="513179"/>
                  <a:pt x="1378367" y="523746"/>
                  <a:pt x="1381125" y="533400"/>
                </a:cubicBezTo>
                <a:cubicBezTo>
                  <a:pt x="1387781" y="556695"/>
                  <a:pt x="1398382" y="611673"/>
                  <a:pt x="1409700" y="628650"/>
                </a:cubicBezTo>
                <a:cubicBezTo>
                  <a:pt x="1454150" y="695325"/>
                  <a:pt x="1428750" y="673100"/>
                  <a:pt x="1476375" y="704850"/>
                </a:cubicBezTo>
                <a:cubicBezTo>
                  <a:pt x="1482725" y="714375"/>
                  <a:pt x="1485717" y="727358"/>
                  <a:pt x="1495425" y="733425"/>
                </a:cubicBezTo>
                <a:cubicBezTo>
                  <a:pt x="1512453" y="744068"/>
                  <a:pt x="1552575" y="752475"/>
                  <a:pt x="1552575" y="752475"/>
                </a:cubicBezTo>
                <a:cubicBezTo>
                  <a:pt x="1565275" y="771525"/>
                  <a:pt x="1585122" y="787413"/>
                  <a:pt x="1590675" y="809625"/>
                </a:cubicBezTo>
                <a:cubicBezTo>
                  <a:pt x="1597025" y="835025"/>
                  <a:pt x="1601446" y="860987"/>
                  <a:pt x="1609725" y="885825"/>
                </a:cubicBezTo>
                <a:cubicBezTo>
                  <a:pt x="1623926" y="928427"/>
                  <a:pt x="1620687" y="947108"/>
                  <a:pt x="1657350" y="971550"/>
                </a:cubicBezTo>
                <a:cubicBezTo>
                  <a:pt x="1672982" y="981971"/>
                  <a:pt x="1736160" y="989447"/>
                  <a:pt x="1743075" y="990600"/>
                </a:cubicBezTo>
                <a:cubicBezTo>
                  <a:pt x="1760666" y="1043372"/>
                  <a:pt x="1753101" y="995615"/>
                  <a:pt x="1733550" y="1047750"/>
                </a:cubicBezTo>
                <a:cubicBezTo>
                  <a:pt x="1727866" y="1062909"/>
                  <a:pt x="1727952" y="1079669"/>
                  <a:pt x="1724025" y="1095375"/>
                </a:cubicBezTo>
                <a:cubicBezTo>
                  <a:pt x="1721590" y="1105115"/>
                  <a:pt x="1716678" y="1114149"/>
                  <a:pt x="1714500" y="1123950"/>
                </a:cubicBezTo>
                <a:cubicBezTo>
                  <a:pt x="1710310" y="1142803"/>
                  <a:pt x="1708150" y="1162050"/>
                  <a:pt x="1704975" y="1181100"/>
                </a:cubicBezTo>
                <a:cubicBezTo>
                  <a:pt x="1708150" y="1222375"/>
                  <a:pt x="1709365" y="1263848"/>
                  <a:pt x="1714500" y="1304925"/>
                </a:cubicBezTo>
                <a:cubicBezTo>
                  <a:pt x="1718490" y="1336847"/>
                  <a:pt x="1728894" y="1333713"/>
                  <a:pt x="1743075" y="1362075"/>
                </a:cubicBezTo>
                <a:cubicBezTo>
                  <a:pt x="1747565" y="1371055"/>
                  <a:pt x="1749425" y="1381125"/>
                  <a:pt x="1752600" y="1390650"/>
                </a:cubicBezTo>
                <a:cubicBezTo>
                  <a:pt x="1733776" y="1396925"/>
                  <a:pt x="1708879" y="1402439"/>
                  <a:pt x="1695450" y="1419225"/>
                </a:cubicBezTo>
                <a:cubicBezTo>
                  <a:pt x="1689178" y="1427065"/>
                  <a:pt x="1690415" y="1438820"/>
                  <a:pt x="1685925" y="1447800"/>
                </a:cubicBezTo>
                <a:cubicBezTo>
                  <a:pt x="1680805" y="1458039"/>
                  <a:pt x="1671995" y="1466136"/>
                  <a:pt x="1666875" y="1476375"/>
                </a:cubicBezTo>
                <a:cubicBezTo>
                  <a:pt x="1659262" y="1491600"/>
                  <a:pt x="1651894" y="1528808"/>
                  <a:pt x="1647825" y="1543050"/>
                </a:cubicBezTo>
                <a:cubicBezTo>
                  <a:pt x="1645067" y="1552704"/>
                  <a:pt x="1641475" y="1562100"/>
                  <a:pt x="1638300" y="1571625"/>
                </a:cubicBezTo>
                <a:cubicBezTo>
                  <a:pt x="1635125" y="1797050"/>
                  <a:pt x="1634409" y="2022523"/>
                  <a:pt x="1628775" y="2247900"/>
                </a:cubicBezTo>
                <a:cubicBezTo>
                  <a:pt x="1627426" y="2301878"/>
                  <a:pt x="1617052" y="2339484"/>
                  <a:pt x="1609725" y="2390775"/>
                </a:cubicBezTo>
                <a:cubicBezTo>
                  <a:pt x="1594860" y="2494830"/>
                  <a:pt x="1608309" y="2434540"/>
                  <a:pt x="1590675" y="2505075"/>
                </a:cubicBezTo>
                <a:cubicBezTo>
                  <a:pt x="1559989" y="2474389"/>
                  <a:pt x="1559766" y="2480190"/>
                  <a:pt x="1543050" y="2438400"/>
                </a:cubicBezTo>
                <a:cubicBezTo>
                  <a:pt x="1535592" y="2419756"/>
                  <a:pt x="1536048" y="2397314"/>
                  <a:pt x="1524000" y="2381250"/>
                </a:cubicBezTo>
                <a:cubicBezTo>
                  <a:pt x="1514475" y="2368550"/>
                  <a:pt x="1503839" y="2356612"/>
                  <a:pt x="1495425" y="2343150"/>
                </a:cubicBezTo>
                <a:cubicBezTo>
                  <a:pt x="1487900" y="2331109"/>
                  <a:pt x="1485465" y="2315958"/>
                  <a:pt x="1476375" y="2305050"/>
                </a:cubicBezTo>
                <a:cubicBezTo>
                  <a:pt x="1469046" y="2296256"/>
                  <a:pt x="1455895" y="2294095"/>
                  <a:pt x="1447800" y="2286000"/>
                </a:cubicBezTo>
                <a:cubicBezTo>
                  <a:pt x="1436575" y="2274775"/>
                  <a:pt x="1428452" y="2260818"/>
                  <a:pt x="1419225" y="2247900"/>
                </a:cubicBezTo>
                <a:cubicBezTo>
                  <a:pt x="1412571" y="2238585"/>
                  <a:pt x="1408270" y="2227420"/>
                  <a:pt x="1400175" y="2219325"/>
                </a:cubicBezTo>
                <a:cubicBezTo>
                  <a:pt x="1392080" y="2211230"/>
                  <a:pt x="1381125" y="2206625"/>
                  <a:pt x="1371600" y="2200275"/>
                </a:cubicBezTo>
                <a:cubicBezTo>
                  <a:pt x="1365250" y="2190750"/>
                  <a:pt x="1362258" y="2177767"/>
                  <a:pt x="1352550" y="2171700"/>
                </a:cubicBezTo>
                <a:cubicBezTo>
                  <a:pt x="1326950" y="2155700"/>
                  <a:pt x="1256192" y="2144142"/>
                  <a:pt x="1228725" y="2143125"/>
                </a:cubicBezTo>
                <a:cubicBezTo>
                  <a:pt x="1079568" y="2137601"/>
                  <a:pt x="930275" y="2136775"/>
                  <a:pt x="781050" y="2133600"/>
                </a:cubicBezTo>
                <a:cubicBezTo>
                  <a:pt x="714753" y="2111501"/>
                  <a:pt x="786144" y="2132967"/>
                  <a:pt x="657225" y="2114550"/>
                </a:cubicBezTo>
                <a:cubicBezTo>
                  <a:pt x="644266" y="2112699"/>
                  <a:pt x="631825" y="2108200"/>
                  <a:pt x="619125" y="2105025"/>
                </a:cubicBezTo>
                <a:cubicBezTo>
                  <a:pt x="600075" y="2092325"/>
                  <a:pt x="574675" y="2085975"/>
                  <a:pt x="561975" y="2066925"/>
                </a:cubicBezTo>
                <a:lnTo>
                  <a:pt x="504825" y="1981200"/>
                </a:lnTo>
                <a:cubicBezTo>
                  <a:pt x="498475" y="1971675"/>
                  <a:pt x="495300" y="1958975"/>
                  <a:pt x="485775" y="1952625"/>
                </a:cubicBezTo>
                <a:cubicBezTo>
                  <a:pt x="457678" y="1933894"/>
                  <a:pt x="451544" y="1932502"/>
                  <a:pt x="428625" y="1905000"/>
                </a:cubicBezTo>
                <a:cubicBezTo>
                  <a:pt x="414558" y="1888119"/>
                  <a:pt x="398745" y="1857506"/>
                  <a:pt x="390525" y="1838325"/>
                </a:cubicBezTo>
                <a:cubicBezTo>
                  <a:pt x="386570" y="1829097"/>
                  <a:pt x="384955" y="1818978"/>
                  <a:pt x="381000" y="1809750"/>
                </a:cubicBezTo>
                <a:cubicBezTo>
                  <a:pt x="364644" y="1771586"/>
                  <a:pt x="361360" y="1778816"/>
                  <a:pt x="352425" y="1743075"/>
                </a:cubicBezTo>
                <a:cubicBezTo>
                  <a:pt x="341516" y="1699440"/>
                  <a:pt x="339159" y="1665519"/>
                  <a:pt x="333375" y="1619250"/>
                </a:cubicBezTo>
                <a:cubicBezTo>
                  <a:pt x="330200" y="1539875"/>
                  <a:pt x="329510" y="1460362"/>
                  <a:pt x="323850" y="1381125"/>
                </a:cubicBezTo>
                <a:cubicBezTo>
                  <a:pt x="323135" y="1371110"/>
                  <a:pt x="317083" y="1362204"/>
                  <a:pt x="314325" y="1352550"/>
                </a:cubicBezTo>
                <a:cubicBezTo>
                  <a:pt x="310729" y="1339963"/>
                  <a:pt x="308562" y="1326989"/>
                  <a:pt x="304800" y="1314450"/>
                </a:cubicBezTo>
                <a:cubicBezTo>
                  <a:pt x="299030" y="1295216"/>
                  <a:pt x="292100" y="1276350"/>
                  <a:pt x="285750" y="1257300"/>
                </a:cubicBezTo>
                <a:cubicBezTo>
                  <a:pt x="282575" y="1247775"/>
                  <a:pt x="284579" y="1234294"/>
                  <a:pt x="276225" y="1228725"/>
                </a:cubicBezTo>
                <a:lnTo>
                  <a:pt x="247650" y="1209675"/>
                </a:lnTo>
                <a:lnTo>
                  <a:pt x="190500" y="1123950"/>
                </a:lnTo>
                <a:cubicBezTo>
                  <a:pt x="184150" y="1114425"/>
                  <a:pt x="175070" y="1106235"/>
                  <a:pt x="171450" y="1095375"/>
                </a:cubicBezTo>
                <a:lnTo>
                  <a:pt x="133350" y="981075"/>
                </a:lnTo>
                <a:lnTo>
                  <a:pt x="123825" y="952500"/>
                </a:lnTo>
                <a:cubicBezTo>
                  <a:pt x="115121" y="926387"/>
                  <a:pt x="106691" y="905035"/>
                  <a:pt x="104775" y="876300"/>
                </a:cubicBezTo>
                <a:cubicBezTo>
                  <a:pt x="102663" y="844620"/>
                  <a:pt x="104775" y="812800"/>
                  <a:pt x="104775" y="781050"/>
                </a:cubicBezTo>
                <a:lnTo>
                  <a:pt x="104775" y="781050"/>
                </a:lnTo>
              </a:path>
            </a:pathLst>
          </a:custGeom>
          <a:solidFill>
            <a:schemeClr val="accent1">
              <a:alpha val="13333"/>
            </a:schemeClr>
          </a:solidFill>
          <a:ln w="9525" cap="flat" cmpd="sng">
            <a:solidFill>
              <a:schemeClr val="dk1">
                <a:alpha val="6549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11" name="Google Shape;611;p9"/>
          <p:cNvSpPr/>
          <p:nvPr/>
        </p:nvSpPr>
        <p:spPr>
          <a:xfrm>
            <a:off x="1657350" y="3281558"/>
            <a:ext cx="847725" cy="414142"/>
          </a:xfrm>
          <a:custGeom>
            <a:avLst/>
            <a:gdLst/>
            <a:ahLst/>
            <a:cxnLst/>
            <a:rect l="l" t="t" r="r" b="b"/>
            <a:pathLst>
              <a:path w="847725" h="414142" extrusionOk="0">
                <a:moveTo>
                  <a:pt x="0" y="261742"/>
                </a:moveTo>
                <a:lnTo>
                  <a:pt x="0" y="261742"/>
                </a:lnTo>
                <a:cubicBezTo>
                  <a:pt x="22225" y="245867"/>
                  <a:pt x="43255" y="228169"/>
                  <a:pt x="66675" y="214117"/>
                </a:cubicBezTo>
                <a:cubicBezTo>
                  <a:pt x="75284" y="208951"/>
                  <a:pt x="86473" y="209468"/>
                  <a:pt x="95250" y="204592"/>
                </a:cubicBezTo>
                <a:cubicBezTo>
                  <a:pt x="115264" y="193473"/>
                  <a:pt x="133350" y="179192"/>
                  <a:pt x="152400" y="166492"/>
                </a:cubicBezTo>
                <a:cubicBezTo>
                  <a:pt x="161925" y="160142"/>
                  <a:pt x="170115" y="151062"/>
                  <a:pt x="180975" y="147442"/>
                </a:cubicBezTo>
                <a:lnTo>
                  <a:pt x="209550" y="137917"/>
                </a:lnTo>
                <a:cubicBezTo>
                  <a:pt x="219075" y="128392"/>
                  <a:pt x="227777" y="117966"/>
                  <a:pt x="238125" y="109342"/>
                </a:cubicBezTo>
                <a:cubicBezTo>
                  <a:pt x="246919" y="102013"/>
                  <a:pt x="258605" y="98387"/>
                  <a:pt x="266700" y="90292"/>
                </a:cubicBezTo>
                <a:cubicBezTo>
                  <a:pt x="309784" y="47208"/>
                  <a:pt x="258695" y="70735"/>
                  <a:pt x="314325" y="52192"/>
                </a:cubicBezTo>
                <a:lnTo>
                  <a:pt x="371475" y="71242"/>
                </a:lnTo>
                <a:lnTo>
                  <a:pt x="400050" y="80767"/>
                </a:lnTo>
                <a:cubicBezTo>
                  <a:pt x="441325" y="77592"/>
                  <a:pt x="483187" y="78871"/>
                  <a:pt x="523875" y="71242"/>
                </a:cubicBezTo>
                <a:cubicBezTo>
                  <a:pt x="535127" y="69132"/>
                  <a:pt x="541989" y="56841"/>
                  <a:pt x="552450" y="52192"/>
                </a:cubicBezTo>
                <a:cubicBezTo>
                  <a:pt x="570800" y="44037"/>
                  <a:pt x="592892" y="44281"/>
                  <a:pt x="609600" y="33142"/>
                </a:cubicBezTo>
                <a:cubicBezTo>
                  <a:pt x="649067" y="6830"/>
                  <a:pt x="627069" y="16868"/>
                  <a:pt x="676275" y="4567"/>
                </a:cubicBezTo>
                <a:cubicBezTo>
                  <a:pt x="705846" y="7853"/>
                  <a:pt x="764967" y="1132"/>
                  <a:pt x="790575" y="33142"/>
                </a:cubicBezTo>
                <a:cubicBezTo>
                  <a:pt x="796847" y="40982"/>
                  <a:pt x="795610" y="52737"/>
                  <a:pt x="800100" y="61717"/>
                </a:cubicBezTo>
                <a:cubicBezTo>
                  <a:pt x="845383" y="152283"/>
                  <a:pt x="789053" y="0"/>
                  <a:pt x="838200" y="147442"/>
                </a:cubicBezTo>
                <a:lnTo>
                  <a:pt x="847725" y="176017"/>
                </a:lnTo>
                <a:cubicBezTo>
                  <a:pt x="838200" y="182367"/>
                  <a:pt x="830598" y="195067"/>
                  <a:pt x="819150" y="195067"/>
                </a:cubicBezTo>
                <a:cubicBezTo>
                  <a:pt x="799070" y="195067"/>
                  <a:pt x="762000" y="176017"/>
                  <a:pt x="762000" y="176017"/>
                </a:cubicBezTo>
                <a:cubicBezTo>
                  <a:pt x="659977" y="210025"/>
                  <a:pt x="773339" y="175145"/>
                  <a:pt x="514350" y="195067"/>
                </a:cubicBezTo>
                <a:cubicBezTo>
                  <a:pt x="504339" y="195837"/>
                  <a:pt x="495429" y="201834"/>
                  <a:pt x="485775" y="204592"/>
                </a:cubicBezTo>
                <a:cubicBezTo>
                  <a:pt x="473188" y="208188"/>
                  <a:pt x="460375" y="210942"/>
                  <a:pt x="447675" y="214117"/>
                </a:cubicBezTo>
                <a:cubicBezTo>
                  <a:pt x="438150" y="220467"/>
                  <a:pt x="429339" y="228047"/>
                  <a:pt x="419100" y="233167"/>
                </a:cubicBezTo>
                <a:cubicBezTo>
                  <a:pt x="410120" y="237657"/>
                  <a:pt x="399302" y="237816"/>
                  <a:pt x="390525" y="242692"/>
                </a:cubicBezTo>
                <a:cubicBezTo>
                  <a:pt x="370511" y="253811"/>
                  <a:pt x="355095" y="273552"/>
                  <a:pt x="333375" y="280792"/>
                </a:cubicBezTo>
                <a:cubicBezTo>
                  <a:pt x="323850" y="283967"/>
                  <a:pt x="313577" y="285441"/>
                  <a:pt x="304800" y="290317"/>
                </a:cubicBezTo>
                <a:cubicBezTo>
                  <a:pt x="284786" y="301436"/>
                  <a:pt x="266700" y="315717"/>
                  <a:pt x="247650" y="328417"/>
                </a:cubicBezTo>
                <a:lnTo>
                  <a:pt x="219075" y="347467"/>
                </a:lnTo>
                <a:cubicBezTo>
                  <a:pt x="212800" y="366291"/>
                  <a:pt x="207286" y="391188"/>
                  <a:pt x="190500" y="404617"/>
                </a:cubicBezTo>
                <a:cubicBezTo>
                  <a:pt x="182660" y="410889"/>
                  <a:pt x="171450" y="410967"/>
                  <a:pt x="161925" y="414142"/>
                </a:cubicBezTo>
                <a:cubicBezTo>
                  <a:pt x="152400" y="410967"/>
                  <a:pt x="140450" y="411717"/>
                  <a:pt x="133350" y="404617"/>
                </a:cubicBezTo>
                <a:cubicBezTo>
                  <a:pt x="126250" y="397517"/>
                  <a:pt x="129394" y="384396"/>
                  <a:pt x="123825" y="376042"/>
                </a:cubicBezTo>
                <a:cubicBezTo>
                  <a:pt x="90951" y="326732"/>
                  <a:pt x="82512" y="366402"/>
                  <a:pt x="57150" y="290317"/>
                </a:cubicBezTo>
                <a:cubicBezTo>
                  <a:pt x="36680" y="228907"/>
                  <a:pt x="9525" y="266505"/>
                  <a:pt x="0" y="261742"/>
                </a:cubicBezTo>
                <a:close/>
              </a:path>
            </a:pathLst>
          </a:custGeom>
          <a:solidFill>
            <a:schemeClr val="accent1">
              <a:alpha val="13333"/>
            </a:schemeClr>
          </a:solidFill>
          <a:ln w="9525" cap="flat" cmpd="sng">
            <a:solidFill>
              <a:schemeClr val="dk1">
                <a:alpha val="6549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12" name="Google Shape;612;p9"/>
          <p:cNvSpPr/>
          <p:nvPr/>
        </p:nvSpPr>
        <p:spPr>
          <a:xfrm>
            <a:off x="3194871" y="1476375"/>
            <a:ext cx="310329" cy="342900"/>
          </a:xfrm>
          <a:custGeom>
            <a:avLst/>
            <a:gdLst/>
            <a:ahLst/>
            <a:cxnLst/>
            <a:rect l="l" t="t" r="r" b="b"/>
            <a:pathLst>
              <a:path w="310329" h="342900" extrusionOk="0">
                <a:moveTo>
                  <a:pt x="62679" y="66675"/>
                </a:moveTo>
                <a:lnTo>
                  <a:pt x="62679" y="66675"/>
                </a:lnTo>
                <a:cubicBezTo>
                  <a:pt x="73093" y="57748"/>
                  <a:pt x="123496" y="0"/>
                  <a:pt x="157929" y="0"/>
                </a:cubicBezTo>
                <a:cubicBezTo>
                  <a:pt x="186680" y="0"/>
                  <a:pt x="215079" y="6350"/>
                  <a:pt x="243654" y="9525"/>
                </a:cubicBezTo>
                <a:cubicBezTo>
                  <a:pt x="250004" y="19050"/>
                  <a:pt x="255375" y="29306"/>
                  <a:pt x="262704" y="38100"/>
                </a:cubicBezTo>
                <a:cubicBezTo>
                  <a:pt x="271328" y="48448"/>
                  <a:pt x="283807" y="55467"/>
                  <a:pt x="291279" y="66675"/>
                </a:cubicBezTo>
                <a:cubicBezTo>
                  <a:pt x="299647" y="79227"/>
                  <a:pt x="308955" y="136005"/>
                  <a:pt x="310329" y="142875"/>
                </a:cubicBezTo>
                <a:cubicBezTo>
                  <a:pt x="307154" y="184150"/>
                  <a:pt x="305939" y="225623"/>
                  <a:pt x="300804" y="266700"/>
                </a:cubicBezTo>
                <a:cubicBezTo>
                  <a:pt x="299559" y="276663"/>
                  <a:pt x="298379" y="288175"/>
                  <a:pt x="291279" y="295275"/>
                </a:cubicBezTo>
                <a:cubicBezTo>
                  <a:pt x="284179" y="302375"/>
                  <a:pt x="272444" y="302365"/>
                  <a:pt x="262704" y="304800"/>
                </a:cubicBezTo>
                <a:cubicBezTo>
                  <a:pt x="208322" y="318395"/>
                  <a:pt x="225869" y="309183"/>
                  <a:pt x="176979" y="323850"/>
                </a:cubicBezTo>
                <a:cubicBezTo>
                  <a:pt x="157745" y="329620"/>
                  <a:pt x="119829" y="342900"/>
                  <a:pt x="119829" y="342900"/>
                </a:cubicBezTo>
                <a:cubicBezTo>
                  <a:pt x="107622" y="339848"/>
                  <a:pt x="66819" y="330682"/>
                  <a:pt x="53154" y="323850"/>
                </a:cubicBezTo>
                <a:cubicBezTo>
                  <a:pt x="42915" y="318730"/>
                  <a:pt x="34104" y="311150"/>
                  <a:pt x="24579" y="304800"/>
                </a:cubicBezTo>
                <a:cubicBezTo>
                  <a:pt x="0" y="231062"/>
                  <a:pt x="9149" y="270410"/>
                  <a:pt x="24579" y="123825"/>
                </a:cubicBezTo>
                <a:cubicBezTo>
                  <a:pt x="25630" y="113840"/>
                  <a:pt x="56329" y="76200"/>
                  <a:pt x="62679" y="66675"/>
                </a:cubicBezTo>
                <a:close/>
              </a:path>
            </a:pathLst>
          </a:custGeom>
          <a:solidFill>
            <a:schemeClr val="accent1">
              <a:alpha val="9411"/>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13" name="Google Shape;613;p9"/>
          <p:cNvSpPr txBox="1"/>
          <p:nvPr/>
        </p:nvSpPr>
        <p:spPr>
          <a:xfrm>
            <a:off x="609600" y="4191000"/>
            <a:ext cx="1066800" cy="430887"/>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Anterolateral system</a:t>
            </a:r>
            <a:endParaRPr sz="1400" b="0" i="0" u="none" strike="noStrike" cap="none">
              <a:solidFill>
                <a:srgbClr val="000000"/>
              </a:solidFill>
              <a:latin typeface="Arial"/>
              <a:ea typeface="Arial"/>
              <a:cs typeface="Arial"/>
              <a:sym typeface="Arial"/>
            </a:endParaRPr>
          </a:p>
        </p:txBody>
      </p:sp>
      <p:sp>
        <p:nvSpPr>
          <p:cNvPr id="614" name="Google Shape;614;p9"/>
          <p:cNvSpPr txBox="1"/>
          <p:nvPr/>
        </p:nvSpPr>
        <p:spPr>
          <a:xfrm>
            <a:off x="0" y="3581400"/>
            <a:ext cx="1828800" cy="600164"/>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Pontine reticulospinal tract &amp; Lateral Vestibulospinal tract</a:t>
            </a:r>
            <a:endParaRPr sz="1400" b="0" i="0" u="none" strike="noStrike" cap="none">
              <a:solidFill>
                <a:srgbClr val="000000"/>
              </a:solidFill>
              <a:latin typeface="Arial"/>
              <a:ea typeface="Arial"/>
              <a:cs typeface="Arial"/>
              <a:sym typeface="Arial"/>
            </a:endParaRPr>
          </a:p>
        </p:txBody>
      </p:sp>
      <p:sp>
        <p:nvSpPr>
          <p:cNvPr id="615" name="Google Shape;615;p9"/>
          <p:cNvSpPr txBox="1"/>
          <p:nvPr/>
        </p:nvSpPr>
        <p:spPr>
          <a:xfrm>
            <a:off x="1828800" y="1447800"/>
            <a:ext cx="762000" cy="55399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Lateral Cuneatus  Nucleau</a:t>
            </a:r>
            <a:endParaRPr sz="1000" b="1" i="0" u="none" strike="noStrike" cap="none">
              <a:solidFill>
                <a:schemeClr val="lt1"/>
              </a:solidFill>
              <a:latin typeface="Times"/>
              <a:ea typeface="Times"/>
              <a:cs typeface="Times"/>
              <a:sym typeface="Times"/>
            </a:endParaRPr>
          </a:p>
        </p:txBody>
      </p:sp>
      <p:sp>
        <p:nvSpPr>
          <p:cNvPr id="616" name="Google Shape;616;p9"/>
          <p:cNvSpPr txBox="1"/>
          <p:nvPr/>
        </p:nvSpPr>
        <p:spPr>
          <a:xfrm>
            <a:off x="0" y="2438400"/>
            <a:ext cx="1295400" cy="600164"/>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Ventral Spinocerebellar Tract</a:t>
            </a:r>
            <a:endParaRPr sz="1400" b="0" i="0" u="none" strike="noStrike" cap="none">
              <a:solidFill>
                <a:srgbClr val="000000"/>
              </a:solidFill>
              <a:latin typeface="Arial"/>
              <a:ea typeface="Arial"/>
              <a:cs typeface="Arial"/>
              <a:sym typeface="Arial"/>
            </a:endParaRPr>
          </a:p>
        </p:txBody>
      </p:sp>
      <p:sp>
        <p:nvSpPr>
          <p:cNvPr id="617" name="Google Shape;617;p9"/>
          <p:cNvSpPr txBox="1"/>
          <p:nvPr/>
        </p:nvSpPr>
        <p:spPr>
          <a:xfrm>
            <a:off x="3352800" y="5334000"/>
            <a:ext cx="1219200" cy="261610"/>
          </a:xfrm>
          <a:prstGeom prst="rect">
            <a:avLst/>
          </a:prstGeom>
          <a:solidFill>
            <a:schemeClr val="accent1">
              <a:alpha val="60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Pyramidal Tract</a:t>
            </a:r>
            <a:endParaRPr sz="1400" b="0" i="0" u="none" strike="noStrike" cap="none">
              <a:solidFill>
                <a:srgbClr val="000000"/>
              </a:solidFill>
              <a:latin typeface="Arial"/>
              <a:ea typeface="Arial"/>
              <a:cs typeface="Arial"/>
              <a:sym typeface="Arial"/>
            </a:endParaRPr>
          </a:p>
        </p:txBody>
      </p:sp>
      <p:sp>
        <p:nvSpPr>
          <p:cNvPr id="618" name="Google Shape;618;p9"/>
          <p:cNvSpPr txBox="1"/>
          <p:nvPr/>
        </p:nvSpPr>
        <p:spPr>
          <a:xfrm>
            <a:off x="228600" y="3048000"/>
            <a:ext cx="1143000" cy="430887"/>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Rubrospinal Tract</a:t>
            </a:r>
            <a:endParaRPr sz="1400" b="0" i="0" u="none" strike="noStrike" cap="none">
              <a:solidFill>
                <a:srgbClr val="000000"/>
              </a:solidFill>
              <a:latin typeface="Arial"/>
              <a:ea typeface="Arial"/>
              <a:cs typeface="Arial"/>
              <a:sym typeface="Arial"/>
            </a:endParaRPr>
          </a:p>
        </p:txBody>
      </p:sp>
      <p:sp>
        <p:nvSpPr>
          <p:cNvPr id="619" name="Google Shape;619;p9"/>
          <p:cNvSpPr txBox="1"/>
          <p:nvPr/>
        </p:nvSpPr>
        <p:spPr>
          <a:xfrm>
            <a:off x="4724400" y="1828800"/>
            <a:ext cx="1600200" cy="246221"/>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Hypoglossal Nucleus</a:t>
            </a:r>
            <a:endParaRPr sz="1400" b="0" i="0" u="none" strike="noStrike" cap="none">
              <a:solidFill>
                <a:srgbClr val="000000"/>
              </a:solidFill>
              <a:latin typeface="Arial"/>
              <a:ea typeface="Arial"/>
              <a:cs typeface="Arial"/>
              <a:sym typeface="Arial"/>
            </a:endParaRPr>
          </a:p>
        </p:txBody>
      </p:sp>
      <p:sp>
        <p:nvSpPr>
          <p:cNvPr id="620" name="Google Shape;620;p9"/>
          <p:cNvSpPr txBox="1"/>
          <p:nvPr/>
        </p:nvSpPr>
        <p:spPr>
          <a:xfrm>
            <a:off x="4800600" y="2819400"/>
            <a:ext cx="1219200" cy="246221"/>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Techtospinal tract</a:t>
            </a:r>
            <a:endParaRPr sz="1400" b="0" i="0" u="none" strike="noStrike" cap="none">
              <a:solidFill>
                <a:srgbClr val="000000"/>
              </a:solidFill>
              <a:latin typeface="Arial"/>
              <a:ea typeface="Arial"/>
              <a:cs typeface="Arial"/>
              <a:sym typeface="Arial"/>
            </a:endParaRPr>
          </a:p>
        </p:txBody>
      </p:sp>
      <p:sp>
        <p:nvSpPr>
          <p:cNvPr id="621" name="Google Shape;621;p9"/>
          <p:cNvSpPr txBox="1"/>
          <p:nvPr/>
        </p:nvSpPr>
        <p:spPr>
          <a:xfrm>
            <a:off x="1752600" y="2209800"/>
            <a:ext cx="914400"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Spinal Trigeminal Tract &amp; Nucleus</a:t>
            </a:r>
            <a:endParaRPr sz="1400" b="0" i="0" u="none" strike="noStrike" cap="none">
              <a:solidFill>
                <a:srgbClr val="000000"/>
              </a:solidFill>
              <a:latin typeface="Arial"/>
              <a:ea typeface="Arial"/>
              <a:cs typeface="Arial"/>
              <a:sym typeface="Arial"/>
            </a:endParaRPr>
          </a:p>
        </p:txBody>
      </p:sp>
      <p:sp>
        <p:nvSpPr>
          <p:cNvPr id="622" name="Google Shape;622;p9"/>
          <p:cNvSpPr txBox="1"/>
          <p:nvPr/>
        </p:nvSpPr>
        <p:spPr>
          <a:xfrm>
            <a:off x="1066800" y="5867400"/>
            <a:ext cx="2057400" cy="40011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Accessory Inferior Olivary Nucleus</a:t>
            </a:r>
            <a:endParaRPr sz="1400" b="0" i="0" u="none" strike="noStrike" cap="none">
              <a:solidFill>
                <a:srgbClr val="000000"/>
              </a:solidFill>
              <a:latin typeface="Arial"/>
              <a:ea typeface="Arial"/>
              <a:cs typeface="Arial"/>
              <a:sym typeface="Arial"/>
            </a:endParaRPr>
          </a:p>
        </p:txBody>
      </p:sp>
      <p:sp>
        <p:nvSpPr>
          <p:cNvPr id="623" name="Google Shape;623;p9"/>
          <p:cNvSpPr txBox="1"/>
          <p:nvPr/>
        </p:nvSpPr>
        <p:spPr>
          <a:xfrm>
            <a:off x="4724400" y="3886200"/>
            <a:ext cx="914400" cy="40011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Lemniscus</a:t>
            </a:r>
            <a:endParaRPr sz="1000" b="1" i="0" u="none" strike="noStrike" cap="none">
              <a:solidFill>
                <a:schemeClr val="dk1"/>
              </a:solidFill>
              <a:latin typeface="Times"/>
              <a:ea typeface="Times"/>
              <a:cs typeface="Times"/>
              <a:sym typeface="Times"/>
            </a:endParaRPr>
          </a:p>
        </p:txBody>
      </p:sp>
      <p:sp>
        <p:nvSpPr>
          <p:cNvPr id="624" name="Google Shape;624;p9"/>
          <p:cNvSpPr txBox="1"/>
          <p:nvPr/>
        </p:nvSpPr>
        <p:spPr>
          <a:xfrm>
            <a:off x="3962400" y="1143000"/>
            <a:ext cx="1447800" cy="246221"/>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Dorsal Motor Nucleus</a:t>
            </a:r>
            <a:endParaRPr sz="1400" b="0" i="0" u="none" strike="noStrike" cap="none">
              <a:solidFill>
                <a:srgbClr val="000000"/>
              </a:solidFill>
              <a:latin typeface="Arial"/>
              <a:ea typeface="Arial"/>
              <a:cs typeface="Arial"/>
              <a:sym typeface="Arial"/>
            </a:endParaRPr>
          </a:p>
        </p:txBody>
      </p:sp>
      <p:sp>
        <p:nvSpPr>
          <p:cNvPr id="625" name="Google Shape;625;p9"/>
          <p:cNvSpPr txBox="1"/>
          <p:nvPr/>
        </p:nvSpPr>
        <p:spPr>
          <a:xfrm>
            <a:off x="3810000" y="838200"/>
            <a:ext cx="1295400" cy="246221"/>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Solitary Nucleus</a:t>
            </a:r>
            <a:endParaRPr sz="1400" b="0" i="0" u="none" strike="noStrike" cap="none">
              <a:solidFill>
                <a:srgbClr val="000000"/>
              </a:solidFill>
              <a:latin typeface="Arial"/>
              <a:ea typeface="Arial"/>
              <a:cs typeface="Arial"/>
              <a:sym typeface="Arial"/>
            </a:endParaRPr>
          </a:p>
        </p:txBody>
      </p:sp>
      <p:sp>
        <p:nvSpPr>
          <p:cNvPr id="626" name="Google Shape;626;p9"/>
          <p:cNvSpPr txBox="1"/>
          <p:nvPr/>
        </p:nvSpPr>
        <p:spPr>
          <a:xfrm>
            <a:off x="4724400" y="2362200"/>
            <a:ext cx="1981200" cy="246221"/>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Longitudnal Fasciculus</a:t>
            </a:r>
            <a:endParaRPr sz="1400" b="0" i="0" u="none" strike="noStrike" cap="none">
              <a:solidFill>
                <a:srgbClr val="000000"/>
              </a:solidFill>
              <a:latin typeface="Arial"/>
              <a:ea typeface="Arial"/>
              <a:cs typeface="Arial"/>
              <a:sym typeface="Arial"/>
            </a:endParaRPr>
          </a:p>
        </p:txBody>
      </p:sp>
      <p:sp>
        <p:nvSpPr>
          <p:cNvPr id="627" name="Google Shape;627;p9"/>
          <p:cNvSpPr txBox="1"/>
          <p:nvPr/>
        </p:nvSpPr>
        <p:spPr>
          <a:xfrm>
            <a:off x="304800" y="1066800"/>
            <a:ext cx="990600" cy="600164"/>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Inferior Cerebellar Peduncle</a:t>
            </a:r>
            <a:endParaRPr sz="1400" b="0" i="0" u="none" strike="noStrike" cap="none">
              <a:solidFill>
                <a:srgbClr val="000000"/>
              </a:solidFill>
              <a:latin typeface="Arial"/>
              <a:ea typeface="Arial"/>
              <a:cs typeface="Arial"/>
              <a:sym typeface="Arial"/>
            </a:endParaRPr>
          </a:p>
        </p:txBody>
      </p:sp>
      <p:sp>
        <p:nvSpPr>
          <p:cNvPr id="628" name="Google Shape;628;p9"/>
          <p:cNvSpPr txBox="1"/>
          <p:nvPr/>
        </p:nvSpPr>
        <p:spPr>
          <a:xfrm>
            <a:off x="3048000" y="2438400"/>
            <a:ext cx="914400" cy="57708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chemeClr val="lt1"/>
                </a:solidFill>
                <a:latin typeface="Times"/>
                <a:ea typeface="Times"/>
                <a:cs typeface="Times"/>
                <a:sym typeface="Times"/>
              </a:rPr>
              <a:t>Medullary reticular formation</a:t>
            </a:r>
            <a:endParaRPr sz="1400" b="0" i="0" u="none" strike="noStrike" cap="none">
              <a:solidFill>
                <a:srgbClr val="000000"/>
              </a:solidFill>
              <a:latin typeface="Arial"/>
              <a:ea typeface="Arial"/>
              <a:cs typeface="Arial"/>
              <a:sym typeface="Arial"/>
            </a:endParaRPr>
          </a:p>
        </p:txBody>
      </p:sp>
      <p:sp>
        <p:nvSpPr>
          <p:cNvPr id="629" name="Google Shape;629;p9"/>
          <p:cNvSpPr txBox="1"/>
          <p:nvPr/>
        </p:nvSpPr>
        <p:spPr>
          <a:xfrm>
            <a:off x="609600" y="4800600"/>
            <a:ext cx="1143000" cy="40011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Central Tegmental Tract</a:t>
            </a:r>
            <a:endParaRPr sz="1400" b="0" i="0" u="none" strike="noStrike" cap="none">
              <a:solidFill>
                <a:srgbClr val="000000"/>
              </a:solidFill>
              <a:latin typeface="Arial"/>
              <a:ea typeface="Arial"/>
              <a:cs typeface="Arial"/>
              <a:sym typeface="Arial"/>
            </a:endParaRPr>
          </a:p>
        </p:txBody>
      </p:sp>
      <p:sp>
        <p:nvSpPr>
          <p:cNvPr id="630" name="Google Shape;630;p9"/>
          <p:cNvSpPr txBox="1"/>
          <p:nvPr/>
        </p:nvSpPr>
        <p:spPr>
          <a:xfrm>
            <a:off x="762000" y="5257800"/>
            <a:ext cx="1371600" cy="40011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Principal Inferior Olivary Nucleus</a:t>
            </a:r>
            <a:endParaRPr sz="1400" b="0" i="0" u="none" strike="noStrike" cap="none">
              <a:solidFill>
                <a:srgbClr val="000000"/>
              </a:solidFill>
              <a:latin typeface="Arial"/>
              <a:ea typeface="Arial"/>
              <a:cs typeface="Arial"/>
              <a:sym typeface="Arial"/>
            </a:endParaRPr>
          </a:p>
        </p:txBody>
      </p:sp>
      <p:sp>
        <p:nvSpPr>
          <p:cNvPr id="631" name="Google Shape;631;p9"/>
          <p:cNvSpPr txBox="1"/>
          <p:nvPr/>
        </p:nvSpPr>
        <p:spPr>
          <a:xfrm>
            <a:off x="4572000" y="1447800"/>
            <a:ext cx="2133600" cy="246221"/>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Dorsal Longitudnal Fasciculus</a:t>
            </a:r>
            <a:endParaRPr sz="1400" b="0" i="0" u="none" strike="noStrike" cap="none">
              <a:solidFill>
                <a:srgbClr val="000000"/>
              </a:solidFill>
              <a:latin typeface="Arial"/>
              <a:ea typeface="Arial"/>
              <a:cs typeface="Arial"/>
              <a:sym typeface="Arial"/>
            </a:endParaRPr>
          </a:p>
        </p:txBody>
      </p:sp>
      <p:sp>
        <p:nvSpPr>
          <p:cNvPr id="632" name="Google Shape;632;p9"/>
          <p:cNvSpPr/>
          <p:nvPr/>
        </p:nvSpPr>
        <p:spPr>
          <a:xfrm>
            <a:off x="3048000" y="1371600"/>
            <a:ext cx="609600" cy="533400"/>
          </a:xfrm>
          <a:custGeom>
            <a:avLst/>
            <a:gdLst/>
            <a:ahLst/>
            <a:cxnLst/>
            <a:rect l="l" t="t" r="r" b="b"/>
            <a:pathLst>
              <a:path w="520700" h="571500" extrusionOk="0">
                <a:moveTo>
                  <a:pt x="0" y="304800"/>
                </a:moveTo>
                <a:lnTo>
                  <a:pt x="0" y="304800"/>
                </a:lnTo>
                <a:cubicBezTo>
                  <a:pt x="12700" y="270933"/>
                  <a:pt x="25739" y="237192"/>
                  <a:pt x="38100" y="203200"/>
                </a:cubicBezTo>
                <a:cubicBezTo>
                  <a:pt x="42675" y="190619"/>
                  <a:pt x="44299" y="176802"/>
                  <a:pt x="50800" y="165100"/>
                </a:cubicBezTo>
                <a:cubicBezTo>
                  <a:pt x="65625" y="138415"/>
                  <a:pt x="84667" y="114300"/>
                  <a:pt x="101600" y="88900"/>
                </a:cubicBezTo>
                <a:cubicBezTo>
                  <a:pt x="120342" y="60787"/>
                  <a:pt x="135764" y="32257"/>
                  <a:pt x="165100" y="12700"/>
                </a:cubicBezTo>
                <a:cubicBezTo>
                  <a:pt x="176239" y="5274"/>
                  <a:pt x="190500" y="4233"/>
                  <a:pt x="203200" y="0"/>
                </a:cubicBezTo>
                <a:cubicBezTo>
                  <a:pt x="235962" y="4680"/>
                  <a:pt x="294734" y="7667"/>
                  <a:pt x="330200" y="25400"/>
                </a:cubicBezTo>
                <a:cubicBezTo>
                  <a:pt x="343852" y="32226"/>
                  <a:pt x="355600" y="42333"/>
                  <a:pt x="368300" y="50800"/>
                </a:cubicBezTo>
                <a:cubicBezTo>
                  <a:pt x="376767" y="63500"/>
                  <a:pt x="382907" y="78107"/>
                  <a:pt x="393700" y="88900"/>
                </a:cubicBezTo>
                <a:cubicBezTo>
                  <a:pt x="449396" y="144596"/>
                  <a:pt x="417886" y="79580"/>
                  <a:pt x="469900" y="152400"/>
                </a:cubicBezTo>
                <a:cubicBezTo>
                  <a:pt x="498084" y="191858"/>
                  <a:pt x="495338" y="209684"/>
                  <a:pt x="508000" y="254000"/>
                </a:cubicBezTo>
                <a:cubicBezTo>
                  <a:pt x="511678" y="266872"/>
                  <a:pt x="516467" y="279400"/>
                  <a:pt x="520700" y="292100"/>
                </a:cubicBezTo>
                <a:cubicBezTo>
                  <a:pt x="516467" y="325967"/>
                  <a:pt x="513611" y="360034"/>
                  <a:pt x="508000" y="393700"/>
                </a:cubicBezTo>
                <a:cubicBezTo>
                  <a:pt x="502171" y="428676"/>
                  <a:pt x="495737" y="456763"/>
                  <a:pt x="469900" y="482600"/>
                </a:cubicBezTo>
                <a:cubicBezTo>
                  <a:pt x="459107" y="493393"/>
                  <a:pt x="445452" y="501174"/>
                  <a:pt x="431800" y="508000"/>
                </a:cubicBezTo>
                <a:cubicBezTo>
                  <a:pt x="419826" y="513987"/>
                  <a:pt x="405674" y="514713"/>
                  <a:pt x="393700" y="520700"/>
                </a:cubicBezTo>
                <a:cubicBezTo>
                  <a:pt x="380048" y="527526"/>
                  <a:pt x="370189" y="541611"/>
                  <a:pt x="355600" y="546100"/>
                </a:cubicBezTo>
                <a:cubicBezTo>
                  <a:pt x="314337" y="558796"/>
                  <a:pt x="228600" y="571500"/>
                  <a:pt x="228600" y="571500"/>
                </a:cubicBezTo>
                <a:cubicBezTo>
                  <a:pt x="199334" y="566622"/>
                  <a:pt x="145564" y="561732"/>
                  <a:pt x="114300" y="546100"/>
                </a:cubicBezTo>
                <a:cubicBezTo>
                  <a:pt x="100648" y="539274"/>
                  <a:pt x="88900" y="529167"/>
                  <a:pt x="76200" y="520700"/>
                </a:cubicBezTo>
                <a:lnTo>
                  <a:pt x="25400" y="368300"/>
                </a:lnTo>
                <a:cubicBezTo>
                  <a:pt x="21167" y="355600"/>
                  <a:pt x="12700" y="343587"/>
                  <a:pt x="12700" y="330200"/>
                </a:cubicBezTo>
                <a:lnTo>
                  <a:pt x="12700" y="241300"/>
                </a:lnTo>
                <a:lnTo>
                  <a:pt x="12700" y="254000"/>
                </a:lnTo>
              </a:path>
            </a:pathLst>
          </a:cu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800"/>
              <a:buFont typeface="Times"/>
              <a:buNone/>
            </a:pPr>
            <a:r>
              <a:rPr lang="en-US" sz="800" b="1" i="0" u="none" strike="noStrike" cap="none">
                <a:solidFill>
                  <a:schemeClr val="lt1"/>
                </a:solidFill>
                <a:latin typeface="Times"/>
                <a:ea typeface="Times"/>
                <a:cs typeface="Times"/>
                <a:sym typeface="Times"/>
              </a:rPr>
              <a:t>Solitary Nucleus Tract</a:t>
            </a:r>
            <a:endParaRPr sz="1400" b="0" i="0" u="none" strike="noStrike" cap="none">
              <a:solidFill>
                <a:srgbClr val="000000"/>
              </a:solidFill>
              <a:latin typeface="Arial"/>
              <a:ea typeface="Arial"/>
              <a:cs typeface="Arial"/>
              <a:sym typeface="Arial"/>
            </a:endParaRPr>
          </a:p>
        </p:txBody>
      </p:sp>
      <p:sp>
        <p:nvSpPr>
          <p:cNvPr id="633" name="Google Shape;633;p9"/>
          <p:cNvSpPr/>
          <p:nvPr/>
        </p:nvSpPr>
        <p:spPr>
          <a:xfrm>
            <a:off x="2209800" y="2667000"/>
            <a:ext cx="762000" cy="535304"/>
          </a:xfrm>
          <a:custGeom>
            <a:avLst/>
            <a:gdLst/>
            <a:ahLst/>
            <a:cxnLst/>
            <a:rect l="l" t="t" r="r" b="b"/>
            <a:pathLst>
              <a:path w="665407" h="535304" extrusionOk="0">
                <a:moveTo>
                  <a:pt x="32322" y="130465"/>
                </a:moveTo>
                <a:lnTo>
                  <a:pt x="32322" y="130465"/>
                </a:lnTo>
                <a:cubicBezTo>
                  <a:pt x="122587" y="67279"/>
                  <a:pt x="122657" y="49255"/>
                  <a:pt x="197422" y="28865"/>
                </a:cubicBezTo>
                <a:cubicBezTo>
                  <a:pt x="231101" y="19680"/>
                  <a:pt x="299022" y="3465"/>
                  <a:pt x="299022" y="3465"/>
                </a:cubicBezTo>
                <a:cubicBezTo>
                  <a:pt x="327116" y="5472"/>
                  <a:pt x="457191" y="0"/>
                  <a:pt x="514922" y="28865"/>
                </a:cubicBezTo>
                <a:cubicBezTo>
                  <a:pt x="528574" y="35691"/>
                  <a:pt x="540322" y="45798"/>
                  <a:pt x="553022" y="54265"/>
                </a:cubicBezTo>
                <a:cubicBezTo>
                  <a:pt x="563351" y="85253"/>
                  <a:pt x="566503" y="105846"/>
                  <a:pt x="591122" y="130465"/>
                </a:cubicBezTo>
                <a:cubicBezTo>
                  <a:pt x="601915" y="141258"/>
                  <a:pt x="616522" y="147398"/>
                  <a:pt x="629222" y="155865"/>
                </a:cubicBezTo>
                <a:cubicBezTo>
                  <a:pt x="661277" y="252030"/>
                  <a:pt x="665407" y="228940"/>
                  <a:pt x="641922" y="346365"/>
                </a:cubicBezTo>
                <a:cubicBezTo>
                  <a:pt x="624989" y="431032"/>
                  <a:pt x="635572" y="416215"/>
                  <a:pt x="578422" y="435265"/>
                </a:cubicBezTo>
                <a:cubicBezTo>
                  <a:pt x="569955" y="447965"/>
                  <a:pt x="564941" y="463830"/>
                  <a:pt x="553022" y="473365"/>
                </a:cubicBezTo>
                <a:cubicBezTo>
                  <a:pt x="542569" y="481728"/>
                  <a:pt x="526896" y="480078"/>
                  <a:pt x="514922" y="486065"/>
                </a:cubicBezTo>
                <a:cubicBezTo>
                  <a:pt x="416445" y="535304"/>
                  <a:pt x="534487" y="492243"/>
                  <a:pt x="438722" y="524165"/>
                </a:cubicBezTo>
                <a:cubicBezTo>
                  <a:pt x="383689" y="519932"/>
                  <a:pt x="328142" y="520073"/>
                  <a:pt x="273622" y="511465"/>
                </a:cubicBezTo>
                <a:cubicBezTo>
                  <a:pt x="247176" y="507289"/>
                  <a:pt x="197422" y="486065"/>
                  <a:pt x="197422" y="486065"/>
                </a:cubicBezTo>
                <a:cubicBezTo>
                  <a:pt x="184722" y="473365"/>
                  <a:pt x="170820" y="461763"/>
                  <a:pt x="159322" y="447965"/>
                </a:cubicBezTo>
                <a:cubicBezTo>
                  <a:pt x="149551" y="436239"/>
                  <a:pt x="145409" y="419916"/>
                  <a:pt x="133922" y="409865"/>
                </a:cubicBezTo>
                <a:cubicBezTo>
                  <a:pt x="110948" y="389763"/>
                  <a:pt x="57722" y="359065"/>
                  <a:pt x="57722" y="359065"/>
                </a:cubicBezTo>
                <a:lnTo>
                  <a:pt x="19622" y="244765"/>
                </a:lnTo>
                <a:lnTo>
                  <a:pt x="6922" y="206665"/>
                </a:lnTo>
                <a:cubicBezTo>
                  <a:pt x="19088" y="133668"/>
                  <a:pt x="0" y="133926"/>
                  <a:pt x="57722" y="105065"/>
                </a:cubicBezTo>
                <a:cubicBezTo>
                  <a:pt x="61508" y="103172"/>
                  <a:pt x="36555" y="126232"/>
                  <a:pt x="32322" y="130465"/>
                </a:cubicBezTo>
                <a:close/>
              </a:path>
            </a:pathLst>
          </a:cu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800"/>
              <a:buFont typeface="Times"/>
              <a:buNone/>
            </a:pPr>
            <a:endParaRPr sz="800" b="1" i="0" u="none" strike="noStrike" cap="none">
              <a:solidFill>
                <a:schemeClr val="lt1"/>
              </a:solidFill>
              <a:latin typeface="Times"/>
              <a:ea typeface="Times"/>
              <a:cs typeface="Times"/>
              <a:sym typeface="Times"/>
            </a:endParaRPr>
          </a:p>
          <a:p>
            <a:pPr marL="0" marR="0" lvl="0" indent="0" algn="ctr" rtl="0">
              <a:lnSpc>
                <a:spcPct val="100000"/>
              </a:lnSpc>
              <a:spcBef>
                <a:spcPts val="0"/>
              </a:spcBef>
              <a:spcAft>
                <a:spcPts val="0"/>
              </a:spcAft>
              <a:buClr>
                <a:schemeClr val="lt1"/>
              </a:buClr>
              <a:buSzPts val="900"/>
              <a:buFont typeface="Times"/>
              <a:buNone/>
            </a:pPr>
            <a:r>
              <a:rPr lang="en-US" sz="900" b="1" i="0" u="none" strike="noStrike" cap="none">
                <a:solidFill>
                  <a:schemeClr val="lt1"/>
                </a:solidFill>
                <a:latin typeface="Times"/>
                <a:ea typeface="Times"/>
                <a:cs typeface="Times"/>
                <a:sym typeface="Times"/>
              </a:rPr>
              <a:t>Nucleus Ambiguous</a:t>
            </a:r>
            <a:endParaRPr sz="900" b="1" i="0" u="none" strike="noStrike" cap="none">
              <a:solidFill>
                <a:schemeClr val="lt1"/>
              </a:solidFill>
              <a:latin typeface="Times"/>
              <a:ea typeface="Times"/>
              <a:cs typeface="Times"/>
              <a:sym typeface="Times"/>
            </a:endParaRPr>
          </a:p>
        </p:txBody>
      </p:sp>
      <p:sp>
        <p:nvSpPr>
          <p:cNvPr id="634" name="Google Shape;634;p9"/>
          <p:cNvSpPr txBox="1"/>
          <p:nvPr/>
        </p:nvSpPr>
        <p:spPr>
          <a:xfrm>
            <a:off x="3200400" y="228600"/>
            <a:ext cx="914400" cy="553998"/>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Vestibular Nucleus</a:t>
            </a:r>
            <a:endParaRPr sz="1400" b="0" i="0" u="none" strike="noStrike" cap="none">
              <a:solidFill>
                <a:srgbClr val="000000"/>
              </a:solidFill>
              <a:latin typeface="Arial"/>
              <a:ea typeface="Arial"/>
              <a:cs typeface="Arial"/>
              <a:sym typeface="Arial"/>
            </a:endParaRPr>
          </a:p>
        </p:txBody>
      </p:sp>
      <p:sp>
        <p:nvSpPr>
          <p:cNvPr id="635" name="Google Shape;635;p9"/>
          <p:cNvSpPr txBox="1"/>
          <p:nvPr/>
        </p:nvSpPr>
        <p:spPr>
          <a:xfrm>
            <a:off x="2057400" y="152400"/>
            <a:ext cx="914400" cy="553998"/>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Spinal Vestibular Nucleus</a:t>
            </a:r>
            <a:endParaRPr sz="1400" b="0" i="0" u="none" strike="noStrike" cap="none">
              <a:solidFill>
                <a:srgbClr val="000000"/>
              </a:solidFill>
              <a:latin typeface="Arial"/>
              <a:ea typeface="Arial"/>
              <a:cs typeface="Arial"/>
              <a:sym typeface="Arial"/>
            </a:endParaRPr>
          </a:p>
        </p:txBody>
      </p:sp>
      <p:sp>
        <p:nvSpPr>
          <p:cNvPr id="636" name="Google Shape;636;p9"/>
          <p:cNvSpPr txBox="1"/>
          <p:nvPr/>
        </p:nvSpPr>
        <p:spPr>
          <a:xfrm>
            <a:off x="2438400" y="3124200"/>
            <a:ext cx="685800" cy="507831"/>
          </a:xfrm>
          <a:prstGeom prst="rect">
            <a:avLst/>
          </a:prstGeom>
          <a:solidFill>
            <a:srgbClr val="F75766">
              <a:alpha val="37254"/>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chemeClr val="lt1"/>
                </a:solidFill>
                <a:latin typeface="Times"/>
                <a:ea typeface="Times"/>
                <a:cs typeface="Times"/>
                <a:sym typeface="Times"/>
              </a:rPr>
              <a:t>Lateral Reticular Nucleus</a:t>
            </a:r>
            <a:endParaRPr sz="1400" b="0" i="0" u="none" strike="noStrike" cap="none">
              <a:solidFill>
                <a:srgbClr val="000000"/>
              </a:solidFill>
              <a:latin typeface="Arial"/>
              <a:ea typeface="Arial"/>
              <a:cs typeface="Arial"/>
              <a:sym typeface="Arial"/>
            </a:endParaRPr>
          </a:p>
        </p:txBody>
      </p:sp>
      <p:cxnSp>
        <p:nvCxnSpPr>
          <p:cNvPr id="637" name="Google Shape;637;p9"/>
          <p:cNvCxnSpPr/>
          <p:nvPr/>
        </p:nvCxnSpPr>
        <p:spPr>
          <a:xfrm>
            <a:off x="1219200" y="2895600"/>
            <a:ext cx="381000" cy="2286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638" name="Google Shape;638;p9"/>
          <p:cNvCxnSpPr/>
          <p:nvPr/>
        </p:nvCxnSpPr>
        <p:spPr>
          <a:xfrm rot="10800000" flipH="1">
            <a:off x="1143000" y="3200400"/>
            <a:ext cx="914400" cy="1524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639" name="Google Shape;639;p9"/>
          <p:cNvCxnSpPr/>
          <p:nvPr/>
        </p:nvCxnSpPr>
        <p:spPr>
          <a:xfrm rot="10800000" flipH="1">
            <a:off x="1600200" y="3810000"/>
            <a:ext cx="533400" cy="4572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640" name="Google Shape;640;p9"/>
          <p:cNvCxnSpPr/>
          <p:nvPr/>
        </p:nvCxnSpPr>
        <p:spPr>
          <a:xfrm rot="-5400000">
            <a:off x="2438400" y="4648200"/>
            <a:ext cx="1295400" cy="1295400"/>
          </a:xfrm>
          <a:prstGeom prst="straightConnector1">
            <a:avLst/>
          </a:prstGeom>
          <a:solidFill>
            <a:schemeClr val="accent1"/>
          </a:solidFill>
          <a:ln w="28575" cap="flat" cmpd="sng">
            <a:solidFill>
              <a:schemeClr val="dk1"/>
            </a:solidFill>
            <a:prstDash val="solid"/>
            <a:round/>
            <a:headEnd type="none" w="sm" len="sm"/>
            <a:tailEnd type="stealth" w="med" len="med"/>
          </a:ln>
        </p:spPr>
      </p:cxnSp>
      <p:pic>
        <p:nvPicPr>
          <p:cNvPr id="641" name="Google Shape;641;p9"/>
          <p:cNvPicPr preferRelativeResize="0"/>
          <p:nvPr/>
        </p:nvPicPr>
        <p:blipFill rotWithShape="1">
          <a:blip r:embed="rId4">
            <a:alphaModFix/>
          </a:blip>
          <a:srcRect/>
          <a:stretch/>
        </p:blipFill>
        <p:spPr>
          <a:xfrm>
            <a:off x="7620000" y="152400"/>
            <a:ext cx="1353625" cy="127158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0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0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2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0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3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1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0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3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1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1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61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60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63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1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9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2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00"/>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630"/>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598"/>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640"/>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622"/>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597"/>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617"/>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596"/>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623"/>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595"/>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620"/>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594"/>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626"/>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593"/>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619"/>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592"/>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631"/>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591"/>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624"/>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590"/>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625"/>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612"/>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632"/>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610"/>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628"/>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603"/>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633"/>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602"/>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6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46" name="Google Shape;646;p10" descr="Plate 10.jpg                                                   00000158WD Passport                    00000000:"/>
          <p:cNvPicPr preferRelativeResize="0"/>
          <p:nvPr/>
        </p:nvPicPr>
        <p:blipFill rotWithShape="1">
          <a:blip r:embed="rId3">
            <a:alphaModFix/>
          </a:blip>
          <a:srcRect/>
          <a:stretch/>
        </p:blipFill>
        <p:spPr>
          <a:xfrm>
            <a:off x="0" y="455613"/>
            <a:ext cx="9144000" cy="5946775"/>
          </a:xfrm>
          <a:prstGeom prst="rect">
            <a:avLst/>
          </a:prstGeom>
          <a:noFill/>
          <a:ln>
            <a:noFill/>
          </a:ln>
        </p:spPr>
      </p:pic>
      <p:sp>
        <p:nvSpPr>
          <p:cNvPr id="647" name="Google Shape;647;p10"/>
          <p:cNvSpPr/>
          <p:nvPr/>
        </p:nvSpPr>
        <p:spPr>
          <a:xfrm>
            <a:off x="2235200" y="977900"/>
            <a:ext cx="584200" cy="1143000"/>
          </a:xfrm>
          <a:custGeom>
            <a:avLst/>
            <a:gdLst/>
            <a:ahLst/>
            <a:cxnLst/>
            <a:rect l="l" t="t" r="r" b="b"/>
            <a:pathLst>
              <a:path w="584200" h="1143000" extrusionOk="0">
                <a:moveTo>
                  <a:pt x="393700" y="12700"/>
                </a:moveTo>
                <a:lnTo>
                  <a:pt x="393700" y="12700"/>
                </a:lnTo>
                <a:cubicBezTo>
                  <a:pt x="359833" y="25400"/>
                  <a:pt x="325028" y="35833"/>
                  <a:pt x="292100" y="50800"/>
                </a:cubicBezTo>
                <a:cubicBezTo>
                  <a:pt x="250478" y="69719"/>
                  <a:pt x="251352" y="84756"/>
                  <a:pt x="215900" y="114300"/>
                </a:cubicBezTo>
                <a:cubicBezTo>
                  <a:pt x="204174" y="124071"/>
                  <a:pt x="190500" y="131233"/>
                  <a:pt x="177800" y="139700"/>
                </a:cubicBezTo>
                <a:cubicBezTo>
                  <a:pt x="169333" y="152400"/>
                  <a:pt x="159226" y="164148"/>
                  <a:pt x="152400" y="177800"/>
                </a:cubicBezTo>
                <a:cubicBezTo>
                  <a:pt x="146413" y="189774"/>
                  <a:pt x="144973" y="203595"/>
                  <a:pt x="139700" y="215900"/>
                </a:cubicBezTo>
                <a:cubicBezTo>
                  <a:pt x="132242" y="233301"/>
                  <a:pt x="122767" y="249767"/>
                  <a:pt x="114300" y="266700"/>
                </a:cubicBezTo>
                <a:cubicBezTo>
                  <a:pt x="91381" y="404216"/>
                  <a:pt x="113912" y="293459"/>
                  <a:pt x="88900" y="381000"/>
                </a:cubicBezTo>
                <a:cubicBezTo>
                  <a:pt x="84105" y="397783"/>
                  <a:pt x="83076" y="415757"/>
                  <a:pt x="76200" y="431800"/>
                </a:cubicBezTo>
                <a:cubicBezTo>
                  <a:pt x="70187" y="445829"/>
                  <a:pt x="56999" y="455952"/>
                  <a:pt x="50800" y="469900"/>
                </a:cubicBezTo>
                <a:cubicBezTo>
                  <a:pt x="39926" y="494366"/>
                  <a:pt x="33867" y="520700"/>
                  <a:pt x="25400" y="546100"/>
                </a:cubicBezTo>
                <a:lnTo>
                  <a:pt x="12700" y="584200"/>
                </a:lnTo>
                <a:lnTo>
                  <a:pt x="0" y="622300"/>
                </a:lnTo>
                <a:cubicBezTo>
                  <a:pt x="4233" y="694267"/>
                  <a:pt x="3376" y="766714"/>
                  <a:pt x="12700" y="838200"/>
                </a:cubicBezTo>
                <a:cubicBezTo>
                  <a:pt x="26661" y="945238"/>
                  <a:pt x="32521" y="882798"/>
                  <a:pt x="63500" y="952500"/>
                </a:cubicBezTo>
                <a:cubicBezTo>
                  <a:pt x="74374" y="976966"/>
                  <a:pt x="74048" y="1006423"/>
                  <a:pt x="88900" y="1028700"/>
                </a:cubicBezTo>
                <a:cubicBezTo>
                  <a:pt x="127000" y="1085850"/>
                  <a:pt x="124883" y="1103842"/>
                  <a:pt x="177800" y="1130300"/>
                </a:cubicBezTo>
                <a:cubicBezTo>
                  <a:pt x="189774" y="1136287"/>
                  <a:pt x="203200" y="1138767"/>
                  <a:pt x="215900" y="1143000"/>
                </a:cubicBezTo>
                <a:cubicBezTo>
                  <a:pt x="237067" y="1138767"/>
                  <a:pt x="259749" y="1139232"/>
                  <a:pt x="279400" y="1130300"/>
                </a:cubicBezTo>
                <a:cubicBezTo>
                  <a:pt x="307191" y="1117668"/>
                  <a:pt x="355600" y="1079500"/>
                  <a:pt x="355600" y="1079500"/>
                </a:cubicBezTo>
                <a:cubicBezTo>
                  <a:pt x="364067" y="1066800"/>
                  <a:pt x="370207" y="1052193"/>
                  <a:pt x="381000" y="1041400"/>
                </a:cubicBezTo>
                <a:cubicBezTo>
                  <a:pt x="391793" y="1030607"/>
                  <a:pt x="409565" y="1027919"/>
                  <a:pt x="419100" y="1016000"/>
                </a:cubicBezTo>
                <a:cubicBezTo>
                  <a:pt x="427463" y="1005547"/>
                  <a:pt x="425299" y="989602"/>
                  <a:pt x="431800" y="977900"/>
                </a:cubicBezTo>
                <a:lnTo>
                  <a:pt x="508000" y="863600"/>
                </a:lnTo>
                <a:cubicBezTo>
                  <a:pt x="516467" y="850900"/>
                  <a:pt x="528573" y="839980"/>
                  <a:pt x="533400" y="825500"/>
                </a:cubicBezTo>
                <a:cubicBezTo>
                  <a:pt x="569736" y="716492"/>
                  <a:pt x="514098" y="890010"/>
                  <a:pt x="558800" y="711200"/>
                </a:cubicBezTo>
                <a:cubicBezTo>
                  <a:pt x="565294" y="685225"/>
                  <a:pt x="584200" y="635000"/>
                  <a:pt x="584200" y="635000"/>
                </a:cubicBezTo>
                <a:cubicBezTo>
                  <a:pt x="579967" y="554567"/>
                  <a:pt x="578478" y="473942"/>
                  <a:pt x="571500" y="393700"/>
                </a:cubicBezTo>
                <a:cubicBezTo>
                  <a:pt x="569624" y="372125"/>
                  <a:pt x="553528" y="327084"/>
                  <a:pt x="546100" y="304800"/>
                </a:cubicBezTo>
                <a:cubicBezTo>
                  <a:pt x="524426" y="153083"/>
                  <a:pt x="546033" y="266464"/>
                  <a:pt x="520700" y="177800"/>
                </a:cubicBezTo>
                <a:cubicBezTo>
                  <a:pt x="516831" y="164260"/>
                  <a:pt x="504256" y="105021"/>
                  <a:pt x="495300" y="88900"/>
                </a:cubicBezTo>
                <a:cubicBezTo>
                  <a:pt x="480475" y="62215"/>
                  <a:pt x="473460" y="22353"/>
                  <a:pt x="444500" y="12700"/>
                </a:cubicBezTo>
                <a:lnTo>
                  <a:pt x="406400" y="0"/>
                </a:lnTo>
                <a:cubicBezTo>
                  <a:pt x="393700" y="4233"/>
                  <a:pt x="378753" y="4337"/>
                  <a:pt x="368300" y="12700"/>
                </a:cubicBezTo>
                <a:cubicBezTo>
                  <a:pt x="356381" y="22235"/>
                  <a:pt x="342900" y="50800"/>
                  <a:pt x="342900" y="50800"/>
                </a:cubicBezTo>
                <a:lnTo>
                  <a:pt x="342900" y="50800"/>
                </a:lnTo>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48" name="Google Shape;648;p10"/>
          <p:cNvSpPr/>
          <p:nvPr/>
        </p:nvSpPr>
        <p:spPr>
          <a:xfrm>
            <a:off x="2755900" y="1007662"/>
            <a:ext cx="717771" cy="592608"/>
          </a:xfrm>
          <a:custGeom>
            <a:avLst/>
            <a:gdLst/>
            <a:ahLst/>
            <a:cxnLst/>
            <a:rect l="l" t="t" r="r" b="b"/>
            <a:pathLst>
              <a:path w="717771" h="592608" extrusionOk="0">
                <a:moveTo>
                  <a:pt x="38100" y="8338"/>
                </a:moveTo>
                <a:lnTo>
                  <a:pt x="38100" y="8338"/>
                </a:lnTo>
                <a:cubicBezTo>
                  <a:pt x="143933" y="12571"/>
                  <a:pt x="250747" y="6059"/>
                  <a:pt x="355600" y="21038"/>
                </a:cubicBezTo>
                <a:cubicBezTo>
                  <a:pt x="373380" y="23578"/>
                  <a:pt x="378756" y="49175"/>
                  <a:pt x="393700" y="59138"/>
                </a:cubicBezTo>
                <a:cubicBezTo>
                  <a:pt x="404839" y="66564"/>
                  <a:pt x="419826" y="65851"/>
                  <a:pt x="431800" y="71838"/>
                </a:cubicBezTo>
                <a:cubicBezTo>
                  <a:pt x="445452" y="78664"/>
                  <a:pt x="455952" y="91039"/>
                  <a:pt x="469900" y="97238"/>
                </a:cubicBezTo>
                <a:cubicBezTo>
                  <a:pt x="494366" y="108112"/>
                  <a:pt x="523823" y="107786"/>
                  <a:pt x="546100" y="122638"/>
                </a:cubicBezTo>
                <a:cubicBezTo>
                  <a:pt x="655289" y="195431"/>
                  <a:pt x="517140" y="108158"/>
                  <a:pt x="622300" y="160738"/>
                </a:cubicBezTo>
                <a:cubicBezTo>
                  <a:pt x="635952" y="167564"/>
                  <a:pt x="647700" y="177671"/>
                  <a:pt x="660400" y="186138"/>
                </a:cubicBezTo>
                <a:cubicBezTo>
                  <a:pt x="668867" y="198838"/>
                  <a:pt x="679601" y="210290"/>
                  <a:pt x="685800" y="224238"/>
                </a:cubicBezTo>
                <a:cubicBezTo>
                  <a:pt x="696674" y="248704"/>
                  <a:pt x="711200" y="300438"/>
                  <a:pt x="711200" y="300438"/>
                </a:cubicBezTo>
                <a:cubicBezTo>
                  <a:pt x="692102" y="472319"/>
                  <a:pt x="717771" y="361306"/>
                  <a:pt x="673100" y="465538"/>
                </a:cubicBezTo>
                <a:cubicBezTo>
                  <a:pt x="667827" y="477843"/>
                  <a:pt x="668763" y="493185"/>
                  <a:pt x="660400" y="503638"/>
                </a:cubicBezTo>
                <a:cubicBezTo>
                  <a:pt x="650865" y="515557"/>
                  <a:pt x="636248" y="522839"/>
                  <a:pt x="622300" y="529038"/>
                </a:cubicBezTo>
                <a:cubicBezTo>
                  <a:pt x="597834" y="539912"/>
                  <a:pt x="571500" y="545971"/>
                  <a:pt x="546100" y="554438"/>
                </a:cubicBezTo>
                <a:cubicBezTo>
                  <a:pt x="431589" y="592608"/>
                  <a:pt x="521368" y="566434"/>
                  <a:pt x="266700" y="579838"/>
                </a:cubicBezTo>
                <a:lnTo>
                  <a:pt x="165100" y="567138"/>
                </a:lnTo>
                <a:cubicBezTo>
                  <a:pt x="139608" y="563496"/>
                  <a:pt x="111932" y="565954"/>
                  <a:pt x="88900" y="554438"/>
                </a:cubicBezTo>
                <a:cubicBezTo>
                  <a:pt x="71163" y="545569"/>
                  <a:pt x="55093" y="495411"/>
                  <a:pt x="50800" y="478238"/>
                </a:cubicBezTo>
                <a:cubicBezTo>
                  <a:pt x="33329" y="408352"/>
                  <a:pt x="37738" y="393337"/>
                  <a:pt x="25400" y="313138"/>
                </a:cubicBezTo>
                <a:cubicBezTo>
                  <a:pt x="16643" y="256215"/>
                  <a:pt x="15453" y="257896"/>
                  <a:pt x="0" y="211538"/>
                </a:cubicBezTo>
                <a:cubicBezTo>
                  <a:pt x="4233" y="156505"/>
                  <a:pt x="2528" y="100689"/>
                  <a:pt x="12700" y="46438"/>
                </a:cubicBezTo>
                <a:cubicBezTo>
                  <a:pt x="15513" y="31436"/>
                  <a:pt x="24071" y="14351"/>
                  <a:pt x="38100" y="8338"/>
                </a:cubicBezTo>
                <a:cubicBezTo>
                  <a:pt x="57555" y="0"/>
                  <a:pt x="80433" y="8338"/>
                  <a:pt x="101600" y="8338"/>
                </a:cubicBezTo>
                <a:lnTo>
                  <a:pt x="101600" y="8338"/>
                </a:lnTo>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49" name="Google Shape;649;p10"/>
          <p:cNvSpPr/>
          <p:nvPr/>
        </p:nvSpPr>
        <p:spPr>
          <a:xfrm>
            <a:off x="3367633" y="1536700"/>
            <a:ext cx="493873" cy="257465"/>
          </a:xfrm>
          <a:custGeom>
            <a:avLst/>
            <a:gdLst/>
            <a:ahLst/>
            <a:cxnLst/>
            <a:rect l="l" t="t" r="r" b="b"/>
            <a:pathLst>
              <a:path w="493873" h="257465" extrusionOk="0">
                <a:moveTo>
                  <a:pt x="112167" y="38100"/>
                </a:moveTo>
                <a:lnTo>
                  <a:pt x="112167" y="38100"/>
                </a:lnTo>
                <a:cubicBezTo>
                  <a:pt x="158734" y="33867"/>
                  <a:pt x="205429" y="30863"/>
                  <a:pt x="251867" y="25400"/>
                </a:cubicBezTo>
                <a:cubicBezTo>
                  <a:pt x="277441" y="22391"/>
                  <a:pt x="302317" y="12700"/>
                  <a:pt x="328067" y="12700"/>
                </a:cubicBezTo>
                <a:cubicBezTo>
                  <a:pt x="366401" y="12700"/>
                  <a:pt x="404267" y="21167"/>
                  <a:pt x="442367" y="25400"/>
                </a:cubicBezTo>
                <a:cubicBezTo>
                  <a:pt x="455067" y="29633"/>
                  <a:pt x="477842" y="24973"/>
                  <a:pt x="480467" y="38100"/>
                </a:cubicBezTo>
                <a:cubicBezTo>
                  <a:pt x="493873" y="105132"/>
                  <a:pt x="481713" y="155803"/>
                  <a:pt x="429667" y="190500"/>
                </a:cubicBezTo>
                <a:cubicBezTo>
                  <a:pt x="418528" y="197926"/>
                  <a:pt x="403541" y="197213"/>
                  <a:pt x="391567" y="203200"/>
                </a:cubicBezTo>
                <a:cubicBezTo>
                  <a:pt x="377915" y="210026"/>
                  <a:pt x="367415" y="222401"/>
                  <a:pt x="353467" y="228600"/>
                </a:cubicBezTo>
                <a:cubicBezTo>
                  <a:pt x="329001" y="239474"/>
                  <a:pt x="277267" y="254000"/>
                  <a:pt x="277267" y="254000"/>
                </a:cubicBezTo>
                <a:cubicBezTo>
                  <a:pt x="249173" y="251993"/>
                  <a:pt x="119098" y="257465"/>
                  <a:pt x="61367" y="228600"/>
                </a:cubicBezTo>
                <a:cubicBezTo>
                  <a:pt x="47715" y="221774"/>
                  <a:pt x="35967" y="211667"/>
                  <a:pt x="23267" y="203200"/>
                </a:cubicBezTo>
                <a:cubicBezTo>
                  <a:pt x="6586" y="136476"/>
                  <a:pt x="0" y="136112"/>
                  <a:pt x="23267" y="50800"/>
                </a:cubicBezTo>
                <a:cubicBezTo>
                  <a:pt x="27283" y="36074"/>
                  <a:pt x="36748" y="22235"/>
                  <a:pt x="48667" y="12700"/>
                </a:cubicBezTo>
                <a:cubicBezTo>
                  <a:pt x="59120" y="4337"/>
                  <a:pt x="74067" y="4233"/>
                  <a:pt x="86767" y="0"/>
                </a:cubicBezTo>
                <a:cubicBezTo>
                  <a:pt x="153995" y="16807"/>
                  <a:pt x="120113" y="12700"/>
                  <a:pt x="188367" y="12700"/>
                </a:cubicBezTo>
                <a:lnTo>
                  <a:pt x="162967" y="0"/>
                </a:lnTo>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50" name="Google Shape;650;p10"/>
          <p:cNvSpPr/>
          <p:nvPr/>
        </p:nvSpPr>
        <p:spPr>
          <a:xfrm>
            <a:off x="2514600" y="1600200"/>
            <a:ext cx="820846" cy="587244"/>
          </a:xfrm>
          <a:custGeom>
            <a:avLst/>
            <a:gdLst/>
            <a:ahLst/>
            <a:cxnLst/>
            <a:rect l="l" t="t" r="r" b="b"/>
            <a:pathLst>
              <a:path w="820846" h="587244" extrusionOk="0">
                <a:moveTo>
                  <a:pt x="84246" y="539153"/>
                </a:moveTo>
                <a:lnTo>
                  <a:pt x="84246" y="539153"/>
                </a:lnTo>
                <a:cubicBezTo>
                  <a:pt x="96946" y="505286"/>
                  <a:pt x="110908" y="471867"/>
                  <a:pt x="122346" y="437553"/>
                </a:cubicBezTo>
                <a:cubicBezTo>
                  <a:pt x="134178" y="402056"/>
                  <a:pt x="140818" y="339995"/>
                  <a:pt x="160446" y="310553"/>
                </a:cubicBezTo>
                <a:cubicBezTo>
                  <a:pt x="168913" y="297853"/>
                  <a:pt x="176075" y="284179"/>
                  <a:pt x="185846" y="272453"/>
                </a:cubicBezTo>
                <a:cubicBezTo>
                  <a:pt x="197344" y="258655"/>
                  <a:pt x="213507" y="248968"/>
                  <a:pt x="223946" y="234353"/>
                </a:cubicBezTo>
                <a:cubicBezTo>
                  <a:pt x="234950" y="218947"/>
                  <a:pt x="241888" y="200954"/>
                  <a:pt x="249346" y="183553"/>
                </a:cubicBezTo>
                <a:cubicBezTo>
                  <a:pt x="254619" y="171248"/>
                  <a:pt x="254620" y="156592"/>
                  <a:pt x="262046" y="145453"/>
                </a:cubicBezTo>
                <a:cubicBezTo>
                  <a:pt x="280831" y="117276"/>
                  <a:pt x="354720" y="63762"/>
                  <a:pt x="376346" y="56553"/>
                </a:cubicBezTo>
                <a:cubicBezTo>
                  <a:pt x="389046" y="52320"/>
                  <a:pt x="402472" y="49840"/>
                  <a:pt x="414446" y="43853"/>
                </a:cubicBezTo>
                <a:cubicBezTo>
                  <a:pt x="502151" y="0"/>
                  <a:pt x="397620" y="32184"/>
                  <a:pt x="503346" y="5753"/>
                </a:cubicBezTo>
                <a:cubicBezTo>
                  <a:pt x="562613" y="9986"/>
                  <a:pt x="621996" y="12820"/>
                  <a:pt x="681146" y="18453"/>
                </a:cubicBezTo>
                <a:cubicBezTo>
                  <a:pt x="710945" y="21291"/>
                  <a:pt x="742692" y="18996"/>
                  <a:pt x="770046" y="31153"/>
                </a:cubicBezTo>
                <a:cubicBezTo>
                  <a:pt x="783994" y="37352"/>
                  <a:pt x="789247" y="55305"/>
                  <a:pt x="795446" y="69253"/>
                </a:cubicBezTo>
                <a:cubicBezTo>
                  <a:pt x="806320" y="93719"/>
                  <a:pt x="820846" y="145453"/>
                  <a:pt x="820846" y="145453"/>
                </a:cubicBezTo>
                <a:cubicBezTo>
                  <a:pt x="816613" y="187786"/>
                  <a:pt x="820658" y="231790"/>
                  <a:pt x="808146" y="272453"/>
                </a:cubicBezTo>
                <a:cubicBezTo>
                  <a:pt x="802864" y="289619"/>
                  <a:pt x="785746" y="301831"/>
                  <a:pt x="770046" y="310553"/>
                </a:cubicBezTo>
                <a:cubicBezTo>
                  <a:pt x="746641" y="323556"/>
                  <a:pt x="693846" y="335953"/>
                  <a:pt x="693846" y="335953"/>
                </a:cubicBezTo>
                <a:cubicBezTo>
                  <a:pt x="681146" y="348653"/>
                  <a:pt x="669923" y="363026"/>
                  <a:pt x="655746" y="374053"/>
                </a:cubicBezTo>
                <a:cubicBezTo>
                  <a:pt x="631649" y="392795"/>
                  <a:pt x="579546" y="424853"/>
                  <a:pt x="579546" y="424853"/>
                </a:cubicBezTo>
                <a:cubicBezTo>
                  <a:pt x="518616" y="516248"/>
                  <a:pt x="604898" y="403718"/>
                  <a:pt x="477946" y="488353"/>
                </a:cubicBezTo>
                <a:cubicBezTo>
                  <a:pt x="465246" y="496820"/>
                  <a:pt x="453794" y="507554"/>
                  <a:pt x="439846" y="513753"/>
                </a:cubicBezTo>
                <a:cubicBezTo>
                  <a:pt x="415380" y="524627"/>
                  <a:pt x="385923" y="524301"/>
                  <a:pt x="363646" y="539153"/>
                </a:cubicBezTo>
                <a:lnTo>
                  <a:pt x="325546" y="564553"/>
                </a:lnTo>
                <a:cubicBezTo>
                  <a:pt x="0" y="541300"/>
                  <a:pt x="231227" y="587244"/>
                  <a:pt x="109646" y="526453"/>
                </a:cubicBezTo>
                <a:cubicBezTo>
                  <a:pt x="57335" y="500297"/>
                  <a:pt x="81232" y="533125"/>
                  <a:pt x="58846" y="488353"/>
                </a:cubicBezTo>
                <a:lnTo>
                  <a:pt x="58846" y="488353"/>
                </a:lnTo>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51" name="Google Shape;651;p10"/>
          <p:cNvSpPr/>
          <p:nvPr/>
        </p:nvSpPr>
        <p:spPr>
          <a:xfrm>
            <a:off x="2895600" y="1676400"/>
            <a:ext cx="183443" cy="292100"/>
          </a:xfrm>
          <a:custGeom>
            <a:avLst/>
            <a:gdLst/>
            <a:ahLst/>
            <a:cxnLst/>
            <a:rect l="l" t="t" r="r" b="b"/>
            <a:pathLst>
              <a:path w="183443" h="292100" extrusionOk="0">
                <a:moveTo>
                  <a:pt x="43743" y="266700"/>
                </a:moveTo>
                <a:lnTo>
                  <a:pt x="43743" y="266700"/>
                </a:lnTo>
                <a:cubicBezTo>
                  <a:pt x="31043" y="232833"/>
                  <a:pt x="10423" y="200952"/>
                  <a:pt x="5643" y="165100"/>
                </a:cubicBezTo>
                <a:cubicBezTo>
                  <a:pt x="0" y="122780"/>
                  <a:pt x="12192" y="69651"/>
                  <a:pt x="43743" y="38100"/>
                </a:cubicBezTo>
                <a:cubicBezTo>
                  <a:pt x="54536" y="27307"/>
                  <a:pt x="68191" y="19526"/>
                  <a:pt x="81843" y="12700"/>
                </a:cubicBezTo>
                <a:cubicBezTo>
                  <a:pt x="93817" y="6713"/>
                  <a:pt x="107243" y="4233"/>
                  <a:pt x="119943" y="0"/>
                </a:cubicBezTo>
                <a:cubicBezTo>
                  <a:pt x="132643" y="4233"/>
                  <a:pt x="150262" y="1807"/>
                  <a:pt x="158043" y="12700"/>
                </a:cubicBezTo>
                <a:cubicBezTo>
                  <a:pt x="173605" y="34487"/>
                  <a:pt x="183443" y="88900"/>
                  <a:pt x="183443" y="88900"/>
                </a:cubicBezTo>
                <a:cubicBezTo>
                  <a:pt x="179419" y="125116"/>
                  <a:pt x="179319" y="198747"/>
                  <a:pt x="158043" y="241300"/>
                </a:cubicBezTo>
                <a:cubicBezTo>
                  <a:pt x="151217" y="254952"/>
                  <a:pt x="144562" y="269865"/>
                  <a:pt x="132643" y="279400"/>
                </a:cubicBezTo>
                <a:cubicBezTo>
                  <a:pt x="122190" y="287763"/>
                  <a:pt x="107243" y="287867"/>
                  <a:pt x="94543" y="292100"/>
                </a:cubicBezTo>
                <a:cubicBezTo>
                  <a:pt x="81843" y="287867"/>
                  <a:pt x="65909" y="288866"/>
                  <a:pt x="56443" y="279400"/>
                </a:cubicBezTo>
                <a:lnTo>
                  <a:pt x="43743" y="266700"/>
                </a:ln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52" name="Google Shape;652;p10"/>
          <p:cNvSpPr/>
          <p:nvPr/>
        </p:nvSpPr>
        <p:spPr>
          <a:xfrm>
            <a:off x="3708400" y="1638300"/>
            <a:ext cx="685800" cy="444500"/>
          </a:xfrm>
          <a:custGeom>
            <a:avLst/>
            <a:gdLst/>
            <a:ahLst/>
            <a:cxnLst/>
            <a:rect l="l" t="t" r="r" b="b"/>
            <a:pathLst>
              <a:path w="685800" h="444500" extrusionOk="0">
                <a:moveTo>
                  <a:pt x="165100" y="0"/>
                </a:moveTo>
                <a:lnTo>
                  <a:pt x="165100" y="0"/>
                </a:lnTo>
                <a:lnTo>
                  <a:pt x="393700" y="25400"/>
                </a:lnTo>
                <a:cubicBezTo>
                  <a:pt x="406400" y="33867"/>
                  <a:pt x="418148" y="43974"/>
                  <a:pt x="431800" y="50800"/>
                </a:cubicBezTo>
                <a:cubicBezTo>
                  <a:pt x="443774" y="56787"/>
                  <a:pt x="458198" y="56999"/>
                  <a:pt x="469900" y="63500"/>
                </a:cubicBezTo>
                <a:lnTo>
                  <a:pt x="584200" y="139700"/>
                </a:lnTo>
                <a:lnTo>
                  <a:pt x="622300" y="165100"/>
                </a:lnTo>
                <a:cubicBezTo>
                  <a:pt x="682782" y="255823"/>
                  <a:pt x="665696" y="211684"/>
                  <a:pt x="685800" y="292100"/>
                </a:cubicBezTo>
                <a:cubicBezTo>
                  <a:pt x="681567" y="313267"/>
                  <a:pt x="685074" y="337639"/>
                  <a:pt x="673100" y="355600"/>
                </a:cubicBezTo>
                <a:cubicBezTo>
                  <a:pt x="665674" y="366739"/>
                  <a:pt x="646702" y="361799"/>
                  <a:pt x="635000" y="368300"/>
                </a:cubicBezTo>
                <a:cubicBezTo>
                  <a:pt x="608315" y="383125"/>
                  <a:pt x="584200" y="402167"/>
                  <a:pt x="558800" y="419100"/>
                </a:cubicBezTo>
                <a:lnTo>
                  <a:pt x="520700" y="444500"/>
                </a:lnTo>
                <a:cubicBezTo>
                  <a:pt x="477709" y="439126"/>
                  <a:pt x="384661" y="434241"/>
                  <a:pt x="342900" y="406400"/>
                </a:cubicBezTo>
                <a:cubicBezTo>
                  <a:pt x="293661" y="373574"/>
                  <a:pt x="319280" y="385827"/>
                  <a:pt x="266700" y="368300"/>
                </a:cubicBezTo>
                <a:cubicBezTo>
                  <a:pt x="258233" y="355600"/>
                  <a:pt x="252093" y="340993"/>
                  <a:pt x="241300" y="330200"/>
                </a:cubicBezTo>
                <a:cubicBezTo>
                  <a:pt x="211111" y="300011"/>
                  <a:pt x="164726" y="291975"/>
                  <a:pt x="127000" y="279400"/>
                </a:cubicBezTo>
                <a:cubicBezTo>
                  <a:pt x="64471" y="258557"/>
                  <a:pt x="102105" y="268901"/>
                  <a:pt x="12700" y="254000"/>
                </a:cubicBezTo>
                <a:cubicBezTo>
                  <a:pt x="8467" y="241300"/>
                  <a:pt x="0" y="229287"/>
                  <a:pt x="0" y="215900"/>
                </a:cubicBezTo>
                <a:cubicBezTo>
                  <a:pt x="0" y="192989"/>
                  <a:pt x="25258" y="155111"/>
                  <a:pt x="38100" y="139700"/>
                </a:cubicBezTo>
                <a:cubicBezTo>
                  <a:pt x="49598" y="125902"/>
                  <a:pt x="64702" y="115398"/>
                  <a:pt x="76200" y="101600"/>
                </a:cubicBezTo>
                <a:cubicBezTo>
                  <a:pt x="85971" y="89874"/>
                  <a:pt x="90807" y="74293"/>
                  <a:pt x="101600" y="63500"/>
                </a:cubicBezTo>
                <a:cubicBezTo>
                  <a:pt x="112393" y="52707"/>
                  <a:pt x="127781" y="47635"/>
                  <a:pt x="139700" y="38100"/>
                </a:cubicBezTo>
                <a:cubicBezTo>
                  <a:pt x="149050" y="30620"/>
                  <a:pt x="156633" y="21167"/>
                  <a:pt x="165100" y="0"/>
                </a:cubicBez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53" name="Google Shape;653;p10"/>
          <p:cNvSpPr/>
          <p:nvPr/>
        </p:nvSpPr>
        <p:spPr>
          <a:xfrm>
            <a:off x="4295415" y="1722159"/>
            <a:ext cx="289285" cy="284441"/>
          </a:xfrm>
          <a:custGeom>
            <a:avLst/>
            <a:gdLst/>
            <a:ahLst/>
            <a:cxnLst/>
            <a:rect l="l" t="t" r="r" b="b"/>
            <a:pathLst>
              <a:path w="289285" h="284441" extrusionOk="0">
                <a:moveTo>
                  <a:pt x="174985" y="30441"/>
                </a:moveTo>
                <a:lnTo>
                  <a:pt x="174985" y="30441"/>
                </a:lnTo>
                <a:cubicBezTo>
                  <a:pt x="204618" y="51608"/>
                  <a:pt x="240825" y="65756"/>
                  <a:pt x="263885" y="93941"/>
                </a:cubicBezTo>
                <a:cubicBezTo>
                  <a:pt x="280839" y="114663"/>
                  <a:pt x="289285" y="170141"/>
                  <a:pt x="289285" y="170141"/>
                </a:cubicBezTo>
                <a:cubicBezTo>
                  <a:pt x="282401" y="204563"/>
                  <a:pt x="282330" y="246825"/>
                  <a:pt x="251185" y="271741"/>
                </a:cubicBezTo>
                <a:cubicBezTo>
                  <a:pt x="240732" y="280104"/>
                  <a:pt x="225785" y="280208"/>
                  <a:pt x="213085" y="284441"/>
                </a:cubicBezTo>
                <a:cubicBezTo>
                  <a:pt x="196152" y="280208"/>
                  <a:pt x="175915" y="282645"/>
                  <a:pt x="162285" y="271741"/>
                </a:cubicBezTo>
                <a:cubicBezTo>
                  <a:pt x="151832" y="263378"/>
                  <a:pt x="156086" y="245343"/>
                  <a:pt x="149585" y="233641"/>
                </a:cubicBezTo>
                <a:cubicBezTo>
                  <a:pt x="134760" y="206956"/>
                  <a:pt x="108438" y="186401"/>
                  <a:pt x="98785" y="157441"/>
                </a:cubicBezTo>
                <a:cubicBezTo>
                  <a:pt x="94552" y="144741"/>
                  <a:pt x="92072" y="131315"/>
                  <a:pt x="86085" y="119341"/>
                </a:cubicBezTo>
                <a:cubicBezTo>
                  <a:pt x="83181" y="113533"/>
                  <a:pt x="0" y="0"/>
                  <a:pt x="35285" y="5041"/>
                </a:cubicBezTo>
                <a:lnTo>
                  <a:pt x="124185" y="17741"/>
                </a:lnTo>
                <a:cubicBezTo>
                  <a:pt x="167965" y="32334"/>
                  <a:pt x="166518" y="28324"/>
                  <a:pt x="174985" y="30441"/>
                </a:cubicBez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54" name="Google Shape;654;p10"/>
          <p:cNvSpPr/>
          <p:nvPr/>
        </p:nvSpPr>
        <p:spPr>
          <a:xfrm>
            <a:off x="4243619" y="2057400"/>
            <a:ext cx="325485" cy="570076"/>
          </a:xfrm>
          <a:custGeom>
            <a:avLst/>
            <a:gdLst/>
            <a:ahLst/>
            <a:cxnLst/>
            <a:rect l="l" t="t" r="r" b="b"/>
            <a:pathLst>
              <a:path w="325485" h="570076" extrusionOk="0">
                <a:moveTo>
                  <a:pt x="204556" y="38100"/>
                </a:moveTo>
                <a:lnTo>
                  <a:pt x="204556" y="38100"/>
                </a:lnTo>
                <a:cubicBezTo>
                  <a:pt x="182331" y="57150"/>
                  <a:pt x="157463" y="73492"/>
                  <a:pt x="137881" y="95250"/>
                </a:cubicBezTo>
                <a:cubicBezTo>
                  <a:pt x="128382" y="105804"/>
                  <a:pt x="125876" y="121022"/>
                  <a:pt x="118831" y="133350"/>
                </a:cubicBezTo>
                <a:cubicBezTo>
                  <a:pt x="113151" y="143289"/>
                  <a:pt x="105461" y="151986"/>
                  <a:pt x="99781" y="161925"/>
                </a:cubicBezTo>
                <a:cubicBezTo>
                  <a:pt x="20499" y="300668"/>
                  <a:pt x="124636" y="121739"/>
                  <a:pt x="71206" y="228600"/>
                </a:cubicBezTo>
                <a:cubicBezTo>
                  <a:pt x="66086" y="238839"/>
                  <a:pt x="58506" y="247650"/>
                  <a:pt x="52156" y="257175"/>
                </a:cubicBezTo>
                <a:cubicBezTo>
                  <a:pt x="37761" y="314756"/>
                  <a:pt x="46771" y="282856"/>
                  <a:pt x="23581" y="352425"/>
                </a:cubicBezTo>
                <a:lnTo>
                  <a:pt x="14056" y="381000"/>
                </a:lnTo>
                <a:cubicBezTo>
                  <a:pt x="10881" y="425450"/>
                  <a:pt x="4531" y="469787"/>
                  <a:pt x="4531" y="514350"/>
                </a:cubicBezTo>
                <a:cubicBezTo>
                  <a:pt x="4531" y="530539"/>
                  <a:pt x="0" y="553943"/>
                  <a:pt x="14056" y="561975"/>
                </a:cubicBezTo>
                <a:cubicBezTo>
                  <a:pt x="28232" y="570076"/>
                  <a:pt x="118161" y="536798"/>
                  <a:pt x="128356" y="533400"/>
                </a:cubicBezTo>
                <a:lnTo>
                  <a:pt x="156931" y="523875"/>
                </a:lnTo>
                <a:cubicBezTo>
                  <a:pt x="201381" y="527050"/>
                  <a:pt x="246023" y="528193"/>
                  <a:pt x="290281" y="533400"/>
                </a:cubicBezTo>
                <a:cubicBezTo>
                  <a:pt x="300252" y="534573"/>
                  <a:pt x="317904" y="552920"/>
                  <a:pt x="318856" y="542925"/>
                </a:cubicBezTo>
                <a:cubicBezTo>
                  <a:pt x="325485" y="473318"/>
                  <a:pt x="317346" y="402836"/>
                  <a:pt x="309331" y="333375"/>
                </a:cubicBezTo>
                <a:cubicBezTo>
                  <a:pt x="307703" y="319270"/>
                  <a:pt x="295267" y="308570"/>
                  <a:pt x="290281" y="295275"/>
                </a:cubicBezTo>
                <a:cubicBezTo>
                  <a:pt x="285684" y="283018"/>
                  <a:pt x="284352" y="269762"/>
                  <a:pt x="280756" y="257175"/>
                </a:cubicBezTo>
                <a:cubicBezTo>
                  <a:pt x="277998" y="247521"/>
                  <a:pt x="274406" y="238125"/>
                  <a:pt x="271231" y="228600"/>
                </a:cubicBezTo>
                <a:cubicBezTo>
                  <a:pt x="268056" y="158750"/>
                  <a:pt x="273201" y="88021"/>
                  <a:pt x="261706" y="19050"/>
                </a:cubicBezTo>
                <a:cubicBezTo>
                  <a:pt x="259824" y="7758"/>
                  <a:pt x="244579" y="0"/>
                  <a:pt x="233131" y="0"/>
                </a:cubicBezTo>
                <a:cubicBezTo>
                  <a:pt x="221683" y="0"/>
                  <a:pt x="214081" y="12700"/>
                  <a:pt x="204556" y="19050"/>
                </a:cubicBezTo>
                <a:cubicBezTo>
                  <a:pt x="192019" y="56661"/>
                  <a:pt x="204556" y="34925"/>
                  <a:pt x="204556" y="38100"/>
                </a:cubicBez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55" name="Google Shape;655;p10"/>
          <p:cNvSpPr/>
          <p:nvPr/>
        </p:nvSpPr>
        <p:spPr>
          <a:xfrm>
            <a:off x="4225746" y="2616027"/>
            <a:ext cx="358200" cy="365298"/>
          </a:xfrm>
          <a:custGeom>
            <a:avLst/>
            <a:gdLst/>
            <a:ahLst/>
            <a:cxnLst/>
            <a:rect l="l" t="t" r="r" b="b"/>
            <a:pathLst>
              <a:path w="358200" h="365298" extrusionOk="0">
                <a:moveTo>
                  <a:pt x="22404" y="70023"/>
                </a:moveTo>
                <a:lnTo>
                  <a:pt x="22404" y="70023"/>
                </a:lnTo>
                <a:cubicBezTo>
                  <a:pt x="47804" y="57323"/>
                  <a:pt x="72502" y="43110"/>
                  <a:pt x="98604" y="31923"/>
                </a:cubicBezTo>
                <a:cubicBezTo>
                  <a:pt x="117061" y="24013"/>
                  <a:pt x="155754" y="12873"/>
                  <a:pt x="155754" y="12873"/>
                </a:cubicBezTo>
                <a:cubicBezTo>
                  <a:pt x="174025" y="14178"/>
                  <a:pt x="284520" y="0"/>
                  <a:pt x="317679" y="41448"/>
                </a:cubicBezTo>
                <a:cubicBezTo>
                  <a:pt x="323951" y="49288"/>
                  <a:pt x="324029" y="60498"/>
                  <a:pt x="327204" y="70023"/>
                </a:cubicBezTo>
                <a:cubicBezTo>
                  <a:pt x="330379" y="101773"/>
                  <a:pt x="333001" y="133583"/>
                  <a:pt x="336729" y="165273"/>
                </a:cubicBezTo>
                <a:cubicBezTo>
                  <a:pt x="342928" y="217961"/>
                  <a:pt x="358200" y="263995"/>
                  <a:pt x="336729" y="317673"/>
                </a:cubicBezTo>
                <a:cubicBezTo>
                  <a:pt x="333000" y="326995"/>
                  <a:pt x="317808" y="324440"/>
                  <a:pt x="308154" y="327198"/>
                </a:cubicBezTo>
                <a:cubicBezTo>
                  <a:pt x="295567" y="330794"/>
                  <a:pt x="283013" y="334872"/>
                  <a:pt x="270054" y="336723"/>
                </a:cubicBezTo>
                <a:cubicBezTo>
                  <a:pt x="238466" y="341236"/>
                  <a:pt x="206554" y="343073"/>
                  <a:pt x="174804" y="346248"/>
                </a:cubicBezTo>
                <a:cubicBezTo>
                  <a:pt x="160110" y="349922"/>
                  <a:pt x="101171" y="365298"/>
                  <a:pt x="89079" y="365298"/>
                </a:cubicBezTo>
                <a:cubicBezTo>
                  <a:pt x="66628" y="365298"/>
                  <a:pt x="44629" y="358948"/>
                  <a:pt x="22404" y="355773"/>
                </a:cubicBezTo>
                <a:cubicBezTo>
                  <a:pt x="16054" y="343073"/>
                  <a:pt x="4366" y="331836"/>
                  <a:pt x="3354" y="317673"/>
                </a:cubicBezTo>
                <a:cubicBezTo>
                  <a:pt x="0" y="270711"/>
                  <a:pt x="22960" y="172019"/>
                  <a:pt x="31929" y="127173"/>
                </a:cubicBezTo>
                <a:cubicBezTo>
                  <a:pt x="42077" y="76435"/>
                  <a:pt x="23992" y="79548"/>
                  <a:pt x="22404" y="70023"/>
                </a:cubicBez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56" name="Google Shape;656;p10"/>
          <p:cNvSpPr/>
          <p:nvPr/>
        </p:nvSpPr>
        <p:spPr>
          <a:xfrm>
            <a:off x="3581400" y="2971800"/>
            <a:ext cx="1262161" cy="1987816"/>
          </a:xfrm>
          <a:custGeom>
            <a:avLst/>
            <a:gdLst/>
            <a:ahLst/>
            <a:cxnLst/>
            <a:rect l="l" t="t" r="r" b="b"/>
            <a:pathLst>
              <a:path w="1262161" h="1987816" extrusionOk="0">
                <a:moveTo>
                  <a:pt x="704850" y="62927"/>
                </a:moveTo>
                <a:lnTo>
                  <a:pt x="704850" y="62927"/>
                </a:lnTo>
                <a:cubicBezTo>
                  <a:pt x="796925" y="69277"/>
                  <a:pt x="938673" y="0"/>
                  <a:pt x="981075" y="81977"/>
                </a:cubicBezTo>
                <a:cubicBezTo>
                  <a:pt x="1062773" y="239927"/>
                  <a:pt x="984575" y="437651"/>
                  <a:pt x="990600" y="615377"/>
                </a:cubicBezTo>
                <a:cubicBezTo>
                  <a:pt x="990940" y="625411"/>
                  <a:pt x="997240" y="634335"/>
                  <a:pt x="1000125" y="643952"/>
                </a:cubicBezTo>
                <a:cubicBezTo>
                  <a:pt x="1032837" y="752993"/>
                  <a:pt x="1007129" y="674489"/>
                  <a:pt x="1028700" y="739202"/>
                </a:cubicBezTo>
                <a:cubicBezTo>
                  <a:pt x="1031875" y="761427"/>
                  <a:pt x="1034209" y="783788"/>
                  <a:pt x="1038225" y="805877"/>
                </a:cubicBezTo>
                <a:cubicBezTo>
                  <a:pt x="1054627" y="896090"/>
                  <a:pt x="1042362" y="781824"/>
                  <a:pt x="1057275" y="901127"/>
                </a:cubicBezTo>
                <a:cubicBezTo>
                  <a:pt x="1061233" y="932789"/>
                  <a:pt x="1063276" y="964664"/>
                  <a:pt x="1066800" y="996377"/>
                </a:cubicBezTo>
                <a:cubicBezTo>
                  <a:pt x="1069627" y="1021818"/>
                  <a:pt x="1073898" y="1047095"/>
                  <a:pt x="1076325" y="1072577"/>
                </a:cubicBezTo>
                <a:cubicBezTo>
                  <a:pt x="1080250" y="1113787"/>
                  <a:pt x="1080194" y="1155393"/>
                  <a:pt x="1085850" y="1196402"/>
                </a:cubicBezTo>
                <a:cubicBezTo>
                  <a:pt x="1092912" y="1247603"/>
                  <a:pt x="1107116" y="1297636"/>
                  <a:pt x="1114425" y="1348802"/>
                </a:cubicBezTo>
                <a:cubicBezTo>
                  <a:pt x="1117600" y="1371027"/>
                  <a:pt x="1120536" y="1393287"/>
                  <a:pt x="1123950" y="1415477"/>
                </a:cubicBezTo>
                <a:cubicBezTo>
                  <a:pt x="1126887" y="1434565"/>
                  <a:pt x="1131080" y="1453463"/>
                  <a:pt x="1133475" y="1472627"/>
                </a:cubicBezTo>
                <a:cubicBezTo>
                  <a:pt x="1137433" y="1504289"/>
                  <a:pt x="1138487" y="1536289"/>
                  <a:pt x="1143000" y="1567877"/>
                </a:cubicBezTo>
                <a:cubicBezTo>
                  <a:pt x="1147911" y="1602253"/>
                  <a:pt x="1159106" y="1620351"/>
                  <a:pt x="1171575" y="1653602"/>
                </a:cubicBezTo>
                <a:cubicBezTo>
                  <a:pt x="1192598" y="1709663"/>
                  <a:pt x="1166700" y="1653376"/>
                  <a:pt x="1200150" y="1720277"/>
                </a:cubicBezTo>
                <a:cubicBezTo>
                  <a:pt x="1207699" y="1758023"/>
                  <a:pt x="1224798" y="1851372"/>
                  <a:pt x="1238250" y="1891727"/>
                </a:cubicBezTo>
                <a:lnTo>
                  <a:pt x="1247775" y="1920302"/>
                </a:lnTo>
                <a:cubicBezTo>
                  <a:pt x="1244600" y="1939352"/>
                  <a:pt x="1253086" y="1965088"/>
                  <a:pt x="1238250" y="1977452"/>
                </a:cubicBezTo>
                <a:cubicBezTo>
                  <a:pt x="1225813" y="1987816"/>
                  <a:pt x="1206331" y="1971854"/>
                  <a:pt x="1190625" y="1967927"/>
                </a:cubicBezTo>
                <a:cubicBezTo>
                  <a:pt x="1096832" y="1944479"/>
                  <a:pt x="1262161" y="1975087"/>
                  <a:pt x="1104900" y="1948877"/>
                </a:cubicBezTo>
                <a:cubicBezTo>
                  <a:pt x="1031875" y="1952052"/>
                  <a:pt x="958919" y="1958402"/>
                  <a:pt x="885825" y="1958402"/>
                </a:cubicBezTo>
                <a:cubicBezTo>
                  <a:pt x="773894" y="1958402"/>
                  <a:pt x="687590" y="1949040"/>
                  <a:pt x="581025" y="1939352"/>
                </a:cubicBezTo>
                <a:cubicBezTo>
                  <a:pt x="571500" y="1942527"/>
                  <a:pt x="562490" y="1948877"/>
                  <a:pt x="552450" y="1948877"/>
                </a:cubicBezTo>
                <a:cubicBezTo>
                  <a:pt x="426742" y="1948877"/>
                  <a:pt x="427860" y="1946819"/>
                  <a:pt x="342900" y="1929827"/>
                </a:cubicBezTo>
                <a:cubicBezTo>
                  <a:pt x="279400" y="1933002"/>
                  <a:pt x="215777" y="1934282"/>
                  <a:pt x="152400" y="1939352"/>
                </a:cubicBezTo>
                <a:cubicBezTo>
                  <a:pt x="136262" y="1940643"/>
                  <a:pt x="120964" y="1948877"/>
                  <a:pt x="104775" y="1948877"/>
                </a:cubicBezTo>
                <a:cubicBezTo>
                  <a:pt x="69706" y="1948877"/>
                  <a:pt x="34925" y="1942527"/>
                  <a:pt x="0" y="1939352"/>
                </a:cubicBezTo>
                <a:cubicBezTo>
                  <a:pt x="3177" y="1907585"/>
                  <a:pt x="4925" y="1843669"/>
                  <a:pt x="19050" y="1806002"/>
                </a:cubicBezTo>
                <a:cubicBezTo>
                  <a:pt x="24036" y="1792707"/>
                  <a:pt x="32507" y="1780953"/>
                  <a:pt x="38100" y="1767902"/>
                </a:cubicBezTo>
                <a:cubicBezTo>
                  <a:pt x="42055" y="1758674"/>
                  <a:pt x="43670" y="1748555"/>
                  <a:pt x="47625" y="1739327"/>
                </a:cubicBezTo>
                <a:cubicBezTo>
                  <a:pt x="72297" y="1681760"/>
                  <a:pt x="58394" y="1720481"/>
                  <a:pt x="85725" y="1672652"/>
                </a:cubicBezTo>
                <a:cubicBezTo>
                  <a:pt x="92770" y="1660324"/>
                  <a:pt x="99502" y="1647735"/>
                  <a:pt x="104775" y="1634552"/>
                </a:cubicBezTo>
                <a:cubicBezTo>
                  <a:pt x="112233" y="1615908"/>
                  <a:pt x="109626" y="1591601"/>
                  <a:pt x="123825" y="1577402"/>
                </a:cubicBezTo>
                <a:lnTo>
                  <a:pt x="152400" y="1548827"/>
                </a:lnTo>
                <a:cubicBezTo>
                  <a:pt x="158750" y="1529777"/>
                  <a:pt x="166580" y="1511158"/>
                  <a:pt x="171450" y="1491677"/>
                </a:cubicBezTo>
                <a:cubicBezTo>
                  <a:pt x="174625" y="1478977"/>
                  <a:pt x="175121" y="1465286"/>
                  <a:pt x="180975" y="1453577"/>
                </a:cubicBezTo>
                <a:cubicBezTo>
                  <a:pt x="202710" y="1410107"/>
                  <a:pt x="230421" y="1410015"/>
                  <a:pt x="247650" y="1358327"/>
                </a:cubicBezTo>
                <a:cubicBezTo>
                  <a:pt x="269988" y="1291314"/>
                  <a:pt x="240915" y="1374042"/>
                  <a:pt x="276225" y="1291652"/>
                </a:cubicBezTo>
                <a:cubicBezTo>
                  <a:pt x="299252" y="1237922"/>
                  <a:pt x="271108" y="1289423"/>
                  <a:pt x="295275" y="1224977"/>
                </a:cubicBezTo>
                <a:cubicBezTo>
                  <a:pt x="340889" y="1103339"/>
                  <a:pt x="289159" y="1257787"/>
                  <a:pt x="333375" y="1158302"/>
                </a:cubicBezTo>
                <a:cubicBezTo>
                  <a:pt x="341530" y="1139952"/>
                  <a:pt x="347555" y="1120633"/>
                  <a:pt x="352425" y="1101152"/>
                </a:cubicBezTo>
                <a:cubicBezTo>
                  <a:pt x="355600" y="1088452"/>
                  <a:pt x="356793" y="1075084"/>
                  <a:pt x="361950" y="1063052"/>
                </a:cubicBezTo>
                <a:cubicBezTo>
                  <a:pt x="366459" y="1052530"/>
                  <a:pt x="374650" y="1044002"/>
                  <a:pt x="381000" y="1034477"/>
                </a:cubicBezTo>
                <a:cubicBezTo>
                  <a:pt x="384175" y="1009077"/>
                  <a:pt x="385946" y="983462"/>
                  <a:pt x="390525" y="958277"/>
                </a:cubicBezTo>
                <a:cubicBezTo>
                  <a:pt x="395635" y="930172"/>
                  <a:pt x="408154" y="918968"/>
                  <a:pt x="419100" y="891602"/>
                </a:cubicBezTo>
                <a:cubicBezTo>
                  <a:pt x="426558" y="872958"/>
                  <a:pt x="427011" y="851160"/>
                  <a:pt x="438150" y="834452"/>
                </a:cubicBezTo>
                <a:cubicBezTo>
                  <a:pt x="444500" y="824927"/>
                  <a:pt x="452551" y="816338"/>
                  <a:pt x="457200" y="805877"/>
                </a:cubicBezTo>
                <a:cubicBezTo>
                  <a:pt x="465355" y="787527"/>
                  <a:pt x="465111" y="765435"/>
                  <a:pt x="476250" y="748727"/>
                </a:cubicBezTo>
                <a:cubicBezTo>
                  <a:pt x="492041" y="725040"/>
                  <a:pt x="503992" y="709674"/>
                  <a:pt x="514350" y="682052"/>
                </a:cubicBezTo>
                <a:cubicBezTo>
                  <a:pt x="540710" y="611758"/>
                  <a:pt x="504319" y="673285"/>
                  <a:pt x="542925" y="615377"/>
                </a:cubicBezTo>
                <a:cubicBezTo>
                  <a:pt x="572702" y="496270"/>
                  <a:pt x="534646" y="644355"/>
                  <a:pt x="561975" y="548702"/>
                </a:cubicBezTo>
                <a:cubicBezTo>
                  <a:pt x="565571" y="536115"/>
                  <a:pt x="567738" y="523141"/>
                  <a:pt x="571500" y="510602"/>
                </a:cubicBezTo>
                <a:cubicBezTo>
                  <a:pt x="577270" y="491368"/>
                  <a:pt x="584200" y="472502"/>
                  <a:pt x="590550" y="453452"/>
                </a:cubicBezTo>
                <a:lnTo>
                  <a:pt x="600075" y="424877"/>
                </a:lnTo>
                <a:cubicBezTo>
                  <a:pt x="603250" y="415352"/>
                  <a:pt x="607165" y="406042"/>
                  <a:pt x="609600" y="396302"/>
                </a:cubicBezTo>
                <a:cubicBezTo>
                  <a:pt x="615950" y="370902"/>
                  <a:pt x="620371" y="344940"/>
                  <a:pt x="628650" y="320102"/>
                </a:cubicBezTo>
                <a:lnTo>
                  <a:pt x="657225" y="234377"/>
                </a:lnTo>
                <a:lnTo>
                  <a:pt x="666750" y="205802"/>
                </a:lnTo>
                <a:cubicBezTo>
                  <a:pt x="669925" y="196277"/>
                  <a:pt x="673840" y="186967"/>
                  <a:pt x="676275" y="177227"/>
                </a:cubicBezTo>
                <a:cubicBezTo>
                  <a:pt x="679450" y="164527"/>
                  <a:pt x="682038" y="151666"/>
                  <a:pt x="685800" y="139127"/>
                </a:cubicBezTo>
                <a:cubicBezTo>
                  <a:pt x="691570" y="119893"/>
                  <a:pt x="698500" y="101027"/>
                  <a:pt x="704850" y="81977"/>
                </a:cubicBezTo>
                <a:cubicBezTo>
                  <a:pt x="715379" y="50390"/>
                  <a:pt x="704850" y="66102"/>
                  <a:pt x="704850" y="62927"/>
                </a:cubicBez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57" name="Google Shape;657;p10"/>
          <p:cNvSpPr/>
          <p:nvPr/>
        </p:nvSpPr>
        <p:spPr>
          <a:xfrm>
            <a:off x="3714750" y="4131746"/>
            <a:ext cx="376079" cy="497404"/>
          </a:xfrm>
          <a:custGeom>
            <a:avLst/>
            <a:gdLst/>
            <a:ahLst/>
            <a:cxnLst/>
            <a:rect l="l" t="t" r="r" b="b"/>
            <a:pathLst>
              <a:path w="376079" h="497404" extrusionOk="0">
                <a:moveTo>
                  <a:pt x="28575" y="402154"/>
                </a:moveTo>
                <a:lnTo>
                  <a:pt x="28575" y="402154"/>
                </a:lnTo>
                <a:cubicBezTo>
                  <a:pt x="101815" y="297526"/>
                  <a:pt x="73752" y="339151"/>
                  <a:pt x="114300" y="278329"/>
                </a:cubicBezTo>
                <a:cubicBezTo>
                  <a:pt x="120650" y="268804"/>
                  <a:pt x="128230" y="259993"/>
                  <a:pt x="133350" y="249754"/>
                </a:cubicBezTo>
                <a:cubicBezTo>
                  <a:pt x="139700" y="237054"/>
                  <a:pt x="145355" y="223982"/>
                  <a:pt x="152400" y="211654"/>
                </a:cubicBezTo>
                <a:cubicBezTo>
                  <a:pt x="158080" y="201715"/>
                  <a:pt x="166330" y="193318"/>
                  <a:pt x="171450" y="183079"/>
                </a:cubicBezTo>
                <a:cubicBezTo>
                  <a:pt x="175940" y="174099"/>
                  <a:pt x="176485" y="163484"/>
                  <a:pt x="180975" y="154504"/>
                </a:cubicBezTo>
                <a:cubicBezTo>
                  <a:pt x="186095" y="144265"/>
                  <a:pt x="194905" y="136168"/>
                  <a:pt x="200025" y="125929"/>
                </a:cubicBezTo>
                <a:cubicBezTo>
                  <a:pt x="204515" y="116949"/>
                  <a:pt x="203981" y="105708"/>
                  <a:pt x="209550" y="97354"/>
                </a:cubicBezTo>
                <a:cubicBezTo>
                  <a:pt x="217022" y="86146"/>
                  <a:pt x="229855" y="79412"/>
                  <a:pt x="238125" y="68779"/>
                </a:cubicBezTo>
                <a:cubicBezTo>
                  <a:pt x="291620" y="0"/>
                  <a:pt x="250196" y="20305"/>
                  <a:pt x="304800" y="2104"/>
                </a:cubicBezTo>
                <a:cubicBezTo>
                  <a:pt x="320675" y="5279"/>
                  <a:pt x="338369" y="3597"/>
                  <a:pt x="352425" y="11629"/>
                </a:cubicBezTo>
                <a:cubicBezTo>
                  <a:pt x="362364" y="17309"/>
                  <a:pt x="370597" y="28790"/>
                  <a:pt x="371475" y="40204"/>
                </a:cubicBezTo>
                <a:cubicBezTo>
                  <a:pt x="376079" y="100059"/>
                  <a:pt x="367280" y="119464"/>
                  <a:pt x="352425" y="164029"/>
                </a:cubicBezTo>
                <a:cubicBezTo>
                  <a:pt x="348032" y="194777"/>
                  <a:pt x="336071" y="296122"/>
                  <a:pt x="323850" y="345004"/>
                </a:cubicBezTo>
                <a:cubicBezTo>
                  <a:pt x="319230" y="363484"/>
                  <a:pt x="310174" y="389117"/>
                  <a:pt x="295275" y="402154"/>
                </a:cubicBezTo>
                <a:lnTo>
                  <a:pt x="209550" y="459304"/>
                </a:lnTo>
                <a:cubicBezTo>
                  <a:pt x="200025" y="465654"/>
                  <a:pt x="191835" y="474734"/>
                  <a:pt x="180975" y="478354"/>
                </a:cubicBezTo>
                <a:lnTo>
                  <a:pt x="123825" y="497404"/>
                </a:lnTo>
                <a:cubicBezTo>
                  <a:pt x="111125" y="494229"/>
                  <a:pt x="97757" y="493036"/>
                  <a:pt x="85725" y="487879"/>
                </a:cubicBezTo>
                <a:cubicBezTo>
                  <a:pt x="75203" y="483370"/>
                  <a:pt x="67389" y="473949"/>
                  <a:pt x="57150" y="468829"/>
                </a:cubicBezTo>
                <a:cubicBezTo>
                  <a:pt x="48170" y="464339"/>
                  <a:pt x="38100" y="462479"/>
                  <a:pt x="28575" y="459304"/>
                </a:cubicBezTo>
                <a:cubicBezTo>
                  <a:pt x="25400" y="449779"/>
                  <a:pt x="23540" y="439709"/>
                  <a:pt x="19050" y="430729"/>
                </a:cubicBezTo>
                <a:cubicBezTo>
                  <a:pt x="13930" y="420490"/>
                  <a:pt x="0" y="413602"/>
                  <a:pt x="0" y="402154"/>
                </a:cubicBezTo>
                <a:cubicBezTo>
                  <a:pt x="0" y="378871"/>
                  <a:pt x="34925" y="365112"/>
                  <a:pt x="47625" y="354529"/>
                </a:cubicBezTo>
                <a:cubicBezTo>
                  <a:pt x="57973" y="345905"/>
                  <a:pt x="64992" y="333426"/>
                  <a:pt x="76200" y="325954"/>
                </a:cubicBezTo>
                <a:cubicBezTo>
                  <a:pt x="141869" y="282174"/>
                  <a:pt x="82991" y="338213"/>
                  <a:pt x="114300" y="306904"/>
                </a:cubicBezTo>
                <a:lnTo>
                  <a:pt x="114300" y="325954"/>
                </a:lnTo>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58" name="Google Shape;658;p10"/>
          <p:cNvSpPr/>
          <p:nvPr/>
        </p:nvSpPr>
        <p:spPr>
          <a:xfrm>
            <a:off x="1828800" y="3429000"/>
            <a:ext cx="2133600" cy="2057400"/>
          </a:xfrm>
          <a:custGeom>
            <a:avLst/>
            <a:gdLst/>
            <a:ahLst/>
            <a:cxnLst/>
            <a:rect l="l" t="t" r="r" b="b"/>
            <a:pathLst>
              <a:path w="1658503" h="1343025" extrusionOk="0">
                <a:moveTo>
                  <a:pt x="20203" y="657225"/>
                </a:moveTo>
                <a:lnTo>
                  <a:pt x="20203" y="657225"/>
                </a:lnTo>
                <a:cubicBezTo>
                  <a:pt x="13853" y="628650"/>
                  <a:pt x="3239" y="600698"/>
                  <a:pt x="1153" y="571500"/>
                </a:cubicBezTo>
                <a:cubicBezTo>
                  <a:pt x="0" y="555352"/>
                  <a:pt x="6751" y="539581"/>
                  <a:pt x="10678" y="523875"/>
                </a:cubicBezTo>
                <a:cubicBezTo>
                  <a:pt x="13113" y="514135"/>
                  <a:pt x="15713" y="504280"/>
                  <a:pt x="20203" y="495300"/>
                </a:cubicBezTo>
                <a:cubicBezTo>
                  <a:pt x="33464" y="468778"/>
                  <a:pt x="46762" y="459216"/>
                  <a:pt x="67828" y="438150"/>
                </a:cubicBezTo>
                <a:cubicBezTo>
                  <a:pt x="71003" y="428625"/>
                  <a:pt x="72863" y="418555"/>
                  <a:pt x="77353" y="409575"/>
                </a:cubicBezTo>
                <a:cubicBezTo>
                  <a:pt x="88057" y="388168"/>
                  <a:pt x="106922" y="367472"/>
                  <a:pt x="124978" y="352425"/>
                </a:cubicBezTo>
                <a:cubicBezTo>
                  <a:pt x="133772" y="345096"/>
                  <a:pt x="143314" y="338495"/>
                  <a:pt x="153553" y="333375"/>
                </a:cubicBezTo>
                <a:cubicBezTo>
                  <a:pt x="162533" y="328885"/>
                  <a:pt x="173148" y="328340"/>
                  <a:pt x="182128" y="323850"/>
                </a:cubicBezTo>
                <a:cubicBezTo>
                  <a:pt x="192367" y="318730"/>
                  <a:pt x="199984" y="308820"/>
                  <a:pt x="210703" y="304800"/>
                </a:cubicBezTo>
                <a:cubicBezTo>
                  <a:pt x="225862" y="299116"/>
                  <a:pt x="242709" y="299535"/>
                  <a:pt x="258328" y="295275"/>
                </a:cubicBezTo>
                <a:lnTo>
                  <a:pt x="344053" y="266700"/>
                </a:lnTo>
                <a:lnTo>
                  <a:pt x="372628" y="257175"/>
                </a:lnTo>
                <a:cubicBezTo>
                  <a:pt x="462312" y="167491"/>
                  <a:pt x="318495" y="302789"/>
                  <a:pt x="458353" y="209550"/>
                </a:cubicBezTo>
                <a:cubicBezTo>
                  <a:pt x="477403" y="196850"/>
                  <a:pt x="493783" y="178690"/>
                  <a:pt x="515503" y="171450"/>
                </a:cubicBezTo>
                <a:cubicBezTo>
                  <a:pt x="580363" y="149830"/>
                  <a:pt x="500588" y="177043"/>
                  <a:pt x="591703" y="142875"/>
                </a:cubicBezTo>
                <a:cubicBezTo>
                  <a:pt x="601104" y="139350"/>
                  <a:pt x="610877" y="136875"/>
                  <a:pt x="620278" y="133350"/>
                </a:cubicBezTo>
                <a:cubicBezTo>
                  <a:pt x="636287" y="127347"/>
                  <a:pt x="651683" y="119707"/>
                  <a:pt x="667903" y="114300"/>
                </a:cubicBezTo>
                <a:cubicBezTo>
                  <a:pt x="701586" y="103072"/>
                  <a:pt x="737972" y="100208"/>
                  <a:pt x="772678" y="95250"/>
                </a:cubicBezTo>
                <a:cubicBezTo>
                  <a:pt x="791728" y="88900"/>
                  <a:pt x="813764" y="88248"/>
                  <a:pt x="829828" y="76200"/>
                </a:cubicBezTo>
                <a:cubicBezTo>
                  <a:pt x="868739" y="47017"/>
                  <a:pt x="867047" y="43127"/>
                  <a:pt x="915553" y="28575"/>
                </a:cubicBezTo>
                <a:cubicBezTo>
                  <a:pt x="931060" y="23923"/>
                  <a:pt x="947559" y="23310"/>
                  <a:pt x="963178" y="19050"/>
                </a:cubicBezTo>
                <a:cubicBezTo>
                  <a:pt x="982551" y="13766"/>
                  <a:pt x="1020328" y="0"/>
                  <a:pt x="1020328" y="0"/>
                </a:cubicBezTo>
                <a:lnTo>
                  <a:pt x="1477528" y="19050"/>
                </a:lnTo>
                <a:cubicBezTo>
                  <a:pt x="1497486" y="21268"/>
                  <a:pt x="1517970" y="26961"/>
                  <a:pt x="1534678" y="38100"/>
                </a:cubicBezTo>
                <a:lnTo>
                  <a:pt x="1591828" y="76200"/>
                </a:lnTo>
                <a:cubicBezTo>
                  <a:pt x="1598178" y="85725"/>
                  <a:pt x="1606369" y="94253"/>
                  <a:pt x="1610878" y="104775"/>
                </a:cubicBezTo>
                <a:cubicBezTo>
                  <a:pt x="1616035" y="116807"/>
                  <a:pt x="1616807" y="130288"/>
                  <a:pt x="1620403" y="142875"/>
                </a:cubicBezTo>
                <a:cubicBezTo>
                  <a:pt x="1623161" y="152529"/>
                  <a:pt x="1627170" y="161796"/>
                  <a:pt x="1629928" y="171450"/>
                </a:cubicBezTo>
                <a:cubicBezTo>
                  <a:pt x="1633524" y="184037"/>
                  <a:pt x="1634296" y="197518"/>
                  <a:pt x="1639453" y="209550"/>
                </a:cubicBezTo>
                <a:cubicBezTo>
                  <a:pt x="1643962" y="220072"/>
                  <a:pt x="1652153" y="228600"/>
                  <a:pt x="1658503" y="238125"/>
                </a:cubicBezTo>
                <a:cubicBezTo>
                  <a:pt x="1655328" y="276225"/>
                  <a:pt x="1655263" y="314713"/>
                  <a:pt x="1648978" y="352425"/>
                </a:cubicBezTo>
                <a:cubicBezTo>
                  <a:pt x="1642244" y="392829"/>
                  <a:pt x="1631982" y="408605"/>
                  <a:pt x="1610878" y="438150"/>
                </a:cubicBezTo>
                <a:cubicBezTo>
                  <a:pt x="1601651" y="451068"/>
                  <a:pt x="1593528" y="465025"/>
                  <a:pt x="1582303" y="476250"/>
                </a:cubicBezTo>
                <a:cubicBezTo>
                  <a:pt x="1507378" y="551175"/>
                  <a:pt x="1603174" y="430250"/>
                  <a:pt x="1525153" y="523875"/>
                </a:cubicBezTo>
                <a:cubicBezTo>
                  <a:pt x="1517824" y="532669"/>
                  <a:pt x="1513432" y="543656"/>
                  <a:pt x="1506103" y="552450"/>
                </a:cubicBezTo>
                <a:cubicBezTo>
                  <a:pt x="1483184" y="579952"/>
                  <a:pt x="1477050" y="581344"/>
                  <a:pt x="1448953" y="600075"/>
                </a:cubicBezTo>
                <a:cubicBezTo>
                  <a:pt x="1409698" y="658957"/>
                  <a:pt x="1453283" y="601518"/>
                  <a:pt x="1401328" y="647700"/>
                </a:cubicBezTo>
                <a:cubicBezTo>
                  <a:pt x="1381192" y="665598"/>
                  <a:pt x="1363228" y="685800"/>
                  <a:pt x="1344178" y="704850"/>
                </a:cubicBezTo>
                <a:cubicBezTo>
                  <a:pt x="1336083" y="712945"/>
                  <a:pt x="1324397" y="716571"/>
                  <a:pt x="1315603" y="723900"/>
                </a:cubicBezTo>
                <a:cubicBezTo>
                  <a:pt x="1268037" y="763538"/>
                  <a:pt x="1308671" y="745261"/>
                  <a:pt x="1258453" y="762000"/>
                </a:cubicBezTo>
                <a:cubicBezTo>
                  <a:pt x="1252103" y="771525"/>
                  <a:pt x="1246732" y="781781"/>
                  <a:pt x="1239403" y="790575"/>
                </a:cubicBezTo>
                <a:cubicBezTo>
                  <a:pt x="1230779" y="800923"/>
                  <a:pt x="1218300" y="807942"/>
                  <a:pt x="1210828" y="819150"/>
                </a:cubicBezTo>
                <a:cubicBezTo>
                  <a:pt x="1205259" y="827504"/>
                  <a:pt x="1208403" y="840625"/>
                  <a:pt x="1201303" y="847725"/>
                </a:cubicBezTo>
                <a:cubicBezTo>
                  <a:pt x="1185114" y="863914"/>
                  <a:pt x="1144153" y="885825"/>
                  <a:pt x="1144153" y="885825"/>
                </a:cubicBezTo>
                <a:cubicBezTo>
                  <a:pt x="1086479" y="972337"/>
                  <a:pt x="1175612" y="845505"/>
                  <a:pt x="1087003" y="942975"/>
                </a:cubicBezTo>
                <a:cubicBezTo>
                  <a:pt x="1065646" y="966468"/>
                  <a:pt x="1056271" y="1001563"/>
                  <a:pt x="1029853" y="1019175"/>
                </a:cubicBezTo>
                <a:lnTo>
                  <a:pt x="972703" y="1057275"/>
                </a:lnTo>
                <a:cubicBezTo>
                  <a:pt x="918108" y="1139167"/>
                  <a:pt x="990803" y="1042795"/>
                  <a:pt x="925078" y="1095375"/>
                </a:cubicBezTo>
                <a:cubicBezTo>
                  <a:pt x="916139" y="1102526"/>
                  <a:pt x="914123" y="1115855"/>
                  <a:pt x="906028" y="1123950"/>
                </a:cubicBezTo>
                <a:cubicBezTo>
                  <a:pt x="897933" y="1132045"/>
                  <a:pt x="886978" y="1136650"/>
                  <a:pt x="877453" y="1143000"/>
                </a:cubicBezTo>
                <a:cubicBezTo>
                  <a:pt x="854548" y="1177357"/>
                  <a:pt x="840400" y="1202627"/>
                  <a:pt x="801253" y="1228725"/>
                </a:cubicBezTo>
                <a:cubicBezTo>
                  <a:pt x="791728" y="1235075"/>
                  <a:pt x="781472" y="1240446"/>
                  <a:pt x="772678" y="1247775"/>
                </a:cubicBezTo>
                <a:cubicBezTo>
                  <a:pt x="762330" y="1256399"/>
                  <a:pt x="755311" y="1268878"/>
                  <a:pt x="744103" y="1276350"/>
                </a:cubicBezTo>
                <a:cubicBezTo>
                  <a:pt x="735749" y="1281919"/>
                  <a:pt x="724508" y="1281385"/>
                  <a:pt x="715528" y="1285875"/>
                </a:cubicBezTo>
                <a:cubicBezTo>
                  <a:pt x="619869" y="1333704"/>
                  <a:pt x="765745" y="1273878"/>
                  <a:pt x="648853" y="1323975"/>
                </a:cubicBezTo>
                <a:cubicBezTo>
                  <a:pt x="619010" y="1336765"/>
                  <a:pt x="597379" y="1337317"/>
                  <a:pt x="563128" y="1343025"/>
                </a:cubicBezTo>
                <a:cubicBezTo>
                  <a:pt x="515503" y="1339850"/>
                  <a:pt x="467334" y="1341347"/>
                  <a:pt x="420253" y="1333500"/>
                </a:cubicBezTo>
                <a:cubicBezTo>
                  <a:pt x="389773" y="1328420"/>
                  <a:pt x="390408" y="1303655"/>
                  <a:pt x="372628" y="1285875"/>
                </a:cubicBezTo>
                <a:cubicBezTo>
                  <a:pt x="364533" y="1277780"/>
                  <a:pt x="353578" y="1273175"/>
                  <a:pt x="344053" y="1266825"/>
                </a:cubicBezTo>
                <a:cubicBezTo>
                  <a:pt x="293253" y="1190625"/>
                  <a:pt x="359928" y="1282700"/>
                  <a:pt x="296428" y="1219200"/>
                </a:cubicBezTo>
                <a:cubicBezTo>
                  <a:pt x="232928" y="1155700"/>
                  <a:pt x="325003" y="1222375"/>
                  <a:pt x="248803" y="1171575"/>
                </a:cubicBezTo>
                <a:cubicBezTo>
                  <a:pt x="245628" y="1162050"/>
                  <a:pt x="244259" y="1151717"/>
                  <a:pt x="239278" y="1143000"/>
                </a:cubicBezTo>
                <a:cubicBezTo>
                  <a:pt x="231402" y="1129217"/>
                  <a:pt x="219930" y="1117818"/>
                  <a:pt x="210703" y="1104900"/>
                </a:cubicBezTo>
                <a:cubicBezTo>
                  <a:pt x="204049" y="1095585"/>
                  <a:pt x="197333" y="1086264"/>
                  <a:pt x="191653" y="1076325"/>
                </a:cubicBezTo>
                <a:cubicBezTo>
                  <a:pt x="184608" y="1063997"/>
                  <a:pt x="178196" y="1051276"/>
                  <a:pt x="172603" y="1038225"/>
                </a:cubicBezTo>
                <a:cubicBezTo>
                  <a:pt x="168648" y="1028997"/>
                  <a:pt x="167568" y="1018630"/>
                  <a:pt x="163078" y="1009650"/>
                </a:cubicBezTo>
                <a:cubicBezTo>
                  <a:pt x="157958" y="999411"/>
                  <a:pt x="149148" y="991314"/>
                  <a:pt x="144028" y="981075"/>
                </a:cubicBezTo>
                <a:cubicBezTo>
                  <a:pt x="139538" y="972095"/>
                  <a:pt x="139379" y="961277"/>
                  <a:pt x="134503" y="952500"/>
                </a:cubicBezTo>
                <a:cubicBezTo>
                  <a:pt x="123384" y="932486"/>
                  <a:pt x="103643" y="917070"/>
                  <a:pt x="96403" y="895350"/>
                </a:cubicBezTo>
                <a:cubicBezTo>
                  <a:pt x="90053" y="876300"/>
                  <a:pt x="86333" y="856161"/>
                  <a:pt x="77353" y="838200"/>
                </a:cubicBezTo>
                <a:cubicBezTo>
                  <a:pt x="71003" y="825500"/>
                  <a:pt x="63576" y="813283"/>
                  <a:pt x="58303" y="800100"/>
                </a:cubicBezTo>
                <a:cubicBezTo>
                  <a:pt x="50845" y="781456"/>
                  <a:pt x="45603" y="762000"/>
                  <a:pt x="39253" y="742950"/>
                </a:cubicBezTo>
                <a:lnTo>
                  <a:pt x="29728" y="714375"/>
                </a:lnTo>
                <a:cubicBezTo>
                  <a:pt x="26553" y="704850"/>
                  <a:pt x="22638" y="695540"/>
                  <a:pt x="20203" y="685800"/>
                </a:cubicBezTo>
                <a:cubicBezTo>
                  <a:pt x="17028" y="673100"/>
                  <a:pt x="14274" y="660287"/>
                  <a:pt x="10678" y="647700"/>
                </a:cubicBezTo>
                <a:cubicBezTo>
                  <a:pt x="149" y="610848"/>
                  <a:pt x="1153" y="630830"/>
                  <a:pt x="1153" y="609600"/>
                </a:cubicBezTo>
                <a:lnTo>
                  <a:pt x="1153" y="609600"/>
                </a:lnTo>
              </a:path>
            </a:pathLst>
          </a:custGeom>
          <a:solidFill>
            <a:schemeClr val="accent1">
              <a:alpha val="16470"/>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59" name="Google Shape;659;p10"/>
          <p:cNvSpPr/>
          <p:nvPr/>
        </p:nvSpPr>
        <p:spPr>
          <a:xfrm>
            <a:off x="1947727" y="3581399"/>
            <a:ext cx="1927482" cy="1717129"/>
          </a:xfrm>
          <a:custGeom>
            <a:avLst/>
            <a:gdLst/>
            <a:ahLst/>
            <a:cxnLst/>
            <a:rect l="l" t="t" r="r" b="b"/>
            <a:pathLst>
              <a:path w="1497695" h="1174792" extrusionOk="0">
                <a:moveTo>
                  <a:pt x="1138929" y="668085"/>
                </a:moveTo>
                <a:lnTo>
                  <a:pt x="1138929" y="668085"/>
                </a:lnTo>
                <a:cubicBezTo>
                  <a:pt x="1113529" y="680785"/>
                  <a:pt x="1087660" y="692587"/>
                  <a:pt x="1062729" y="706185"/>
                </a:cubicBezTo>
                <a:cubicBezTo>
                  <a:pt x="1052679" y="711667"/>
                  <a:pt x="1041305" y="716296"/>
                  <a:pt x="1034154" y="725235"/>
                </a:cubicBezTo>
                <a:cubicBezTo>
                  <a:pt x="1027882" y="733075"/>
                  <a:pt x="1031729" y="746710"/>
                  <a:pt x="1024629" y="753810"/>
                </a:cubicBezTo>
                <a:cubicBezTo>
                  <a:pt x="1008440" y="769999"/>
                  <a:pt x="986529" y="779210"/>
                  <a:pt x="967479" y="791910"/>
                </a:cubicBezTo>
                <a:lnTo>
                  <a:pt x="938904" y="810960"/>
                </a:lnTo>
                <a:cubicBezTo>
                  <a:pt x="929379" y="817310"/>
                  <a:pt x="921189" y="826390"/>
                  <a:pt x="910329" y="830010"/>
                </a:cubicBezTo>
                <a:lnTo>
                  <a:pt x="881754" y="839535"/>
                </a:lnTo>
                <a:cubicBezTo>
                  <a:pt x="827585" y="893704"/>
                  <a:pt x="879743" y="850066"/>
                  <a:pt x="824604" y="877635"/>
                </a:cubicBezTo>
                <a:cubicBezTo>
                  <a:pt x="750746" y="914564"/>
                  <a:pt x="839278" y="882269"/>
                  <a:pt x="767454" y="906210"/>
                </a:cubicBezTo>
                <a:cubicBezTo>
                  <a:pt x="742054" y="903035"/>
                  <a:pt x="713365" y="909583"/>
                  <a:pt x="691254" y="896685"/>
                </a:cubicBezTo>
                <a:cubicBezTo>
                  <a:pt x="671478" y="885149"/>
                  <a:pt x="665854" y="858585"/>
                  <a:pt x="653154" y="839535"/>
                </a:cubicBezTo>
                <a:lnTo>
                  <a:pt x="634104" y="810960"/>
                </a:lnTo>
                <a:cubicBezTo>
                  <a:pt x="627754" y="801435"/>
                  <a:pt x="624579" y="788735"/>
                  <a:pt x="615054" y="782385"/>
                </a:cubicBezTo>
                <a:lnTo>
                  <a:pt x="557904" y="744285"/>
                </a:lnTo>
                <a:cubicBezTo>
                  <a:pt x="551554" y="753810"/>
                  <a:pt x="539732" y="761446"/>
                  <a:pt x="538854" y="772860"/>
                </a:cubicBezTo>
                <a:cubicBezTo>
                  <a:pt x="538078" y="782953"/>
                  <a:pt x="541844" y="867778"/>
                  <a:pt x="557904" y="896685"/>
                </a:cubicBezTo>
                <a:cubicBezTo>
                  <a:pt x="569023" y="916699"/>
                  <a:pt x="576954" y="941135"/>
                  <a:pt x="596004" y="953835"/>
                </a:cubicBezTo>
                <a:lnTo>
                  <a:pt x="624579" y="972885"/>
                </a:lnTo>
                <a:cubicBezTo>
                  <a:pt x="621404" y="998285"/>
                  <a:pt x="638505" y="1038825"/>
                  <a:pt x="615054" y="1049085"/>
                </a:cubicBezTo>
                <a:cubicBezTo>
                  <a:pt x="571325" y="1068216"/>
                  <a:pt x="519430" y="1046310"/>
                  <a:pt x="472179" y="1039560"/>
                </a:cubicBezTo>
                <a:cubicBezTo>
                  <a:pt x="452300" y="1036720"/>
                  <a:pt x="415029" y="1020510"/>
                  <a:pt x="415029" y="1020510"/>
                </a:cubicBezTo>
                <a:cubicBezTo>
                  <a:pt x="411854" y="1030035"/>
                  <a:pt x="405504" y="1039045"/>
                  <a:pt x="405504" y="1049085"/>
                </a:cubicBezTo>
                <a:cubicBezTo>
                  <a:pt x="405504" y="1104216"/>
                  <a:pt x="414371" y="1085870"/>
                  <a:pt x="434079" y="1125285"/>
                </a:cubicBezTo>
                <a:cubicBezTo>
                  <a:pt x="438569" y="1134265"/>
                  <a:pt x="440429" y="1144335"/>
                  <a:pt x="443604" y="1153860"/>
                </a:cubicBezTo>
                <a:cubicBezTo>
                  <a:pt x="434079" y="1160210"/>
                  <a:pt x="426321" y="1174792"/>
                  <a:pt x="415029" y="1172910"/>
                </a:cubicBezTo>
                <a:cubicBezTo>
                  <a:pt x="401742" y="1170695"/>
                  <a:pt x="395078" y="1154683"/>
                  <a:pt x="386454" y="1144335"/>
                </a:cubicBezTo>
                <a:cubicBezTo>
                  <a:pt x="365287" y="1118935"/>
                  <a:pt x="372696" y="1109410"/>
                  <a:pt x="338829" y="1096710"/>
                </a:cubicBezTo>
                <a:cubicBezTo>
                  <a:pt x="312845" y="1086966"/>
                  <a:pt x="287035" y="1091219"/>
                  <a:pt x="262629" y="1077660"/>
                </a:cubicBezTo>
                <a:cubicBezTo>
                  <a:pt x="242615" y="1066541"/>
                  <a:pt x="205479" y="1039560"/>
                  <a:pt x="205479" y="1039560"/>
                </a:cubicBezTo>
                <a:cubicBezTo>
                  <a:pt x="161810" y="974056"/>
                  <a:pt x="174619" y="1004130"/>
                  <a:pt x="157854" y="953835"/>
                </a:cubicBezTo>
                <a:cubicBezTo>
                  <a:pt x="161029" y="941135"/>
                  <a:pt x="155670" y="921589"/>
                  <a:pt x="167379" y="915735"/>
                </a:cubicBezTo>
                <a:cubicBezTo>
                  <a:pt x="190919" y="903965"/>
                  <a:pt x="226502" y="932925"/>
                  <a:pt x="243579" y="944310"/>
                </a:cubicBezTo>
                <a:cubicBezTo>
                  <a:pt x="246754" y="953835"/>
                  <a:pt x="246004" y="965785"/>
                  <a:pt x="253104" y="972885"/>
                </a:cubicBezTo>
                <a:cubicBezTo>
                  <a:pt x="273203" y="992984"/>
                  <a:pt x="323323" y="975469"/>
                  <a:pt x="338829" y="972885"/>
                </a:cubicBezTo>
                <a:cubicBezTo>
                  <a:pt x="345179" y="963360"/>
                  <a:pt x="353370" y="954832"/>
                  <a:pt x="357879" y="944310"/>
                </a:cubicBezTo>
                <a:cubicBezTo>
                  <a:pt x="363036" y="932278"/>
                  <a:pt x="360142" y="917102"/>
                  <a:pt x="367404" y="906210"/>
                </a:cubicBezTo>
                <a:cubicBezTo>
                  <a:pt x="373754" y="896685"/>
                  <a:pt x="386454" y="893510"/>
                  <a:pt x="395979" y="887160"/>
                </a:cubicBezTo>
                <a:cubicBezTo>
                  <a:pt x="458324" y="907942"/>
                  <a:pt x="397134" y="879078"/>
                  <a:pt x="434079" y="925260"/>
                </a:cubicBezTo>
                <a:cubicBezTo>
                  <a:pt x="441230" y="934199"/>
                  <a:pt x="453129" y="937960"/>
                  <a:pt x="462654" y="944310"/>
                </a:cubicBezTo>
                <a:cubicBezTo>
                  <a:pt x="472179" y="941135"/>
                  <a:pt x="488054" y="944310"/>
                  <a:pt x="491229" y="934785"/>
                </a:cubicBezTo>
                <a:cubicBezTo>
                  <a:pt x="496349" y="919426"/>
                  <a:pt x="485631" y="902866"/>
                  <a:pt x="481704" y="887160"/>
                </a:cubicBezTo>
                <a:cubicBezTo>
                  <a:pt x="470943" y="844116"/>
                  <a:pt x="475222" y="867951"/>
                  <a:pt x="443604" y="830010"/>
                </a:cubicBezTo>
                <a:cubicBezTo>
                  <a:pt x="436275" y="821216"/>
                  <a:pt x="430904" y="810960"/>
                  <a:pt x="424554" y="801435"/>
                </a:cubicBezTo>
                <a:cubicBezTo>
                  <a:pt x="405504" y="804610"/>
                  <a:pt x="384678" y="802323"/>
                  <a:pt x="367404" y="810960"/>
                </a:cubicBezTo>
                <a:cubicBezTo>
                  <a:pt x="349206" y="820059"/>
                  <a:pt x="346342" y="853083"/>
                  <a:pt x="338829" y="868110"/>
                </a:cubicBezTo>
                <a:cubicBezTo>
                  <a:pt x="333709" y="878349"/>
                  <a:pt x="326129" y="887160"/>
                  <a:pt x="319779" y="896685"/>
                </a:cubicBezTo>
                <a:cubicBezTo>
                  <a:pt x="284854" y="893510"/>
                  <a:pt x="248273" y="898250"/>
                  <a:pt x="215004" y="887160"/>
                </a:cubicBezTo>
                <a:cubicBezTo>
                  <a:pt x="205479" y="883985"/>
                  <a:pt x="209969" y="867565"/>
                  <a:pt x="205479" y="858585"/>
                </a:cubicBezTo>
                <a:cubicBezTo>
                  <a:pt x="189604" y="826835"/>
                  <a:pt x="186429" y="830010"/>
                  <a:pt x="157854" y="810960"/>
                </a:cubicBezTo>
                <a:cubicBezTo>
                  <a:pt x="145647" y="814012"/>
                  <a:pt x="104844" y="823178"/>
                  <a:pt x="91179" y="830010"/>
                </a:cubicBezTo>
                <a:cubicBezTo>
                  <a:pt x="80940" y="835130"/>
                  <a:pt x="72129" y="842710"/>
                  <a:pt x="62604" y="849060"/>
                </a:cubicBezTo>
                <a:cubicBezTo>
                  <a:pt x="6476" y="830351"/>
                  <a:pt x="0" y="838475"/>
                  <a:pt x="43554" y="725235"/>
                </a:cubicBezTo>
                <a:cubicBezTo>
                  <a:pt x="48253" y="713017"/>
                  <a:pt x="68954" y="718885"/>
                  <a:pt x="81654" y="715710"/>
                </a:cubicBezTo>
                <a:cubicBezTo>
                  <a:pt x="97529" y="718885"/>
                  <a:pt x="115809" y="734215"/>
                  <a:pt x="129279" y="725235"/>
                </a:cubicBezTo>
                <a:cubicBezTo>
                  <a:pt x="138804" y="718885"/>
                  <a:pt x="115349" y="706899"/>
                  <a:pt x="110229" y="696660"/>
                </a:cubicBezTo>
                <a:cubicBezTo>
                  <a:pt x="105739" y="687680"/>
                  <a:pt x="105580" y="676862"/>
                  <a:pt x="100704" y="668085"/>
                </a:cubicBezTo>
                <a:cubicBezTo>
                  <a:pt x="46117" y="569829"/>
                  <a:pt x="74632" y="647018"/>
                  <a:pt x="53079" y="582360"/>
                </a:cubicBezTo>
                <a:cubicBezTo>
                  <a:pt x="56796" y="552626"/>
                  <a:pt x="51638" y="501598"/>
                  <a:pt x="81654" y="477585"/>
                </a:cubicBezTo>
                <a:cubicBezTo>
                  <a:pt x="89494" y="471313"/>
                  <a:pt x="100704" y="471235"/>
                  <a:pt x="110229" y="468060"/>
                </a:cubicBezTo>
                <a:cubicBezTo>
                  <a:pt x="155949" y="483300"/>
                  <a:pt x="128009" y="465520"/>
                  <a:pt x="148329" y="506160"/>
                </a:cubicBezTo>
                <a:cubicBezTo>
                  <a:pt x="153449" y="516399"/>
                  <a:pt x="162730" y="524274"/>
                  <a:pt x="167379" y="534735"/>
                </a:cubicBezTo>
                <a:cubicBezTo>
                  <a:pt x="188103" y="581363"/>
                  <a:pt x="183166" y="587360"/>
                  <a:pt x="195954" y="629985"/>
                </a:cubicBezTo>
                <a:cubicBezTo>
                  <a:pt x="201724" y="649219"/>
                  <a:pt x="200805" y="672936"/>
                  <a:pt x="215004" y="687135"/>
                </a:cubicBezTo>
                <a:lnTo>
                  <a:pt x="243579" y="715710"/>
                </a:lnTo>
                <a:cubicBezTo>
                  <a:pt x="258424" y="671176"/>
                  <a:pt x="258504" y="685134"/>
                  <a:pt x="243579" y="620460"/>
                </a:cubicBezTo>
                <a:cubicBezTo>
                  <a:pt x="239064" y="600894"/>
                  <a:pt x="224529" y="563310"/>
                  <a:pt x="224529" y="563310"/>
                </a:cubicBezTo>
                <a:cubicBezTo>
                  <a:pt x="225368" y="558274"/>
                  <a:pt x="221106" y="480026"/>
                  <a:pt x="262629" y="496635"/>
                </a:cubicBezTo>
                <a:cubicBezTo>
                  <a:pt x="273258" y="500887"/>
                  <a:pt x="275329" y="515685"/>
                  <a:pt x="281679" y="525210"/>
                </a:cubicBezTo>
                <a:cubicBezTo>
                  <a:pt x="289164" y="570118"/>
                  <a:pt x="289362" y="580675"/>
                  <a:pt x="300729" y="620460"/>
                </a:cubicBezTo>
                <a:cubicBezTo>
                  <a:pt x="303487" y="630114"/>
                  <a:pt x="305378" y="640258"/>
                  <a:pt x="310254" y="649035"/>
                </a:cubicBezTo>
                <a:cubicBezTo>
                  <a:pt x="321373" y="669049"/>
                  <a:pt x="326634" y="698945"/>
                  <a:pt x="348354" y="706185"/>
                </a:cubicBezTo>
                <a:lnTo>
                  <a:pt x="376929" y="715710"/>
                </a:lnTo>
                <a:cubicBezTo>
                  <a:pt x="453129" y="690310"/>
                  <a:pt x="357879" y="715710"/>
                  <a:pt x="434079" y="715710"/>
                </a:cubicBezTo>
                <a:cubicBezTo>
                  <a:pt x="450268" y="715710"/>
                  <a:pt x="465829" y="709360"/>
                  <a:pt x="481704" y="706185"/>
                </a:cubicBezTo>
                <a:cubicBezTo>
                  <a:pt x="494334" y="592516"/>
                  <a:pt x="496093" y="623801"/>
                  <a:pt x="481704" y="487110"/>
                </a:cubicBezTo>
                <a:cubicBezTo>
                  <a:pt x="480009" y="471010"/>
                  <a:pt x="475691" y="455289"/>
                  <a:pt x="472179" y="439485"/>
                </a:cubicBezTo>
                <a:cubicBezTo>
                  <a:pt x="465933" y="411379"/>
                  <a:pt x="464620" y="393826"/>
                  <a:pt x="443604" y="372810"/>
                </a:cubicBezTo>
                <a:cubicBezTo>
                  <a:pt x="435509" y="364715"/>
                  <a:pt x="424554" y="360110"/>
                  <a:pt x="415029" y="353760"/>
                </a:cubicBezTo>
                <a:cubicBezTo>
                  <a:pt x="408679" y="344235"/>
                  <a:pt x="395979" y="336633"/>
                  <a:pt x="395979" y="325185"/>
                </a:cubicBezTo>
                <a:cubicBezTo>
                  <a:pt x="395979" y="313737"/>
                  <a:pt x="406934" y="304705"/>
                  <a:pt x="415029" y="296610"/>
                </a:cubicBezTo>
                <a:cubicBezTo>
                  <a:pt x="431727" y="279912"/>
                  <a:pt x="450488" y="274233"/>
                  <a:pt x="472179" y="268035"/>
                </a:cubicBezTo>
                <a:cubicBezTo>
                  <a:pt x="484766" y="264439"/>
                  <a:pt x="497579" y="261685"/>
                  <a:pt x="510279" y="258510"/>
                </a:cubicBezTo>
                <a:cubicBezTo>
                  <a:pt x="630040" y="273480"/>
                  <a:pt x="552489" y="247949"/>
                  <a:pt x="615054" y="296610"/>
                </a:cubicBezTo>
                <a:cubicBezTo>
                  <a:pt x="633126" y="310666"/>
                  <a:pt x="672204" y="334710"/>
                  <a:pt x="672204" y="334710"/>
                </a:cubicBezTo>
                <a:cubicBezTo>
                  <a:pt x="723004" y="410910"/>
                  <a:pt x="656329" y="318835"/>
                  <a:pt x="719829" y="382335"/>
                </a:cubicBezTo>
                <a:cubicBezTo>
                  <a:pt x="727924" y="390430"/>
                  <a:pt x="730784" y="402815"/>
                  <a:pt x="738879" y="410910"/>
                </a:cubicBezTo>
                <a:cubicBezTo>
                  <a:pt x="757343" y="429374"/>
                  <a:pt x="772788" y="431738"/>
                  <a:pt x="796029" y="439485"/>
                </a:cubicBezTo>
                <a:cubicBezTo>
                  <a:pt x="800334" y="452401"/>
                  <a:pt x="814796" y="518235"/>
                  <a:pt x="824604" y="429960"/>
                </a:cubicBezTo>
                <a:cubicBezTo>
                  <a:pt x="825936" y="417975"/>
                  <a:pt x="801848" y="329064"/>
                  <a:pt x="796029" y="325185"/>
                </a:cubicBezTo>
                <a:lnTo>
                  <a:pt x="738879" y="287085"/>
                </a:lnTo>
                <a:cubicBezTo>
                  <a:pt x="732529" y="277560"/>
                  <a:pt x="721249" y="269869"/>
                  <a:pt x="719829" y="258510"/>
                </a:cubicBezTo>
                <a:cubicBezTo>
                  <a:pt x="716513" y="231985"/>
                  <a:pt x="735284" y="187881"/>
                  <a:pt x="757929" y="172785"/>
                </a:cubicBezTo>
                <a:cubicBezTo>
                  <a:pt x="774637" y="161646"/>
                  <a:pt x="815079" y="153735"/>
                  <a:pt x="815079" y="153735"/>
                </a:cubicBezTo>
                <a:cubicBezTo>
                  <a:pt x="824604" y="156910"/>
                  <a:pt x="834674" y="158770"/>
                  <a:pt x="843654" y="163260"/>
                </a:cubicBezTo>
                <a:cubicBezTo>
                  <a:pt x="853893" y="168380"/>
                  <a:pt x="861004" y="184555"/>
                  <a:pt x="872229" y="182310"/>
                </a:cubicBezTo>
                <a:cubicBezTo>
                  <a:pt x="883454" y="180065"/>
                  <a:pt x="884929" y="163260"/>
                  <a:pt x="891279" y="153735"/>
                </a:cubicBezTo>
                <a:cubicBezTo>
                  <a:pt x="891753" y="151363"/>
                  <a:pt x="902519" y="87298"/>
                  <a:pt x="910329" y="77535"/>
                </a:cubicBezTo>
                <a:cubicBezTo>
                  <a:pt x="917480" y="68596"/>
                  <a:pt x="929379" y="64835"/>
                  <a:pt x="938904" y="58485"/>
                </a:cubicBezTo>
                <a:cubicBezTo>
                  <a:pt x="1025458" y="70850"/>
                  <a:pt x="984280" y="60910"/>
                  <a:pt x="1062729" y="87060"/>
                </a:cubicBezTo>
                <a:lnTo>
                  <a:pt x="1091304" y="96585"/>
                </a:lnTo>
                <a:lnTo>
                  <a:pt x="1119879" y="106110"/>
                </a:lnTo>
                <a:cubicBezTo>
                  <a:pt x="1129404" y="99760"/>
                  <a:pt x="1141303" y="95999"/>
                  <a:pt x="1148454" y="87060"/>
                </a:cubicBezTo>
                <a:cubicBezTo>
                  <a:pt x="1185399" y="40878"/>
                  <a:pt x="1124209" y="69742"/>
                  <a:pt x="1186554" y="48960"/>
                </a:cubicBezTo>
                <a:cubicBezTo>
                  <a:pt x="1196079" y="55310"/>
                  <a:pt x="1203796" y="66391"/>
                  <a:pt x="1215129" y="68010"/>
                </a:cubicBezTo>
                <a:cubicBezTo>
                  <a:pt x="1245966" y="72415"/>
                  <a:pt x="1258400" y="51137"/>
                  <a:pt x="1281804" y="39435"/>
                </a:cubicBezTo>
                <a:cubicBezTo>
                  <a:pt x="1360674" y="0"/>
                  <a:pt x="1257062" y="65455"/>
                  <a:pt x="1338954" y="10860"/>
                </a:cubicBezTo>
                <a:cubicBezTo>
                  <a:pt x="1348479" y="14035"/>
                  <a:pt x="1361960" y="12031"/>
                  <a:pt x="1367529" y="20385"/>
                </a:cubicBezTo>
                <a:cubicBezTo>
                  <a:pt x="1376509" y="33855"/>
                  <a:pt x="1363584" y="59030"/>
                  <a:pt x="1377054" y="68010"/>
                </a:cubicBezTo>
                <a:cubicBezTo>
                  <a:pt x="1384717" y="73118"/>
                  <a:pt x="1440210" y="53308"/>
                  <a:pt x="1453254" y="48960"/>
                </a:cubicBezTo>
                <a:cubicBezTo>
                  <a:pt x="1462779" y="52135"/>
                  <a:pt x="1479860" y="48640"/>
                  <a:pt x="1481829" y="58485"/>
                </a:cubicBezTo>
                <a:cubicBezTo>
                  <a:pt x="1497695" y="137817"/>
                  <a:pt x="1485613" y="135337"/>
                  <a:pt x="1443729" y="163260"/>
                </a:cubicBezTo>
                <a:cubicBezTo>
                  <a:pt x="1424679" y="156910"/>
                  <a:pt x="1401825" y="157278"/>
                  <a:pt x="1386579" y="144210"/>
                </a:cubicBezTo>
                <a:cubicBezTo>
                  <a:pt x="1337827" y="102423"/>
                  <a:pt x="1425806" y="93922"/>
                  <a:pt x="1338954" y="115635"/>
                </a:cubicBezTo>
                <a:cubicBezTo>
                  <a:pt x="1335779" y="134685"/>
                  <a:pt x="1333619" y="153932"/>
                  <a:pt x="1329429" y="172785"/>
                </a:cubicBezTo>
                <a:cubicBezTo>
                  <a:pt x="1327251" y="182586"/>
                  <a:pt x="1327004" y="194260"/>
                  <a:pt x="1319904" y="201360"/>
                </a:cubicBezTo>
                <a:cubicBezTo>
                  <a:pt x="1312804" y="208460"/>
                  <a:pt x="1300309" y="206395"/>
                  <a:pt x="1291329" y="210885"/>
                </a:cubicBezTo>
                <a:cubicBezTo>
                  <a:pt x="1281090" y="216005"/>
                  <a:pt x="1272279" y="223585"/>
                  <a:pt x="1262754" y="229935"/>
                </a:cubicBezTo>
                <a:cubicBezTo>
                  <a:pt x="1234801" y="224344"/>
                  <a:pt x="1212182" y="221868"/>
                  <a:pt x="1186554" y="210885"/>
                </a:cubicBezTo>
                <a:cubicBezTo>
                  <a:pt x="1173503" y="205292"/>
                  <a:pt x="1161637" y="197108"/>
                  <a:pt x="1148454" y="191835"/>
                </a:cubicBezTo>
                <a:cubicBezTo>
                  <a:pt x="1063441" y="157830"/>
                  <a:pt x="1117705" y="190386"/>
                  <a:pt x="1062729" y="153735"/>
                </a:cubicBezTo>
                <a:cubicBezTo>
                  <a:pt x="1053204" y="156910"/>
                  <a:pt x="1035805" y="153356"/>
                  <a:pt x="1034154" y="163260"/>
                </a:cubicBezTo>
                <a:cubicBezTo>
                  <a:pt x="1028389" y="197852"/>
                  <a:pt x="1036331" y="233744"/>
                  <a:pt x="1043679" y="268035"/>
                </a:cubicBezTo>
                <a:cubicBezTo>
                  <a:pt x="1046078" y="279229"/>
                  <a:pt x="1057609" y="286371"/>
                  <a:pt x="1062729" y="296610"/>
                </a:cubicBezTo>
                <a:cubicBezTo>
                  <a:pt x="1067219" y="305590"/>
                  <a:pt x="1069079" y="315660"/>
                  <a:pt x="1072254" y="325185"/>
                </a:cubicBezTo>
                <a:cubicBezTo>
                  <a:pt x="1059554" y="331535"/>
                  <a:pt x="1048243" y="342474"/>
                  <a:pt x="1034154" y="344235"/>
                </a:cubicBezTo>
                <a:cubicBezTo>
                  <a:pt x="1021164" y="345859"/>
                  <a:pt x="1008593" y="338472"/>
                  <a:pt x="996054" y="334710"/>
                </a:cubicBezTo>
                <a:cubicBezTo>
                  <a:pt x="976820" y="328940"/>
                  <a:pt x="957954" y="322010"/>
                  <a:pt x="938904" y="315660"/>
                </a:cubicBezTo>
                <a:lnTo>
                  <a:pt x="910329" y="306135"/>
                </a:lnTo>
                <a:cubicBezTo>
                  <a:pt x="916679" y="315660"/>
                  <a:pt x="923699" y="324771"/>
                  <a:pt x="929379" y="334710"/>
                </a:cubicBezTo>
                <a:cubicBezTo>
                  <a:pt x="936424" y="347038"/>
                  <a:pt x="940904" y="360769"/>
                  <a:pt x="948429" y="372810"/>
                </a:cubicBezTo>
                <a:cubicBezTo>
                  <a:pt x="956843" y="386272"/>
                  <a:pt x="967479" y="398210"/>
                  <a:pt x="977004" y="410910"/>
                </a:cubicBezTo>
                <a:cubicBezTo>
                  <a:pt x="980179" y="420435"/>
                  <a:pt x="982039" y="430505"/>
                  <a:pt x="986529" y="439485"/>
                </a:cubicBezTo>
                <a:cubicBezTo>
                  <a:pt x="1023458" y="513343"/>
                  <a:pt x="991163" y="424811"/>
                  <a:pt x="1015104" y="496635"/>
                </a:cubicBezTo>
                <a:cubicBezTo>
                  <a:pt x="1012863" y="510079"/>
                  <a:pt x="1000680" y="601501"/>
                  <a:pt x="986529" y="610935"/>
                </a:cubicBezTo>
                <a:lnTo>
                  <a:pt x="957954" y="629985"/>
                </a:lnTo>
                <a:cubicBezTo>
                  <a:pt x="945254" y="626810"/>
                  <a:pt x="931886" y="625617"/>
                  <a:pt x="919854" y="620460"/>
                </a:cubicBezTo>
                <a:cubicBezTo>
                  <a:pt x="909332" y="615951"/>
                  <a:pt x="902727" y="601410"/>
                  <a:pt x="891279" y="601410"/>
                </a:cubicBezTo>
                <a:cubicBezTo>
                  <a:pt x="879831" y="601410"/>
                  <a:pt x="872229" y="614110"/>
                  <a:pt x="862704" y="620460"/>
                </a:cubicBezTo>
                <a:cubicBezTo>
                  <a:pt x="840034" y="688470"/>
                  <a:pt x="854793" y="660902"/>
                  <a:pt x="824604" y="706185"/>
                </a:cubicBezTo>
                <a:cubicBezTo>
                  <a:pt x="783329" y="703010"/>
                  <a:pt x="740778" y="707326"/>
                  <a:pt x="700779" y="696660"/>
                </a:cubicBezTo>
                <a:cubicBezTo>
                  <a:pt x="689718" y="693710"/>
                  <a:pt x="686378" y="678546"/>
                  <a:pt x="681729" y="668085"/>
                </a:cubicBezTo>
                <a:cubicBezTo>
                  <a:pt x="673574" y="649735"/>
                  <a:pt x="662679" y="610935"/>
                  <a:pt x="662679" y="610935"/>
                </a:cubicBezTo>
                <a:cubicBezTo>
                  <a:pt x="659504" y="569660"/>
                  <a:pt x="657991" y="528223"/>
                  <a:pt x="653154" y="487110"/>
                </a:cubicBezTo>
                <a:cubicBezTo>
                  <a:pt x="651624" y="474109"/>
                  <a:pt x="651807" y="459232"/>
                  <a:pt x="643629" y="449010"/>
                </a:cubicBezTo>
                <a:cubicBezTo>
                  <a:pt x="637357" y="441170"/>
                  <a:pt x="624579" y="442660"/>
                  <a:pt x="615054" y="439485"/>
                </a:cubicBezTo>
                <a:cubicBezTo>
                  <a:pt x="611879" y="452185"/>
                  <a:pt x="604226" y="464559"/>
                  <a:pt x="605529" y="477585"/>
                </a:cubicBezTo>
                <a:cubicBezTo>
                  <a:pt x="607527" y="497566"/>
                  <a:pt x="624579" y="534735"/>
                  <a:pt x="624579" y="534735"/>
                </a:cubicBezTo>
                <a:cubicBezTo>
                  <a:pt x="621404" y="563310"/>
                  <a:pt x="619781" y="592100"/>
                  <a:pt x="615054" y="620460"/>
                </a:cubicBezTo>
                <a:cubicBezTo>
                  <a:pt x="608143" y="661925"/>
                  <a:pt x="594288" y="638681"/>
                  <a:pt x="615054" y="687135"/>
                </a:cubicBezTo>
                <a:cubicBezTo>
                  <a:pt x="624766" y="709796"/>
                  <a:pt x="640267" y="724799"/>
                  <a:pt x="662679" y="734760"/>
                </a:cubicBezTo>
                <a:cubicBezTo>
                  <a:pt x="681029" y="742915"/>
                  <a:pt x="719829" y="753810"/>
                  <a:pt x="719829" y="753810"/>
                </a:cubicBezTo>
                <a:cubicBezTo>
                  <a:pt x="761104" y="750635"/>
                  <a:pt x="802541" y="749122"/>
                  <a:pt x="843654" y="744285"/>
                </a:cubicBezTo>
                <a:cubicBezTo>
                  <a:pt x="856655" y="742755"/>
                  <a:pt x="870388" y="741255"/>
                  <a:pt x="881754" y="734760"/>
                </a:cubicBezTo>
                <a:cubicBezTo>
                  <a:pt x="981643" y="677681"/>
                  <a:pt x="849687" y="726399"/>
                  <a:pt x="938904" y="696660"/>
                </a:cubicBezTo>
                <a:cubicBezTo>
                  <a:pt x="948429" y="687135"/>
                  <a:pt x="958855" y="678433"/>
                  <a:pt x="967479" y="668085"/>
                </a:cubicBezTo>
                <a:cubicBezTo>
                  <a:pt x="974808" y="659291"/>
                  <a:pt x="978434" y="647605"/>
                  <a:pt x="986529" y="639510"/>
                </a:cubicBezTo>
                <a:cubicBezTo>
                  <a:pt x="994624" y="631415"/>
                  <a:pt x="1005579" y="626810"/>
                  <a:pt x="1015104" y="620460"/>
                </a:cubicBezTo>
                <a:cubicBezTo>
                  <a:pt x="1021454" y="610935"/>
                  <a:pt x="1026825" y="600679"/>
                  <a:pt x="1034154" y="591885"/>
                </a:cubicBezTo>
                <a:cubicBezTo>
                  <a:pt x="1077424" y="539961"/>
                  <a:pt x="1067961" y="563833"/>
                  <a:pt x="1157979" y="572835"/>
                </a:cubicBezTo>
                <a:cubicBezTo>
                  <a:pt x="1164329" y="591885"/>
                  <a:pt x="1183379" y="610935"/>
                  <a:pt x="1177029" y="629985"/>
                </a:cubicBezTo>
                <a:cubicBezTo>
                  <a:pt x="1173854" y="639510"/>
                  <a:pt x="1176484" y="654070"/>
                  <a:pt x="1167504" y="658560"/>
                </a:cubicBezTo>
                <a:cubicBezTo>
                  <a:pt x="1147424" y="668600"/>
                  <a:pt x="1143691" y="666498"/>
                  <a:pt x="1138929" y="668085"/>
                </a:cubicBezTo>
                <a:close/>
              </a:path>
            </a:pathLst>
          </a:custGeom>
          <a:solidFill>
            <a:srgbClr val="FFFF00">
              <a:alpha val="14509"/>
            </a:srgb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60" name="Google Shape;660;p10"/>
          <p:cNvSpPr/>
          <p:nvPr/>
        </p:nvSpPr>
        <p:spPr>
          <a:xfrm>
            <a:off x="3219450" y="3171825"/>
            <a:ext cx="628650" cy="247291"/>
          </a:xfrm>
          <a:custGeom>
            <a:avLst/>
            <a:gdLst/>
            <a:ahLst/>
            <a:cxnLst/>
            <a:rect l="l" t="t" r="r" b="b"/>
            <a:pathLst>
              <a:path w="628650" h="247291" extrusionOk="0">
                <a:moveTo>
                  <a:pt x="19050" y="152400"/>
                </a:moveTo>
                <a:lnTo>
                  <a:pt x="19050" y="152400"/>
                </a:lnTo>
                <a:cubicBezTo>
                  <a:pt x="38100" y="130175"/>
                  <a:pt x="54322" y="105172"/>
                  <a:pt x="76200" y="85725"/>
                </a:cubicBezTo>
                <a:cubicBezTo>
                  <a:pt x="83704" y="79055"/>
                  <a:pt x="96421" y="81769"/>
                  <a:pt x="104775" y="76200"/>
                </a:cubicBezTo>
                <a:cubicBezTo>
                  <a:pt x="115983" y="68728"/>
                  <a:pt x="121575" y="54167"/>
                  <a:pt x="133350" y="47625"/>
                </a:cubicBezTo>
                <a:cubicBezTo>
                  <a:pt x="150903" y="37873"/>
                  <a:pt x="171450" y="34925"/>
                  <a:pt x="190500" y="28575"/>
                </a:cubicBezTo>
                <a:cubicBezTo>
                  <a:pt x="213148" y="21026"/>
                  <a:pt x="233255" y="13512"/>
                  <a:pt x="257175" y="9525"/>
                </a:cubicBezTo>
                <a:cubicBezTo>
                  <a:pt x="282424" y="5317"/>
                  <a:pt x="307975" y="3175"/>
                  <a:pt x="333375" y="0"/>
                </a:cubicBezTo>
                <a:cubicBezTo>
                  <a:pt x="418622" y="7104"/>
                  <a:pt x="448348" y="3399"/>
                  <a:pt x="523875" y="28575"/>
                </a:cubicBezTo>
                <a:cubicBezTo>
                  <a:pt x="533400" y="31750"/>
                  <a:pt x="543470" y="33610"/>
                  <a:pt x="552450" y="38100"/>
                </a:cubicBezTo>
                <a:cubicBezTo>
                  <a:pt x="562689" y="43220"/>
                  <a:pt x="571500" y="50800"/>
                  <a:pt x="581025" y="57150"/>
                </a:cubicBezTo>
                <a:cubicBezTo>
                  <a:pt x="604966" y="128974"/>
                  <a:pt x="569886" y="43227"/>
                  <a:pt x="619125" y="104775"/>
                </a:cubicBezTo>
                <a:cubicBezTo>
                  <a:pt x="625397" y="112615"/>
                  <a:pt x="625475" y="123825"/>
                  <a:pt x="628650" y="133350"/>
                </a:cubicBezTo>
                <a:cubicBezTo>
                  <a:pt x="619125" y="139700"/>
                  <a:pt x="611367" y="150518"/>
                  <a:pt x="600075" y="152400"/>
                </a:cubicBezTo>
                <a:cubicBezTo>
                  <a:pt x="590171" y="154051"/>
                  <a:pt x="581540" y="142875"/>
                  <a:pt x="571500" y="142875"/>
                </a:cubicBezTo>
                <a:cubicBezTo>
                  <a:pt x="530103" y="142875"/>
                  <a:pt x="488950" y="149225"/>
                  <a:pt x="447675" y="152400"/>
                </a:cubicBezTo>
                <a:cubicBezTo>
                  <a:pt x="409056" y="158837"/>
                  <a:pt x="387948" y="160793"/>
                  <a:pt x="352425" y="171450"/>
                </a:cubicBezTo>
                <a:cubicBezTo>
                  <a:pt x="333191" y="177220"/>
                  <a:pt x="314325" y="184150"/>
                  <a:pt x="295275" y="190500"/>
                </a:cubicBezTo>
                <a:lnTo>
                  <a:pt x="238125" y="209550"/>
                </a:lnTo>
                <a:lnTo>
                  <a:pt x="180975" y="228600"/>
                </a:lnTo>
                <a:lnTo>
                  <a:pt x="152400" y="238125"/>
                </a:lnTo>
                <a:cubicBezTo>
                  <a:pt x="127529" y="236052"/>
                  <a:pt x="39718" y="247291"/>
                  <a:pt x="9525" y="209550"/>
                </a:cubicBezTo>
                <a:cubicBezTo>
                  <a:pt x="3253" y="201710"/>
                  <a:pt x="3175" y="190500"/>
                  <a:pt x="0" y="180975"/>
                </a:cubicBezTo>
                <a:cubicBezTo>
                  <a:pt x="11247" y="135987"/>
                  <a:pt x="15875" y="157162"/>
                  <a:pt x="19050" y="152400"/>
                </a:cubicBez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61" name="Google Shape;661;p10"/>
          <p:cNvSpPr/>
          <p:nvPr/>
        </p:nvSpPr>
        <p:spPr>
          <a:xfrm>
            <a:off x="1924050" y="3467100"/>
            <a:ext cx="639725" cy="333375"/>
          </a:xfrm>
          <a:custGeom>
            <a:avLst/>
            <a:gdLst/>
            <a:ahLst/>
            <a:cxnLst/>
            <a:rect l="l" t="t" r="r" b="b"/>
            <a:pathLst>
              <a:path w="639725" h="333375" extrusionOk="0">
                <a:moveTo>
                  <a:pt x="0" y="152400"/>
                </a:moveTo>
                <a:lnTo>
                  <a:pt x="0" y="152400"/>
                </a:lnTo>
                <a:cubicBezTo>
                  <a:pt x="22225" y="136525"/>
                  <a:pt x="42627" y="117724"/>
                  <a:pt x="66675" y="104775"/>
                </a:cubicBezTo>
                <a:cubicBezTo>
                  <a:pt x="84355" y="95255"/>
                  <a:pt x="104775" y="92075"/>
                  <a:pt x="123825" y="85725"/>
                </a:cubicBezTo>
                <a:cubicBezTo>
                  <a:pt x="164819" y="72060"/>
                  <a:pt x="142660" y="78635"/>
                  <a:pt x="190500" y="66675"/>
                </a:cubicBezTo>
                <a:cubicBezTo>
                  <a:pt x="200025" y="60325"/>
                  <a:pt x="208614" y="52274"/>
                  <a:pt x="219075" y="47625"/>
                </a:cubicBezTo>
                <a:cubicBezTo>
                  <a:pt x="237425" y="39470"/>
                  <a:pt x="257175" y="34925"/>
                  <a:pt x="276225" y="28575"/>
                </a:cubicBezTo>
                <a:lnTo>
                  <a:pt x="304800" y="19050"/>
                </a:lnTo>
                <a:lnTo>
                  <a:pt x="333375" y="9525"/>
                </a:lnTo>
                <a:lnTo>
                  <a:pt x="361950" y="0"/>
                </a:lnTo>
                <a:cubicBezTo>
                  <a:pt x="438150" y="3175"/>
                  <a:pt x="514492" y="3891"/>
                  <a:pt x="590550" y="9525"/>
                </a:cubicBezTo>
                <a:cubicBezTo>
                  <a:pt x="600563" y="10267"/>
                  <a:pt x="613289" y="10880"/>
                  <a:pt x="619125" y="19050"/>
                </a:cubicBezTo>
                <a:cubicBezTo>
                  <a:pt x="630797" y="35390"/>
                  <a:pt x="638175" y="76200"/>
                  <a:pt x="638175" y="76200"/>
                </a:cubicBezTo>
                <a:cubicBezTo>
                  <a:pt x="635000" y="95250"/>
                  <a:pt x="639725" y="117528"/>
                  <a:pt x="628650" y="133350"/>
                </a:cubicBezTo>
                <a:cubicBezTo>
                  <a:pt x="615520" y="152107"/>
                  <a:pt x="587689" y="155261"/>
                  <a:pt x="571500" y="171450"/>
                </a:cubicBezTo>
                <a:cubicBezTo>
                  <a:pt x="561975" y="180975"/>
                  <a:pt x="553558" y="191755"/>
                  <a:pt x="542925" y="200025"/>
                </a:cubicBezTo>
                <a:cubicBezTo>
                  <a:pt x="524853" y="214081"/>
                  <a:pt x="485775" y="238125"/>
                  <a:pt x="485775" y="238125"/>
                </a:cubicBezTo>
                <a:cubicBezTo>
                  <a:pt x="479425" y="247650"/>
                  <a:pt x="475664" y="259549"/>
                  <a:pt x="466725" y="266700"/>
                </a:cubicBezTo>
                <a:cubicBezTo>
                  <a:pt x="458885" y="272972"/>
                  <a:pt x="447130" y="271735"/>
                  <a:pt x="438150" y="276225"/>
                </a:cubicBezTo>
                <a:cubicBezTo>
                  <a:pt x="427911" y="281345"/>
                  <a:pt x="420097" y="290766"/>
                  <a:pt x="409575" y="295275"/>
                </a:cubicBezTo>
                <a:cubicBezTo>
                  <a:pt x="397543" y="300432"/>
                  <a:pt x="384062" y="301204"/>
                  <a:pt x="371475" y="304800"/>
                </a:cubicBezTo>
                <a:cubicBezTo>
                  <a:pt x="361821" y="307558"/>
                  <a:pt x="352640" y="311890"/>
                  <a:pt x="342900" y="314325"/>
                </a:cubicBezTo>
                <a:lnTo>
                  <a:pt x="266700" y="333375"/>
                </a:lnTo>
                <a:cubicBezTo>
                  <a:pt x="255237" y="332333"/>
                  <a:pt x="165617" y="332251"/>
                  <a:pt x="133350" y="314325"/>
                </a:cubicBezTo>
                <a:cubicBezTo>
                  <a:pt x="35094" y="259738"/>
                  <a:pt x="112283" y="288253"/>
                  <a:pt x="47625" y="266700"/>
                </a:cubicBezTo>
                <a:cubicBezTo>
                  <a:pt x="3956" y="201196"/>
                  <a:pt x="16765" y="231270"/>
                  <a:pt x="0" y="180975"/>
                </a:cubicBezTo>
                <a:cubicBezTo>
                  <a:pt x="31217" y="160164"/>
                  <a:pt x="0" y="157162"/>
                  <a:pt x="0" y="152400"/>
                </a:cubicBezTo>
                <a:close/>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62" name="Google Shape;662;p10"/>
          <p:cNvSpPr/>
          <p:nvPr/>
        </p:nvSpPr>
        <p:spPr>
          <a:xfrm>
            <a:off x="2500032" y="3219450"/>
            <a:ext cx="486222" cy="381000"/>
          </a:xfrm>
          <a:custGeom>
            <a:avLst/>
            <a:gdLst/>
            <a:ahLst/>
            <a:cxnLst/>
            <a:rect l="l" t="t" r="r" b="b"/>
            <a:pathLst>
              <a:path w="486222" h="381000" extrusionOk="0">
                <a:moveTo>
                  <a:pt x="33618" y="180975"/>
                </a:moveTo>
                <a:lnTo>
                  <a:pt x="33618" y="180975"/>
                </a:lnTo>
                <a:cubicBezTo>
                  <a:pt x="92915" y="263990"/>
                  <a:pt x="72606" y="221739"/>
                  <a:pt x="100293" y="304800"/>
                </a:cubicBezTo>
                <a:lnTo>
                  <a:pt x="109818" y="333375"/>
                </a:lnTo>
                <a:cubicBezTo>
                  <a:pt x="112993" y="342900"/>
                  <a:pt x="109818" y="358775"/>
                  <a:pt x="119343" y="361950"/>
                </a:cubicBezTo>
                <a:lnTo>
                  <a:pt x="176493" y="381000"/>
                </a:lnTo>
                <a:cubicBezTo>
                  <a:pt x="198718" y="377825"/>
                  <a:pt x="221292" y="376523"/>
                  <a:pt x="243168" y="371475"/>
                </a:cubicBezTo>
                <a:cubicBezTo>
                  <a:pt x="361142" y="344250"/>
                  <a:pt x="255126" y="366160"/>
                  <a:pt x="328893" y="333375"/>
                </a:cubicBezTo>
                <a:cubicBezTo>
                  <a:pt x="347243" y="325220"/>
                  <a:pt x="369335" y="325464"/>
                  <a:pt x="386043" y="314325"/>
                </a:cubicBezTo>
                <a:cubicBezTo>
                  <a:pt x="426432" y="287399"/>
                  <a:pt x="404379" y="300395"/>
                  <a:pt x="452718" y="276225"/>
                </a:cubicBezTo>
                <a:cubicBezTo>
                  <a:pt x="456729" y="270208"/>
                  <a:pt x="486222" y="231398"/>
                  <a:pt x="481293" y="219075"/>
                </a:cubicBezTo>
                <a:cubicBezTo>
                  <a:pt x="477041" y="208446"/>
                  <a:pt x="462243" y="206375"/>
                  <a:pt x="452718" y="200025"/>
                </a:cubicBezTo>
                <a:cubicBezTo>
                  <a:pt x="428777" y="128201"/>
                  <a:pt x="461072" y="216733"/>
                  <a:pt x="424143" y="142875"/>
                </a:cubicBezTo>
                <a:cubicBezTo>
                  <a:pt x="396574" y="87736"/>
                  <a:pt x="440212" y="139894"/>
                  <a:pt x="386043" y="85725"/>
                </a:cubicBezTo>
                <a:cubicBezTo>
                  <a:pt x="382868" y="76200"/>
                  <a:pt x="381008" y="66130"/>
                  <a:pt x="376518" y="57150"/>
                </a:cubicBezTo>
                <a:cubicBezTo>
                  <a:pt x="371398" y="46911"/>
                  <a:pt x="365563" y="36670"/>
                  <a:pt x="357468" y="28575"/>
                </a:cubicBezTo>
                <a:cubicBezTo>
                  <a:pt x="339004" y="10111"/>
                  <a:pt x="323559" y="7747"/>
                  <a:pt x="300318" y="0"/>
                </a:cubicBezTo>
                <a:cubicBezTo>
                  <a:pt x="283711" y="2076"/>
                  <a:pt x="221120" y="4841"/>
                  <a:pt x="195543" y="19050"/>
                </a:cubicBezTo>
                <a:cubicBezTo>
                  <a:pt x="175529" y="30169"/>
                  <a:pt x="157443" y="44450"/>
                  <a:pt x="138393" y="57150"/>
                </a:cubicBezTo>
                <a:lnTo>
                  <a:pt x="81243" y="95250"/>
                </a:lnTo>
                <a:lnTo>
                  <a:pt x="52668" y="114300"/>
                </a:lnTo>
                <a:cubicBezTo>
                  <a:pt x="11953" y="175372"/>
                  <a:pt x="0" y="155201"/>
                  <a:pt x="33618" y="200025"/>
                </a:cubicBezTo>
                <a:cubicBezTo>
                  <a:pt x="36312" y="203617"/>
                  <a:pt x="33618" y="184150"/>
                  <a:pt x="33618" y="180975"/>
                </a:cubicBez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63" name="Google Shape;663;p10"/>
          <p:cNvSpPr/>
          <p:nvPr/>
        </p:nvSpPr>
        <p:spPr>
          <a:xfrm>
            <a:off x="1761094" y="2190866"/>
            <a:ext cx="609537" cy="771409"/>
          </a:xfrm>
          <a:custGeom>
            <a:avLst/>
            <a:gdLst/>
            <a:ahLst/>
            <a:cxnLst/>
            <a:rect l="l" t="t" r="r" b="b"/>
            <a:pathLst>
              <a:path w="609537" h="771409" extrusionOk="0">
                <a:moveTo>
                  <a:pt x="58181" y="238009"/>
                </a:moveTo>
                <a:lnTo>
                  <a:pt x="58181" y="238009"/>
                </a:lnTo>
                <a:cubicBezTo>
                  <a:pt x="64531" y="209434"/>
                  <a:pt x="65118" y="178932"/>
                  <a:pt x="77231" y="152284"/>
                </a:cubicBezTo>
                <a:cubicBezTo>
                  <a:pt x="81968" y="141862"/>
                  <a:pt x="97711" y="141329"/>
                  <a:pt x="105806" y="133234"/>
                </a:cubicBezTo>
                <a:cubicBezTo>
                  <a:pt x="180731" y="58309"/>
                  <a:pt x="59806" y="154105"/>
                  <a:pt x="153431" y="76084"/>
                </a:cubicBezTo>
                <a:cubicBezTo>
                  <a:pt x="183620" y="50927"/>
                  <a:pt x="197623" y="51828"/>
                  <a:pt x="239156" y="37984"/>
                </a:cubicBezTo>
                <a:cubicBezTo>
                  <a:pt x="289030" y="21359"/>
                  <a:pt x="257792" y="29879"/>
                  <a:pt x="334406" y="18934"/>
                </a:cubicBezTo>
                <a:cubicBezTo>
                  <a:pt x="384706" y="21893"/>
                  <a:pt x="477397" y="0"/>
                  <a:pt x="524906" y="47509"/>
                </a:cubicBezTo>
                <a:cubicBezTo>
                  <a:pt x="556620" y="79223"/>
                  <a:pt x="534114" y="69798"/>
                  <a:pt x="553481" y="104659"/>
                </a:cubicBezTo>
                <a:cubicBezTo>
                  <a:pt x="564600" y="124673"/>
                  <a:pt x="591581" y="161809"/>
                  <a:pt x="591581" y="161809"/>
                </a:cubicBezTo>
                <a:cubicBezTo>
                  <a:pt x="594756" y="222134"/>
                  <a:pt x="601106" y="282376"/>
                  <a:pt x="601106" y="342784"/>
                </a:cubicBezTo>
                <a:cubicBezTo>
                  <a:pt x="601106" y="346908"/>
                  <a:pt x="609537" y="544451"/>
                  <a:pt x="572531" y="599959"/>
                </a:cubicBezTo>
                <a:cubicBezTo>
                  <a:pt x="566181" y="609484"/>
                  <a:pt x="561576" y="620439"/>
                  <a:pt x="553481" y="628534"/>
                </a:cubicBezTo>
                <a:cubicBezTo>
                  <a:pt x="545386" y="636629"/>
                  <a:pt x="534431" y="641234"/>
                  <a:pt x="524906" y="647584"/>
                </a:cubicBezTo>
                <a:cubicBezTo>
                  <a:pt x="470311" y="729476"/>
                  <a:pt x="543006" y="633104"/>
                  <a:pt x="477281" y="685684"/>
                </a:cubicBezTo>
                <a:cubicBezTo>
                  <a:pt x="468342" y="692835"/>
                  <a:pt x="467939" y="708192"/>
                  <a:pt x="458231" y="714259"/>
                </a:cubicBezTo>
                <a:cubicBezTo>
                  <a:pt x="441203" y="724902"/>
                  <a:pt x="420131" y="726959"/>
                  <a:pt x="401081" y="733309"/>
                </a:cubicBezTo>
                <a:lnTo>
                  <a:pt x="343931" y="752359"/>
                </a:lnTo>
                <a:cubicBezTo>
                  <a:pt x="334406" y="755534"/>
                  <a:pt x="325295" y="760464"/>
                  <a:pt x="315356" y="761884"/>
                </a:cubicBezTo>
                <a:lnTo>
                  <a:pt x="248681" y="771409"/>
                </a:lnTo>
                <a:cubicBezTo>
                  <a:pt x="204231" y="768234"/>
                  <a:pt x="159589" y="767091"/>
                  <a:pt x="115331" y="761884"/>
                </a:cubicBezTo>
                <a:cubicBezTo>
                  <a:pt x="105360" y="760711"/>
                  <a:pt x="95110" y="757928"/>
                  <a:pt x="86756" y="752359"/>
                </a:cubicBezTo>
                <a:cubicBezTo>
                  <a:pt x="75548" y="744887"/>
                  <a:pt x="66451" y="734417"/>
                  <a:pt x="58181" y="723784"/>
                </a:cubicBezTo>
                <a:cubicBezTo>
                  <a:pt x="44125" y="705712"/>
                  <a:pt x="20081" y="666634"/>
                  <a:pt x="20081" y="666634"/>
                </a:cubicBezTo>
                <a:cubicBezTo>
                  <a:pt x="16906" y="641234"/>
                  <a:pt x="15135" y="615619"/>
                  <a:pt x="10556" y="590434"/>
                </a:cubicBezTo>
                <a:cubicBezTo>
                  <a:pt x="8760" y="580556"/>
                  <a:pt x="1031" y="571899"/>
                  <a:pt x="1031" y="561859"/>
                </a:cubicBezTo>
                <a:cubicBezTo>
                  <a:pt x="1031" y="531417"/>
                  <a:pt x="0" y="346909"/>
                  <a:pt x="20081" y="266584"/>
                </a:cubicBezTo>
                <a:cubicBezTo>
                  <a:pt x="24951" y="247103"/>
                  <a:pt x="32781" y="228484"/>
                  <a:pt x="39131" y="209434"/>
                </a:cubicBezTo>
                <a:cubicBezTo>
                  <a:pt x="42306" y="199909"/>
                  <a:pt x="39131" y="184034"/>
                  <a:pt x="48656" y="180859"/>
                </a:cubicBezTo>
                <a:cubicBezTo>
                  <a:pt x="80243" y="170330"/>
                  <a:pt x="77231" y="181374"/>
                  <a:pt x="77231" y="161809"/>
                </a:cubicBezTo>
                <a:lnTo>
                  <a:pt x="77231" y="161809"/>
                </a:lnTo>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64" name="Google Shape;664;p10"/>
          <p:cNvSpPr/>
          <p:nvPr/>
        </p:nvSpPr>
        <p:spPr>
          <a:xfrm>
            <a:off x="2292399" y="2438400"/>
            <a:ext cx="431751" cy="419206"/>
          </a:xfrm>
          <a:custGeom>
            <a:avLst/>
            <a:gdLst/>
            <a:ahLst/>
            <a:cxnLst/>
            <a:rect l="l" t="t" r="r" b="b"/>
            <a:pathLst>
              <a:path w="431751" h="419206" extrusionOk="0">
                <a:moveTo>
                  <a:pt x="41226" y="390525"/>
                </a:moveTo>
                <a:lnTo>
                  <a:pt x="41226" y="390525"/>
                </a:lnTo>
                <a:cubicBezTo>
                  <a:pt x="44401" y="355600"/>
                  <a:pt x="40856" y="319394"/>
                  <a:pt x="50751" y="285750"/>
                </a:cubicBezTo>
                <a:cubicBezTo>
                  <a:pt x="68482" y="225466"/>
                  <a:pt x="83161" y="238104"/>
                  <a:pt x="117426" y="209550"/>
                </a:cubicBezTo>
                <a:cubicBezTo>
                  <a:pt x="127774" y="200926"/>
                  <a:pt x="137377" y="191323"/>
                  <a:pt x="146001" y="180975"/>
                </a:cubicBezTo>
                <a:cubicBezTo>
                  <a:pt x="153330" y="172181"/>
                  <a:pt x="156436" y="159938"/>
                  <a:pt x="165051" y="152400"/>
                </a:cubicBezTo>
                <a:cubicBezTo>
                  <a:pt x="182281" y="137323"/>
                  <a:pt x="222201" y="114300"/>
                  <a:pt x="222201" y="114300"/>
                </a:cubicBezTo>
                <a:cubicBezTo>
                  <a:pt x="257126" y="61912"/>
                  <a:pt x="222201" y="106362"/>
                  <a:pt x="269826" y="66675"/>
                </a:cubicBezTo>
                <a:cubicBezTo>
                  <a:pt x="295461" y="45312"/>
                  <a:pt x="296570" y="32564"/>
                  <a:pt x="326976" y="19050"/>
                </a:cubicBezTo>
                <a:cubicBezTo>
                  <a:pt x="345326" y="10895"/>
                  <a:pt x="384126" y="0"/>
                  <a:pt x="384126" y="0"/>
                </a:cubicBezTo>
                <a:cubicBezTo>
                  <a:pt x="393651" y="3175"/>
                  <a:pt x="406865" y="1355"/>
                  <a:pt x="412701" y="9525"/>
                </a:cubicBezTo>
                <a:cubicBezTo>
                  <a:pt x="424373" y="25865"/>
                  <a:pt x="431751" y="66675"/>
                  <a:pt x="431751" y="66675"/>
                </a:cubicBezTo>
                <a:cubicBezTo>
                  <a:pt x="428576" y="98425"/>
                  <a:pt x="427078" y="130388"/>
                  <a:pt x="422226" y="161925"/>
                </a:cubicBezTo>
                <a:cubicBezTo>
                  <a:pt x="420699" y="171848"/>
                  <a:pt x="418973" y="182660"/>
                  <a:pt x="412701" y="190500"/>
                </a:cubicBezTo>
                <a:cubicBezTo>
                  <a:pt x="405550" y="199439"/>
                  <a:pt x="393651" y="203200"/>
                  <a:pt x="384126" y="209550"/>
                </a:cubicBezTo>
                <a:cubicBezTo>
                  <a:pt x="330151" y="290512"/>
                  <a:pt x="419051" y="165100"/>
                  <a:pt x="307926" y="276225"/>
                </a:cubicBezTo>
                <a:cubicBezTo>
                  <a:pt x="281399" y="302752"/>
                  <a:pt x="233409" y="358214"/>
                  <a:pt x="193626" y="371475"/>
                </a:cubicBezTo>
                <a:lnTo>
                  <a:pt x="165051" y="381000"/>
                </a:lnTo>
                <a:cubicBezTo>
                  <a:pt x="0" y="369997"/>
                  <a:pt x="22176" y="419206"/>
                  <a:pt x="22176" y="304800"/>
                </a:cubicBezTo>
                <a:lnTo>
                  <a:pt x="22176" y="304800"/>
                </a:lnTo>
                <a:lnTo>
                  <a:pt x="41226" y="304800"/>
                </a:lnTo>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65" name="Google Shape;665;p10"/>
          <p:cNvSpPr/>
          <p:nvPr/>
        </p:nvSpPr>
        <p:spPr>
          <a:xfrm>
            <a:off x="1759597" y="3095625"/>
            <a:ext cx="354953" cy="466725"/>
          </a:xfrm>
          <a:custGeom>
            <a:avLst/>
            <a:gdLst/>
            <a:ahLst/>
            <a:cxnLst/>
            <a:rect l="l" t="t" r="r" b="b"/>
            <a:pathLst>
              <a:path w="354953" h="466725" extrusionOk="0">
                <a:moveTo>
                  <a:pt x="250178" y="447675"/>
                </a:moveTo>
                <a:lnTo>
                  <a:pt x="250178" y="447675"/>
                </a:lnTo>
                <a:cubicBezTo>
                  <a:pt x="148753" y="409640"/>
                  <a:pt x="193160" y="438282"/>
                  <a:pt x="116828" y="361950"/>
                </a:cubicBezTo>
                <a:lnTo>
                  <a:pt x="88253" y="333375"/>
                </a:lnTo>
                <a:lnTo>
                  <a:pt x="59678" y="304800"/>
                </a:lnTo>
                <a:lnTo>
                  <a:pt x="31103" y="219075"/>
                </a:lnTo>
                <a:lnTo>
                  <a:pt x="21578" y="190500"/>
                </a:lnTo>
                <a:cubicBezTo>
                  <a:pt x="18403" y="180975"/>
                  <a:pt x="14022" y="171770"/>
                  <a:pt x="12053" y="161925"/>
                </a:cubicBezTo>
                <a:lnTo>
                  <a:pt x="2528" y="114300"/>
                </a:lnTo>
                <a:cubicBezTo>
                  <a:pt x="5703" y="92075"/>
                  <a:pt x="0" y="66566"/>
                  <a:pt x="12053" y="47625"/>
                </a:cubicBezTo>
                <a:cubicBezTo>
                  <a:pt x="29689" y="19912"/>
                  <a:pt x="68474" y="9768"/>
                  <a:pt x="97778" y="0"/>
                </a:cubicBezTo>
                <a:cubicBezTo>
                  <a:pt x="121019" y="7747"/>
                  <a:pt x="136464" y="10111"/>
                  <a:pt x="154928" y="28575"/>
                </a:cubicBezTo>
                <a:cubicBezTo>
                  <a:pt x="198012" y="71659"/>
                  <a:pt x="146923" y="48132"/>
                  <a:pt x="202553" y="66675"/>
                </a:cubicBezTo>
                <a:cubicBezTo>
                  <a:pt x="219318" y="116970"/>
                  <a:pt x="206509" y="86896"/>
                  <a:pt x="250178" y="152400"/>
                </a:cubicBezTo>
                <a:lnTo>
                  <a:pt x="269228" y="180975"/>
                </a:lnTo>
                <a:cubicBezTo>
                  <a:pt x="275578" y="190500"/>
                  <a:pt x="280183" y="201455"/>
                  <a:pt x="288278" y="209550"/>
                </a:cubicBezTo>
                <a:lnTo>
                  <a:pt x="316853" y="238125"/>
                </a:lnTo>
                <a:cubicBezTo>
                  <a:pt x="340794" y="309949"/>
                  <a:pt x="308499" y="221417"/>
                  <a:pt x="345428" y="295275"/>
                </a:cubicBezTo>
                <a:cubicBezTo>
                  <a:pt x="349918" y="304255"/>
                  <a:pt x="351778" y="314325"/>
                  <a:pt x="354953" y="323850"/>
                </a:cubicBezTo>
                <a:cubicBezTo>
                  <a:pt x="351778" y="352425"/>
                  <a:pt x="352401" y="381683"/>
                  <a:pt x="345428" y="409575"/>
                </a:cubicBezTo>
                <a:cubicBezTo>
                  <a:pt x="336253" y="446276"/>
                  <a:pt x="323693" y="434730"/>
                  <a:pt x="297803" y="447675"/>
                </a:cubicBezTo>
                <a:cubicBezTo>
                  <a:pt x="287564" y="452795"/>
                  <a:pt x="278753" y="460375"/>
                  <a:pt x="269228" y="466725"/>
                </a:cubicBezTo>
                <a:cubicBezTo>
                  <a:pt x="247687" y="434414"/>
                  <a:pt x="253353" y="450850"/>
                  <a:pt x="250178" y="447675"/>
                </a:cubicBez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66" name="Google Shape;666;p10"/>
          <p:cNvSpPr/>
          <p:nvPr/>
        </p:nvSpPr>
        <p:spPr>
          <a:xfrm>
            <a:off x="1968342" y="2904147"/>
            <a:ext cx="501250" cy="429603"/>
          </a:xfrm>
          <a:custGeom>
            <a:avLst/>
            <a:gdLst/>
            <a:ahLst/>
            <a:cxnLst/>
            <a:rect l="l" t="t" r="r" b="b"/>
            <a:pathLst>
              <a:path w="501250" h="429603" extrusionOk="0">
                <a:moveTo>
                  <a:pt x="22383" y="162903"/>
                </a:moveTo>
                <a:lnTo>
                  <a:pt x="22383" y="162903"/>
                </a:lnTo>
                <a:cubicBezTo>
                  <a:pt x="60483" y="150203"/>
                  <a:pt x="103267" y="147080"/>
                  <a:pt x="136683" y="124803"/>
                </a:cubicBezTo>
                <a:cubicBezTo>
                  <a:pt x="146208" y="118453"/>
                  <a:pt x="156464" y="113082"/>
                  <a:pt x="165258" y="105753"/>
                </a:cubicBezTo>
                <a:cubicBezTo>
                  <a:pt x="175606" y="97129"/>
                  <a:pt x="182625" y="84650"/>
                  <a:pt x="193833" y="77178"/>
                </a:cubicBezTo>
                <a:cubicBezTo>
                  <a:pt x="202187" y="71609"/>
                  <a:pt x="213428" y="72143"/>
                  <a:pt x="222408" y="67653"/>
                </a:cubicBezTo>
                <a:cubicBezTo>
                  <a:pt x="232647" y="62533"/>
                  <a:pt x="240744" y="53723"/>
                  <a:pt x="250983" y="48603"/>
                </a:cubicBezTo>
                <a:cubicBezTo>
                  <a:pt x="259963" y="44113"/>
                  <a:pt x="270578" y="43568"/>
                  <a:pt x="279558" y="39078"/>
                </a:cubicBezTo>
                <a:cubicBezTo>
                  <a:pt x="289797" y="33958"/>
                  <a:pt x="297672" y="24677"/>
                  <a:pt x="308133" y="20028"/>
                </a:cubicBezTo>
                <a:cubicBezTo>
                  <a:pt x="326483" y="11873"/>
                  <a:pt x="365283" y="978"/>
                  <a:pt x="365283" y="978"/>
                </a:cubicBezTo>
                <a:cubicBezTo>
                  <a:pt x="403383" y="4153"/>
                  <a:pt x="442822" y="0"/>
                  <a:pt x="479583" y="10503"/>
                </a:cubicBezTo>
                <a:cubicBezTo>
                  <a:pt x="490590" y="13648"/>
                  <a:pt x="497961" y="27650"/>
                  <a:pt x="498633" y="39078"/>
                </a:cubicBezTo>
                <a:cubicBezTo>
                  <a:pt x="501250" y="83564"/>
                  <a:pt x="494315" y="128170"/>
                  <a:pt x="489108" y="172428"/>
                </a:cubicBezTo>
                <a:cubicBezTo>
                  <a:pt x="485425" y="203736"/>
                  <a:pt x="474364" y="201916"/>
                  <a:pt x="460533" y="229578"/>
                </a:cubicBezTo>
                <a:cubicBezTo>
                  <a:pt x="443163" y="264318"/>
                  <a:pt x="457957" y="285270"/>
                  <a:pt x="412908" y="315303"/>
                </a:cubicBezTo>
                <a:lnTo>
                  <a:pt x="355758" y="353403"/>
                </a:lnTo>
                <a:cubicBezTo>
                  <a:pt x="346233" y="359753"/>
                  <a:pt x="335278" y="364358"/>
                  <a:pt x="327183" y="372453"/>
                </a:cubicBezTo>
                <a:cubicBezTo>
                  <a:pt x="306117" y="393519"/>
                  <a:pt x="296555" y="406817"/>
                  <a:pt x="270033" y="420078"/>
                </a:cubicBezTo>
                <a:cubicBezTo>
                  <a:pt x="261053" y="424568"/>
                  <a:pt x="250983" y="426428"/>
                  <a:pt x="241458" y="429603"/>
                </a:cubicBezTo>
                <a:cubicBezTo>
                  <a:pt x="209708" y="426428"/>
                  <a:pt x="177570" y="425958"/>
                  <a:pt x="146208" y="420078"/>
                </a:cubicBezTo>
                <a:cubicBezTo>
                  <a:pt x="126471" y="416377"/>
                  <a:pt x="89058" y="401028"/>
                  <a:pt x="89058" y="401028"/>
                </a:cubicBezTo>
                <a:cubicBezTo>
                  <a:pt x="82708" y="391503"/>
                  <a:pt x="77337" y="381247"/>
                  <a:pt x="70008" y="372453"/>
                </a:cubicBezTo>
                <a:cubicBezTo>
                  <a:pt x="48645" y="346818"/>
                  <a:pt x="35897" y="345709"/>
                  <a:pt x="22383" y="315303"/>
                </a:cubicBezTo>
                <a:cubicBezTo>
                  <a:pt x="14228" y="296953"/>
                  <a:pt x="3333" y="258153"/>
                  <a:pt x="3333" y="258153"/>
                </a:cubicBezTo>
                <a:cubicBezTo>
                  <a:pt x="6508" y="229578"/>
                  <a:pt x="0" y="198144"/>
                  <a:pt x="12858" y="172428"/>
                </a:cubicBezTo>
                <a:cubicBezTo>
                  <a:pt x="18712" y="160719"/>
                  <a:pt x="39249" y="168757"/>
                  <a:pt x="50958" y="162903"/>
                </a:cubicBezTo>
                <a:cubicBezTo>
                  <a:pt x="58990" y="158887"/>
                  <a:pt x="63658" y="150203"/>
                  <a:pt x="70008" y="143853"/>
                </a:cubicBezTo>
                <a:lnTo>
                  <a:pt x="70008" y="143853"/>
                </a:lnTo>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67" name="Google Shape;667;p10"/>
          <p:cNvSpPr/>
          <p:nvPr/>
        </p:nvSpPr>
        <p:spPr>
          <a:xfrm>
            <a:off x="2133601" y="3124200"/>
            <a:ext cx="609600" cy="352425"/>
          </a:xfrm>
          <a:custGeom>
            <a:avLst/>
            <a:gdLst/>
            <a:ahLst/>
            <a:cxnLst/>
            <a:rect l="l" t="t" r="r" b="b"/>
            <a:pathLst>
              <a:path w="757359" h="447675" extrusionOk="0">
                <a:moveTo>
                  <a:pt x="0" y="323850"/>
                </a:moveTo>
                <a:lnTo>
                  <a:pt x="0" y="323850"/>
                </a:lnTo>
                <a:cubicBezTo>
                  <a:pt x="41275" y="447675"/>
                  <a:pt x="0" y="425450"/>
                  <a:pt x="66675" y="447675"/>
                </a:cubicBezTo>
                <a:cubicBezTo>
                  <a:pt x="85725" y="441325"/>
                  <a:pt x="109626" y="442824"/>
                  <a:pt x="123825" y="428625"/>
                </a:cubicBezTo>
                <a:cubicBezTo>
                  <a:pt x="177994" y="374456"/>
                  <a:pt x="125836" y="418094"/>
                  <a:pt x="180975" y="390525"/>
                </a:cubicBezTo>
                <a:cubicBezTo>
                  <a:pt x="191214" y="385405"/>
                  <a:pt x="199089" y="376124"/>
                  <a:pt x="209550" y="371475"/>
                </a:cubicBezTo>
                <a:cubicBezTo>
                  <a:pt x="227900" y="363320"/>
                  <a:pt x="247650" y="358775"/>
                  <a:pt x="266700" y="352425"/>
                </a:cubicBezTo>
                <a:cubicBezTo>
                  <a:pt x="276225" y="349250"/>
                  <a:pt x="286921" y="348469"/>
                  <a:pt x="295275" y="342900"/>
                </a:cubicBezTo>
                <a:cubicBezTo>
                  <a:pt x="377167" y="288305"/>
                  <a:pt x="273555" y="353760"/>
                  <a:pt x="352425" y="314325"/>
                </a:cubicBezTo>
                <a:cubicBezTo>
                  <a:pt x="362664" y="309205"/>
                  <a:pt x="370478" y="299784"/>
                  <a:pt x="381000" y="295275"/>
                </a:cubicBezTo>
                <a:cubicBezTo>
                  <a:pt x="423726" y="276964"/>
                  <a:pt x="410604" y="294761"/>
                  <a:pt x="447675" y="276225"/>
                </a:cubicBezTo>
                <a:cubicBezTo>
                  <a:pt x="521533" y="239296"/>
                  <a:pt x="433001" y="271591"/>
                  <a:pt x="504825" y="247650"/>
                </a:cubicBezTo>
                <a:cubicBezTo>
                  <a:pt x="511175" y="238125"/>
                  <a:pt x="514167" y="225142"/>
                  <a:pt x="523875" y="219075"/>
                </a:cubicBezTo>
                <a:cubicBezTo>
                  <a:pt x="540903" y="208432"/>
                  <a:pt x="561975" y="206375"/>
                  <a:pt x="581025" y="200025"/>
                </a:cubicBezTo>
                <a:cubicBezTo>
                  <a:pt x="590550" y="196850"/>
                  <a:pt x="601246" y="196069"/>
                  <a:pt x="609600" y="190500"/>
                </a:cubicBezTo>
                <a:lnTo>
                  <a:pt x="666750" y="152400"/>
                </a:lnTo>
                <a:lnTo>
                  <a:pt x="695325" y="133350"/>
                </a:lnTo>
                <a:lnTo>
                  <a:pt x="723900" y="114300"/>
                </a:lnTo>
                <a:cubicBezTo>
                  <a:pt x="735081" y="80756"/>
                  <a:pt x="757359" y="45427"/>
                  <a:pt x="733425" y="9525"/>
                </a:cubicBezTo>
                <a:cubicBezTo>
                  <a:pt x="727856" y="1171"/>
                  <a:pt x="714375" y="3175"/>
                  <a:pt x="704850" y="0"/>
                </a:cubicBezTo>
                <a:cubicBezTo>
                  <a:pt x="659942" y="7485"/>
                  <a:pt x="649385" y="7683"/>
                  <a:pt x="609600" y="19050"/>
                </a:cubicBezTo>
                <a:cubicBezTo>
                  <a:pt x="599946" y="21808"/>
                  <a:pt x="590005" y="24085"/>
                  <a:pt x="581025" y="28575"/>
                </a:cubicBezTo>
                <a:cubicBezTo>
                  <a:pt x="570786" y="33695"/>
                  <a:pt x="562911" y="42976"/>
                  <a:pt x="552450" y="47625"/>
                </a:cubicBezTo>
                <a:cubicBezTo>
                  <a:pt x="534100" y="55780"/>
                  <a:pt x="514350" y="60325"/>
                  <a:pt x="495300" y="66675"/>
                </a:cubicBezTo>
                <a:cubicBezTo>
                  <a:pt x="485775" y="69850"/>
                  <a:pt x="476465" y="73765"/>
                  <a:pt x="466725" y="76200"/>
                </a:cubicBezTo>
                <a:cubicBezTo>
                  <a:pt x="454025" y="79375"/>
                  <a:pt x="440882" y="81128"/>
                  <a:pt x="428625" y="85725"/>
                </a:cubicBezTo>
                <a:cubicBezTo>
                  <a:pt x="415330" y="90711"/>
                  <a:pt x="402853" y="97730"/>
                  <a:pt x="390525" y="104775"/>
                </a:cubicBezTo>
                <a:cubicBezTo>
                  <a:pt x="335543" y="136193"/>
                  <a:pt x="387929" y="109969"/>
                  <a:pt x="333375" y="152400"/>
                </a:cubicBezTo>
                <a:cubicBezTo>
                  <a:pt x="315303" y="166456"/>
                  <a:pt x="295275" y="177800"/>
                  <a:pt x="276225" y="190500"/>
                </a:cubicBezTo>
                <a:lnTo>
                  <a:pt x="247650" y="209550"/>
                </a:lnTo>
                <a:cubicBezTo>
                  <a:pt x="241300" y="219075"/>
                  <a:pt x="237539" y="230974"/>
                  <a:pt x="228600" y="238125"/>
                </a:cubicBezTo>
                <a:cubicBezTo>
                  <a:pt x="220760" y="244397"/>
                  <a:pt x="208802" y="242774"/>
                  <a:pt x="200025" y="247650"/>
                </a:cubicBezTo>
                <a:cubicBezTo>
                  <a:pt x="180011" y="258769"/>
                  <a:pt x="161925" y="273050"/>
                  <a:pt x="142875" y="285750"/>
                </a:cubicBezTo>
                <a:lnTo>
                  <a:pt x="85725" y="323850"/>
                </a:lnTo>
                <a:cubicBezTo>
                  <a:pt x="76200" y="330200"/>
                  <a:pt x="68010" y="339280"/>
                  <a:pt x="57150" y="342900"/>
                </a:cubicBezTo>
                <a:lnTo>
                  <a:pt x="0" y="323850"/>
                </a:ln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68" name="Google Shape;668;p10"/>
          <p:cNvSpPr/>
          <p:nvPr/>
        </p:nvSpPr>
        <p:spPr>
          <a:xfrm>
            <a:off x="1001226" y="1323975"/>
            <a:ext cx="1306591" cy="2324100"/>
          </a:xfrm>
          <a:custGeom>
            <a:avLst/>
            <a:gdLst/>
            <a:ahLst/>
            <a:cxnLst/>
            <a:rect l="l" t="t" r="r" b="b"/>
            <a:pathLst>
              <a:path w="1306591" h="2324100" extrusionOk="0">
                <a:moveTo>
                  <a:pt x="265599" y="590550"/>
                </a:moveTo>
                <a:lnTo>
                  <a:pt x="265599" y="590550"/>
                </a:lnTo>
                <a:cubicBezTo>
                  <a:pt x="303731" y="529538"/>
                  <a:pt x="303444" y="517290"/>
                  <a:pt x="351324" y="476250"/>
                </a:cubicBezTo>
                <a:cubicBezTo>
                  <a:pt x="395861" y="438076"/>
                  <a:pt x="386994" y="475132"/>
                  <a:pt x="437049" y="400050"/>
                </a:cubicBezTo>
                <a:cubicBezTo>
                  <a:pt x="471974" y="347663"/>
                  <a:pt x="437049" y="392113"/>
                  <a:pt x="484674" y="352425"/>
                </a:cubicBezTo>
                <a:cubicBezTo>
                  <a:pt x="495022" y="343801"/>
                  <a:pt x="502288" y="331680"/>
                  <a:pt x="513249" y="323850"/>
                </a:cubicBezTo>
                <a:cubicBezTo>
                  <a:pt x="524803" y="315597"/>
                  <a:pt x="539173" y="312105"/>
                  <a:pt x="551349" y="304800"/>
                </a:cubicBezTo>
                <a:cubicBezTo>
                  <a:pt x="570982" y="293020"/>
                  <a:pt x="586779" y="273940"/>
                  <a:pt x="608499" y="266700"/>
                </a:cubicBezTo>
                <a:cubicBezTo>
                  <a:pt x="618024" y="263525"/>
                  <a:pt x="628297" y="262051"/>
                  <a:pt x="637074" y="257175"/>
                </a:cubicBezTo>
                <a:cubicBezTo>
                  <a:pt x="657088" y="246056"/>
                  <a:pt x="672504" y="226315"/>
                  <a:pt x="694224" y="219075"/>
                </a:cubicBezTo>
                <a:cubicBezTo>
                  <a:pt x="703749" y="215900"/>
                  <a:pt x="714022" y="214426"/>
                  <a:pt x="722799" y="209550"/>
                </a:cubicBezTo>
                <a:lnTo>
                  <a:pt x="808524" y="152400"/>
                </a:lnTo>
                <a:cubicBezTo>
                  <a:pt x="818049" y="146050"/>
                  <a:pt x="826239" y="136970"/>
                  <a:pt x="837099" y="133350"/>
                </a:cubicBezTo>
                <a:cubicBezTo>
                  <a:pt x="846624" y="130175"/>
                  <a:pt x="856897" y="128701"/>
                  <a:pt x="865674" y="123825"/>
                </a:cubicBezTo>
                <a:cubicBezTo>
                  <a:pt x="885688" y="112706"/>
                  <a:pt x="901104" y="92965"/>
                  <a:pt x="922824" y="85725"/>
                </a:cubicBezTo>
                <a:lnTo>
                  <a:pt x="979974" y="66675"/>
                </a:lnTo>
                <a:cubicBezTo>
                  <a:pt x="989499" y="63500"/>
                  <a:pt x="998809" y="59585"/>
                  <a:pt x="1008549" y="57150"/>
                </a:cubicBezTo>
                <a:cubicBezTo>
                  <a:pt x="1021249" y="53975"/>
                  <a:pt x="1034110" y="51387"/>
                  <a:pt x="1046649" y="47625"/>
                </a:cubicBezTo>
                <a:cubicBezTo>
                  <a:pt x="1065883" y="41855"/>
                  <a:pt x="1084108" y="32513"/>
                  <a:pt x="1103799" y="28575"/>
                </a:cubicBezTo>
                <a:cubicBezTo>
                  <a:pt x="1136535" y="22028"/>
                  <a:pt x="1158137" y="18493"/>
                  <a:pt x="1189524" y="9525"/>
                </a:cubicBezTo>
                <a:cubicBezTo>
                  <a:pt x="1199178" y="6767"/>
                  <a:pt x="1208574" y="3175"/>
                  <a:pt x="1218099" y="0"/>
                </a:cubicBezTo>
                <a:lnTo>
                  <a:pt x="1294299" y="9525"/>
                </a:lnTo>
                <a:cubicBezTo>
                  <a:pt x="1306591" y="20061"/>
                  <a:pt x="1287670" y="41222"/>
                  <a:pt x="1284774" y="57150"/>
                </a:cubicBezTo>
                <a:cubicBezTo>
                  <a:pt x="1281319" y="76151"/>
                  <a:pt x="1278704" y="95299"/>
                  <a:pt x="1275249" y="114300"/>
                </a:cubicBezTo>
                <a:cubicBezTo>
                  <a:pt x="1260885" y="193301"/>
                  <a:pt x="1271487" y="131228"/>
                  <a:pt x="1256199" y="200025"/>
                </a:cubicBezTo>
                <a:cubicBezTo>
                  <a:pt x="1248184" y="236091"/>
                  <a:pt x="1240763" y="278181"/>
                  <a:pt x="1237149" y="314325"/>
                </a:cubicBezTo>
                <a:cubicBezTo>
                  <a:pt x="1222442" y="461397"/>
                  <a:pt x="1241785" y="395667"/>
                  <a:pt x="1218099" y="466725"/>
                </a:cubicBezTo>
                <a:cubicBezTo>
                  <a:pt x="1214924" y="552450"/>
                  <a:pt x="1216340" y="638469"/>
                  <a:pt x="1208574" y="723900"/>
                </a:cubicBezTo>
                <a:cubicBezTo>
                  <a:pt x="1206756" y="743898"/>
                  <a:pt x="1200663" y="764342"/>
                  <a:pt x="1189524" y="781050"/>
                </a:cubicBezTo>
                <a:cubicBezTo>
                  <a:pt x="1183174" y="790575"/>
                  <a:pt x="1179089" y="802087"/>
                  <a:pt x="1170474" y="809625"/>
                </a:cubicBezTo>
                <a:cubicBezTo>
                  <a:pt x="1153244" y="824702"/>
                  <a:pt x="1129513" y="831536"/>
                  <a:pt x="1113324" y="847725"/>
                </a:cubicBezTo>
                <a:cubicBezTo>
                  <a:pt x="1103799" y="857250"/>
                  <a:pt x="1096524" y="869758"/>
                  <a:pt x="1084749" y="876300"/>
                </a:cubicBezTo>
                <a:cubicBezTo>
                  <a:pt x="1067196" y="886052"/>
                  <a:pt x="1046649" y="889000"/>
                  <a:pt x="1027599" y="895350"/>
                </a:cubicBezTo>
                <a:lnTo>
                  <a:pt x="941874" y="923925"/>
                </a:lnTo>
                <a:cubicBezTo>
                  <a:pt x="891579" y="940690"/>
                  <a:pt x="921653" y="927881"/>
                  <a:pt x="856149" y="971550"/>
                </a:cubicBezTo>
                <a:lnTo>
                  <a:pt x="827574" y="990600"/>
                </a:lnTo>
                <a:cubicBezTo>
                  <a:pt x="780276" y="1061546"/>
                  <a:pt x="841065" y="974411"/>
                  <a:pt x="779949" y="1047750"/>
                </a:cubicBezTo>
                <a:cubicBezTo>
                  <a:pt x="745827" y="1088696"/>
                  <a:pt x="772853" y="1061942"/>
                  <a:pt x="751374" y="1104900"/>
                </a:cubicBezTo>
                <a:cubicBezTo>
                  <a:pt x="746254" y="1115139"/>
                  <a:pt x="736973" y="1123014"/>
                  <a:pt x="732324" y="1133475"/>
                </a:cubicBezTo>
                <a:cubicBezTo>
                  <a:pt x="724169" y="1151825"/>
                  <a:pt x="719624" y="1171575"/>
                  <a:pt x="713274" y="1190625"/>
                </a:cubicBezTo>
                <a:lnTo>
                  <a:pt x="703749" y="1219200"/>
                </a:lnTo>
                <a:cubicBezTo>
                  <a:pt x="712035" y="1376636"/>
                  <a:pt x="704064" y="1354280"/>
                  <a:pt x="722799" y="1457325"/>
                </a:cubicBezTo>
                <a:cubicBezTo>
                  <a:pt x="724001" y="1463937"/>
                  <a:pt x="733587" y="1521132"/>
                  <a:pt x="741849" y="1533525"/>
                </a:cubicBezTo>
                <a:cubicBezTo>
                  <a:pt x="749321" y="1544733"/>
                  <a:pt x="762154" y="1551467"/>
                  <a:pt x="770424" y="1562100"/>
                </a:cubicBezTo>
                <a:cubicBezTo>
                  <a:pt x="784480" y="1580172"/>
                  <a:pt x="795824" y="1600200"/>
                  <a:pt x="808524" y="1619250"/>
                </a:cubicBezTo>
                <a:cubicBezTo>
                  <a:pt x="814874" y="1628775"/>
                  <a:pt x="818049" y="1641475"/>
                  <a:pt x="827574" y="1647825"/>
                </a:cubicBezTo>
                <a:lnTo>
                  <a:pt x="856149" y="1666875"/>
                </a:lnTo>
                <a:cubicBezTo>
                  <a:pt x="860160" y="1672892"/>
                  <a:pt x="889653" y="1711702"/>
                  <a:pt x="884724" y="1724025"/>
                </a:cubicBezTo>
                <a:cubicBezTo>
                  <a:pt x="880472" y="1734654"/>
                  <a:pt x="866868" y="1739055"/>
                  <a:pt x="856149" y="1743075"/>
                </a:cubicBezTo>
                <a:cubicBezTo>
                  <a:pt x="840990" y="1748759"/>
                  <a:pt x="824230" y="1748673"/>
                  <a:pt x="808524" y="1752600"/>
                </a:cubicBezTo>
                <a:cubicBezTo>
                  <a:pt x="776976" y="1760487"/>
                  <a:pt x="779310" y="1762551"/>
                  <a:pt x="751374" y="1781175"/>
                </a:cubicBezTo>
                <a:cubicBezTo>
                  <a:pt x="711809" y="1840522"/>
                  <a:pt x="722592" y="1811617"/>
                  <a:pt x="741849" y="1933575"/>
                </a:cubicBezTo>
                <a:cubicBezTo>
                  <a:pt x="744981" y="1953410"/>
                  <a:pt x="754549" y="1971675"/>
                  <a:pt x="760899" y="1990725"/>
                </a:cubicBezTo>
                <a:lnTo>
                  <a:pt x="770424" y="2019300"/>
                </a:lnTo>
                <a:cubicBezTo>
                  <a:pt x="773599" y="2028825"/>
                  <a:pt x="774380" y="2039521"/>
                  <a:pt x="779949" y="2047875"/>
                </a:cubicBezTo>
                <a:cubicBezTo>
                  <a:pt x="786299" y="2057400"/>
                  <a:pt x="793879" y="2066211"/>
                  <a:pt x="798999" y="2076450"/>
                </a:cubicBezTo>
                <a:cubicBezTo>
                  <a:pt x="803489" y="2085430"/>
                  <a:pt x="803648" y="2096248"/>
                  <a:pt x="808524" y="2105025"/>
                </a:cubicBezTo>
                <a:cubicBezTo>
                  <a:pt x="819643" y="2125039"/>
                  <a:pt x="839384" y="2140455"/>
                  <a:pt x="846624" y="2162175"/>
                </a:cubicBezTo>
                <a:cubicBezTo>
                  <a:pt x="854371" y="2185416"/>
                  <a:pt x="856735" y="2200861"/>
                  <a:pt x="875199" y="2219325"/>
                </a:cubicBezTo>
                <a:cubicBezTo>
                  <a:pt x="883294" y="2227420"/>
                  <a:pt x="894249" y="2232025"/>
                  <a:pt x="903774" y="2238375"/>
                </a:cubicBezTo>
                <a:cubicBezTo>
                  <a:pt x="947443" y="2303879"/>
                  <a:pt x="949114" y="2273805"/>
                  <a:pt x="932349" y="2324100"/>
                </a:cubicBezTo>
                <a:cubicBezTo>
                  <a:pt x="922824" y="2317750"/>
                  <a:pt x="914235" y="2309699"/>
                  <a:pt x="903774" y="2305050"/>
                </a:cubicBezTo>
                <a:cubicBezTo>
                  <a:pt x="885424" y="2296895"/>
                  <a:pt x="863332" y="2297139"/>
                  <a:pt x="846624" y="2286000"/>
                </a:cubicBezTo>
                <a:cubicBezTo>
                  <a:pt x="837099" y="2279650"/>
                  <a:pt x="829014" y="2270239"/>
                  <a:pt x="818049" y="2266950"/>
                </a:cubicBezTo>
                <a:cubicBezTo>
                  <a:pt x="796545" y="2260499"/>
                  <a:pt x="773599" y="2260600"/>
                  <a:pt x="751374" y="2257425"/>
                </a:cubicBezTo>
                <a:cubicBezTo>
                  <a:pt x="732324" y="2251075"/>
                  <a:pt x="710932" y="2249514"/>
                  <a:pt x="694224" y="2238375"/>
                </a:cubicBezTo>
                <a:lnTo>
                  <a:pt x="637074" y="2200275"/>
                </a:lnTo>
                <a:lnTo>
                  <a:pt x="598974" y="2143125"/>
                </a:lnTo>
                <a:cubicBezTo>
                  <a:pt x="592624" y="2133600"/>
                  <a:pt x="583544" y="2125410"/>
                  <a:pt x="579924" y="2114550"/>
                </a:cubicBezTo>
                <a:cubicBezTo>
                  <a:pt x="576749" y="2105025"/>
                  <a:pt x="575275" y="2094752"/>
                  <a:pt x="570399" y="2085975"/>
                </a:cubicBezTo>
                <a:cubicBezTo>
                  <a:pt x="559280" y="2065961"/>
                  <a:pt x="539539" y="2050545"/>
                  <a:pt x="532299" y="2028825"/>
                </a:cubicBezTo>
                <a:cubicBezTo>
                  <a:pt x="525949" y="2009775"/>
                  <a:pt x="527448" y="1985874"/>
                  <a:pt x="513249" y="1971675"/>
                </a:cubicBezTo>
                <a:cubicBezTo>
                  <a:pt x="488594" y="1947020"/>
                  <a:pt x="457967" y="1920129"/>
                  <a:pt x="446574" y="1885950"/>
                </a:cubicBezTo>
                <a:cubicBezTo>
                  <a:pt x="437028" y="1857311"/>
                  <a:pt x="438515" y="1853419"/>
                  <a:pt x="417999" y="1828800"/>
                </a:cubicBezTo>
                <a:cubicBezTo>
                  <a:pt x="402952" y="1810744"/>
                  <a:pt x="382256" y="1791879"/>
                  <a:pt x="360849" y="1781175"/>
                </a:cubicBezTo>
                <a:cubicBezTo>
                  <a:pt x="323021" y="1762261"/>
                  <a:pt x="338796" y="1783797"/>
                  <a:pt x="303699" y="1752600"/>
                </a:cubicBezTo>
                <a:cubicBezTo>
                  <a:pt x="283563" y="1734702"/>
                  <a:pt x="261493" y="1717866"/>
                  <a:pt x="246549" y="1695450"/>
                </a:cubicBezTo>
                <a:cubicBezTo>
                  <a:pt x="202099" y="1628775"/>
                  <a:pt x="227499" y="1651000"/>
                  <a:pt x="179874" y="1619250"/>
                </a:cubicBezTo>
                <a:cubicBezTo>
                  <a:pt x="176699" y="1606550"/>
                  <a:pt x="176203" y="1592859"/>
                  <a:pt x="170349" y="1581150"/>
                </a:cubicBezTo>
                <a:cubicBezTo>
                  <a:pt x="160110" y="1560672"/>
                  <a:pt x="144949" y="1543050"/>
                  <a:pt x="132249" y="1524000"/>
                </a:cubicBezTo>
                <a:cubicBezTo>
                  <a:pt x="125899" y="1514475"/>
                  <a:pt x="116819" y="1506285"/>
                  <a:pt x="113199" y="1495425"/>
                </a:cubicBezTo>
                <a:cubicBezTo>
                  <a:pt x="82538" y="1403443"/>
                  <a:pt x="131704" y="1546451"/>
                  <a:pt x="84624" y="1428750"/>
                </a:cubicBezTo>
                <a:lnTo>
                  <a:pt x="56049" y="1343025"/>
                </a:lnTo>
                <a:lnTo>
                  <a:pt x="46524" y="1314450"/>
                </a:lnTo>
                <a:cubicBezTo>
                  <a:pt x="43349" y="1304925"/>
                  <a:pt x="39434" y="1295615"/>
                  <a:pt x="36999" y="1285875"/>
                </a:cubicBezTo>
                <a:cubicBezTo>
                  <a:pt x="25039" y="1238035"/>
                  <a:pt x="31614" y="1260194"/>
                  <a:pt x="17949" y="1219200"/>
                </a:cubicBezTo>
                <a:cubicBezTo>
                  <a:pt x="4324" y="1123823"/>
                  <a:pt x="0" y="1125767"/>
                  <a:pt x="17949" y="1000125"/>
                </a:cubicBezTo>
                <a:cubicBezTo>
                  <a:pt x="20367" y="983199"/>
                  <a:pt x="30996" y="968509"/>
                  <a:pt x="36999" y="952500"/>
                </a:cubicBezTo>
                <a:cubicBezTo>
                  <a:pt x="40524" y="943099"/>
                  <a:pt x="42034" y="932905"/>
                  <a:pt x="46524" y="923925"/>
                </a:cubicBezTo>
                <a:cubicBezTo>
                  <a:pt x="51644" y="913686"/>
                  <a:pt x="60925" y="905811"/>
                  <a:pt x="65574" y="895350"/>
                </a:cubicBezTo>
                <a:cubicBezTo>
                  <a:pt x="73729" y="877000"/>
                  <a:pt x="78274" y="857250"/>
                  <a:pt x="84624" y="838200"/>
                </a:cubicBezTo>
                <a:cubicBezTo>
                  <a:pt x="95310" y="806142"/>
                  <a:pt x="94367" y="804481"/>
                  <a:pt x="113199" y="771525"/>
                </a:cubicBezTo>
                <a:cubicBezTo>
                  <a:pt x="118879" y="761586"/>
                  <a:pt x="127129" y="753189"/>
                  <a:pt x="132249" y="742950"/>
                </a:cubicBezTo>
                <a:cubicBezTo>
                  <a:pt x="136739" y="733970"/>
                  <a:pt x="135502" y="722215"/>
                  <a:pt x="141774" y="714375"/>
                </a:cubicBezTo>
                <a:cubicBezTo>
                  <a:pt x="148925" y="705436"/>
                  <a:pt x="160824" y="701675"/>
                  <a:pt x="170349" y="695325"/>
                </a:cubicBezTo>
                <a:cubicBezTo>
                  <a:pt x="196639" y="616455"/>
                  <a:pt x="178260" y="654883"/>
                  <a:pt x="227499" y="581025"/>
                </a:cubicBezTo>
                <a:cubicBezTo>
                  <a:pt x="233849" y="571500"/>
                  <a:pt x="237024" y="558800"/>
                  <a:pt x="246549" y="552450"/>
                </a:cubicBezTo>
                <a:cubicBezTo>
                  <a:pt x="256074" y="546100"/>
                  <a:pt x="264663" y="538049"/>
                  <a:pt x="275124" y="533400"/>
                </a:cubicBezTo>
                <a:cubicBezTo>
                  <a:pt x="320246" y="513346"/>
                  <a:pt x="314572" y="514350"/>
                  <a:pt x="341799" y="514350"/>
                </a:cubicBezTo>
                <a:lnTo>
                  <a:pt x="341799" y="514350"/>
                </a:lnTo>
              </a:path>
            </a:pathLst>
          </a:custGeom>
          <a:solidFill>
            <a:schemeClr val="accent1">
              <a:alpha val="10588"/>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69" name="Google Shape;669;p10"/>
          <p:cNvSpPr/>
          <p:nvPr/>
        </p:nvSpPr>
        <p:spPr>
          <a:xfrm>
            <a:off x="2667000" y="2895600"/>
            <a:ext cx="371475" cy="276225"/>
          </a:xfrm>
          <a:custGeom>
            <a:avLst/>
            <a:gdLst/>
            <a:ahLst/>
            <a:cxnLst/>
            <a:rect l="l" t="t" r="r" b="b"/>
            <a:pathLst>
              <a:path w="371475" h="276225" extrusionOk="0">
                <a:moveTo>
                  <a:pt x="0" y="85725"/>
                </a:moveTo>
                <a:lnTo>
                  <a:pt x="0" y="85725"/>
                </a:lnTo>
                <a:cubicBezTo>
                  <a:pt x="25400" y="69850"/>
                  <a:pt x="49409" y="51495"/>
                  <a:pt x="76200" y="38100"/>
                </a:cubicBezTo>
                <a:cubicBezTo>
                  <a:pt x="94161" y="29120"/>
                  <a:pt x="114300" y="25400"/>
                  <a:pt x="133350" y="19050"/>
                </a:cubicBezTo>
                <a:cubicBezTo>
                  <a:pt x="183224" y="2425"/>
                  <a:pt x="151986" y="10945"/>
                  <a:pt x="228600" y="0"/>
                </a:cubicBezTo>
                <a:cubicBezTo>
                  <a:pt x="247650" y="3175"/>
                  <a:pt x="266897" y="5335"/>
                  <a:pt x="285750" y="9525"/>
                </a:cubicBezTo>
                <a:cubicBezTo>
                  <a:pt x="295551" y="11703"/>
                  <a:pt x="307225" y="11950"/>
                  <a:pt x="314325" y="19050"/>
                </a:cubicBezTo>
                <a:cubicBezTo>
                  <a:pt x="330514" y="35239"/>
                  <a:pt x="345185" y="54480"/>
                  <a:pt x="352425" y="76200"/>
                </a:cubicBezTo>
                <a:lnTo>
                  <a:pt x="371475" y="133350"/>
                </a:lnTo>
                <a:cubicBezTo>
                  <a:pt x="363008" y="175683"/>
                  <a:pt x="370319" y="184921"/>
                  <a:pt x="333375" y="209550"/>
                </a:cubicBezTo>
                <a:cubicBezTo>
                  <a:pt x="325021" y="215119"/>
                  <a:pt x="313577" y="214199"/>
                  <a:pt x="304800" y="219075"/>
                </a:cubicBezTo>
                <a:cubicBezTo>
                  <a:pt x="284786" y="230194"/>
                  <a:pt x="266700" y="244475"/>
                  <a:pt x="247650" y="257175"/>
                </a:cubicBezTo>
                <a:lnTo>
                  <a:pt x="219075" y="276225"/>
                </a:lnTo>
                <a:cubicBezTo>
                  <a:pt x="192306" y="273791"/>
                  <a:pt x="122374" y="275499"/>
                  <a:pt x="85725" y="257175"/>
                </a:cubicBezTo>
                <a:cubicBezTo>
                  <a:pt x="75486" y="252055"/>
                  <a:pt x="66675" y="244475"/>
                  <a:pt x="57150" y="238125"/>
                </a:cubicBezTo>
                <a:cubicBezTo>
                  <a:pt x="13481" y="172621"/>
                  <a:pt x="26290" y="202695"/>
                  <a:pt x="9525" y="152400"/>
                </a:cubicBezTo>
                <a:lnTo>
                  <a:pt x="0" y="85725"/>
                </a:ln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70" name="Google Shape;670;p10"/>
          <p:cNvSpPr/>
          <p:nvPr/>
        </p:nvSpPr>
        <p:spPr>
          <a:xfrm>
            <a:off x="2590800" y="1981200"/>
            <a:ext cx="1657350" cy="1581150"/>
          </a:xfrm>
          <a:custGeom>
            <a:avLst/>
            <a:gdLst/>
            <a:ahLst/>
            <a:cxnLst/>
            <a:rect l="l" t="t" r="r" b="b"/>
            <a:pathLst>
              <a:path w="1657350" h="1581150" extrusionOk="0">
                <a:moveTo>
                  <a:pt x="0" y="409575"/>
                </a:moveTo>
                <a:lnTo>
                  <a:pt x="0" y="409575"/>
                </a:lnTo>
                <a:cubicBezTo>
                  <a:pt x="9525" y="384175"/>
                  <a:pt x="15585" y="357190"/>
                  <a:pt x="28575" y="333375"/>
                </a:cubicBezTo>
                <a:cubicBezTo>
                  <a:pt x="41017" y="310565"/>
                  <a:pt x="78616" y="292859"/>
                  <a:pt x="95250" y="276225"/>
                </a:cubicBezTo>
                <a:cubicBezTo>
                  <a:pt x="133350" y="238125"/>
                  <a:pt x="92075" y="254000"/>
                  <a:pt x="142875" y="228600"/>
                </a:cubicBezTo>
                <a:cubicBezTo>
                  <a:pt x="171873" y="214101"/>
                  <a:pt x="222321" y="212364"/>
                  <a:pt x="247650" y="209550"/>
                </a:cubicBezTo>
                <a:cubicBezTo>
                  <a:pt x="279363" y="206026"/>
                  <a:pt x="311150" y="203200"/>
                  <a:pt x="342900" y="200025"/>
                </a:cubicBezTo>
                <a:lnTo>
                  <a:pt x="400050" y="180975"/>
                </a:lnTo>
                <a:cubicBezTo>
                  <a:pt x="409575" y="177800"/>
                  <a:pt x="420271" y="177019"/>
                  <a:pt x="428625" y="171450"/>
                </a:cubicBezTo>
                <a:cubicBezTo>
                  <a:pt x="463406" y="148262"/>
                  <a:pt x="490180" y="128707"/>
                  <a:pt x="533400" y="114300"/>
                </a:cubicBezTo>
                <a:cubicBezTo>
                  <a:pt x="542925" y="111125"/>
                  <a:pt x="552995" y="109265"/>
                  <a:pt x="561975" y="104775"/>
                </a:cubicBezTo>
                <a:cubicBezTo>
                  <a:pt x="572214" y="99655"/>
                  <a:pt x="579356" y="88124"/>
                  <a:pt x="590550" y="85725"/>
                </a:cubicBezTo>
                <a:cubicBezTo>
                  <a:pt x="624841" y="78377"/>
                  <a:pt x="660496" y="80298"/>
                  <a:pt x="695325" y="76200"/>
                </a:cubicBezTo>
                <a:cubicBezTo>
                  <a:pt x="714505" y="73943"/>
                  <a:pt x="733591" y="70722"/>
                  <a:pt x="752475" y="66675"/>
                </a:cubicBezTo>
                <a:cubicBezTo>
                  <a:pt x="778076" y="61189"/>
                  <a:pt x="803275" y="53975"/>
                  <a:pt x="828675" y="47625"/>
                </a:cubicBezTo>
                <a:cubicBezTo>
                  <a:pt x="841375" y="44450"/>
                  <a:pt x="854356" y="42240"/>
                  <a:pt x="866775" y="38100"/>
                </a:cubicBezTo>
                <a:cubicBezTo>
                  <a:pt x="876300" y="34925"/>
                  <a:pt x="885549" y="30753"/>
                  <a:pt x="895350" y="28575"/>
                </a:cubicBezTo>
                <a:cubicBezTo>
                  <a:pt x="914203" y="24385"/>
                  <a:pt x="933647" y="23240"/>
                  <a:pt x="952500" y="19050"/>
                </a:cubicBezTo>
                <a:cubicBezTo>
                  <a:pt x="962301" y="16872"/>
                  <a:pt x="971421" y="12283"/>
                  <a:pt x="981075" y="9525"/>
                </a:cubicBezTo>
                <a:cubicBezTo>
                  <a:pt x="993662" y="5929"/>
                  <a:pt x="1006475" y="3175"/>
                  <a:pt x="1019175" y="0"/>
                </a:cubicBezTo>
                <a:cubicBezTo>
                  <a:pt x="1044575" y="3175"/>
                  <a:pt x="1070346" y="4162"/>
                  <a:pt x="1095375" y="9525"/>
                </a:cubicBezTo>
                <a:cubicBezTo>
                  <a:pt x="1115010" y="13732"/>
                  <a:pt x="1132834" y="24637"/>
                  <a:pt x="1152525" y="28575"/>
                </a:cubicBezTo>
                <a:cubicBezTo>
                  <a:pt x="1168400" y="31750"/>
                  <a:pt x="1184444" y="34173"/>
                  <a:pt x="1200150" y="38100"/>
                </a:cubicBezTo>
                <a:cubicBezTo>
                  <a:pt x="1209890" y="40535"/>
                  <a:pt x="1219071" y="44867"/>
                  <a:pt x="1228725" y="47625"/>
                </a:cubicBezTo>
                <a:cubicBezTo>
                  <a:pt x="1241312" y="51221"/>
                  <a:pt x="1254125" y="53975"/>
                  <a:pt x="1266825" y="57150"/>
                </a:cubicBezTo>
                <a:cubicBezTo>
                  <a:pt x="1285875" y="69850"/>
                  <a:pt x="1302255" y="88010"/>
                  <a:pt x="1323975" y="95250"/>
                </a:cubicBezTo>
                <a:cubicBezTo>
                  <a:pt x="1343025" y="101600"/>
                  <a:pt x="1364417" y="103161"/>
                  <a:pt x="1381125" y="114300"/>
                </a:cubicBezTo>
                <a:cubicBezTo>
                  <a:pt x="1400175" y="127000"/>
                  <a:pt x="1416063" y="146847"/>
                  <a:pt x="1438275" y="152400"/>
                </a:cubicBezTo>
                <a:cubicBezTo>
                  <a:pt x="1495856" y="166795"/>
                  <a:pt x="1463956" y="157785"/>
                  <a:pt x="1533525" y="180975"/>
                </a:cubicBezTo>
                <a:cubicBezTo>
                  <a:pt x="1543050" y="184150"/>
                  <a:pt x="1553746" y="184931"/>
                  <a:pt x="1562100" y="190500"/>
                </a:cubicBezTo>
                <a:cubicBezTo>
                  <a:pt x="1627604" y="234169"/>
                  <a:pt x="1597530" y="221360"/>
                  <a:pt x="1647825" y="238125"/>
                </a:cubicBezTo>
                <a:cubicBezTo>
                  <a:pt x="1651000" y="247650"/>
                  <a:pt x="1657350" y="256660"/>
                  <a:pt x="1657350" y="266700"/>
                </a:cubicBezTo>
                <a:cubicBezTo>
                  <a:pt x="1657350" y="423863"/>
                  <a:pt x="1650427" y="354121"/>
                  <a:pt x="1638300" y="457200"/>
                </a:cubicBezTo>
                <a:cubicBezTo>
                  <a:pt x="1634202" y="492029"/>
                  <a:pt x="1633125" y="527177"/>
                  <a:pt x="1628775" y="561975"/>
                </a:cubicBezTo>
                <a:cubicBezTo>
                  <a:pt x="1626767" y="578039"/>
                  <a:pt x="1621712" y="593599"/>
                  <a:pt x="1619250" y="609600"/>
                </a:cubicBezTo>
                <a:cubicBezTo>
                  <a:pt x="1615358" y="634900"/>
                  <a:pt x="1612716" y="660378"/>
                  <a:pt x="1609725" y="685800"/>
                </a:cubicBezTo>
                <a:cubicBezTo>
                  <a:pt x="1596796" y="795696"/>
                  <a:pt x="1606749" y="738782"/>
                  <a:pt x="1590675" y="819150"/>
                </a:cubicBezTo>
                <a:cubicBezTo>
                  <a:pt x="1588232" y="880237"/>
                  <a:pt x="1580454" y="1183884"/>
                  <a:pt x="1562100" y="1257300"/>
                </a:cubicBezTo>
                <a:cubicBezTo>
                  <a:pt x="1558925" y="1270000"/>
                  <a:pt x="1555415" y="1282621"/>
                  <a:pt x="1552575" y="1295400"/>
                </a:cubicBezTo>
                <a:cubicBezTo>
                  <a:pt x="1549063" y="1311204"/>
                  <a:pt x="1546977" y="1327319"/>
                  <a:pt x="1543050" y="1343025"/>
                </a:cubicBezTo>
                <a:cubicBezTo>
                  <a:pt x="1532830" y="1383906"/>
                  <a:pt x="1532648" y="1364267"/>
                  <a:pt x="1514475" y="1409700"/>
                </a:cubicBezTo>
                <a:cubicBezTo>
                  <a:pt x="1507017" y="1428344"/>
                  <a:pt x="1501775" y="1447800"/>
                  <a:pt x="1495425" y="1466850"/>
                </a:cubicBezTo>
                <a:cubicBezTo>
                  <a:pt x="1492250" y="1476375"/>
                  <a:pt x="1491469" y="1487071"/>
                  <a:pt x="1485900" y="1495425"/>
                </a:cubicBezTo>
                <a:cubicBezTo>
                  <a:pt x="1479550" y="1504950"/>
                  <a:pt x="1471499" y="1513539"/>
                  <a:pt x="1466850" y="1524000"/>
                </a:cubicBezTo>
                <a:cubicBezTo>
                  <a:pt x="1458695" y="1542350"/>
                  <a:pt x="1447800" y="1581150"/>
                  <a:pt x="1447800" y="1581150"/>
                </a:cubicBezTo>
                <a:cubicBezTo>
                  <a:pt x="1441450" y="1571625"/>
                  <a:pt x="1432662" y="1563333"/>
                  <a:pt x="1428750" y="1552575"/>
                </a:cubicBezTo>
                <a:cubicBezTo>
                  <a:pt x="1419803" y="1527970"/>
                  <a:pt x="1417979" y="1501213"/>
                  <a:pt x="1409700" y="1476375"/>
                </a:cubicBezTo>
                <a:cubicBezTo>
                  <a:pt x="1406525" y="1466850"/>
                  <a:pt x="1402933" y="1457454"/>
                  <a:pt x="1400175" y="1447800"/>
                </a:cubicBezTo>
                <a:cubicBezTo>
                  <a:pt x="1397274" y="1437645"/>
                  <a:pt x="1387842" y="1393216"/>
                  <a:pt x="1381125" y="1381125"/>
                </a:cubicBezTo>
                <a:cubicBezTo>
                  <a:pt x="1370006" y="1361111"/>
                  <a:pt x="1355725" y="1343025"/>
                  <a:pt x="1343025" y="1323975"/>
                </a:cubicBezTo>
                <a:cubicBezTo>
                  <a:pt x="1318406" y="1287046"/>
                  <a:pt x="1334835" y="1299020"/>
                  <a:pt x="1295400" y="1285875"/>
                </a:cubicBezTo>
                <a:cubicBezTo>
                  <a:pt x="1260475" y="1233488"/>
                  <a:pt x="1295400" y="1277938"/>
                  <a:pt x="1247775" y="1238250"/>
                </a:cubicBezTo>
                <a:cubicBezTo>
                  <a:pt x="1237427" y="1229626"/>
                  <a:pt x="1229548" y="1218299"/>
                  <a:pt x="1219200" y="1209675"/>
                </a:cubicBezTo>
                <a:cubicBezTo>
                  <a:pt x="1210406" y="1202346"/>
                  <a:pt x="1201147" y="1195134"/>
                  <a:pt x="1190625" y="1190625"/>
                </a:cubicBezTo>
                <a:cubicBezTo>
                  <a:pt x="1178593" y="1185468"/>
                  <a:pt x="1165551" y="1182403"/>
                  <a:pt x="1152525" y="1181100"/>
                </a:cubicBezTo>
                <a:cubicBezTo>
                  <a:pt x="1101878" y="1176035"/>
                  <a:pt x="1050925" y="1174750"/>
                  <a:pt x="1000125" y="1171575"/>
                </a:cubicBezTo>
                <a:cubicBezTo>
                  <a:pt x="987425" y="1168400"/>
                  <a:pt x="975116" y="1162050"/>
                  <a:pt x="962025" y="1162050"/>
                </a:cubicBezTo>
                <a:cubicBezTo>
                  <a:pt x="802472" y="1162050"/>
                  <a:pt x="785679" y="1166234"/>
                  <a:pt x="666750" y="1181100"/>
                </a:cubicBezTo>
                <a:cubicBezTo>
                  <a:pt x="628653" y="1193799"/>
                  <a:pt x="644139" y="1194319"/>
                  <a:pt x="600075" y="1181100"/>
                </a:cubicBezTo>
                <a:cubicBezTo>
                  <a:pt x="580841" y="1175330"/>
                  <a:pt x="542925" y="1162050"/>
                  <a:pt x="542925" y="1162050"/>
                </a:cubicBezTo>
                <a:lnTo>
                  <a:pt x="523875" y="1104900"/>
                </a:lnTo>
                <a:cubicBezTo>
                  <a:pt x="520700" y="1095375"/>
                  <a:pt x="516785" y="1086065"/>
                  <a:pt x="514350" y="1076325"/>
                </a:cubicBezTo>
                <a:cubicBezTo>
                  <a:pt x="508000" y="1050925"/>
                  <a:pt x="503579" y="1024963"/>
                  <a:pt x="495300" y="1000125"/>
                </a:cubicBezTo>
                <a:cubicBezTo>
                  <a:pt x="492125" y="990600"/>
                  <a:pt x="490265" y="980530"/>
                  <a:pt x="485775" y="971550"/>
                </a:cubicBezTo>
                <a:cubicBezTo>
                  <a:pt x="480655" y="961311"/>
                  <a:pt x="471374" y="953436"/>
                  <a:pt x="466725" y="942975"/>
                </a:cubicBezTo>
                <a:cubicBezTo>
                  <a:pt x="458570" y="924625"/>
                  <a:pt x="458814" y="902533"/>
                  <a:pt x="447675" y="885825"/>
                </a:cubicBezTo>
                <a:cubicBezTo>
                  <a:pt x="400377" y="814879"/>
                  <a:pt x="461166" y="902014"/>
                  <a:pt x="400050" y="828675"/>
                </a:cubicBezTo>
                <a:cubicBezTo>
                  <a:pt x="392721" y="819881"/>
                  <a:pt x="392007" y="803245"/>
                  <a:pt x="381000" y="800100"/>
                </a:cubicBezTo>
                <a:cubicBezTo>
                  <a:pt x="344239" y="789597"/>
                  <a:pt x="304800" y="793750"/>
                  <a:pt x="266700" y="790575"/>
                </a:cubicBezTo>
                <a:cubicBezTo>
                  <a:pt x="263525" y="781050"/>
                  <a:pt x="261665" y="770980"/>
                  <a:pt x="257175" y="762000"/>
                </a:cubicBezTo>
                <a:cubicBezTo>
                  <a:pt x="252055" y="751761"/>
                  <a:pt x="239672" y="744768"/>
                  <a:pt x="238125" y="733425"/>
                </a:cubicBezTo>
                <a:cubicBezTo>
                  <a:pt x="216403" y="574130"/>
                  <a:pt x="242106" y="598939"/>
                  <a:pt x="219075" y="495300"/>
                </a:cubicBezTo>
                <a:cubicBezTo>
                  <a:pt x="216897" y="485499"/>
                  <a:pt x="214426" y="475502"/>
                  <a:pt x="209550" y="466725"/>
                </a:cubicBezTo>
                <a:cubicBezTo>
                  <a:pt x="198431" y="446711"/>
                  <a:pt x="190500" y="422275"/>
                  <a:pt x="171450" y="409575"/>
                </a:cubicBezTo>
                <a:cubicBezTo>
                  <a:pt x="134521" y="384956"/>
                  <a:pt x="153735" y="394145"/>
                  <a:pt x="114300" y="381000"/>
                </a:cubicBezTo>
                <a:lnTo>
                  <a:pt x="57150" y="419100"/>
                </a:lnTo>
                <a:lnTo>
                  <a:pt x="28575" y="438150"/>
                </a:lnTo>
                <a:cubicBezTo>
                  <a:pt x="2480" y="399008"/>
                  <a:pt x="4762" y="414337"/>
                  <a:pt x="0" y="409575"/>
                </a:cubicBez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71" name="Google Shape;671;p10"/>
          <p:cNvSpPr/>
          <p:nvPr/>
        </p:nvSpPr>
        <p:spPr>
          <a:xfrm>
            <a:off x="2901198" y="4952131"/>
            <a:ext cx="1908825" cy="1020044"/>
          </a:xfrm>
          <a:custGeom>
            <a:avLst/>
            <a:gdLst/>
            <a:ahLst/>
            <a:cxnLst/>
            <a:rect l="l" t="t" r="r" b="b"/>
            <a:pathLst>
              <a:path w="1908825" h="1020044" extrusionOk="0">
                <a:moveTo>
                  <a:pt x="3927" y="610469"/>
                </a:moveTo>
                <a:lnTo>
                  <a:pt x="3927" y="610469"/>
                </a:lnTo>
                <a:cubicBezTo>
                  <a:pt x="7102" y="581894"/>
                  <a:pt x="0" y="550154"/>
                  <a:pt x="13452" y="524744"/>
                </a:cubicBezTo>
                <a:cubicBezTo>
                  <a:pt x="29152" y="495088"/>
                  <a:pt x="92613" y="444566"/>
                  <a:pt x="127752" y="419969"/>
                </a:cubicBezTo>
                <a:cubicBezTo>
                  <a:pt x="146509" y="406839"/>
                  <a:pt x="165852" y="394569"/>
                  <a:pt x="184902" y="381869"/>
                </a:cubicBezTo>
                <a:lnTo>
                  <a:pt x="213477" y="362819"/>
                </a:lnTo>
                <a:cubicBezTo>
                  <a:pt x="223002" y="356469"/>
                  <a:pt x="233957" y="351864"/>
                  <a:pt x="242052" y="343769"/>
                </a:cubicBezTo>
                <a:cubicBezTo>
                  <a:pt x="312957" y="272864"/>
                  <a:pt x="225888" y="362628"/>
                  <a:pt x="299202" y="277094"/>
                </a:cubicBezTo>
                <a:cubicBezTo>
                  <a:pt x="307968" y="266867"/>
                  <a:pt x="319153" y="258867"/>
                  <a:pt x="327777" y="248519"/>
                </a:cubicBezTo>
                <a:cubicBezTo>
                  <a:pt x="367464" y="200894"/>
                  <a:pt x="323014" y="235819"/>
                  <a:pt x="375402" y="200894"/>
                </a:cubicBezTo>
                <a:cubicBezTo>
                  <a:pt x="410327" y="148507"/>
                  <a:pt x="375402" y="192957"/>
                  <a:pt x="423027" y="153269"/>
                </a:cubicBezTo>
                <a:cubicBezTo>
                  <a:pt x="433375" y="144645"/>
                  <a:pt x="440394" y="132166"/>
                  <a:pt x="451602" y="124694"/>
                </a:cubicBezTo>
                <a:cubicBezTo>
                  <a:pt x="459956" y="119125"/>
                  <a:pt x="471197" y="119659"/>
                  <a:pt x="480177" y="115169"/>
                </a:cubicBezTo>
                <a:cubicBezTo>
                  <a:pt x="490416" y="110049"/>
                  <a:pt x="498513" y="101239"/>
                  <a:pt x="508752" y="96119"/>
                </a:cubicBezTo>
                <a:cubicBezTo>
                  <a:pt x="523977" y="88506"/>
                  <a:pt x="561185" y="81138"/>
                  <a:pt x="575427" y="77069"/>
                </a:cubicBezTo>
                <a:cubicBezTo>
                  <a:pt x="585081" y="74311"/>
                  <a:pt x="594157" y="69513"/>
                  <a:pt x="604002" y="67544"/>
                </a:cubicBezTo>
                <a:cubicBezTo>
                  <a:pt x="686974" y="50950"/>
                  <a:pt x="796267" y="52039"/>
                  <a:pt x="870702" y="48494"/>
                </a:cubicBezTo>
                <a:cubicBezTo>
                  <a:pt x="880227" y="45319"/>
                  <a:pt x="889476" y="41147"/>
                  <a:pt x="899277" y="38969"/>
                </a:cubicBezTo>
                <a:cubicBezTo>
                  <a:pt x="950517" y="27582"/>
                  <a:pt x="998975" y="25775"/>
                  <a:pt x="1051677" y="19919"/>
                </a:cubicBezTo>
                <a:cubicBezTo>
                  <a:pt x="1230949" y="0"/>
                  <a:pt x="1015089" y="15298"/>
                  <a:pt x="1346952" y="869"/>
                </a:cubicBezTo>
                <a:cubicBezTo>
                  <a:pt x="1435852" y="4044"/>
                  <a:pt x="1524880" y="4667"/>
                  <a:pt x="1613652" y="10394"/>
                </a:cubicBezTo>
                <a:cubicBezTo>
                  <a:pt x="1623671" y="11040"/>
                  <a:pt x="1633247" y="15429"/>
                  <a:pt x="1642227" y="19919"/>
                </a:cubicBezTo>
                <a:cubicBezTo>
                  <a:pt x="1652466" y="25039"/>
                  <a:pt x="1660083" y="34949"/>
                  <a:pt x="1670802" y="38969"/>
                </a:cubicBezTo>
                <a:cubicBezTo>
                  <a:pt x="1685961" y="44653"/>
                  <a:pt x="1702721" y="44567"/>
                  <a:pt x="1718427" y="48494"/>
                </a:cubicBezTo>
                <a:cubicBezTo>
                  <a:pt x="1728167" y="50929"/>
                  <a:pt x="1737262" y="55584"/>
                  <a:pt x="1747002" y="58019"/>
                </a:cubicBezTo>
                <a:cubicBezTo>
                  <a:pt x="1768739" y="63453"/>
                  <a:pt x="1801429" y="66183"/>
                  <a:pt x="1823202" y="77069"/>
                </a:cubicBezTo>
                <a:cubicBezTo>
                  <a:pt x="1833441" y="82189"/>
                  <a:pt x="1842252" y="89769"/>
                  <a:pt x="1851777" y="96119"/>
                </a:cubicBezTo>
                <a:cubicBezTo>
                  <a:pt x="1859599" y="107852"/>
                  <a:pt x="1889403" y="149998"/>
                  <a:pt x="1889877" y="162794"/>
                </a:cubicBezTo>
                <a:cubicBezTo>
                  <a:pt x="1901439" y="474966"/>
                  <a:pt x="1908825" y="301163"/>
                  <a:pt x="1861302" y="419969"/>
                </a:cubicBezTo>
                <a:cubicBezTo>
                  <a:pt x="1827297" y="504982"/>
                  <a:pt x="1859853" y="450718"/>
                  <a:pt x="1823202" y="505694"/>
                </a:cubicBezTo>
                <a:cubicBezTo>
                  <a:pt x="1820027" y="518394"/>
                  <a:pt x="1819531" y="532085"/>
                  <a:pt x="1813677" y="543794"/>
                </a:cubicBezTo>
                <a:cubicBezTo>
                  <a:pt x="1801951" y="567247"/>
                  <a:pt x="1764922" y="615151"/>
                  <a:pt x="1747002" y="639044"/>
                </a:cubicBezTo>
                <a:cubicBezTo>
                  <a:pt x="1730263" y="689262"/>
                  <a:pt x="1748540" y="648628"/>
                  <a:pt x="1708902" y="696194"/>
                </a:cubicBezTo>
                <a:cubicBezTo>
                  <a:pt x="1701573" y="704988"/>
                  <a:pt x="1698791" y="717618"/>
                  <a:pt x="1689852" y="724769"/>
                </a:cubicBezTo>
                <a:cubicBezTo>
                  <a:pt x="1682012" y="731041"/>
                  <a:pt x="1670802" y="731119"/>
                  <a:pt x="1661277" y="734294"/>
                </a:cubicBezTo>
                <a:cubicBezTo>
                  <a:pt x="1610477" y="810494"/>
                  <a:pt x="1677152" y="718419"/>
                  <a:pt x="1613652" y="781919"/>
                </a:cubicBezTo>
                <a:cubicBezTo>
                  <a:pt x="1550152" y="845419"/>
                  <a:pt x="1642227" y="778744"/>
                  <a:pt x="1566027" y="829544"/>
                </a:cubicBezTo>
                <a:cubicBezTo>
                  <a:pt x="1540301" y="868133"/>
                  <a:pt x="1553181" y="855681"/>
                  <a:pt x="1508877" y="886694"/>
                </a:cubicBezTo>
                <a:cubicBezTo>
                  <a:pt x="1490120" y="899824"/>
                  <a:pt x="1473447" y="917554"/>
                  <a:pt x="1451727" y="924794"/>
                </a:cubicBezTo>
                <a:cubicBezTo>
                  <a:pt x="1442202" y="927969"/>
                  <a:pt x="1432132" y="929829"/>
                  <a:pt x="1423152" y="934319"/>
                </a:cubicBezTo>
                <a:cubicBezTo>
                  <a:pt x="1412913" y="939439"/>
                  <a:pt x="1405038" y="948720"/>
                  <a:pt x="1394577" y="953369"/>
                </a:cubicBezTo>
                <a:cubicBezTo>
                  <a:pt x="1376227" y="961524"/>
                  <a:pt x="1356477" y="966069"/>
                  <a:pt x="1337427" y="972419"/>
                </a:cubicBezTo>
                <a:cubicBezTo>
                  <a:pt x="1327902" y="975594"/>
                  <a:pt x="1318592" y="979509"/>
                  <a:pt x="1308852" y="981944"/>
                </a:cubicBezTo>
                <a:cubicBezTo>
                  <a:pt x="1283452" y="988294"/>
                  <a:pt x="1257490" y="992715"/>
                  <a:pt x="1232652" y="1000994"/>
                </a:cubicBezTo>
                <a:cubicBezTo>
                  <a:pt x="1223127" y="1004169"/>
                  <a:pt x="1213955" y="1008723"/>
                  <a:pt x="1204077" y="1010519"/>
                </a:cubicBezTo>
                <a:cubicBezTo>
                  <a:pt x="1178892" y="1015098"/>
                  <a:pt x="1153277" y="1016869"/>
                  <a:pt x="1127877" y="1020044"/>
                </a:cubicBezTo>
                <a:cubicBezTo>
                  <a:pt x="1058027" y="1016869"/>
                  <a:pt x="988043" y="1015882"/>
                  <a:pt x="918327" y="1010519"/>
                </a:cubicBezTo>
                <a:cubicBezTo>
                  <a:pt x="905275" y="1009515"/>
                  <a:pt x="892766" y="1004756"/>
                  <a:pt x="880227" y="1000994"/>
                </a:cubicBezTo>
                <a:cubicBezTo>
                  <a:pt x="843558" y="989993"/>
                  <a:pt x="813872" y="975265"/>
                  <a:pt x="775452" y="972419"/>
                </a:cubicBezTo>
                <a:cubicBezTo>
                  <a:pt x="705721" y="967254"/>
                  <a:pt x="635752" y="966069"/>
                  <a:pt x="565902" y="962894"/>
                </a:cubicBezTo>
                <a:cubicBezTo>
                  <a:pt x="550027" y="959719"/>
                  <a:pt x="533983" y="957296"/>
                  <a:pt x="518277" y="953369"/>
                </a:cubicBezTo>
                <a:cubicBezTo>
                  <a:pt x="508537" y="950934"/>
                  <a:pt x="499388" y="946486"/>
                  <a:pt x="489702" y="943844"/>
                </a:cubicBezTo>
                <a:cubicBezTo>
                  <a:pt x="464443" y="936955"/>
                  <a:pt x="438902" y="931144"/>
                  <a:pt x="413502" y="924794"/>
                </a:cubicBezTo>
                <a:cubicBezTo>
                  <a:pt x="404534" y="922552"/>
                  <a:pt x="358007" y="911955"/>
                  <a:pt x="346827" y="905744"/>
                </a:cubicBezTo>
                <a:cubicBezTo>
                  <a:pt x="326813" y="894625"/>
                  <a:pt x="311397" y="874884"/>
                  <a:pt x="289677" y="867644"/>
                </a:cubicBezTo>
                <a:lnTo>
                  <a:pt x="232527" y="848594"/>
                </a:lnTo>
                <a:cubicBezTo>
                  <a:pt x="213477" y="829544"/>
                  <a:pt x="197793" y="806388"/>
                  <a:pt x="175377" y="791444"/>
                </a:cubicBezTo>
                <a:cubicBezTo>
                  <a:pt x="165852" y="785094"/>
                  <a:pt x="155358" y="779999"/>
                  <a:pt x="146802" y="772394"/>
                </a:cubicBezTo>
                <a:cubicBezTo>
                  <a:pt x="126666" y="754496"/>
                  <a:pt x="104596" y="737660"/>
                  <a:pt x="89652" y="715244"/>
                </a:cubicBezTo>
                <a:cubicBezTo>
                  <a:pt x="63130" y="675461"/>
                  <a:pt x="78697" y="694764"/>
                  <a:pt x="42027" y="658094"/>
                </a:cubicBezTo>
                <a:cubicBezTo>
                  <a:pt x="38852" y="648569"/>
                  <a:pt x="38774" y="637359"/>
                  <a:pt x="32502" y="629519"/>
                </a:cubicBezTo>
                <a:cubicBezTo>
                  <a:pt x="25351" y="620580"/>
                  <a:pt x="9047" y="620708"/>
                  <a:pt x="3927" y="610469"/>
                </a:cubicBezTo>
                <a:lnTo>
                  <a:pt x="3927" y="610469"/>
                </a:lnTo>
                <a:close/>
              </a:path>
            </a:pathLst>
          </a:custGeom>
          <a:solidFill>
            <a:schemeClr val="accent1">
              <a:alpha val="1254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672" name="Google Shape;672;p10"/>
          <p:cNvSpPr txBox="1"/>
          <p:nvPr/>
        </p:nvSpPr>
        <p:spPr>
          <a:xfrm>
            <a:off x="609600" y="4191000"/>
            <a:ext cx="1066800" cy="430887"/>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Anterolateral system</a:t>
            </a:r>
            <a:endParaRPr sz="1400" b="0" i="0" u="none" strike="noStrike" cap="none">
              <a:solidFill>
                <a:srgbClr val="000000"/>
              </a:solidFill>
              <a:latin typeface="Arial"/>
              <a:ea typeface="Arial"/>
              <a:cs typeface="Arial"/>
              <a:sym typeface="Arial"/>
            </a:endParaRPr>
          </a:p>
        </p:txBody>
      </p:sp>
      <p:sp>
        <p:nvSpPr>
          <p:cNvPr id="673" name="Google Shape;673;p10"/>
          <p:cNvSpPr txBox="1"/>
          <p:nvPr/>
        </p:nvSpPr>
        <p:spPr>
          <a:xfrm>
            <a:off x="0" y="3581400"/>
            <a:ext cx="1828800" cy="600164"/>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Pontine reticulospinal tract &amp; Lateral Vestibulospinal tract</a:t>
            </a:r>
            <a:endParaRPr sz="1400" b="0" i="0" u="none" strike="noStrike" cap="none">
              <a:solidFill>
                <a:srgbClr val="000000"/>
              </a:solidFill>
              <a:latin typeface="Arial"/>
              <a:ea typeface="Arial"/>
              <a:cs typeface="Arial"/>
              <a:sym typeface="Arial"/>
            </a:endParaRPr>
          </a:p>
        </p:txBody>
      </p:sp>
      <p:sp>
        <p:nvSpPr>
          <p:cNvPr id="674" name="Google Shape;674;p10"/>
          <p:cNvSpPr txBox="1"/>
          <p:nvPr/>
        </p:nvSpPr>
        <p:spPr>
          <a:xfrm>
            <a:off x="0" y="2438400"/>
            <a:ext cx="1295400" cy="600164"/>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Ventral Spinocerebellar Tract</a:t>
            </a:r>
            <a:endParaRPr sz="1400" b="0" i="0" u="none" strike="noStrike" cap="none">
              <a:solidFill>
                <a:srgbClr val="000000"/>
              </a:solidFill>
              <a:latin typeface="Arial"/>
              <a:ea typeface="Arial"/>
              <a:cs typeface="Arial"/>
              <a:sym typeface="Arial"/>
            </a:endParaRPr>
          </a:p>
        </p:txBody>
      </p:sp>
      <p:sp>
        <p:nvSpPr>
          <p:cNvPr id="675" name="Google Shape;675;p10"/>
          <p:cNvSpPr txBox="1"/>
          <p:nvPr/>
        </p:nvSpPr>
        <p:spPr>
          <a:xfrm>
            <a:off x="3352800" y="5334000"/>
            <a:ext cx="1219200" cy="261610"/>
          </a:xfrm>
          <a:prstGeom prst="rect">
            <a:avLst/>
          </a:prstGeom>
          <a:solidFill>
            <a:schemeClr val="accent1">
              <a:alpha val="60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Pyramidal Tract</a:t>
            </a:r>
            <a:endParaRPr sz="1400" b="0" i="0" u="none" strike="noStrike" cap="none">
              <a:solidFill>
                <a:srgbClr val="000000"/>
              </a:solidFill>
              <a:latin typeface="Arial"/>
              <a:ea typeface="Arial"/>
              <a:cs typeface="Arial"/>
              <a:sym typeface="Arial"/>
            </a:endParaRPr>
          </a:p>
        </p:txBody>
      </p:sp>
      <p:sp>
        <p:nvSpPr>
          <p:cNvPr id="676" name="Google Shape;676;p10"/>
          <p:cNvSpPr txBox="1"/>
          <p:nvPr/>
        </p:nvSpPr>
        <p:spPr>
          <a:xfrm>
            <a:off x="228600" y="3048000"/>
            <a:ext cx="1143000" cy="430887"/>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Rubrospinal Tract</a:t>
            </a:r>
            <a:endParaRPr sz="1400" b="0" i="0" u="none" strike="noStrike" cap="none">
              <a:solidFill>
                <a:srgbClr val="000000"/>
              </a:solidFill>
              <a:latin typeface="Arial"/>
              <a:ea typeface="Arial"/>
              <a:cs typeface="Arial"/>
              <a:sym typeface="Arial"/>
            </a:endParaRPr>
          </a:p>
        </p:txBody>
      </p:sp>
      <p:sp>
        <p:nvSpPr>
          <p:cNvPr id="677" name="Google Shape;677;p10"/>
          <p:cNvSpPr txBox="1"/>
          <p:nvPr/>
        </p:nvSpPr>
        <p:spPr>
          <a:xfrm>
            <a:off x="4572000" y="1600200"/>
            <a:ext cx="1905000" cy="246221"/>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Prepositus Hypoglossal Nucleus</a:t>
            </a:r>
            <a:endParaRPr sz="1400" b="0" i="0" u="none" strike="noStrike" cap="none">
              <a:solidFill>
                <a:srgbClr val="000000"/>
              </a:solidFill>
              <a:latin typeface="Arial"/>
              <a:ea typeface="Arial"/>
              <a:cs typeface="Arial"/>
              <a:sym typeface="Arial"/>
            </a:endParaRPr>
          </a:p>
        </p:txBody>
      </p:sp>
      <p:sp>
        <p:nvSpPr>
          <p:cNvPr id="678" name="Google Shape;678;p10"/>
          <p:cNvSpPr txBox="1"/>
          <p:nvPr/>
        </p:nvSpPr>
        <p:spPr>
          <a:xfrm>
            <a:off x="4648200" y="2667000"/>
            <a:ext cx="1219200" cy="246221"/>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Techtospinal tract</a:t>
            </a:r>
            <a:endParaRPr sz="1400" b="0" i="0" u="none" strike="noStrike" cap="none">
              <a:solidFill>
                <a:srgbClr val="000000"/>
              </a:solidFill>
              <a:latin typeface="Arial"/>
              <a:ea typeface="Arial"/>
              <a:cs typeface="Arial"/>
              <a:sym typeface="Arial"/>
            </a:endParaRPr>
          </a:p>
        </p:txBody>
      </p:sp>
      <p:sp>
        <p:nvSpPr>
          <p:cNvPr id="679" name="Google Shape;679;p10"/>
          <p:cNvSpPr txBox="1"/>
          <p:nvPr/>
        </p:nvSpPr>
        <p:spPr>
          <a:xfrm>
            <a:off x="1524000" y="2286000"/>
            <a:ext cx="914400" cy="55399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Spinal Trigeminal Tract</a:t>
            </a:r>
            <a:endParaRPr sz="1400" b="0" i="0" u="none" strike="noStrike" cap="none">
              <a:solidFill>
                <a:srgbClr val="000000"/>
              </a:solidFill>
              <a:latin typeface="Arial"/>
              <a:ea typeface="Arial"/>
              <a:cs typeface="Arial"/>
              <a:sym typeface="Arial"/>
            </a:endParaRPr>
          </a:p>
        </p:txBody>
      </p:sp>
      <p:sp>
        <p:nvSpPr>
          <p:cNvPr id="680" name="Google Shape;680;p10"/>
          <p:cNvSpPr txBox="1"/>
          <p:nvPr/>
        </p:nvSpPr>
        <p:spPr>
          <a:xfrm>
            <a:off x="4876800" y="4495800"/>
            <a:ext cx="2057400" cy="40011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Accessory Inferior Olivary Nucleus</a:t>
            </a:r>
            <a:endParaRPr sz="1400" b="0" i="0" u="none" strike="noStrike" cap="none">
              <a:solidFill>
                <a:srgbClr val="000000"/>
              </a:solidFill>
              <a:latin typeface="Arial"/>
              <a:ea typeface="Arial"/>
              <a:cs typeface="Arial"/>
              <a:sym typeface="Arial"/>
            </a:endParaRPr>
          </a:p>
        </p:txBody>
      </p:sp>
      <p:sp>
        <p:nvSpPr>
          <p:cNvPr id="681" name="Google Shape;681;p10"/>
          <p:cNvSpPr txBox="1"/>
          <p:nvPr/>
        </p:nvSpPr>
        <p:spPr>
          <a:xfrm>
            <a:off x="4724400" y="3886200"/>
            <a:ext cx="914400" cy="40011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Lemniscus</a:t>
            </a:r>
            <a:endParaRPr sz="1000" b="1" i="0" u="none" strike="noStrike" cap="none">
              <a:solidFill>
                <a:schemeClr val="dk1"/>
              </a:solidFill>
              <a:latin typeface="Times"/>
              <a:ea typeface="Times"/>
              <a:cs typeface="Times"/>
              <a:sym typeface="Times"/>
            </a:endParaRPr>
          </a:p>
        </p:txBody>
      </p:sp>
      <p:sp>
        <p:nvSpPr>
          <p:cNvPr id="682" name="Google Shape;682;p10"/>
          <p:cNvSpPr txBox="1"/>
          <p:nvPr/>
        </p:nvSpPr>
        <p:spPr>
          <a:xfrm>
            <a:off x="3733800" y="1295400"/>
            <a:ext cx="1447800" cy="246221"/>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Dorsal Motor Nucleus</a:t>
            </a:r>
            <a:endParaRPr sz="1400" b="0" i="0" u="none" strike="noStrike" cap="none">
              <a:solidFill>
                <a:srgbClr val="000000"/>
              </a:solidFill>
              <a:latin typeface="Arial"/>
              <a:ea typeface="Arial"/>
              <a:cs typeface="Arial"/>
              <a:sym typeface="Arial"/>
            </a:endParaRPr>
          </a:p>
        </p:txBody>
      </p:sp>
      <p:sp>
        <p:nvSpPr>
          <p:cNvPr id="683" name="Google Shape;683;p10"/>
          <p:cNvSpPr txBox="1"/>
          <p:nvPr/>
        </p:nvSpPr>
        <p:spPr>
          <a:xfrm>
            <a:off x="3429000" y="990600"/>
            <a:ext cx="1295400" cy="246221"/>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Solitary Nucleus</a:t>
            </a:r>
            <a:endParaRPr sz="1400" b="0" i="0" u="none" strike="noStrike" cap="none">
              <a:solidFill>
                <a:srgbClr val="000000"/>
              </a:solidFill>
              <a:latin typeface="Arial"/>
              <a:ea typeface="Arial"/>
              <a:cs typeface="Arial"/>
              <a:sym typeface="Arial"/>
            </a:endParaRPr>
          </a:p>
        </p:txBody>
      </p:sp>
      <p:sp>
        <p:nvSpPr>
          <p:cNvPr id="684" name="Google Shape;684;p10"/>
          <p:cNvSpPr txBox="1"/>
          <p:nvPr/>
        </p:nvSpPr>
        <p:spPr>
          <a:xfrm>
            <a:off x="4648200" y="2209800"/>
            <a:ext cx="1981200" cy="246221"/>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Longitudnal Fasciculus</a:t>
            </a:r>
            <a:endParaRPr sz="1400" b="0" i="0" u="none" strike="noStrike" cap="none">
              <a:solidFill>
                <a:srgbClr val="000000"/>
              </a:solidFill>
              <a:latin typeface="Arial"/>
              <a:ea typeface="Arial"/>
              <a:cs typeface="Arial"/>
              <a:sym typeface="Arial"/>
            </a:endParaRPr>
          </a:p>
        </p:txBody>
      </p:sp>
      <p:sp>
        <p:nvSpPr>
          <p:cNvPr id="685" name="Google Shape;685;p10"/>
          <p:cNvSpPr txBox="1"/>
          <p:nvPr/>
        </p:nvSpPr>
        <p:spPr>
          <a:xfrm>
            <a:off x="304800" y="1066800"/>
            <a:ext cx="990600" cy="600164"/>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Inferior Cerebellar Peduncle</a:t>
            </a:r>
            <a:endParaRPr sz="1400" b="0" i="0" u="none" strike="noStrike" cap="none">
              <a:solidFill>
                <a:srgbClr val="000000"/>
              </a:solidFill>
              <a:latin typeface="Arial"/>
              <a:ea typeface="Arial"/>
              <a:cs typeface="Arial"/>
              <a:sym typeface="Arial"/>
            </a:endParaRPr>
          </a:p>
        </p:txBody>
      </p:sp>
      <p:sp>
        <p:nvSpPr>
          <p:cNvPr id="686" name="Google Shape;686;p10"/>
          <p:cNvSpPr txBox="1"/>
          <p:nvPr/>
        </p:nvSpPr>
        <p:spPr>
          <a:xfrm>
            <a:off x="3048000" y="2438400"/>
            <a:ext cx="914400" cy="57708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chemeClr val="lt1"/>
                </a:solidFill>
                <a:latin typeface="Times"/>
                <a:ea typeface="Times"/>
                <a:cs typeface="Times"/>
                <a:sym typeface="Times"/>
              </a:rPr>
              <a:t>Medullary reticular formation</a:t>
            </a:r>
            <a:endParaRPr sz="1400" b="0" i="0" u="none" strike="noStrike" cap="none">
              <a:solidFill>
                <a:srgbClr val="000000"/>
              </a:solidFill>
              <a:latin typeface="Arial"/>
              <a:ea typeface="Arial"/>
              <a:cs typeface="Arial"/>
              <a:sym typeface="Arial"/>
            </a:endParaRPr>
          </a:p>
        </p:txBody>
      </p:sp>
      <p:sp>
        <p:nvSpPr>
          <p:cNvPr id="687" name="Google Shape;687;p10"/>
          <p:cNvSpPr txBox="1"/>
          <p:nvPr/>
        </p:nvSpPr>
        <p:spPr>
          <a:xfrm>
            <a:off x="838200" y="5105400"/>
            <a:ext cx="1143000" cy="40011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Central Tegmental Tract</a:t>
            </a:r>
            <a:endParaRPr sz="1400" b="0" i="0" u="none" strike="noStrike" cap="none">
              <a:solidFill>
                <a:srgbClr val="000000"/>
              </a:solidFill>
              <a:latin typeface="Arial"/>
              <a:ea typeface="Arial"/>
              <a:cs typeface="Arial"/>
              <a:sym typeface="Arial"/>
            </a:endParaRPr>
          </a:p>
        </p:txBody>
      </p:sp>
      <p:sp>
        <p:nvSpPr>
          <p:cNvPr id="688" name="Google Shape;688;p10"/>
          <p:cNvSpPr txBox="1"/>
          <p:nvPr/>
        </p:nvSpPr>
        <p:spPr>
          <a:xfrm>
            <a:off x="1371600" y="5638800"/>
            <a:ext cx="1371600" cy="40011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Principal Inferior Olivary Nucleus</a:t>
            </a:r>
            <a:endParaRPr sz="1400" b="0" i="0" u="none" strike="noStrike" cap="none">
              <a:solidFill>
                <a:srgbClr val="000000"/>
              </a:solidFill>
              <a:latin typeface="Arial"/>
              <a:ea typeface="Arial"/>
              <a:cs typeface="Arial"/>
              <a:sym typeface="Arial"/>
            </a:endParaRPr>
          </a:p>
        </p:txBody>
      </p:sp>
      <p:sp>
        <p:nvSpPr>
          <p:cNvPr id="689" name="Google Shape;689;p10"/>
          <p:cNvSpPr txBox="1"/>
          <p:nvPr/>
        </p:nvSpPr>
        <p:spPr>
          <a:xfrm>
            <a:off x="4724400" y="1905000"/>
            <a:ext cx="2133600" cy="246221"/>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Dorsal Longitudnal Fasciculus</a:t>
            </a:r>
            <a:endParaRPr sz="1400" b="0" i="0" u="none" strike="noStrike" cap="none">
              <a:solidFill>
                <a:srgbClr val="000000"/>
              </a:solidFill>
              <a:latin typeface="Arial"/>
              <a:ea typeface="Arial"/>
              <a:cs typeface="Arial"/>
              <a:sym typeface="Arial"/>
            </a:endParaRPr>
          </a:p>
        </p:txBody>
      </p:sp>
      <p:sp>
        <p:nvSpPr>
          <p:cNvPr id="690" name="Google Shape;690;p10"/>
          <p:cNvSpPr/>
          <p:nvPr/>
        </p:nvSpPr>
        <p:spPr>
          <a:xfrm>
            <a:off x="2743200" y="1524000"/>
            <a:ext cx="609600" cy="533400"/>
          </a:xfrm>
          <a:custGeom>
            <a:avLst/>
            <a:gdLst/>
            <a:ahLst/>
            <a:cxnLst/>
            <a:rect l="l" t="t" r="r" b="b"/>
            <a:pathLst>
              <a:path w="520700" h="571500" extrusionOk="0">
                <a:moveTo>
                  <a:pt x="0" y="304800"/>
                </a:moveTo>
                <a:lnTo>
                  <a:pt x="0" y="304800"/>
                </a:lnTo>
                <a:cubicBezTo>
                  <a:pt x="12700" y="270933"/>
                  <a:pt x="25739" y="237192"/>
                  <a:pt x="38100" y="203200"/>
                </a:cubicBezTo>
                <a:cubicBezTo>
                  <a:pt x="42675" y="190619"/>
                  <a:pt x="44299" y="176802"/>
                  <a:pt x="50800" y="165100"/>
                </a:cubicBezTo>
                <a:cubicBezTo>
                  <a:pt x="65625" y="138415"/>
                  <a:pt x="84667" y="114300"/>
                  <a:pt x="101600" y="88900"/>
                </a:cubicBezTo>
                <a:cubicBezTo>
                  <a:pt x="120342" y="60787"/>
                  <a:pt x="135764" y="32257"/>
                  <a:pt x="165100" y="12700"/>
                </a:cubicBezTo>
                <a:cubicBezTo>
                  <a:pt x="176239" y="5274"/>
                  <a:pt x="190500" y="4233"/>
                  <a:pt x="203200" y="0"/>
                </a:cubicBezTo>
                <a:cubicBezTo>
                  <a:pt x="235962" y="4680"/>
                  <a:pt x="294734" y="7667"/>
                  <a:pt x="330200" y="25400"/>
                </a:cubicBezTo>
                <a:cubicBezTo>
                  <a:pt x="343852" y="32226"/>
                  <a:pt x="355600" y="42333"/>
                  <a:pt x="368300" y="50800"/>
                </a:cubicBezTo>
                <a:cubicBezTo>
                  <a:pt x="376767" y="63500"/>
                  <a:pt x="382907" y="78107"/>
                  <a:pt x="393700" y="88900"/>
                </a:cubicBezTo>
                <a:cubicBezTo>
                  <a:pt x="449396" y="144596"/>
                  <a:pt x="417886" y="79580"/>
                  <a:pt x="469900" y="152400"/>
                </a:cubicBezTo>
                <a:cubicBezTo>
                  <a:pt x="498084" y="191858"/>
                  <a:pt x="495338" y="209684"/>
                  <a:pt x="508000" y="254000"/>
                </a:cubicBezTo>
                <a:cubicBezTo>
                  <a:pt x="511678" y="266872"/>
                  <a:pt x="516467" y="279400"/>
                  <a:pt x="520700" y="292100"/>
                </a:cubicBezTo>
                <a:cubicBezTo>
                  <a:pt x="516467" y="325967"/>
                  <a:pt x="513611" y="360034"/>
                  <a:pt x="508000" y="393700"/>
                </a:cubicBezTo>
                <a:cubicBezTo>
                  <a:pt x="502171" y="428676"/>
                  <a:pt x="495737" y="456763"/>
                  <a:pt x="469900" y="482600"/>
                </a:cubicBezTo>
                <a:cubicBezTo>
                  <a:pt x="459107" y="493393"/>
                  <a:pt x="445452" y="501174"/>
                  <a:pt x="431800" y="508000"/>
                </a:cubicBezTo>
                <a:cubicBezTo>
                  <a:pt x="419826" y="513987"/>
                  <a:pt x="405674" y="514713"/>
                  <a:pt x="393700" y="520700"/>
                </a:cubicBezTo>
                <a:cubicBezTo>
                  <a:pt x="380048" y="527526"/>
                  <a:pt x="370189" y="541611"/>
                  <a:pt x="355600" y="546100"/>
                </a:cubicBezTo>
                <a:cubicBezTo>
                  <a:pt x="314337" y="558796"/>
                  <a:pt x="228600" y="571500"/>
                  <a:pt x="228600" y="571500"/>
                </a:cubicBezTo>
                <a:cubicBezTo>
                  <a:pt x="199334" y="566622"/>
                  <a:pt x="145564" y="561732"/>
                  <a:pt x="114300" y="546100"/>
                </a:cubicBezTo>
                <a:cubicBezTo>
                  <a:pt x="100648" y="539274"/>
                  <a:pt x="88900" y="529167"/>
                  <a:pt x="76200" y="520700"/>
                </a:cubicBezTo>
                <a:lnTo>
                  <a:pt x="25400" y="368300"/>
                </a:lnTo>
                <a:cubicBezTo>
                  <a:pt x="21167" y="355600"/>
                  <a:pt x="12700" y="343587"/>
                  <a:pt x="12700" y="330200"/>
                </a:cubicBezTo>
                <a:lnTo>
                  <a:pt x="12700" y="241300"/>
                </a:lnTo>
                <a:lnTo>
                  <a:pt x="12700" y="254000"/>
                </a:lnTo>
              </a:path>
            </a:pathLst>
          </a:cu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800"/>
              <a:buFont typeface="Times"/>
              <a:buNone/>
            </a:pPr>
            <a:r>
              <a:rPr lang="en-US" sz="800" b="1" i="0" u="none" strike="noStrike" cap="none">
                <a:solidFill>
                  <a:schemeClr val="lt1"/>
                </a:solidFill>
                <a:latin typeface="Times"/>
                <a:ea typeface="Times"/>
                <a:cs typeface="Times"/>
                <a:sym typeface="Times"/>
              </a:rPr>
              <a:t>Solitary Nucleus Tract</a:t>
            </a:r>
            <a:endParaRPr sz="1400" b="0" i="0" u="none" strike="noStrike" cap="none">
              <a:solidFill>
                <a:srgbClr val="000000"/>
              </a:solidFill>
              <a:latin typeface="Arial"/>
              <a:ea typeface="Arial"/>
              <a:cs typeface="Arial"/>
              <a:sym typeface="Arial"/>
            </a:endParaRPr>
          </a:p>
        </p:txBody>
      </p:sp>
      <p:sp>
        <p:nvSpPr>
          <p:cNvPr id="691" name="Google Shape;691;p10"/>
          <p:cNvSpPr/>
          <p:nvPr/>
        </p:nvSpPr>
        <p:spPr>
          <a:xfrm>
            <a:off x="2514600" y="2743200"/>
            <a:ext cx="762000" cy="535304"/>
          </a:xfrm>
          <a:custGeom>
            <a:avLst/>
            <a:gdLst/>
            <a:ahLst/>
            <a:cxnLst/>
            <a:rect l="l" t="t" r="r" b="b"/>
            <a:pathLst>
              <a:path w="665407" h="535304" extrusionOk="0">
                <a:moveTo>
                  <a:pt x="32322" y="130465"/>
                </a:moveTo>
                <a:lnTo>
                  <a:pt x="32322" y="130465"/>
                </a:lnTo>
                <a:cubicBezTo>
                  <a:pt x="122587" y="67279"/>
                  <a:pt x="122657" y="49255"/>
                  <a:pt x="197422" y="28865"/>
                </a:cubicBezTo>
                <a:cubicBezTo>
                  <a:pt x="231101" y="19680"/>
                  <a:pt x="299022" y="3465"/>
                  <a:pt x="299022" y="3465"/>
                </a:cubicBezTo>
                <a:cubicBezTo>
                  <a:pt x="327116" y="5472"/>
                  <a:pt x="457191" y="0"/>
                  <a:pt x="514922" y="28865"/>
                </a:cubicBezTo>
                <a:cubicBezTo>
                  <a:pt x="528574" y="35691"/>
                  <a:pt x="540322" y="45798"/>
                  <a:pt x="553022" y="54265"/>
                </a:cubicBezTo>
                <a:cubicBezTo>
                  <a:pt x="563351" y="85253"/>
                  <a:pt x="566503" y="105846"/>
                  <a:pt x="591122" y="130465"/>
                </a:cubicBezTo>
                <a:cubicBezTo>
                  <a:pt x="601915" y="141258"/>
                  <a:pt x="616522" y="147398"/>
                  <a:pt x="629222" y="155865"/>
                </a:cubicBezTo>
                <a:cubicBezTo>
                  <a:pt x="661277" y="252030"/>
                  <a:pt x="665407" y="228940"/>
                  <a:pt x="641922" y="346365"/>
                </a:cubicBezTo>
                <a:cubicBezTo>
                  <a:pt x="624989" y="431032"/>
                  <a:pt x="635572" y="416215"/>
                  <a:pt x="578422" y="435265"/>
                </a:cubicBezTo>
                <a:cubicBezTo>
                  <a:pt x="569955" y="447965"/>
                  <a:pt x="564941" y="463830"/>
                  <a:pt x="553022" y="473365"/>
                </a:cubicBezTo>
                <a:cubicBezTo>
                  <a:pt x="542569" y="481728"/>
                  <a:pt x="526896" y="480078"/>
                  <a:pt x="514922" y="486065"/>
                </a:cubicBezTo>
                <a:cubicBezTo>
                  <a:pt x="416445" y="535304"/>
                  <a:pt x="534487" y="492243"/>
                  <a:pt x="438722" y="524165"/>
                </a:cubicBezTo>
                <a:cubicBezTo>
                  <a:pt x="383689" y="519932"/>
                  <a:pt x="328142" y="520073"/>
                  <a:pt x="273622" y="511465"/>
                </a:cubicBezTo>
                <a:cubicBezTo>
                  <a:pt x="247176" y="507289"/>
                  <a:pt x="197422" y="486065"/>
                  <a:pt x="197422" y="486065"/>
                </a:cubicBezTo>
                <a:cubicBezTo>
                  <a:pt x="184722" y="473365"/>
                  <a:pt x="170820" y="461763"/>
                  <a:pt x="159322" y="447965"/>
                </a:cubicBezTo>
                <a:cubicBezTo>
                  <a:pt x="149551" y="436239"/>
                  <a:pt x="145409" y="419916"/>
                  <a:pt x="133922" y="409865"/>
                </a:cubicBezTo>
                <a:cubicBezTo>
                  <a:pt x="110948" y="389763"/>
                  <a:pt x="57722" y="359065"/>
                  <a:pt x="57722" y="359065"/>
                </a:cubicBezTo>
                <a:lnTo>
                  <a:pt x="19622" y="244765"/>
                </a:lnTo>
                <a:lnTo>
                  <a:pt x="6922" y="206665"/>
                </a:lnTo>
                <a:cubicBezTo>
                  <a:pt x="19088" y="133668"/>
                  <a:pt x="0" y="133926"/>
                  <a:pt x="57722" y="105065"/>
                </a:cubicBezTo>
                <a:cubicBezTo>
                  <a:pt x="61508" y="103172"/>
                  <a:pt x="36555" y="126232"/>
                  <a:pt x="32322" y="130465"/>
                </a:cubicBezTo>
                <a:close/>
              </a:path>
            </a:pathLst>
          </a:cu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800"/>
              <a:buFont typeface="Times"/>
              <a:buNone/>
            </a:pPr>
            <a:endParaRPr sz="800" b="1" i="0" u="none" strike="noStrike" cap="none">
              <a:solidFill>
                <a:schemeClr val="lt1"/>
              </a:solidFill>
              <a:latin typeface="Times"/>
              <a:ea typeface="Times"/>
              <a:cs typeface="Times"/>
              <a:sym typeface="Times"/>
            </a:endParaRPr>
          </a:p>
          <a:p>
            <a:pPr marL="0" marR="0" lvl="0" indent="0" algn="ctr" rtl="0">
              <a:lnSpc>
                <a:spcPct val="100000"/>
              </a:lnSpc>
              <a:spcBef>
                <a:spcPts val="0"/>
              </a:spcBef>
              <a:spcAft>
                <a:spcPts val="0"/>
              </a:spcAft>
              <a:buClr>
                <a:schemeClr val="lt1"/>
              </a:buClr>
              <a:buSzPts val="900"/>
              <a:buFont typeface="Times"/>
              <a:buNone/>
            </a:pPr>
            <a:r>
              <a:rPr lang="en-US" sz="900" b="1" i="0" u="none" strike="noStrike" cap="none">
                <a:solidFill>
                  <a:schemeClr val="lt1"/>
                </a:solidFill>
                <a:latin typeface="Times"/>
                <a:ea typeface="Times"/>
                <a:cs typeface="Times"/>
                <a:sym typeface="Times"/>
              </a:rPr>
              <a:t>Nucleus Ambiguous</a:t>
            </a:r>
            <a:endParaRPr sz="900" b="1" i="0" u="none" strike="noStrike" cap="none">
              <a:solidFill>
                <a:schemeClr val="lt1"/>
              </a:solidFill>
              <a:latin typeface="Times"/>
              <a:ea typeface="Times"/>
              <a:cs typeface="Times"/>
              <a:sym typeface="Times"/>
            </a:endParaRPr>
          </a:p>
        </p:txBody>
      </p:sp>
      <p:sp>
        <p:nvSpPr>
          <p:cNvPr id="692" name="Google Shape;692;p10"/>
          <p:cNvSpPr txBox="1"/>
          <p:nvPr/>
        </p:nvSpPr>
        <p:spPr>
          <a:xfrm>
            <a:off x="2514600" y="304800"/>
            <a:ext cx="914400" cy="553998"/>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Vestibular Nucleus</a:t>
            </a:r>
            <a:endParaRPr sz="1400" b="0" i="0" u="none" strike="noStrike" cap="none">
              <a:solidFill>
                <a:srgbClr val="000000"/>
              </a:solidFill>
              <a:latin typeface="Arial"/>
              <a:ea typeface="Arial"/>
              <a:cs typeface="Arial"/>
              <a:sym typeface="Arial"/>
            </a:endParaRPr>
          </a:p>
        </p:txBody>
      </p:sp>
      <p:sp>
        <p:nvSpPr>
          <p:cNvPr id="693" name="Google Shape;693;p10"/>
          <p:cNvSpPr txBox="1"/>
          <p:nvPr/>
        </p:nvSpPr>
        <p:spPr>
          <a:xfrm>
            <a:off x="1524000" y="533400"/>
            <a:ext cx="914400" cy="553998"/>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Spinal Vestibular Nucleus</a:t>
            </a:r>
            <a:endParaRPr sz="1400" b="0" i="0" u="none" strike="noStrike" cap="none">
              <a:solidFill>
                <a:srgbClr val="000000"/>
              </a:solidFill>
              <a:latin typeface="Arial"/>
              <a:ea typeface="Arial"/>
              <a:cs typeface="Arial"/>
              <a:sym typeface="Arial"/>
            </a:endParaRPr>
          </a:p>
        </p:txBody>
      </p:sp>
      <p:sp>
        <p:nvSpPr>
          <p:cNvPr id="694" name="Google Shape;694;p10"/>
          <p:cNvSpPr txBox="1"/>
          <p:nvPr/>
        </p:nvSpPr>
        <p:spPr>
          <a:xfrm>
            <a:off x="2438400" y="3200400"/>
            <a:ext cx="685800" cy="5078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chemeClr val="lt1"/>
                </a:solidFill>
                <a:latin typeface="Times"/>
                <a:ea typeface="Times"/>
                <a:cs typeface="Times"/>
                <a:sym typeface="Times"/>
              </a:rPr>
              <a:t>Lateral Reticular Nucleus</a:t>
            </a:r>
            <a:endParaRPr sz="1400" b="0" i="0" u="none" strike="noStrike" cap="none">
              <a:solidFill>
                <a:srgbClr val="000000"/>
              </a:solidFill>
              <a:latin typeface="Arial"/>
              <a:ea typeface="Arial"/>
              <a:cs typeface="Arial"/>
              <a:sym typeface="Arial"/>
            </a:endParaRPr>
          </a:p>
        </p:txBody>
      </p:sp>
      <p:sp>
        <p:nvSpPr>
          <p:cNvPr id="695" name="Google Shape;695;p10"/>
          <p:cNvSpPr txBox="1"/>
          <p:nvPr/>
        </p:nvSpPr>
        <p:spPr>
          <a:xfrm>
            <a:off x="4648200" y="3124200"/>
            <a:ext cx="2133600" cy="400110"/>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Dorsal Inferior Accessory Olivary Nucleus</a:t>
            </a:r>
            <a:endParaRPr sz="1400" b="0" i="0" u="none" strike="noStrike" cap="none">
              <a:solidFill>
                <a:srgbClr val="000000"/>
              </a:solidFill>
              <a:latin typeface="Arial"/>
              <a:ea typeface="Arial"/>
              <a:cs typeface="Arial"/>
              <a:sym typeface="Arial"/>
            </a:endParaRPr>
          </a:p>
        </p:txBody>
      </p:sp>
      <p:sp>
        <p:nvSpPr>
          <p:cNvPr id="696" name="Google Shape;696;p10"/>
          <p:cNvSpPr txBox="1"/>
          <p:nvPr/>
        </p:nvSpPr>
        <p:spPr>
          <a:xfrm>
            <a:off x="2209800" y="2286000"/>
            <a:ext cx="914400" cy="55399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Spinal Trigeminal Nucleus</a:t>
            </a:r>
            <a:endParaRPr sz="1400" b="0" i="0" u="none" strike="noStrike" cap="none">
              <a:solidFill>
                <a:srgbClr val="000000"/>
              </a:solidFill>
              <a:latin typeface="Arial"/>
              <a:ea typeface="Arial"/>
              <a:cs typeface="Arial"/>
              <a:sym typeface="Arial"/>
            </a:endParaRPr>
          </a:p>
        </p:txBody>
      </p:sp>
      <p:cxnSp>
        <p:nvCxnSpPr>
          <p:cNvPr id="697" name="Google Shape;697;p10"/>
          <p:cNvCxnSpPr>
            <a:stCxn id="680" idx="1"/>
            <a:endCxn id="657" idx="4"/>
          </p:cNvCxnSpPr>
          <p:nvPr/>
        </p:nvCxnSpPr>
        <p:spPr>
          <a:xfrm rot="10800000">
            <a:off x="3867300" y="4343355"/>
            <a:ext cx="1009500" cy="3525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698" name="Google Shape;698;p10"/>
          <p:cNvCxnSpPr>
            <a:stCxn id="677" idx="1"/>
          </p:cNvCxnSpPr>
          <p:nvPr/>
        </p:nvCxnSpPr>
        <p:spPr>
          <a:xfrm flipH="1">
            <a:off x="4191000" y="1723311"/>
            <a:ext cx="381000" cy="1056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699" name="Google Shape;699;p10"/>
          <p:cNvCxnSpPr>
            <a:endCxn id="653" idx="3"/>
          </p:cNvCxnSpPr>
          <p:nvPr/>
        </p:nvCxnSpPr>
        <p:spPr>
          <a:xfrm rot="10800000">
            <a:off x="4584600" y="1892400"/>
            <a:ext cx="292200" cy="1650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700" name="Google Shape;700;p10"/>
          <p:cNvCxnSpPr>
            <a:stCxn id="695" idx="1"/>
            <a:endCxn id="660" idx="15"/>
          </p:cNvCxnSpPr>
          <p:nvPr/>
        </p:nvCxnSpPr>
        <p:spPr>
          <a:xfrm rot="10800000">
            <a:off x="3667200" y="3324255"/>
            <a:ext cx="981000" cy="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701" name="Google Shape;701;p10"/>
          <p:cNvCxnSpPr>
            <a:stCxn id="672" idx="3"/>
          </p:cNvCxnSpPr>
          <p:nvPr/>
        </p:nvCxnSpPr>
        <p:spPr>
          <a:xfrm rot="10800000" flipH="1">
            <a:off x="1676400" y="3657643"/>
            <a:ext cx="533400" cy="7488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702" name="Google Shape;702;p10"/>
          <p:cNvCxnSpPr>
            <a:stCxn id="674" idx="3"/>
          </p:cNvCxnSpPr>
          <p:nvPr/>
        </p:nvCxnSpPr>
        <p:spPr>
          <a:xfrm>
            <a:off x="1295400" y="2738482"/>
            <a:ext cx="609600" cy="5382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703" name="Google Shape;703;p10"/>
          <p:cNvCxnSpPr/>
          <p:nvPr/>
        </p:nvCxnSpPr>
        <p:spPr>
          <a:xfrm rot="10800000" flipH="1">
            <a:off x="1295400" y="3200400"/>
            <a:ext cx="914400" cy="1524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704" name="Google Shape;704;p10"/>
          <p:cNvCxnSpPr>
            <a:endCxn id="667" idx="30"/>
          </p:cNvCxnSpPr>
          <p:nvPr/>
        </p:nvCxnSpPr>
        <p:spPr>
          <a:xfrm rot="10800000" flipH="1">
            <a:off x="1676400" y="3311701"/>
            <a:ext cx="641100" cy="4983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705" name="Google Shape;705;p10"/>
          <p:cNvCxnSpPr/>
          <p:nvPr/>
        </p:nvCxnSpPr>
        <p:spPr>
          <a:xfrm rot="5400000">
            <a:off x="3124201" y="1295399"/>
            <a:ext cx="533399" cy="381000"/>
          </a:xfrm>
          <a:prstGeom prst="straightConnector1">
            <a:avLst/>
          </a:prstGeom>
          <a:solidFill>
            <a:schemeClr val="accent1"/>
          </a:solidFill>
          <a:ln w="28575" cap="flat" cmpd="sng">
            <a:solidFill>
              <a:schemeClr val="dk1"/>
            </a:solidFill>
            <a:prstDash val="solid"/>
            <a:round/>
            <a:headEnd type="none" w="sm" len="sm"/>
            <a:tailEnd type="stealth" w="med" len="med"/>
          </a:ln>
        </p:spPr>
      </p:cxnSp>
      <p:pic>
        <p:nvPicPr>
          <p:cNvPr id="706" name="Google Shape;706;p10"/>
          <p:cNvPicPr preferRelativeResize="0"/>
          <p:nvPr/>
        </p:nvPicPr>
        <p:blipFill rotWithShape="1">
          <a:blip r:embed="rId4">
            <a:alphaModFix/>
          </a:blip>
          <a:srcRect/>
          <a:stretch/>
        </p:blipFill>
        <p:spPr>
          <a:xfrm>
            <a:off x="7848600" y="381000"/>
            <a:ext cx="1295400" cy="134522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5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0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8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5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9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4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8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5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9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7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5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9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8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65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68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65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7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6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70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95"/>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656"/>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681"/>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657"/>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697"/>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680"/>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671"/>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675"/>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65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687"/>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659"/>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688"/>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661"/>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701"/>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672"/>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662"/>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694"/>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667"/>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704"/>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673"/>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669"/>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691"/>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666"/>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703"/>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676"/>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665"/>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702"/>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674"/>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668"/>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685"/>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663"/>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679"/>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664"/>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696"/>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670"/>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6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pic>
        <p:nvPicPr>
          <p:cNvPr id="711" name="Google Shape;711;p11" descr="Plate 11.jpg                                                   00000158WD Passport                    00000000:"/>
          <p:cNvPicPr preferRelativeResize="0"/>
          <p:nvPr/>
        </p:nvPicPr>
        <p:blipFill rotWithShape="1">
          <a:blip r:embed="rId3">
            <a:alphaModFix/>
          </a:blip>
          <a:srcRect/>
          <a:stretch/>
        </p:blipFill>
        <p:spPr>
          <a:xfrm>
            <a:off x="0" y="173038"/>
            <a:ext cx="9144000" cy="6510337"/>
          </a:xfrm>
          <a:prstGeom prst="rect">
            <a:avLst/>
          </a:prstGeom>
          <a:noFill/>
          <a:ln>
            <a:noFill/>
          </a:ln>
        </p:spPr>
      </p:pic>
      <p:sp>
        <p:nvSpPr>
          <p:cNvPr id="712" name="Google Shape;712;p11"/>
          <p:cNvSpPr/>
          <p:nvPr/>
        </p:nvSpPr>
        <p:spPr>
          <a:xfrm>
            <a:off x="4136523" y="1895475"/>
            <a:ext cx="397377" cy="763565"/>
          </a:xfrm>
          <a:custGeom>
            <a:avLst/>
            <a:gdLst/>
            <a:ahLst/>
            <a:cxnLst/>
            <a:rect l="l" t="t" r="r" b="b"/>
            <a:pathLst>
              <a:path w="397377" h="763565" extrusionOk="0">
                <a:moveTo>
                  <a:pt x="35427" y="666750"/>
                </a:moveTo>
                <a:lnTo>
                  <a:pt x="35427" y="666750"/>
                </a:lnTo>
                <a:cubicBezTo>
                  <a:pt x="38602" y="622300"/>
                  <a:pt x="39425" y="577619"/>
                  <a:pt x="44952" y="533400"/>
                </a:cubicBezTo>
                <a:cubicBezTo>
                  <a:pt x="48968" y="501271"/>
                  <a:pt x="53763" y="468867"/>
                  <a:pt x="64002" y="438150"/>
                </a:cubicBezTo>
                <a:cubicBezTo>
                  <a:pt x="73080" y="410915"/>
                  <a:pt x="77072" y="401375"/>
                  <a:pt x="83052" y="371475"/>
                </a:cubicBezTo>
                <a:cubicBezTo>
                  <a:pt x="99815" y="287658"/>
                  <a:pt x="83565" y="341362"/>
                  <a:pt x="102102" y="285750"/>
                </a:cubicBezTo>
                <a:cubicBezTo>
                  <a:pt x="109728" y="140856"/>
                  <a:pt x="100517" y="150008"/>
                  <a:pt x="121152" y="57150"/>
                </a:cubicBezTo>
                <a:cubicBezTo>
                  <a:pt x="123992" y="44371"/>
                  <a:pt x="123415" y="29942"/>
                  <a:pt x="130677" y="19050"/>
                </a:cubicBezTo>
                <a:cubicBezTo>
                  <a:pt x="137027" y="9525"/>
                  <a:pt x="149727" y="6350"/>
                  <a:pt x="159252" y="0"/>
                </a:cubicBezTo>
                <a:cubicBezTo>
                  <a:pt x="178302" y="3175"/>
                  <a:pt x="197238" y="7130"/>
                  <a:pt x="216402" y="9525"/>
                </a:cubicBezTo>
                <a:cubicBezTo>
                  <a:pt x="248064" y="13483"/>
                  <a:pt x="280290" y="13170"/>
                  <a:pt x="311652" y="19050"/>
                </a:cubicBezTo>
                <a:cubicBezTo>
                  <a:pt x="331389" y="22751"/>
                  <a:pt x="368802" y="38100"/>
                  <a:pt x="368802" y="38100"/>
                </a:cubicBezTo>
                <a:cubicBezTo>
                  <a:pt x="371977" y="120650"/>
                  <a:pt x="372832" y="203322"/>
                  <a:pt x="378327" y="285750"/>
                </a:cubicBezTo>
                <a:cubicBezTo>
                  <a:pt x="379198" y="298812"/>
                  <a:pt x="385285" y="311013"/>
                  <a:pt x="387852" y="323850"/>
                </a:cubicBezTo>
                <a:cubicBezTo>
                  <a:pt x="391640" y="342788"/>
                  <a:pt x="394202" y="361950"/>
                  <a:pt x="397377" y="381000"/>
                </a:cubicBezTo>
                <a:cubicBezTo>
                  <a:pt x="394202" y="466725"/>
                  <a:pt x="395618" y="552744"/>
                  <a:pt x="387852" y="638175"/>
                </a:cubicBezTo>
                <a:cubicBezTo>
                  <a:pt x="386034" y="658173"/>
                  <a:pt x="385510" y="684186"/>
                  <a:pt x="368802" y="695325"/>
                </a:cubicBezTo>
                <a:cubicBezTo>
                  <a:pt x="349752" y="708025"/>
                  <a:pt x="333372" y="726185"/>
                  <a:pt x="311652" y="733425"/>
                </a:cubicBezTo>
                <a:cubicBezTo>
                  <a:pt x="221233" y="763565"/>
                  <a:pt x="274500" y="750657"/>
                  <a:pt x="149727" y="762000"/>
                </a:cubicBezTo>
                <a:cubicBezTo>
                  <a:pt x="123460" y="758717"/>
                  <a:pt x="74318" y="757633"/>
                  <a:pt x="44952" y="742950"/>
                </a:cubicBezTo>
                <a:cubicBezTo>
                  <a:pt x="34713" y="737830"/>
                  <a:pt x="25902" y="730250"/>
                  <a:pt x="16377" y="723900"/>
                </a:cubicBezTo>
                <a:cubicBezTo>
                  <a:pt x="0" y="674768"/>
                  <a:pt x="2439" y="695784"/>
                  <a:pt x="16377" y="619125"/>
                </a:cubicBezTo>
                <a:cubicBezTo>
                  <a:pt x="21241" y="592371"/>
                  <a:pt x="21522" y="594930"/>
                  <a:pt x="35427" y="581025"/>
                </a:cubicBezTo>
                <a:lnTo>
                  <a:pt x="35427" y="581025"/>
                </a:lnTo>
              </a:path>
            </a:pathLst>
          </a:custGeom>
          <a:solidFill>
            <a:schemeClr val="accent1">
              <a:alpha val="12549"/>
            </a:schemeClr>
          </a:solidFill>
          <a:ln w="9525" cap="flat" cmpd="sng">
            <a:solidFill>
              <a:schemeClr val="dk1">
                <a:alpha val="6627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13" name="Google Shape;713;p11"/>
          <p:cNvSpPr/>
          <p:nvPr/>
        </p:nvSpPr>
        <p:spPr>
          <a:xfrm>
            <a:off x="4067175" y="2671753"/>
            <a:ext cx="428625" cy="319097"/>
          </a:xfrm>
          <a:custGeom>
            <a:avLst/>
            <a:gdLst/>
            <a:ahLst/>
            <a:cxnLst/>
            <a:rect l="l" t="t" r="r" b="b"/>
            <a:pathLst>
              <a:path w="428625" h="319097" extrusionOk="0">
                <a:moveTo>
                  <a:pt x="38100" y="23822"/>
                </a:moveTo>
                <a:lnTo>
                  <a:pt x="38100" y="23822"/>
                </a:lnTo>
                <a:cubicBezTo>
                  <a:pt x="282488" y="547"/>
                  <a:pt x="171319" y="0"/>
                  <a:pt x="371475" y="14297"/>
                </a:cubicBezTo>
                <a:cubicBezTo>
                  <a:pt x="381000" y="20647"/>
                  <a:pt x="391955" y="25252"/>
                  <a:pt x="400050" y="33347"/>
                </a:cubicBezTo>
                <a:cubicBezTo>
                  <a:pt x="418514" y="51811"/>
                  <a:pt x="420878" y="67256"/>
                  <a:pt x="428625" y="90497"/>
                </a:cubicBezTo>
                <a:cubicBezTo>
                  <a:pt x="425450" y="112722"/>
                  <a:pt x="423503" y="135157"/>
                  <a:pt x="419100" y="157172"/>
                </a:cubicBezTo>
                <a:cubicBezTo>
                  <a:pt x="417131" y="167017"/>
                  <a:pt x="412010" y="176007"/>
                  <a:pt x="409575" y="185747"/>
                </a:cubicBezTo>
                <a:cubicBezTo>
                  <a:pt x="405648" y="201453"/>
                  <a:pt x="403977" y="217666"/>
                  <a:pt x="400050" y="233372"/>
                </a:cubicBezTo>
                <a:cubicBezTo>
                  <a:pt x="396398" y="247981"/>
                  <a:pt x="385271" y="281900"/>
                  <a:pt x="371475" y="290522"/>
                </a:cubicBezTo>
                <a:cubicBezTo>
                  <a:pt x="354447" y="301165"/>
                  <a:pt x="333375" y="303222"/>
                  <a:pt x="314325" y="309572"/>
                </a:cubicBezTo>
                <a:lnTo>
                  <a:pt x="285750" y="319097"/>
                </a:lnTo>
                <a:cubicBezTo>
                  <a:pt x="241300" y="315922"/>
                  <a:pt x="196718" y="314237"/>
                  <a:pt x="152400" y="309572"/>
                </a:cubicBezTo>
                <a:cubicBezTo>
                  <a:pt x="136300" y="307877"/>
                  <a:pt x="120822" y="302187"/>
                  <a:pt x="104775" y="300047"/>
                </a:cubicBezTo>
                <a:cubicBezTo>
                  <a:pt x="73147" y="295830"/>
                  <a:pt x="41275" y="293697"/>
                  <a:pt x="9525" y="290522"/>
                </a:cubicBezTo>
                <a:cubicBezTo>
                  <a:pt x="6350" y="280997"/>
                  <a:pt x="0" y="271987"/>
                  <a:pt x="0" y="261947"/>
                </a:cubicBezTo>
                <a:cubicBezTo>
                  <a:pt x="0" y="240278"/>
                  <a:pt x="21966" y="28228"/>
                  <a:pt x="28575" y="23822"/>
                </a:cubicBezTo>
                <a:cubicBezTo>
                  <a:pt x="62434" y="1250"/>
                  <a:pt x="36513" y="23822"/>
                  <a:pt x="38100" y="23822"/>
                </a:cubicBezTo>
                <a:close/>
              </a:path>
            </a:pathLst>
          </a:custGeom>
          <a:solidFill>
            <a:schemeClr val="accent1">
              <a:alpha val="12549"/>
            </a:schemeClr>
          </a:solidFill>
          <a:ln w="9525" cap="flat" cmpd="sng">
            <a:solidFill>
              <a:schemeClr val="dk1">
                <a:alpha val="6627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14" name="Google Shape;714;p11"/>
          <p:cNvSpPr/>
          <p:nvPr/>
        </p:nvSpPr>
        <p:spPr>
          <a:xfrm>
            <a:off x="3981450" y="2981325"/>
            <a:ext cx="613944" cy="1847850"/>
          </a:xfrm>
          <a:custGeom>
            <a:avLst/>
            <a:gdLst/>
            <a:ahLst/>
            <a:cxnLst/>
            <a:rect l="l" t="t" r="r" b="b"/>
            <a:pathLst>
              <a:path w="613944" h="1847850" extrusionOk="0">
                <a:moveTo>
                  <a:pt x="47625" y="9525"/>
                </a:moveTo>
                <a:lnTo>
                  <a:pt x="47625" y="9525"/>
                </a:lnTo>
                <a:cubicBezTo>
                  <a:pt x="76200" y="12700"/>
                  <a:pt x="104599" y="19050"/>
                  <a:pt x="133350" y="19050"/>
                </a:cubicBezTo>
                <a:cubicBezTo>
                  <a:pt x="198316" y="19050"/>
                  <a:pt x="215413" y="12822"/>
                  <a:pt x="266700" y="0"/>
                </a:cubicBezTo>
                <a:cubicBezTo>
                  <a:pt x="301625" y="3175"/>
                  <a:pt x="336758" y="4565"/>
                  <a:pt x="371475" y="9525"/>
                </a:cubicBezTo>
                <a:cubicBezTo>
                  <a:pt x="381414" y="10945"/>
                  <a:pt x="392210" y="12778"/>
                  <a:pt x="400050" y="19050"/>
                </a:cubicBezTo>
                <a:cubicBezTo>
                  <a:pt x="408989" y="26201"/>
                  <a:pt x="413980" y="37386"/>
                  <a:pt x="419100" y="47625"/>
                </a:cubicBezTo>
                <a:cubicBezTo>
                  <a:pt x="423590" y="56605"/>
                  <a:pt x="425867" y="66546"/>
                  <a:pt x="428625" y="76200"/>
                </a:cubicBezTo>
                <a:cubicBezTo>
                  <a:pt x="439513" y="114307"/>
                  <a:pt x="443300" y="138681"/>
                  <a:pt x="447675" y="180975"/>
                </a:cubicBezTo>
                <a:cubicBezTo>
                  <a:pt x="454892" y="250741"/>
                  <a:pt x="466725" y="390525"/>
                  <a:pt x="466725" y="390525"/>
                </a:cubicBezTo>
                <a:cubicBezTo>
                  <a:pt x="469900" y="555625"/>
                  <a:pt x="471010" y="720778"/>
                  <a:pt x="476250" y="885825"/>
                </a:cubicBezTo>
                <a:cubicBezTo>
                  <a:pt x="477363" y="920876"/>
                  <a:pt x="480815" y="955883"/>
                  <a:pt x="485775" y="990600"/>
                </a:cubicBezTo>
                <a:cubicBezTo>
                  <a:pt x="487195" y="1000539"/>
                  <a:pt x="492125" y="1009650"/>
                  <a:pt x="495300" y="1019175"/>
                </a:cubicBezTo>
                <a:cubicBezTo>
                  <a:pt x="498475" y="1054100"/>
                  <a:pt x="500727" y="1089121"/>
                  <a:pt x="504825" y="1123950"/>
                </a:cubicBezTo>
                <a:cubicBezTo>
                  <a:pt x="511177" y="1177945"/>
                  <a:pt x="515453" y="1178193"/>
                  <a:pt x="523875" y="1228725"/>
                </a:cubicBezTo>
                <a:cubicBezTo>
                  <a:pt x="527566" y="1250870"/>
                  <a:pt x="530615" y="1273123"/>
                  <a:pt x="533400" y="1295400"/>
                </a:cubicBezTo>
                <a:cubicBezTo>
                  <a:pt x="563834" y="1538870"/>
                  <a:pt x="526520" y="1273168"/>
                  <a:pt x="552450" y="1428750"/>
                </a:cubicBezTo>
                <a:cubicBezTo>
                  <a:pt x="569514" y="1531137"/>
                  <a:pt x="553213" y="1460378"/>
                  <a:pt x="571500" y="1533525"/>
                </a:cubicBezTo>
                <a:cubicBezTo>
                  <a:pt x="574675" y="1597025"/>
                  <a:pt x="575745" y="1660665"/>
                  <a:pt x="581025" y="1724025"/>
                </a:cubicBezTo>
                <a:cubicBezTo>
                  <a:pt x="585625" y="1779225"/>
                  <a:pt x="613944" y="1764258"/>
                  <a:pt x="581025" y="1838325"/>
                </a:cubicBezTo>
                <a:cubicBezTo>
                  <a:pt x="576947" y="1847500"/>
                  <a:pt x="561975" y="1844675"/>
                  <a:pt x="552450" y="1847850"/>
                </a:cubicBezTo>
                <a:cubicBezTo>
                  <a:pt x="527050" y="1844675"/>
                  <a:pt x="501435" y="1842904"/>
                  <a:pt x="476250" y="1838325"/>
                </a:cubicBezTo>
                <a:cubicBezTo>
                  <a:pt x="466372" y="1836529"/>
                  <a:pt x="457520" y="1830769"/>
                  <a:pt x="447675" y="1828800"/>
                </a:cubicBezTo>
                <a:cubicBezTo>
                  <a:pt x="425660" y="1824397"/>
                  <a:pt x="403225" y="1822450"/>
                  <a:pt x="381000" y="1819275"/>
                </a:cubicBezTo>
                <a:cubicBezTo>
                  <a:pt x="361950" y="1806575"/>
                  <a:pt x="346062" y="1786728"/>
                  <a:pt x="323850" y="1781175"/>
                </a:cubicBezTo>
                <a:cubicBezTo>
                  <a:pt x="287470" y="1772080"/>
                  <a:pt x="273993" y="1770534"/>
                  <a:pt x="238125" y="1752600"/>
                </a:cubicBezTo>
                <a:cubicBezTo>
                  <a:pt x="227886" y="1747480"/>
                  <a:pt x="220011" y="1738199"/>
                  <a:pt x="209550" y="1733550"/>
                </a:cubicBezTo>
                <a:cubicBezTo>
                  <a:pt x="191200" y="1725395"/>
                  <a:pt x="172091" y="1718438"/>
                  <a:pt x="152400" y="1714500"/>
                </a:cubicBezTo>
                <a:cubicBezTo>
                  <a:pt x="134286" y="1710877"/>
                  <a:pt x="95726" y="1705213"/>
                  <a:pt x="76200" y="1695450"/>
                </a:cubicBezTo>
                <a:cubicBezTo>
                  <a:pt x="49678" y="1682189"/>
                  <a:pt x="40116" y="1668891"/>
                  <a:pt x="19050" y="1647825"/>
                </a:cubicBezTo>
                <a:cubicBezTo>
                  <a:pt x="14558" y="1634350"/>
                  <a:pt x="0" y="1593110"/>
                  <a:pt x="0" y="1581150"/>
                </a:cubicBezTo>
                <a:cubicBezTo>
                  <a:pt x="0" y="1559573"/>
                  <a:pt x="16377" y="1481379"/>
                  <a:pt x="19050" y="1457325"/>
                </a:cubicBezTo>
                <a:cubicBezTo>
                  <a:pt x="23272" y="1419327"/>
                  <a:pt x="25400" y="1381125"/>
                  <a:pt x="28575" y="1343025"/>
                </a:cubicBezTo>
                <a:cubicBezTo>
                  <a:pt x="31750" y="1060450"/>
                  <a:pt x="31958" y="777826"/>
                  <a:pt x="38100" y="495300"/>
                </a:cubicBezTo>
                <a:cubicBezTo>
                  <a:pt x="38318" y="485262"/>
                  <a:pt x="46298" y="476677"/>
                  <a:pt x="47625" y="466725"/>
                </a:cubicBezTo>
                <a:cubicBezTo>
                  <a:pt x="52678" y="428828"/>
                  <a:pt x="54218" y="390544"/>
                  <a:pt x="57150" y="352425"/>
                </a:cubicBezTo>
                <a:cubicBezTo>
                  <a:pt x="71617" y="164357"/>
                  <a:pt x="59887" y="280166"/>
                  <a:pt x="76200" y="133350"/>
                </a:cubicBezTo>
                <a:lnTo>
                  <a:pt x="47625" y="9525"/>
                </a:ln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15" name="Google Shape;715;p11"/>
          <p:cNvSpPr/>
          <p:nvPr/>
        </p:nvSpPr>
        <p:spPr>
          <a:xfrm>
            <a:off x="3829050" y="4267200"/>
            <a:ext cx="286164" cy="552450"/>
          </a:xfrm>
          <a:custGeom>
            <a:avLst/>
            <a:gdLst/>
            <a:ahLst/>
            <a:cxnLst/>
            <a:rect l="l" t="t" r="r" b="b"/>
            <a:pathLst>
              <a:path w="286164" h="552450" extrusionOk="0">
                <a:moveTo>
                  <a:pt x="0" y="0"/>
                </a:moveTo>
                <a:lnTo>
                  <a:pt x="0" y="0"/>
                </a:lnTo>
                <a:cubicBezTo>
                  <a:pt x="25400" y="12700"/>
                  <a:pt x="50347" y="26349"/>
                  <a:pt x="76200" y="38100"/>
                </a:cubicBezTo>
                <a:cubicBezTo>
                  <a:pt x="85340" y="42255"/>
                  <a:pt x="96935" y="41353"/>
                  <a:pt x="104775" y="47625"/>
                </a:cubicBezTo>
                <a:cubicBezTo>
                  <a:pt x="113714" y="54776"/>
                  <a:pt x="119176" y="65739"/>
                  <a:pt x="123825" y="76200"/>
                </a:cubicBezTo>
                <a:cubicBezTo>
                  <a:pt x="131980" y="94550"/>
                  <a:pt x="142875" y="133350"/>
                  <a:pt x="142875" y="133350"/>
                </a:cubicBezTo>
                <a:cubicBezTo>
                  <a:pt x="146780" y="195823"/>
                  <a:pt x="144527" y="269581"/>
                  <a:pt x="161925" y="333375"/>
                </a:cubicBezTo>
                <a:cubicBezTo>
                  <a:pt x="167209" y="352748"/>
                  <a:pt x="166776" y="376326"/>
                  <a:pt x="180975" y="390525"/>
                </a:cubicBezTo>
                <a:cubicBezTo>
                  <a:pt x="264457" y="474007"/>
                  <a:pt x="158559" y="371845"/>
                  <a:pt x="238125" y="438150"/>
                </a:cubicBezTo>
                <a:cubicBezTo>
                  <a:pt x="265627" y="461069"/>
                  <a:pt x="267019" y="467203"/>
                  <a:pt x="285750" y="495300"/>
                </a:cubicBezTo>
                <a:cubicBezTo>
                  <a:pt x="282575" y="508000"/>
                  <a:pt x="286164" y="524881"/>
                  <a:pt x="276225" y="533400"/>
                </a:cubicBezTo>
                <a:cubicBezTo>
                  <a:pt x="260979" y="546468"/>
                  <a:pt x="219075" y="552450"/>
                  <a:pt x="219075" y="552450"/>
                </a:cubicBezTo>
                <a:cubicBezTo>
                  <a:pt x="193675" y="549275"/>
                  <a:pt x="168060" y="547504"/>
                  <a:pt x="142875" y="542925"/>
                </a:cubicBezTo>
                <a:cubicBezTo>
                  <a:pt x="132997" y="541129"/>
                  <a:pt x="120136" y="541570"/>
                  <a:pt x="114300" y="533400"/>
                </a:cubicBezTo>
                <a:cubicBezTo>
                  <a:pt x="102628" y="517060"/>
                  <a:pt x="106389" y="492958"/>
                  <a:pt x="95250" y="476250"/>
                </a:cubicBezTo>
                <a:cubicBezTo>
                  <a:pt x="40655" y="394358"/>
                  <a:pt x="106110" y="497970"/>
                  <a:pt x="66675" y="419100"/>
                </a:cubicBezTo>
                <a:cubicBezTo>
                  <a:pt x="61555" y="408861"/>
                  <a:pt x="52274" y="400986"/>
                  <a:pt x="47625" y="390525"/>
                </a:cubicBezTo>
                <a:cubicBezTo>
                  <a:pt x="39470" y="372175"/>
                  <a:pt x="34925" y="352425"/>
                  <a:pt x="28575" y="333375"/>
                </a:cubicBezTo>
                <a:lnTo>
                  <a:pt x="19050" y="304800"/>
                </a:lnTo>
                <a:cubicBezTo>
                  <a:pt x="15875" y="295275"/>
                  <a:pt x="11494" y="286070"/>
                  <a:pt x="9525" y="276225"/>
                </a:cubicBezTo>
                <a:lnTo>
                  <a:pt x="0" y="228600"/>
                </a:lnTo>
                <a:cubicBezTo>
                  <a:pt x="3175" y="168275"/>
                  <a:pt x="1363" y="107480"/>
                  <a:pt x="9525" y="47625"/>
                </a:cubicBezTo>
                <a:cubicBezTo>
                  <a:pt x="11072" y="36282"/>
                  <a:pt x="1588" y="7938"/>
                  <a:pt x="0" y="0"/>
                </a:cubicBez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16" name="Google Shape;716;p11"/>
          <p:cNvSpPr/>
          <p:nvPr/>
        </p:nvSpPr>
        <p:spPr>
          <a:xfrm>
            <a:off x="2847975" y="4848225"/>
            <a:ext cx="1657350" cy="1049823"/>
          </a:xfrm>
          <a:custGeom>
            <a:avLst/>
            <a:gdLst/>
            <a:ahLst/>
            <a:cxnLst/>
            <a:rect l="l" t="t" r="r" b="b"/>
            <a:pathLst>
              <a:path w="1657350" h="1049823" extrusionOk="0">
                <a:moveTo>
                  <a:pt x="57150" y="514350"/>
                </a:moveTo>
                <a:lnTo>
                  <a:pt x="57150" y="514350"/>
                </a:lnTo>
                <a:cubicBezTo>
                  <a:pt x="82550" y="495300"/>
                  <a:pt x="109750" y="478440"/>
                  <a:pt x="133350" y="457200"/>
                </a:cubicBezTo>
                <a:cubicBezTo>
                  <a:pt x="141859" y="449542"/>
                  <a:pt x="143461" y="435776"/>
                  <a:pt x="152400" y="428625"/>
                </a:cubicBezTo>
                <a:cubicBezTo>
                  <a:pt x="160240" y="422353"/>
                  <a:pt x="171995" y="423590"/>
                  <a:pt x="180975" y="419100"/>
                </a:cubicBezTo>
                <a:cubicBezTo>
                  <a:pt x="191214" y="413980"/>
                  <a:pt x="200025" y="406400"/>
                  <a:pt x="209550" y="400050"/>
                </a:cubicBezTo>
                <a:cubicBezTo>
                  <a:pt x="253284" y="334448"/>
                  <a:pt x="197408" y="414216"/>
                  <a:pt x="266700" y="333375"/>
                </a:cubicBezTo>
                <a:cubicBezTo>
                  <a:pt x="274150" y="324683"/>
                  <a:pt x="277655" y="312895"/>
                  <a:pt x="285750" y="304800"/>
                </a:cubicBezTo>
                <a:cubicBezTo>
                  <a:pt x="310480" y="280070"/>
                  <a:pt x="331770" y="272265"/>
                  <a:pt x="361950" y="257175"/>
                </a:cubicBezTo>
                <a:cubicBezTo>
                  <a:pt x="368300" y="247650"/>
                  <a:pt x="372385" y="236138"/>
                  <a:pt x="381000" y="228600"/>
                </a:cubicBezTo>
                <a:cubicBezTo>
                  <a:pt x="426362" y="188909"/>
                  <a:pt x="428907" y="192811"/>
                  <a:pt x="476250" y="180975"/>
                </a:cubicBezTo>
                <a:cubicBezTo>
                  <a:pt x="485775" y="171450"/>
                  <a:pt x="493050" y="158942"/>
                  <a:pt x="504825" y="152400"/>
                </a:cubicBezTo>
                <a:cubicBezTo>
                  <a:pt x="522378" y="142648"/>
                  <a:pt x="542925" y="139700"/>
                  <a:pt x="561975" y="133350"/>
                </a:cubicBezTo>
                <a:lnTo>
                  <a:pt x="590550" y="123825"/>
                </a:lnTo>
                <a:cubicBezTo>
                  <a:pt x="600075" y="120650"/>
                  <a:pt x="610771" y="119869"/>
                  <a:pt x="619125" y="114300"/>
                </a:cubicBezTo>
                <a:cubicBezTo>
                  <a:pt x="664408" y="84111"/>
                  <a:pt x="636840" y="98870"/>
                  <a:pt x="704850" y="76200"/>
                </a:cubicBezTo>
                <a:lnTo>
                  <a:pt x="733425" y="66675"/>
                </a:lnTo>
                <a:cubicBezTo>
                  <a:pt x="742950" y="63500"/>
                  <a:pt x="751975" y="57707"/>
                  <a:pt x="762000" y="57150"/>
                </a:cubicBezTo>
                <a:lnTo>
                  <a:pt x="933450" y="47625"/>
                </a:lnTo>
                <a:cubicBezTo>
                  <a:pt x="946150" y="44450"/>
                  <a:pt x="958963" y="41696"/>
                  <a:pt x="971550" y="38100"/>
                </a:cubicBezTo>
                <a:cubicBezTo>
                  <a:pt x="981204" y="35342"/>
                  <a:pt x="990130" y="29527"/>
                  <a:pt x="1000125" y="28575"/>
                </a:cubicBezTo>
                <a:cubicBezTo>
                  <a:pt x="1057105" y="23148"/>
                  <a:pt x="1114425" y="22225"/>
                  <a:pt x="1171575" y="19050"/>
                </a:cubicBezTo>
                <a:cubicBezTo>
                  <a:pt x="1187060" y="15953"/>
                  <a:pt x="1264163" y="0"/>
                  <a:pt x="1276350" y="0"/>
                </a:cubicBezTo>
                <a:cubicBezTo>
                  <a:pt x="1327249" y="0"/>
                  <a:pt x="1377950" y="6350"/>
                  <a:pt x="1428750" y="9525"/>
                </a:cubicBezTo>
                <a:cubicBezTo>
                  <a:pt x="1438275" y="15875"/>
                  <a:pt x="1446864" y="23926"/>
                  <a:pt x="1457325" y="28575"/>
                </a:cubicBezTo>
                <a:cubicBezTo>
                  <a:pt x="1475675" y="36730"/>
                  <a:pt x="1497767" y="36486"/>
                  <a:pt x="1514475" y="47625"/>
                </a:cubicBezTo>
                <a:lnTo>
                  <a:pt x="1543050" y="66675"/>
                </a:lnTo>
                <a:cubicBezTo>
                  <a:pt x="1572339" y="125253"/>
                  <a:pt x="1554224" y="92961"/>
                  <a:pt x="1600200" y="161925"/>
                </a:cubicBezTo>
                <a:cubicBezTo>
                  <a:pt x="1606550" y="171450"/>
                  <a:pt x="1615630" y="179640"/>
                  <a:pt x="1619250" y="190500"/>
                </a:cubicBezTo>
                <a:cubicBezTo>
                  <a:pt x="1641588" y="257513"/>
                  <a:pt x="1612515" y="174785"/>
                  <a:pt x="1647825" y="257175"/>
                </a:cubicBezTo>
                <a:cubicBezTo>
                  <a:pt x="1651780" y="266403"/>
                  <a:pt x="1654175" y="276225"/>
                  <a:pt x="1657350" y="285750"/>
                </a:cubicBezTo>
                <a:cubicBezTo>
                  <a:pt x="1654175" y="346075"/>
                  <a:pt x="1652842" y="406525"/>
                  <a:pt x="1647825" y="466725"/>
                </a:cubicBezTo>
                <a:cubicBezTo>
                  <a:pt x="1645910" y="489707"/>
                  <a:pt x="1633997" y="528950"/>
                  <a:pt x="1628775" y="552450"/>
                </a:cubicBezTo>
                <a:cubicBezTo>
                  <a:pt x="1627172" y="559663"/>
                  <a:pt x="1618235" y="615885"/>
                  <a:pt x="1609725" y="628650"/>
                </a:cubicBezTo>
                <a:cubicBezTo>
                  <a:pt x="1602253" y="639858"/>
                  <a:pt x="1589420" y="646592"/>
                  <a:pt x="1581150" y="657225"/>
                </a:cubicBezTo>
                <a:cubicBezTo>
                  <a:pt x="1567094" y="675297"/>
                  <a:pt x="1555750" y="695325"/>
                  <a:pt x="1543050" y="714375"/>
                </a:cubicBezTo>
                <a:cubicBezTo>
                  <a:pt x="1536700" y="723900"/>
                  <a:pt x="1532095" y="734855"/>
                  <a:pt x="1524000" y="742950"/>
                </a:cubicBezTo>
                <a:cubicBezTo>
                  <a:pt x="1487330" y="779620"/>
                  <a:pt x="1506633" y="764053"/>
                  <a:pt x="1466850" y="790575"/>
                </a:cubicBezTo>
                <a:cubicBezTo>
                  <a:pt x="1463675" y="800100"/>
                  <a:pt x="1463489" y="811225"/>
                  <a:pt x="1457325" y="819150"/>
                </a:cubicBezTo>
                <a:cubicBezTo>
                  <a:pt x="1417835" y="869923"/>
                  <a:pt x="1393825" y="880533"/>
                  <a:pt x="1343025" y="914400"/>
                </a:cubicBezTo>
                <a:lnTo>
                  <a:pt x="1314450" y="933450"/>
                </a:lnTo>
                <a:cubicBezTo>
                  <a:pt x="1304925" y="939800"/>
                  <a:pt x="1296735" y="948880"/>
                  <a:pt x="1285875" y="952500"/>
                </a:cubicBezTo>
                <a:cubicBezTo>
                  <a:pt x="1256052" y="962441"/>
                  <a:pt x="1222295" y="975317"/>
                  <a:pt x="1190625" y="981075"/>
                </a:cubicBezTo>
                <a:cubicBezTo>
                  <a:pt x="1168536" y="985091"/>
                  <a:pt x="1146039" y="986584"/>
                  <a:pt x="1123950" y="990600"/>
                </a:cubicBezTo>
                <a:cubicBezTo>
                  <a:pt x="1058623" y="1002478"/>
                  <a:pt x="1111681" y="996048"/>
                  <a:pt x="1057275" y="1009650"/>
                </a:cubicBezTo>
                <a:cubicBezTo>
                  <a:pt x="1041569" y="1013577"/>
                  <a:pt x="1025525" y="1016000"/>
                  <a:pt x="1009650" y="1019175"/>
                </a:cubicBezTo>
                <a:cubicBezTo>
                  <a:pt x="608576" y="1009148"/>
                  <a:pt x="749170" y="1049823"/>
                  <a:pt x="571500" y="990600"/>
                </a:cubicBezTo>
                <a:cubicBezTo>
                  <a:pt x="561975" y="987425"/>
                  <a:pt x="551279" y="986644"/>
                  <a:pt x="542925" y="981075"/>
                </a:cubicBezTo>
                <a:cubicBezTo>
                  <a:pt x="533400" y="974725"/>
                  <a:pt x="525069" y="966045"/>
                  <a:pt x="514350" y="962025"/>
                </a:cubicBezTo>
                <a:cubicBezTo>
                  <a:pt x="499191" y="956341"/>
                  <a:pt x="482344" y="956760"/>
                  <a:pt x="466725" y="952500"/>
                </a:cubicBezTo>
                <a:cubicBezTo>
                  <a:pt x="447352" y="947216"/>
                  <a:pt x="428625" y="939800"/>
                  <a:pt x="409575" y="933450"/>
                </a:cubicBezTo>
                <a:lnTo>
                  <a:pt x="381000" y="923925"/>
                </a:lnTo>
                <a:lnTo>
                  <a:pt x="352425" y="914400"/>
                </a:lnTo>
                <a:cubicBezTo>
                  <a:pt x="331359" y="893334"/>
                  <a:pt x="321797" y="880036"/>
                  <a:pt x="295275" y="866775"/>
                </a:cubicBezTo>
                <a:cubicBezTo>
                  <a:pt x="252317" y="845296"/>
                  <a:pt x="279071" y="872322"/>
                  <a:pt x="238125" y="838200"/>
                </a:cubicBezTo>
                <a:cubicBezTo>
                  <a:pt x="144500" y="760179"/>
                  <a:pt x="265425" y="855975"/>
                  <a:pt x="190500" y="781050"/>
                </a:cubicBezTo>
                <a:cubicBezTo>
                  <a:pt x="182405" y="772955"/>
                  <a:pt x="170719" y="769329"/>
                  <a:pt x="161925" y="762000"/>
                </a:cubicBezTo>
                <a:cubicBezTo>
                  <a:pt x="136290" y="740637"/>
                  <a:pt x="135181" y="727889"/>
                  <a:pt x="104775" y="714375"/>
                </a:cubicBezTo>
                <a:cubicBezTo>
                  <a:pt x="86425" y="706220"/>
                  <a:pt x="47625" y="695325"/>
                  <a:pt x="47625" y="695325"/>
                </a:cubicBezTo>
                <a:cubicBezTo>
                  <a:pt x="38100" y="685800"/>
                  <a:pt x="25592" y="678525"/>
                  <a:pt x="19050" y="666750"/>
                </a:cubicBezTo>
                <a:cubicBezTo>
                  <a:pt x="9298" y="649197"/>
                  <a:pt x="0" y="609600"/>
                  <a:pt x="0" y="609600"/>
                </a:cubicBezTo>
                <a:cubicBezTo>
                  <a:pt x="3175" y="584200"/>
                  <a:pt x="916" y="557506"/>
                  <a:pt x="9525" y="533400"/>
                </a:cubicBezTo>
                <a:cubicBezTo>
                  <a:pt x="23040" y="495559"/>
                  <a:pt x="39128" y="471359"/>
                  <a:pt x="76200" y="466725"/>
                </a:cubicBezTo>
                <a:cubicBezTo>
                  <a:pt x="91952" y="464756"/>
                  <a:pt x="107950" y="466725"/>
                  <a:pt x="123825" y="466725"/>
                </a:cubicBezTo>
                <a:lnTo>
                  <a:pt x="123825" y="466725"/>
                </a:lnTo>
              </a:path>
            </a:pathLst>
          </a:custGeom>
          <a:solidFill>
            <a:schemeClr val="accent1">
              <a:alpha val="12549"/>
            </a:schemeClr>
          </a:solidFill>
          <a:ln w="9525" cap="flat" cmpd="sng">
            <a:solidFill>
              <a:schemeClr val="dk1">
                <a:alpha val="6627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17" name="Google Shape;717;p11"/>
          <p:cNvSpPr/>
          <p:nvPr/>
        </p:nvSpPr>
        <p:spPr>
          <a:xfrm>
            <a:off x="1933575" y="3333750"/>
            <a:ext cx="1819275" cy="2057400"/>
          </a:xfrm>
          <a:custGeom>
            <a:avLst/>
            <a:gdLst/>
            <a:ahLst/>
            <a:cxnLst/>
            <a:rect l="l" t="t" r="r" b="b"/>
            <a:pathLst>
              <a:path w="1819275" h="2057400" extrusionOk="0">
                <a:moveTo>
                  <a:pt x="76200" y="781050"/>
                </a:moveTo>
                <a:lnTo>
                  <a:pt x="76200" y="781050"/>
                </a:lnTo>
                <a:cubicBezTo>
                  <a:pt x="95250" y="758825"/>
                  <a:pt x="113495" y="735884"/>
                  <a:pt x="133350" y="714375"/>
                </a:cubicBezTo>
                <a:cubicBezTo>
                  <a:pt x="151623" y="694579"/>
                  <a:pt x="175556" y="679641"/>
                  <a:pt x="190500" y="657225"/>
                </a:cubicBezTo>
                <a:cubicBezTo>
                  <a:pt x="196850" y="647700"/>
                  <a:pt x="201455" y="636745"/>
                  <a:pt x="209550" y="628650"/>
                </a:cubicBezTo>
                <a:cubicBezTo>
                  <a:pt x="220775" y="617425"/>
                  <a:pt x="234296" y="608660"/>
                  <a:pt x="247650" y="600075"/>
                </a:cubicBezTo>
                <a:cubicBezTo>
                  <a:pt x="278796" y="580053"/>
                  <a:pt x="316718" y="569107"/>
                  <a:pt x="342900" y="542925"/>
                </a:cubicBezTo>
                <a:cubicBezTo>
                  <a:pt x="389972" y="495853"/>
                  <a:pt x="351426" y="530663"/>
                  <a:pt x="400050" y="495300"/>
                </a:cubicBezTo>
                <a:cubicBezTo>
                  <a:pt x="425727" y="476626"/>
                  <a:pt x="446129" y="448190"/>
                  <a:pt x="476250" y="438150"/>
                </a:cubicBezTo>
                <a:cubicBezTo>
                  <a:pt x="485775" y="434975"/>
                  <a:pt x="496048" y="433501"/>
                  <a:pt x="504825" y="428625"/>
                </a:cubicBezTo>
                <a:lnTo>
                  <a:pt x="590550" y="371475"/>
                </a:lnTo>
                <a:cubicBezTo>
                  <a:pt x="600075" y="365125"/>
                  <a:pt x="608265" y="356045"/>
                  <a:pt x="619125" y="352425"/>
                </a:cubicBezTo>
                <a:lnTo>
                  <a:pt x="647700" y="342900"/>
                </a:lnTo>
                <a:cubicBezTo>
                  <a:pt x="673100" y="323850"/>
                  <a:pt x="697482" y="303362"/>
                  <a:pt x="723900" y="285750"/>
                </a:cubicBezTo>
                <a:cubicBezTo>
                  <a:pt x="733425" y="279400"/>
                  <a:pt x="742236" y="271820"/>
                  <a:pt x="752475" y="266700"/>
                </a:cubicBezTo>
                <a:cubicBezTo>
                  <a:pt x="761455" y="262210"/>
                  <a:pt x="771525" y="260350"/>
                  <a:pt x="781050" y="257175"/>
                </a:cubicBezTo>
                <a:cubicBezTo>
                  <a:pt x="790575" y="247650"/>
                  <a:pt x="797929" y="235283"/>
                  <a:pt x="809625" y="228600"/>
                </a:cubicBezTo>
                <a:cubicBezTo>
                  <a:pt x="820991" y="222105"/>
                  <a:pt x="835186" y="222837"/>
                  <a:pt x="847725" y="219075"/>
                </a:cubicBezTo>
                <a:cubicBezTo>
                  <a:pt x="866959" y="213305"/>
                  <a:pt x="885825" y="206375"/>
                  <a:pt x="904875" y="200025"/>
                </a:cubicBezTo>
                <a:cubicBezTo>
                  <a:pt x="914400" y="196850"/>
                  <a:pt x="925096" y="196069"/>
                  <a:pt x="933450" y="190500"/>
                </a:cubicBezTo>
                <a:cubicBezTo>
                  <a:pt x="952500" y="177800"/>
                  <a:pt x="968880" y="159640"/>
                  <a:pt x="990600" y="152400"/>
                </a:cubicBezTo>
                <a:cubicBezTo>
                  <a:pt x="1000125" y="149225"/>
                  <a:pt x="1010195" y="147365"/>
                  <a:pt x="1019175" y="142875"/>
                </a:cubicBezTo>
                <a:cubicBezTo>
                  <a:pt x="1029414" y="137755"/>
                  <a:pt x="1037289" y="128474"/>
                  <a:pt x="1047750" y="123825"/>
                </a:cubicBezTo>
                <a:cubicBezTo>
                  <a:pt x="1066100" y="115670"/>
                  <a:pt x="1086939" y="113755"/>
                  <a:pt x="1104900" y="104775"/>
                </a:cubicBezTo>
                <a:cubicBezTo>
                  <a:pt x="1117600" y="98425"/>
                  <a:pt x="1130672" y="92770"/>
                  <a:pt x="1143000" y="85725"/>
                </a:cubicBezTo>
                <a:cubicBezTo>
                  <a:pt x="1152939" y="80045"/>
                  <a:pt x="1160946" y="70927"/>
                  <a:pt x="1171575" y="66675"/>
                </a:cubicBezTo>
                <a:cubicBezTo>
                  <a:pt x="1193444" y="57927"/>
                  <a:pt x="1295093" y="33414"/>
                  <a:pt x="1314450" y="28575"/>
                </a:cubicBezTo>
                <a:lnTo>
                  <a:pt x="1352550" y="19050"/>
                </a:lnTo>
                <a:cubicBezTo>
                  <a:pt x="1365250" y="15875"/>
                  <a:pt x="1377577" y="10213"/>
                  <a:pt x="1390650" y="9525"/>
                </a:cubicBezTo>
                <a:lnTo>
                  <a:pt x="1571625" y="0"/>
                </a:lnTo>
                <a:cubicBezTo>
                  <a:pt x="1622425" y="3175"/>
                  <a:pt x="1673406" y="4197"/>
                  <a:pt x="1724025" y="9525"/>
                </a:cubicBezTo>
                <a:cubicBezTo>
                  <a:pt x="1754710" y="12755"/>
                  <a:pt x="1757008" y="22001"/>
                  <a:pt x="1771650" y="47625"/>
                </a:cubicBezTo>
                <a:cubicBezTo>
                  <a:pt x="1783765" y="68827"/>
                  <a:pt x="1794288" y="90553"/>
                  <a:pt x="1800225" y="114300"/>
                </a:cubicBezTo>
                <a:cubicBezTo>
                  <a:pt x="1804152" y="130006"/>
                  <a:pt x="1806238" y="146121"/>
                  <a:pt x="1809750" y="161925"/>
                </a:cubicBezTo>
                <a:cubicBezTo>
                  <a:pt x="1812590" y="174704"/>
                  <a:pt x="1816100" y="187325"/>
                  <a:pt x="1819275" y="200025"/>
                </a:cubicBezTo>
                <a:cubicBezTo>
                  <a:pt x="1816100" y="263525"/>
                  <a:pt x="1816523" y="327307"/>
                  <a:pt x="1809750" y="390525"/>
                </a:cubicBezTo>
                <a:cubicBezTo>
                  <a:pt x="1803929" y="444856"/>
                  <a:pt x="1792973" y="454009"/>
                  <a:pt x="1781175" y="495300"/>
                </a:cubicBezTo>
                <a:cubicBezTo>
                  <a:pt x="1777579" y="507887"/>
                  <a:pt x="1776807" y="521368"/>
                  <a:pt x="1771650" y="533400"/>
                </a:cubicBezTo>
                <a:cubicBezTo>
                  <a:pt x="1767141" y="543922"/>
                  <a:pt x="1757249" y="551514"/>
                  <a:pt x="1752600" y="561975"/>
                </a:cubicBezTo>
                <a:cubicBezTo>
                  <a:pt x="1744445" y="580325"/>
                  <a:pt x="1739900" y="600075"/>
                  <a:pt x="1733550" y="619125"/>
                </a:cubicBezTo>
                <a:cubicBezTo>
                  <a:pt x="1730375" y="628650"/>
                  <a:pt x="1728515" y="638720"/>
                  <a:pt x="1724025" y="647700"/>
                </a:cubicBezTo>
                <a:cubicBezTo>
                  <a:pt x="1717675" y="660400"/>
                  <a:pt x="1709961" y="672505"/>
                  <a:pt x="1704975" y="685800"/>
                </a:cubicBezTo>
                <a:cubicBezTo>
                  <a:pt x="1699284" y="700976"/>
                  <a:pt x="1694782" y="736533"/>
                  <a:pt x="1685925" y="752475"/>
                </a:cubicBezTo>
                <a:cubicBezTo>
                  <a:pt x="1657442" y="803744"/>
                  <a:pt x="1653960" y="803490"/>
                  <a:pt x="1619250" y="838200"/>
                </a:cubicBezTo>
                <a:cubicBezTo>
                  <a:pt x="1609324" y="867977"/>
                  <a:pt x="1599698" y="905210"/>
                  <a:pt x="1571625" y="923925"/>
                </a:cubicBezTo>
                <a:lnTo>
                  <a:pt x="1543050" y="942975"/>
                </a:lnTo>
                <a:cubicBezTo>
                  <a:pt x="1539875" y="952500"/>
                  <a:pt x="1539094" y="963196"/>
                  <a:pt x="1533525" y="971550"/>
                </a:cubicBezTo>
                <a:cubicBezTo>
                  <a:pt x="1519781" y="992166"/>
                  <a:pt x="1484344" y="998569"/>
                  <a:pt x="1514475" y="1028700"/>
                </a:cubicBezTo>
                <a:cubicBezTo>
                  <a:pt x="1530270" y="1044495"/>
                  <a:pt x="1561226" y="1048736"/>
                  <a:pt x="1581150" y="1057275"/>
                </a:cubicBezTo>
                <a:cubicBezTo>
                  <a:pt x="1594201" y="1062868"/>
                  <a:pt x="1606067" y="1071052"/>
                  <a:pt x="1619250" y="1076325"/>
                </a:cubicBezTo>
                <a:cubicBezTo>
                  <a:pt x="1637894" y="1083783"/>
                  <a:pt x="1676400" y="1095375"/>
                  <a:pt x="1676400" y="1095375"/>
                </a:cubicBezTo>
                <a:cubicBezTo>
                  <a:pt x="1682750" y="1104900"/>
                  <a:pt x="1690330" y="1113711"/>
                  <a:pt x="1695450" y="1123950"/>
                </a:cubicBezTo>
                <a:cubicBezTo>
                  <a:pt x="1699940" y="1132930"/>
                  <a:pt x="1698703" y="1144685"/>
                  <a:pt x="1704975" y="1152525"/>
                </a:cubicBezTo>
                <a:cubicBezTo>
                  <a:pt x="1712126" y="1161464"/>
                  <a:pt x="1724025" y="1165225"/>
                  <a:pt x="1733550" y="1171575"/>
                </a:cubicBezTo>
                <a:cubicBezTo>
                  <a:pt x="1757300" y="1242826"/>
                  <a:pt x="1774873" y="1271223"/>
                  <a:pt x="1743075" y="1362075"/>
                </a:cubicBezTo>
                <a:cubicBezTo>
                  <a:pt x="1734175" y="1387503"/>
                  <a:pt x="1700869" y="1396809"/>
                  <a:pt x="1685925" y="1419225"/>
                </a:cubicBezTo>
                <a:cubicBezTo>
                  <a:pt x="1679575" y="1428750"/>
                  <a:pt x="1674970" y="1439705"/>
                  <a:pt x="1666875" y="1447800"/>
                </a:cubicBezTo>
                <a:cubicBezTo>
                  <a:pt x="1658780" y="1455895"/>
                  <a:pt x="1647825" y="1460500"/>
                  <a:pt x="1638300" y="1466850"/>
                </a:cubicBezTo>
                <a:cubicBezTo>
                  <a:pt x="1570037" y="1569244"/>
                  <a:pt x="1631156" y="1493441"/>
                  <a:pt x="1571625" y="1543050"/>
                </a:cubicBezTo>
                <a:cubicBezTo>
                  <a:pt x="1524059" y="1582688"/>
                  <a:pt x="1564693" y="1564411"/>
                  <a:pt x="1514475" y="1581150"/>
                </a:cubicBezTo>
                <a:cubicBezTo>
                  <a:pt x="1508125" y="1590675"/>
                  <a:pt x="1504040" y="1602187"/>
                  <a:pt x="1495425" y="1609725"/>
                </a:cubicBezTo>
                <a:cubicBezTo>
                  <a:pt x="1478195" y="1624802"/>
                  <a:pt x="1457325" y="1635125"/>
                  <a:pt x="1438275" y="1647825"/>
                </a:cubicBezTo>
                <a:lnTo>
                  <a:pt x="1381125" y="1685925"/>
                </a:lnTo>
                <a:cubicBezTo>
                  <a:pt x="1371600" y="1692275"/>
                  <a:pt x="1360645" y="1696880"/>
                  <a:pt x="1352550" y="1704975"/>
                </a:cubicBezTo>
                <a:cubicBezTo>
                  <a:pt x="1343025" y="1714500"/>
                  <a:pt x="1334608" y="1725280"/>
                  <a:pt x="1323975" y="1733550"/>
                </a:cubicBezTo>
                <a:cubicBezTo>
                  <a:pt x="1305903" y="1747606"/>
                  <a:pt x="1285875" y="1758950"/>
                  <a:pt x="1266825" y="1771650"/>
                </a:cubicBezTo>
                <a:lnTo>
                  <a:pt x="1181100" y="1828800"/>
                </a:lnTo>
                <a:lnTo>
                  <a:pt x="1152525" y="1847850"/>
                </a:lnTo>
                <a:cubicBezTo>
                  <a:pt x="1143000" y="1854200"/>
                  <a:pt x="1134810" y="1863280"/>
                  <a:pt x="1123950" y="1866900"/>
                </a:cubicBezTo>
                <a:cubicBezTo>
                  <a:pt x="1114425" y="1870075"/>
                  <a:pt x="1104152" y="1871549"/>
                  <a:pt x="1095375" y="1876425"/>
                </a:cubicBezTo>
                <a:cubicBezTo>
                  <a:pt x="1075361" y="1887544"/>
                  <a:pt x="1057275" y="1901825"/>
                  <a:pt x="1038225" y="1914525"/>
                </a:cubicBezTo>
                <a:cubicBezTo>
                  <a:pt x="1028700" y="1920875"/>
                  <a:pt x="1019889" y="1928455"/>
                  <a:pt x="1009650" y="1933575"/>
                </a:cubicBezTo>
                <a:lnTo>
                  <a:pt x="971550" y="1952625"/>
                </a:lnTo>
                <a:cubicBezTo>
                  <a:pt x="959693" y="1970410"/>
                  <a:pt x="943338" y="1998990"/>
                  <a:pt x="923925" y="2009775"/>
                </a:cubicBezTo>
                <a:cubicBezTo>
                  <a:pt x="906372" y="2019527"/>
                  <a:pt x="885825" y="2022475"/>
                  <a:pt x="866775" y="2028825"/>
                </a:cubicBezTo>
                <a:lnTo>
                  <a:pt x="838200" y="2038350"/>
                </a:lnTo>
                <a:cubicBezTo>
                  <a:pt x="828675" y="2041525"/>
                  <a:pt x="819470" y="2045906"/>
                  <a:pt x="809625" y="2047875"/>
                </a:cubicBezTo>
                <a:lnTo>
                  <a:pt x="762000" y="2057400"/>
                </a:lnTo>
                <a:cubicBezTo>
                  <a:pt x="720725" y="2054225"/>
                  <a:pt x="679319" y="2052447"/>
                  <a:pt x="638175" y="2047875"/>
                </a:cubicBezTo>
                <a:cubicBezTo>
                  <a:pt x="589557" y="2042473"/>
                  <a:pt x="596679" y="2036867"/>
                  <a:pt x="552450" y="2028825"/>
                </a:cubicBezTo>
                <a:cubicBezTo>
                  <a:pt x="530361" y="2024809"/>
                  <a:pt x="508000" y="2022475"/>
                  <a:pt x="485775" y="2019300"/>
                </a:cubicBezTo>
                <a:cubicBezTo>
                  <a:pt x="403883" y="1964705"/>
                  <a:pt x="507495" y="2030160"/>
                  <a:pt x="428625" y="1990725"/>
                </a:cubicBezTo>
                <a:cubicBezTo>
                  <a:pt x="354767" y="1953796"/>
                  <a:pt x="443299" y="1986091"/>
                  <a:pt x="371475" y="1962150"/>
                </a:cubicBezTo>
                <a:cubicBezTo>
                  <a:pt x="365125" y="1949450"/>
                  <a:pt x="359470" y="1936378"/>
                  <a:pt x="352425" y="1924050"/>
                </a:cubicBezTo>
                <a:cubicBezTo>
                  <a:pt x="339846" y="1902037"/>
                  <a:pt x="325063" y="1882660"/>
                  <a:pt x="304800" y="1866900"/>
                </a:cubicBezTo>
                <a:cubicBezTo>
                  <a:pt x="264286" y="1835389"/>
                  <a:pt x="247457" y="1836716"/>
                  <a:pt x="219075" y="1800225"/>
                </a:cubicBezTo>
                <a:cubicBezTo>
                  <a:pt x="205019" y="1782153"/>
                  <a:pt x="191214" y="1763553"/>
                  <a:pt x="180975" y="1743075"/>
                </a:cubicBezTo>
                <a:cubicBezTo>
                  <a:pt x="174625" y="1730375"/>
                  <a:pt x="170178" y="1716529"/>
                  <a:pt x="161925" y="1704975"/>
                </a:cubicBezTo>
                <a:cubicBezTo>
                  <a:pt x="154095" y="1694014"/>
                  <a:pt x="142875" y="1685925"/>
                  <a:pt x="133350" y="1676400"/>
                </a:cubicBezTo>
                <a:cubicBezTo>
                  <a:pt x="113526" y="1597106"/>
                  <a:pt x="137664" y="1675504"/>
                  <a:pt x="104775" y="1609725"/>
                </a:cubicBezTo>
                <a:cubicBezTo>
                  <a:pt x="100285" y="1600745"/>
                  <a:pt x="99740" y="1590130"/>
                  <a:pt x="95250" y="1581150"/>
                </a:cubicBezTo>
                <a:cubicBezTo>
                  <a:pt x="90130" y="1570911"/>
                  <a:pt x="80849" y="1563036"/>
                  <a:pt x="76200" y="1552575"/>
                </a:cubicBezTo>
                <a:cubicBezTo>
                  <a:pt x="51739" y="1497537"/>
                  <a:pt x="58281" y="1479767"/>
                  <a:pt x="38100" y="1419225"/>
                </a:cubicBezTo>
                <a:lnTo>
                  <a:pt x="9525" y="1333500"/>
                </a:lnTo>
                <a:lnTo>
                  <a:pt x="0" y="1304925"/>
                </a:lnTo>
                <a:cubicBezTo>
                  <a:pt x="3175" y="1174750"/>
                  <a:pt x="1230" y="1044349"/>
                  <a:pt x="9525" y="914400"/>
                </a:cubicBezTo>
                <a:cubicBezTo>
                  <a:pt x="10811" y="894251"/>
                  <a:pt x="29627" y="846673"/>
                  <a:pt x="47625" y="828675"/>
                </a:cubicBezTo>
                <a:cubicBezTo>
                  <a:pt x="55720" y="820580"/>
                  <a:pt x="66675" y="815975"/>
                  <a:pt x="76200" y="809625"/>
                </a:cubicBezTo>
                <a:cubicBezTo>
                  <a:pt x="130795" y="727733"/>
                  <a:pt x="65340" y="831345"/>
                  <a:pt x="104775" y="752475"/>
                </a:cubicBezTo>
                <a:cubicBezTo>
                  <a:pt x="109895" y="742236"/>
                  <a:pt x="123825" y="723900"/>
                  <a:pt x="123825" y="723900"/>
                </a:cubicBezTo>
                <a:lnTo>
                  <a:pt x="123825" y="723900"/>
                </a:lnTo>
              </a:path>
            </a:pathLst>
          </a:custGeom>
          <a:solidFill>
            <a:schemeClr val="accent1">
              <a:alpha val="11372"/>
            </a:schemeClr>
          </a:solidFill>
          <a:ln w="9525" cap="flat" cmpd="sng">
            <a:solidFill>
              <a:schemeClr val="dk1">
                <a:alpha val="6627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18" name="Google Shape;718;p11"/>
          <p:cNvSpPr/>
          <p:nvPr/>
        </p:nvSpPr>
        <p:spPr>
          <a:xfrm>
            <a:off x="2066925" y="3327893"/>
            <a:ext cx="1581150" cy="1890636"/>
          </a:xfrm>
          <a:custGeom>
            <a:avLst/>
            <a:gdLst/>
            <a:ahLst/>
            <a:cxnLst/>
            <a:rect l="l" t="t" r="r" b="b"/>
            <a:pathLst>
              <a:path w="1581150" h="1890636" extrusionOk="0">
                <a:moveTo>
                  <a:pt x="1571625" y="139207"/>
                </a:moveTo>
                <a:lnTo>
                  <a:pt x="1571625" y="139207"/>
                </a:lnTo>
                <a:cubicBezTo>
                  <a:pt x="1549400" y="161432"/>
                  <a:pt x="1522841" y="180040"/>
                  <a:pt x="1504950" y="205882"/>
                </a:cubicBezTo>
                <a:cubicBezTo>
                  <a:pt x="1493520" y="222392"/>
                  <a:pt x="1485900" y="263032"/>
                  <a:pt x="1485900" y="263032"/>
                </a:cubicBezTo>
                <a:cubicBezTo>
                  <a:pt x="1489075" y="301132"/>
                  <a:pt x="1490372" y="339435"/>
                  <a:pt x="1495425" y="377332"/>
                </a:cubicBezTo>
                <a:cubicBezTo>
                  <a:pt x="1503250" y="436023"/>
                  <a:pt x="1536960" y="387793"/>
                  <a:pt x="1495425" y="491632"/>
                </a:cubicBezTo>
                <a:cubicBezTo>
                  <a:pt x="1491696" y="500954"/>
                  <a:pt x="1475830" y="496667"/>
                  <a:pt x="1466850" y="501157"/>
                </a:cubicBezTo>
                <a:cubicBezTo>
                  <a:pt x="1392992" y="538086"/>
                  <a:pt x="1481524" y="505791"/>
                  <a:pt x="1409700" y="529732"/>
                </a:cubicBezTo>
                <a:cubicBezTo>
                  <a:pt x="1362040" y="524436"/>
                  <a:pt x="1328211" y="533968"/>
                  <a:pt x="1295400" y="501157"/>
                </a:cubicBezTo>
                <a:cubicBezTo>
                  <a:pt x="1287305" y="493062"/>
                  <a:pt x="1284965" y="480120"/>
                  <a:pt x="1276350" y="472582"/>
                </a:cubicBezTo>
                <a:cubicBezTo>
                  <a:pt x="1259120" y="457505"/>
                  <a:pt x="1219200" y="434482"/>
                  <a:pt x="1219200" y="434482"/>
                </a:cubicBezTo>
                <a:cubicBezTo>
                  <a:pt x="1186322" y="483799"/>
                  <a:pt x="1181882" y="477504"/>
                  <a:pt x="1209675" y="567832"/>
                </a:cubicBezTo>
                <a:cubicBezTo>
                  <a:pt x="1213042" y="578773"/>
                  <a:pt x="1229456" y="579553"/>
                  <a:pt x="1238250" y="586882"/>
                </a:cubicBezTo>
                <a:cubicBezTo>
                  <a:pt x="1248598" y="595506"/>
                  <a:pt x="1257300" y="605932"/>
                  <a:pt x="1266825" y="615457"/>
                </a:cubicBezTo>
                <a:cubicBezTo>
                  <a:pt x="1270000" y="624982"/>
                  <a:pt x="1276350" y="633992"/>
                  <a:pt x="1276350" y="644032"/>
                </a:cubicBezTo>
                <a:cubicBezTo>
                  <a:pt x="1276350" y="675940"/>
                  <a:pt x="1275591" y="708601"/>
                  <a:pt x="1266825" y="739282"/>
                </a:cubicBezTo>
                <a:cubicBezTo>
                  <a:pt x="1262464" y="754546"/>
                  <a:pt x="1250115" y="766835"/>
                  <a:pt x="1238250" y="777382"/>
                </a:cubicBezTo>
                <a:cubicBezTo>
                  <a:pt x="1198948" y="812317"/>
                  <a:pt x="1191330" y="812072"/>
                  <a:pt x="1152525" y="825007"/>
                </a:cubicBezTo>
                <a:cubicBezTo>
                  <a:pt x="1139825" y="818657"/>
                  <a:pt x="1125333" y="815047"/>
                  <a:pt x="1114425" y="805957"/>
                </a:cubicBezTo>
                <a:cubicBezTo>
                  <a:pt x="1099722" y="793704"/>
                  <a:pt x="1090298" y="766600"/>
                  <a:pt x="1085850" y="748807"/>
                </a:cubicBezTo>
                <a:cubicBezTo>
                  <a:pt x="1081923" y="733101"/>
                  <a:pt x="1086264" y="713961"/>
                  <a:pt x="1076325" y="701182"/>
                </a:cubicBezTo>
                <a:cubicBezTo>
                  <a:pt x="1062269" y="683110"/>
                  <a:pt x="1040895" y="670322"/>
                  <a:pt x="1019175" y="663082"/>
                </a:cubicBezTo>
                <a:lnTo>
                  <a:pt x="962025" y="644032"/>
                </a:lnTo>
                <a:cubicBezTo>
                  <a:pt x="954585" y="632872"/>
                  <a:pt x="923925" y="568964"/>
                  <a:pt x="923925" y="653557"/>
                </a:cubicBezTo>
                <a:cubicBezTo>
                  <a:pt x="923925" y="689055"/>
                  <a:pt x="933223" y="724200"/>
                  <a:pt x="942975" y="758332"/>
                </a:cubicBezTo>
                <a:cubicBezTo>
                  <a:pt x="946120" y="769339"/>
                  <a:pt x="956905" y="776668"/>
                  <a:pt x="962025" y="786907"/>
                </a:cubicBezTo>
                <a:cubicBezTo>
                  <a:pt x="966515" y="795887"/>
                  <a:pt x="968375" y="805957"/>
                  <a:pt x="971550" y="815482"/>
                </a:cubicBezTo>
                <a:cubicBezTo>
                  <a:pt x="901700" y="818657"/>
                  <a:pt x="824540" y="793737"/>
                  <a:pt x="762000" y="825007"/>
                </a:cubicBezTo>
                <a:cubicBezTo>
                  <a:pt x="733602" y="839206"/>
                  <a:pt x="807067" y="875930"/>
                  <a:pt x="838200" y="882157"/>
                </a:cubicBezTo>
                <a:lnTo>
                  <a:pt x="885825" y="891682"/>
                </a:lnTo>
                <a:cubicBezTo>
                  <a:pt x="888018" y="893875"/>
                  <a:pt x="942008" y="942884"/>
                  <a:pt x="942975" y="958357"/>
                </a:cubicBezTo>
                <a:cubicBezTo>
                  <a:pt x="947233" y="1026477"/>
                  <a:pt x="957901" y="1075406"/>
                  <a:pt x="904875" y="1110757"/>
                </a:cubicBezTo>
                <a:cubicBezTo>
                  <a:pt x="896521" y="1116326"/>
                  <a:pt x="885440" y="1116127"/>
                  <a:pt x="876300" y="1120282"/>
                </a:cubicBezTo>
                <a:cubicBezTo>
                  <a:pt x="850447" y="1132033"/>
                  <a:pt x="823729" y="1142630"/>
                  <a:pt x="800100" y="1158382"/>
                </a:cubicBezTo>
                <a:cubicBezTo>
                  <a:pt x="779197" y="1172317"/>
                  <a:pt x="757595" y="1188425"/>
                  <a:pt x="733425" y="1196482"/>
                </a:cubicBezTo>
                <a:cubicBezTo>
                  <a:pt x="718066" y="1201602"/>
                  <a:pt x="701419" y="1201747"/>
                  <a:pt x="685800" y="1206007"/>
                </a:cubicBezTo>
                <a:cubicBezTo>
                  <a:pt x="666427" y="1211291"/>
                  <a:pt x="628650" y="1225057"/>
                  <a:pt x="628650" y="1225057"/>
                </a:cubicBezTo>
                <a:cubicBezTo>
                  <a:pt x="590550" y="1221882"/>
                  <a:pt x="551840" y="1223030"/>
                  <a:pt x="514350" y="1215532"/>
                </a:cubicBezTo>
                <a:cubicBezTo>
                  <a:pt x="503125" y="1213287"/>
                  <a:pt x="496014" y="1201602"/>
                  <a:pt x="485775" y="1196482"/>
                </a:cubicBezTo>
                <a:cubicBezTo>
                  <a:pt x="476795" y="1191992"/>
                  <a:pt x="466428" y="1190912"/>
                  <a:pt x="457200" y="1186957"/>
                </a:cubicBezTo>
                <a:cubicBezTo>
                  <a:pt x="444149" y="1181364"/>
                  <a:pt x="431800" y="1174257"/>
                  <a:pt x="419100" y="1167907"/>
                </a:cubicBezTo>
                <a:cubicBezTo>
                  <a:pt x="400557" y="1112277"/>
                  <a:pt x="424084" y="1163366"/>
                  <a:pt x="381000" y="1120282"/>
                </a:cubicBezTo>
                <a:cubicBezTo>
                  <a:pt x="317500" y="1056782"/>
                  <a:pt x="409575" y="1123457"/>
                  <a:pt x="333375" y="1072657"/>
                </a:cubicBezTo>
                <a:cubicBezTo>
                  <a:pt x="327025" y="1059957"/>
                  <a:pt x="321370" y="1046885"/>
                  <a:pt x="314325" y="1034557"/>
                </a:cubicBezTo>
                <a:cubicBezTo>
                  <a:pt x="308645" y="1024618"/>
                  <a:pt x="299295" y="1016701"/>
                  <a:pt x="295275" y="1005982"/>
                </a:cubicBezTo>
                <a:cubicBezTo>
                  <a:pt x="285698" y="980443"/>
                  <a:pt x="277617" y="885157"/>
                  <a:pt x="276225" y="872632"/>
                </a:cubicBezTo>
                <a:cubicBezTo>
                  <a:pt x="269875" y="882157"/>
                  <a:pt x="262295" y="890968"/>
                  <a:pt x="257175" y="901207"/>
                </a:cubicBezTo>
                <a:cubicBezTo>
                  <a:pt x="227568" y="960420"/>
                  <a:pt x="253011" y="1080222"/>
                  <a:pt x="257175" y="1110757"/>
                </a:cubicBezTo>
                <a:cubicBezTo>
                  <a:pt x="258722" y="1122100"/>
                  <a:pt x="268130" y="1131237"/>
                  <a:pt x="276225" y="1139332"/>
                </a:cubicBezTo>
                <a:cubicBezTo>
                  <a:pt x="288040" y="1151147"/>
                  <a:pt x="326675" y="1176140"/>
                  <a:pt x="342900" y="1186957"/>
                </a:cubicBezTo>
                <a:cubicBezTo>
                  <a:pt x="390198" y="1257903"/>
                  <a:pt x="329409" y="1170768"/>
                  <a:pt x="390525" y="1244107"/>
                </a:cubicBezTo>
                <a:cubicBezTo>
                  <a:pt x="397854" y="1252901"/>
                  <a:pt x="402921" y="1263367"/>
                  <a:pt x="409575" y="1272682"/>
                </a:cubicBezTo>
                <a:cubicBezTo>
                  <a:pt x="418802" y="1285600"/>
                  <a:pt x="428625" y="1298082"/>
                  <a:pt x="438150" y="1310782"/>
                </a:cubicBezTo>
                <a:cubicBezTo>
                  <a:pt x="461687" y="1381392"/>
                  <a:pt x="468102" y="1374664"/>
                  <a:pt x="447675" y="1463182"/>
                </a:cubicBezTo>
                <a:cubicBezTo>
                  <a:pt x="445101" y="1474336"/>
                  <a:pt x="437564" y="1484606"/>
                  <a:pt x="428625" y="1491757"/>
                </a:cubicBezTo>
                <a:cubicBezTo>
                  <a:pt x="420785" y="1498029"/>
                  <a:pt x="409575" y="1498107"/>
                  <a:pt x="400050" y="1501282"/>
                </a:cubicBezTo>
                <a:cubicBezTo>
                  <a:pt x="390525" y="1510807"/>
                  <a:pt x="382108" y="1521587"/>
                  <a:pt x="371475" y="1529857"/>
                </a:cubicBezTo>
                <a:cubicBezTo>
                  <a:pt x="353403" y="1543913"/>
                  <a:pt x="314325" y="1567957"/>
                  <a:pt x="314325" y="1567957"/>
                </a:cubicBezTo>
                <a:cubicBezTo>
                  <a:pt x="301696" y="1586901"/>
                  <a:pt x="281139" y="1601446"/>
                  <a:pt x="304800" y="1625107"/>
                </a:cubicBezTo>
                <a:cubicBezTo>
                  <a:pt x="311900" y="1632207"/>
                  <a:pt x="323850" y="1631457"/>
                  <a:pt x="333375" y="1634632"/>
                </a:cubicBezTo>
                <a:cubicBezTo>
                  <a:pt x="336550" y="1647332"/>
                  <a:pt x="339304" y="1660145"/>
                  <a:pt x="342900" y="1672732"/>
                </a:cubicBezTo>
                <a:cubicBezTo>
                  <a:pt x="345658" y="1682386"/>
                  <a:pt x="342385" y="1701307"/>
                  <a:pt x="352425" y="1701307"/>
                </a:cubicBezTo>
                <a:cubicBezTo>
                  <a:pt x="363873" y="1701307"/>
                  <a:pt x="365125" y="1682257"/>
                  <a:pt x="371475" y="1672732"/>
                </a:cubicBezTo>
                <a:cubicBezTo>
                  <a:pt x="374650" y="1656857"/>
                  <a:pt x="378992" y="1641171"/>
                  <a:pt x="381000" y="1625107"/>
                </a:cubicBezTo>
                <a:cubicBezTo>
                  <a:pt x="385350" y="1590309"/>
                  <a:pt x="380212" y="1553850"/>
                  <a:pt x="390525" y="1520332"/>
                </a:cubicBezTo>
                <a:cubicBezTo>
                  <a:pt x="393892" y="1509391"/>
                  <a:pt x="409575" y="1507632"/>
                  <a:pt x="419100" y="1501282"/>
                </a:cubicBezTo>
                <a:cubicBezTo>
                  <a:pt x="447675" y="1504457"/>
                  <a:pt x="478131" y="1500129"/>
                  <a:pt x="504825" y="1510807"/>
                </a:cubicBezTo>
                <a:cubicBezTo>
                  <a:pt x="514147" y="1514536"/>
                  <a:pt x="513105" y="1529419"/>
                  <a:pt x="514350" y="1539382"/>
                </a:cubicBezTo>
                <a:cubicBezTo>
                  <a:pt x="519485" y="1580459"/>
                  <a:pt x="516246" y="1622519"/>
                  <a:pt x="523875" y="1663207"/>
                </a:cubicBezTo>
                <a:cubicBezTo>
                  <a:pt x="525985" y="1674459"/>
                  <a:pt x="534830" y="1683687"/>
                  <a:pt x="542925" y="1691782"/>
                </a:cubicBezTo>
                <a:cubicBezTo>
                  <a:pt x="561389" y="1710246"/>
                  <a:pt x="576834" y="1712610"/>
                  <a:pt x="600075" y="1720357"/>
                </a:cubicBezTo>
                <a:cubicBezTo>
                  <a:pt x="620907" y="1657860"/>
                  <a:pt x="617724" y="1679732"/>
                  <a:pt x="600075" y="1567957"/>
                </a:cubicBezTo>
                <a:cubicBezTo>
                  <a:pt x="596943" y="1548122"/>
                  <a:pt x="581025" y="1510807"/>
                  <a:pt x="581025" y="1510807"/>
                </a:cubicBezTo>
                <a:cubicBezTo>
                  <a:pt x="590550" y="1504457"/>
                  <a:pt x="598375" y="1489512"/>
                  <a:pt x="609600" y="1491757"/>
                </a:cubicBezTo>
                <a:cubicBezTo>
                  <a:pt x="627176" y="1495272"/>
                  <a:pt x="635863" y="1550339"/>
                  <a:pt x="638175" y="1558432"/>
                </a:cubicBezTo>
                <a:cubicBezTo>
                  <a:pt x="643288" y="1576326"/>
                  <a:pt x="651289" y="1603213"/>
                  <a:pt x="666750" y="1615582"/>
                </a:cubicBezTo>
                <a:cubicBezTo>
                  <a:pt x="674590" y="1621854"/>
                  <a:pt x="685800" y="1621932"/>
                  <a:pt x="695325" y="1625107"/>
                </a:cubicBezTo>
                <a:cubicBezTo>
                  <a:pt x="742405" y="1554487"/>
                  <a:pt x="728935" y="1590408"/>
                  <a:pt x="742950" y="1520332"/>
                </a:cubicBezTo>
                <a:cubicBezTo>
                  <a:pt x="733508" y="1482563"/>
                  <a:pt x="722093" y="1457270"/>
                  <a:pt x="742950" y="1415557"/>
                </a:cubicBezTo>
                <a:cubicBezTo>
                  <a:pt x="747440" y="1406577"/>
                  <a:pt x="762545" y="1410522"/>
                  <a:pt x="771525" y="1406032"/>
                </a:cubicBezTo>
                <a:cubicBezTo>
                  <a:pt x="845383" y="1369103"/>
                  <a:pt x="756851" y="1401398"/>
                  <a:pt x="828675" y="1377457"/>
                </a:cubicBezTo>
                <a:cubicBezTo>
                  <a:pt x="881391" y="1384988"/>
                  <a:pt x="895851" y="1373446"/>
                  <a:pt x="923925" y="1415557"/>
                </a:cubicBezTo>
                <a:cubicBezTo>
                  <a:pt x="929494" y="1423911"/>
                  <a:pt x="926350" y="1437032"/>
                  <a:pt x="933450" y="1444132"/>
                </a:cubicBezTo>
                <a:cubicBezTo>
                  <a:pt x="940550" y="1451232"/>
                  <a:pt x="953045" y="1449167"/>
                  <a:pt x="962025" y="1453657"/>
                </a:cubicBezTo>
                <a:cubicBezTo>
                  <a:pt x="972264" y="1458777"/>
                  <a:pt x="981075" y="1466357"/>
                  <a:pt x="990600" y="1472707"/>
                </a:cubicBezTo>
                <a:cubicBezTo>
                  <a:pt x="1003300" y="1456832"/>
                  <a:pt x="1017925" y="1442322"/>
                  <a:pt x="1028700" y="1425082"/>
                </a:cubicBezTo>
                <a:cubicBezTo>
                  <a:pt x="1034021" y="1416568"/>
                  <a:pt x="1035467" y="1406161"/>
                  <a:pt x="1038225" y="1396507"/>
                </a:cubicBezTo>
                <a:cubicBezTo>
                  <a:pt x="1052210" y="1347559"/>
                  <a:pt x="1049545" y="1344050"/>
                  <a:pt x="1057275" y="1282207"/>
                </a:cubicBezTo>
                <a:cubicBezTo>
                  <a:pt x="1104900" y="1285382"/>
                  <a:pt x="1153688" y="1280800"/>
                  <a:pt x="1200150" y="1291732"/>
                </a:cubicBezTo>
                <a:cubicBezTo>
                  <a:pt x="1211293" y="1294354"/>
                  <a:pt x="1214080" y="1310068"/>
                  <a:pt x="1219200" y="1320307"/>
                </a:cubicBezTo>
                <a:cubicBezTo>
                  <a:pt x="1223690" y="1329287"/>
                  <a:pt x="1225967" y="1339228"/>
                  <a:pt x="1228725" y="1348882"/>
                </a:cubicBezTo>
                <a:cubicBezTo>
                  <a:pt x="1232321" y="1361469"/>
                  <a:pt x="1230988" y="1376090"/>
                  <a:pt x="1238250" y="1386982"/>
                </a:cubicBezTo>
                <a:cubicBezTo>
                  <a:pt x="1248801" y="1402809"/>
                  <a:pt x="1279100" y="1410124"/>
                  <a:pt x="1295400" y="1415557"/>
                </a:cubicBezTo>
                <a:cubicBezTo>
                  <a:pt x="1326540" y="1322137"/>
                  <a:pt x="1316118" y="1378418"/>
                  <a:pt x="1304925" y="1244107"/>
                </a:cubicBezTo>
                <a:cubicBezTo>
                  <a:pt x="1311275" y="1225057"/>
                  <a:pt x="1313332" y="1203985"/>
                  <a:pt x="1323975" y="1186957"/>
                </a:cubicBezTo>
                <a:cubicBezTo>
                  <a:pt x="1330042" y="1177249"/>
                  <a:pt x="1342611" y="1173587"/>
                  <a:pt x="1352550" y="1167907"/>
                </a:cubicBezTo>
                <a:cubicBezTo>
                  <a:pt x="1391290" y="1145770"/>
                  <a:pt x="1387080" y="1149750"/>
                  <a:pt x="1428750" y="1139332"/>
                </a:cubicBezTo>
                <a:cubicBezTo>
                  <a:pt x="1441450" y="1142507"/>
                  <a:pt x="1454818" y="1143700"/>
                  <a:pt x="1466850" y="1148857"/>
                </a:cubicBezTo>
                <a:cubicBezTo>
                  <a:pt x="1503892" y="1164732"/>
                  <a:pt x="1510242" y="1190132"/>
                  <a:pt x="1533525" y="1225057"/>
                </a:cubicBezTo>
                <a:lnTo>
                  <a:pt x="1552575" y="1253632"/>
                </a:lnTo>
                <a:cubicBezTo>
                  <a:pt x="1558925" y="1263157"/>
                  <a:pt x="1568005" y="1271347"/>
                  <a:pt x="1571625" y="1282207"/>
                </a:cubicBezTo>
                <a:lnTo>
                  <a:pt x="1581150" y="1310782"/>
                </a:lnTo>
                <a:cubicBezTo>
                  <a:pt x="1577975" y="1323482"/>
                  <a:pt x="1579132" y="1338158"/>
                  <a:pt x="1571625" y="1348882"/>
                </a:cubicBezTo>
                <a:cubicBezTo>
                  <a:pt x="1547114" y="1383898"/>
                  <a:pt x="1525224" y="1408407"/>
                  <a:pt x="1485900" y="1415557"/>
                </a:cubicBezTo>
                <a:cubicBezTo>
                  <a:pt x="1460715" y="1420136"/>
                  <a:pt x="1435100" y="1421907"/>
                  <a:pt x="1409700" y="1425082"/>
                </a:cubicBezTo>
                <a:cubicBezTo>
                  <a:pt x="1406525" y="1460007"/>
                  <a:pt x="1411970" y="1496831"/>
                  <a:pt x="1400175" y="1529857"/>
                </a:cubicBezTo>
                <a:cubicBezTo>
                  <a:pt x="1398329" y="1535026"/>
                  <a:pt x="1342537" y="1571458"/>
                  <a:pt x="1333500" y="1577482"/>
                </a:cubicBezTo>
                <a:cubicBezTo>
                  <a:pt x="1317625" y="1574307"/>
                  <a:pt x="1299345" y="1576937"/>
                  <a:pt x="1285875" y="1567957"/>
                </a:cubicBezTo>
                <a:cubicBezTo>
                  <a:pt x="1277521" y="1562388"/>
                  <a:pt x="1282622" y="1547222"/>
                  <a:pt x="1276350" y="1539382"/>
                </a:cubicBezTo>
                <a:cubicBezTo>
                  <a:pt x="1259905" y="1518826"/>
                  <a:pt x="1232554" y="1516527"/>
                  <a:pt x="1209675" y="1510807"/>
                </a:cubicBezTo>
                <a:cubicBezTo>
                  <a:pt x="1203325" y="1501282"/>
                  <a:pt x="1195745" y="1492471"/>
                  <a:pt x="1190625" y="1482232"/>
                </a:cubicBezTo>
                <a:cubicBezTo>
                  <a:pt x="1186135" y="1473252"/>
                  <a:pt x="1186669" y="1462011"/>
                  <a:pt x="1181100" y="1453657"/>
                </a:cubicBezTo>
                <a:cubicBezTo>
                  <a:pt x="1173628" y="1442449"/>
                  <a:pt x="1162050" y="1434607"/>
                  <a:pt x="1152525" y="1425082"/>
                </a:cubicBezTo>
                <a:cubicBezTo>
                  <a:pt x="1146175" y="1434607"/>
                  <a:pt x="1138124" y="1443196"/>
                  <a:pt x="1133475" y="1453657"/>
                </a:cubicBezTo>
                <a:cubicBezTo>
                  <a:pt x="1125320" y="1472007"/>
                  <a:pt x="1114425" y="1510807"/>
                  <a:pt x="1114425" y="1510807"/>
                </a:cubicBezTo>
                <a:cubicBezTo>
                  <a:pt x="1112530" y="1550602"/>
                  <a:pt x="1140525" y="1684732"/>
                  <a:pt x="1085850" y="1739407"/>
                </a:cubicBezTo>
                <a:cubicBezTo>
                  <a:pt x="1074625" y="1750632"/>
                  <a:pt x="1061533" y="1760106"/>
                  <a:pt x="1047750" y="1767982"/>
                </a:cubicBezTo>
                <a:cubicBezTo>
                  <a:pt x="1039033" y="1772963"/>
                  <a:pt x="1028700" y="1774332"/>
                  <a:pt x="1019175" y="1777507"/>
                </a:cubicBezTo>
                <a:cubicBezTo>
                  <a:pt x="1009650" y="1774332"/>
                  <a:pt x="998440" y="1774254"/>
                  <a:pt x="990600" y="1767982"/>
                </a:cubicBezTo>
                <a:cubicBezTo>
                  <a:pt x="966057" y="1748347"/>
                  <a:pt x="923925" y="1701307"/>
                  <a:pt x="923925" y="1701307"/>
                </a:cubicBezTo>
                <a:cubicBezTo>
                  <a:pt x="856609" y="1714770"/>
                  <a:pt x="881420" y="1695473"/>
                  <a:pt x="857250" y="1767982"/>
                </a:cubicBezTo>
                <a:lnTo>
                  <a:pt x="857250" y="1767982"/>
                </a:lnTo>
                <a:cubicBezTo>
                  <a:pt x="717445" y="1861185"/>
                  <a:pt x="864512" y="1766554"/>
                  <a:pt x="762000" y="1825132"/>
                </a:cubicBezTo>
                <a:cubicBezTo>
                  <a:pt x="752061" y="1830812"/>
                  <a:pt x="743664" y="1839062"/>
                  <a:pt x="733425" y="1844182"/>
                </a:cubicBezTo>
                <a:cubicBezTo>
                  <a:pt x="724445" y="1848672"/>
                  <a:pt x="713830" y="1849217"/>
                  <a:pt x="704850" y="1853707"/>
                </a:cubicBezTo>
                <a:cubicBezTo>
                  <a:pt x="630992" y="1890636"/>
                  <a:pt x="719524" y="1858341"/>
                  <a:pt x="647700" y="1882282"/>
                </a:cubicBezTo>
                <a:cubicBezTo>
                  <a:pt x="631825" y="1879107"/>
                  <a:pt x="611523" y="1884205"/>
                  <a:pt x="600075" y="1872757"/>
                </a:cubicBezTo>
                <a:cubicBezTo>
                  <a:pt x="585876" y="1858558"/>
                  <a:pt x="597733" y="1826746"/>
                  <a:pt x="581025" y="1815607"/>
                </a:cubicBezTo>
                <a:lnTo>
                  <a:pt x="552450" y="1796557"/>
                </a:lnTo>
                <a:cubicBezTo>
                  <a:pt x="523875" y="1799732"/>
                  <a:pt x="495085" y="1801355"/>
                  <a:pt x="466725" y="1806082"/>
                </a:cubicBezTo>
                <a:cubicBezTo>
                  <a:pt x="456821" y="1807733"/>
                  <a:pt x="447804" y="1812849"/>
                  <a:pt x="438150" y="1815607"/>
                </a:cubicBezTo>
                <a:cubicBezTo>
                  <a:pt x="354429" y="1839527"/>
                  <a:pt x="439988" y="1811819"/>
                  <a:pt x="371475" y="1834657"/>
                </a:cubicBezTo>
                <a:cubicBezTo>
                  <a:pt x="339725" y="1831482"/>
                  <a:pt x="305679" y="1837404"/>
                  <a:pt x="276225" y="1825132"/>
                </a:cubicBezTo>
                <a:cubicBezTo>
                  <a:pt x="263118" y="1819671"/>
                  <a:pt x="262161" y="1800327"/>
                  <a:pt x="257175" y="1787032"/>
                </a:cubicBezTo>
                <a:cubicBezTo>
                  <a:pt x="246547" y="1758690"/>
                  <a:pt x="242055" y="1707804"/>
                  <a:pt x="238125" y="1682257"/>
                </a:cubicBezTo>
                <a:cubicBezTo>
                  <a:pt x="235188" y="1663169"/>
                  <a:pt x="234707" y="1643429"/>
                  <a:pt x="228600" y="1625107"/>
                </a:cubicBezTo>
                <a:cubicBezTo>
                  <a:pt x="217158" y="1590782"/>
                  <a:pt x="200583" y="1594129"/>
                  <a:pt x="171450" y="1577482"/>
                </a:cubicBezTo>
                <a:cubicBezTo>
                  <a:pt x="161511" y="1571802"/>
                  <a:pt x="152400" y="1564782"/>
                  <a:pt x="142875" y="1558432"/>
                </a:cubicBezTo>
                <a:cubicBezTo>
                  <a:pt x="120205" y="1490422"/>
                  <a:pt x="134964" y="1517990"/>
                  <a:pt x="104775" y="1472707"/>
                </a:cubicBezTo>
                <a:cubicBezTo>
                  <a:pt x="107950" y="1460007"/>
                  <a:pt x="104243" y="1442988"/>
                  <a:pt x="114300" y="1434607"/>
                </a:cubicBezTo>
                <a:cubicBezTo>
                  <a:pt x="126737" y="1424243"/>
                  <a:pt x="146219" y="1429009"/>
                  <a:pt x="161925" y="1425082"/>
                </a:cubicBezTo>
                <a:cubicBezTo>
                  <a:pt x="171665" y="1422647"/>
                  <a:pt x="180975" y="1418732"/>
                  <a:pt x="190500" y="1415557"/>
                </a:cubicBezTo>
                <a:cubicBezTo>
                  <a:pt x="184150" y="1406032"/>
                  <a:pt x="176570" y="1397221"/>
                  <a:pt x="171450" y="1386982"/>
                </a:cubicBezTo>
                <a:cubicBezTo>
                  <a:pt x="166960" y="1378002"/>
                  <a:pt x="165450" y="1367808"/>
                  <a:pt x="161925" y="1358407"/>
                </a:cubicBezTo>
                <a:cubicBezTo>
                  <a:pt x="155922" y="1342398"/>
                  <a:pt x="151062" y="1325792"/>
                  <a:pt x="142875" y="1310782"/>
                </a:cubicBezTo>
                <a:cubicBezTo>
                  <a:pt x="131912" y="1290682"/>
                  <a:pt x="117475" y="1272682"/>
                  <a:pt x="104775" y="1253632"/>
                </a:cubicBezTo>
                <a:cubicBezTo>
                  <a:pt x="89698" y="1231017"/>
                  <a:pt x="74872" y="1207632"/>
                  <a:pt x="57150" y="1186957"/>
                </a:cubicBezTo>
                <a:cubicBezTo>
                  <a:pt x="48384" y="1176730"/>
                  <a:pt x="37199" y="1168730"/>
                  <a:pt x="28575" y="1158382"/>
                </a:cubicBezTo>
                <a:cubicBezTo>
                  <a:pt x="8059" y="1133763"/>
                  <a:pt x="9546" y="1129871"/>
                  <a:pt x="0" y="1101232"/>
                </a:cubicBezTo>
                <a:cubicBezTo>
                  <a:pt x="3175" y="1085357"/>
                  <a:pt x="1663" y="1067759"/>
                  <a:pt x="9525" y="1053607"/>
                </a:cubicBezTo>
                <a:cubicBezTo>
                  <a:pt x="18247" y="1037907"/>
                  <a:pt x="36127" y="1029305"/>
                  <a:pt x="47625" y="1015507"/>
                </a:cubicBezTo>
                <a:cubicBezTo>
                  <a:pt x="48879" y="1014002"/>
                  <a:pt x="137376" y="898653"/>
                  <a:pt x="142875" y="882157"/>
                </a:cubicBezTo>
                <a:cubicBezTo>
                  <a:pt x="159896" y="831095"/>
                  <a:pt x="146600" y="874921"/>
                  <a:pt x="161925" y="805957"/>
                </a:cubicBezTo>
                <a:cubicBezTo>
                  <a:pt x="164765" y="793178"/>
                  <a:pt x="165596" y="779566"/>
                  <a:pt x="171450" y="767857"/>
                </a:cubicBezTo>
                <a:cubicBezTo>
                  <a:pt x="181689" y="747379"/>
                  <a:pt x="187830" y="717947"/>
                  <a:pt x="209550" y="710707"/>
                </a:cubicBezTo>
                <a:lnTo>
                  <a:pt x="266700" y="691657"/>
                </a:lnTo>
                <a:cubicBezTo>
                  <a:pt x="288925" y="694832"/>
                  <a:pt x="312859" y="692064"/>
                  <a:pt x="333375" y="701182"/>
                </a:cubicBezTo>
                <a:cubicBezTo>
                  <a:pt x="343836" y="705831"/>
                  <a:pt x="347305" y="719518"/>
                  <a:pt x="352425" y="729757"/>
                </a:cubicBezTo>
                <a:cubicBezTo>
                  <a:pt x="360038" y="744982"/>
                  <a:pt x="367406" y="782190"/>
                  <a:pt x="371475" y="796432"/>
                </a:cubicBezTo>
                <a:cubicBezTo>
                  <a:pt x="374233" y="806086"/>
                  <a:pt x="374728" y="817167"/>
                  <a:pt x="381000" y="825007"/>
                </a:cubicBezTo>
                <a:cubicBezTo>
                  <a:pt x="397445" y="845563"/>
                  <a:pt x="424796" y="847862"/>
                  <a:pt x="447675" y="853582"/>
                </a:cubicBezTo>
                <a:cubicBezTo>
                  <a:pt x="495300" y="837707"/>
                  <a:pt x="473075" y="853582"/>
                  <a:pt x="495300" y="786907"/>
                </a:cubicBezTo>
                <a:cubicBezTo>
                  <a:pt x="525961" y="694925"/>
                  <a:pt x="476795" y="837933"/>
                  <a:pt x="523875" y="720232"/>
                </a:cubicBezTo>
                <a:cubicBezTo>
                  <a:pt x="526729" y="713098"/>
                  <a:pt x="548572" y="636151"/>
                  <a:pt x="561975" y="624982"/>
                </a:cubicBezTo>
                <a:cubicBezTo>
                  <a:pt x="572032" y="616601"/>
                  <a:pt x="587375" y="618632"/>
                  <a:pt x="600075" y="615457"/>
                </a:cubicBezTo>
                <a:cubicBezTo>
                  <a:pt x="615950" y="605932"/>
                  <a:pt x="632001" y="596694"/>
                  <a:pt x="647700" y="586882"/>
                </a:cubicBezTo>
                <a:cubicBezTo>
                  <a:pt x="657408" y="580815"/>
                  <a:pt x="664867" y="568783"/>
                  <a:pt x="676275" y="567832"/>
                </a:cubicBezTo>
                <a:cubicBezTo>
                  <a:pt x="704927" y="565444"/>
                  <a:pt x="733425" y="574182"/>
                  <a:pt x="762000" y="577357"/>
                </a:cubicBezTo>
                <a:cubicBezTo>
                  <a:pt x="771525" y="580532"/>
                  <a:pt x="781595" y="591372"/>
                  <a:pt x="790575" y="586882"/>
                </a:cubicBezTo>
                <a:cubicBezTo>
                  <a:pt x="799555" y="582392"/>
                  <a:pt x="797342" y="567961"/>
                  <a:pt x="800100" y="558307"/>
                </a:cubicBezTo>
                <a:cubicBezTo>
                  <a:pt x="803696" y="545720"/>
                  <a:pt x="807473" y="533120"/>
                  <a:pt x="809625" y="520207"/>
                </a:cubicBezTo>
                <a:cubicBezTo>
                  <a:pt x="813833" y="494958"/>
                  <a:pt x="809643" y="467774"/>
                  <a:pt x="819150" y="444007"/>
                </a:cubicBezTo>
                <a:cubicBezTo>
                  <a:pt x="823402" y="433378"/>
                  <a:pt x="838200" y="431307"/>
                  <a:pt x="847725" y="424957"/>
                </a:cubicBezTo>
                <a:cubicBezTo>
                  <a:pt x="869950" y="428132"/>
                  <a:pt x="894320" y="424442"/>
                  <a:pt x="914400" y="434482"/>
                </a:cubicBezTo>
                <a:cubicBezTo>
                  <a:pt x="964612" y="459588"/>
                  <a:pt x="923520" y="501765"/>
                  <a:pt x="962025" y="444007"/>
                </a:cubicBezTo>
                <a:cubicBezTo>
                  <a:pt x="958697" y="407394"/>
                  <a:pt x="941413" y="294731"/>
                  <a:pt x="962025" y="253507"/>
                </a:cubicBezTo>
                <a:cubicBezTo>
                  <a:pt x="967879" y="241798"/>
                  <a:pt x="987425" y="247157"/>
                  <a:pt x="1000125" y="243982"/>
                </a:cubicBezTo>
                <a:cubicBezTo>
                  <a:pt x="1017976" y="245172"/>
                  <a:pt x="1126125" y="240307"/>
                  <a:pt x="1171575" y="263032"/>
                </a:cubicBezTo>
                <a:cubicBezTo>
                  <a:pt x="1181814" y="268152"/>
                  <a:pt x="1190625" y="275732"/>
                  <a:pt x="1200150" y="282082"/>
                </a:cubicBezTo>
                <a:cubicBezTo>
                  <a:pt x="1206500" y="291607"/>
                  <a:pt x="1210585" y="303119"/>
                  <a:pt x="1219200" y="310657"/>
                </a:cubicBezTo>
                <a:cubicBezTo>
                  <a:pt x="1236430" y="325734"/>
                  <a:pt x="1276350" y="348757"/>
                  <a:pt x="1276350" y="348757"/>
                </a:cubicBezTo>
                <a:cubicBezTo>
                  <a:pt x="1304048" y="344141"/>
                  <a:pt x="1349654" y="347920"/>
                  <a:pt x="1362075" y="310657"/>
                </a:cubicBezTo>
                <a:cubicBezTo>
                  <a:pt x="1374289" y="274014"/>
                  <a:pt x="1381125" y="196357"/>
                  <a:pt x="1381125" y="196357"/>
                </a:cubicBezTo>
                <a:cubicBezTo>
                  <a:pt x="1390807" y="22086"/>
                  <a:pt x="1334743" y="0"/>
                  <a:pt x="1495425" y="34432"/>
                </a:cubicBezTo>
                <a:cubicBezTo>
                  <a:pt x="1506619" y="36831"/>
                  <a:pt x="1514475" y="47132"/>
                  <a:pt x="1524000" y="53482"/>
                </a:cubicBezTo>
                <a:cubicBezTo>
                  <a:pt x="1527175" y="63007"/>
                  <a:pt x="1529035" y="73077"/>
                  <a:pt x="1533525" y="82057"/>
                </a:cubicBezTo>
                <a:cubicBezTo>
                  <a:pt x="1538645" y="92296"/>
                  <a:pt x="1547455" y="100393"/>
                  <a:pt x="1552575" y="110632"/>
                </a:cubicBezTo>
                <a:cubicBezTo>
                  <a:pt x="1564108" y="133698"/>
                  <a:pt x="1568450" y="134445"/>
                  <a:pt x="1571625" y="139207"/>
                </a:cubicBezTo>
                <a:close/>
              </a:path>
            </a:pathLst>
          </a:custGeom>
          <a:solidFill>
            <a:srgbClr val="FFFF00">
              <a:alpha val="13333"/>
            </a:srgb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19" name="Google Shape;719;p11"/>
          <p:cNvSpPr/>
          <p:nvPr/>
        </p:nvSpPr>
        <p:spPr>
          <a:xfrm>
            <a:off x="3408210" y="3143250"/>
            <a:ext cx="506565" cy="333375"/>
          </a:xfrm>
          <a:custGeom>
            <a:avLst/>
            <a:gdLst/>
            <a:ahLst/>
            <a:cxnLst/>
            <a:rect l="l" t="t" r="r" b="b"/>
            <a:pathLst>
              <a:path w="506565" h="333375" extrusionOk="0">
                <a:moveTo>
                  <a:pt x="96990" y="47625"/>
                </a:moveTo>
                <a:lnTo>
                  <a:pt x="96990" y="47625"/>
                </a:lnTo>
                <a:cubicBezTo>
                  <a:pt x="122390" y="38100"/>
                  <a:pt x="147262" y="27028"/>
                  <a:pt x="173190" y="19050"/>
                </a:cubicBezTo>
                <a:cubicBezTo>
                  <a:pt x="207473" y="8501"/>
                  <a:pt x="278487" y="3117"/>
                  <a:pt x="306540" y="0"/>
                </a:cubicBezTo>
                <a:cubicBezTo>
                  <a:pt x="331111" y="3510"/>
                  <a:pt x="375191" y="5750"/>
                  <a:pt x="401790" y="19050"/>
                </a:cubicBezTo>
                <a:cubicBezTo>
                  <a:pt x="412029" y="24170"/>
                  <a:pt x="420840" y="31750"/>
                  <a:pt x="430365" y="38100"/>
                </a:cubicBezTo>
                <a:cubicBezTo>
                  <a:pt x="436715" y="47625"/>
                  <a:pt x="441320" y="58580"/>
                  <a:pt x="449415" y="66675"/>
                </a:cubicBezTo>
                <a:cubicBezTo>
                  <a:pt x="457510" y="74770"/>
                  <a:pt x="471923" y="76017"/>
                  <a:pt x="477990" y="85725"/>
                </a:cubicBezTo>
                <a:cubicBezTo>
                  <a:pt x="492207" y="108473"/>
                  <a:pt x="501126" y="163303"/>
                  <a:pt x="506565" y="190500"/>
                </a:cubicBezTo>
                <a:cubicBezTo>
                  <a:pt x="503390" y="215900"/>
                  <a:pt x="502403" y="241671"/>
                  <a:pt x="497040" y="266700"/>
                </a:cubicBezTo>
                <a:cubicBezTo>
                  <a:pt x="492833" y="286335"/>
                  <a:pt x="497040" y="317500"/>
                  <a:pt x="477990" y="323850"/>
                </a:cubicBezTo>
                <a:lnTo>
                  <a:pt x="449415" y="333375"/>
                </a:lnTo>
                <a:cubicBezTo>
                  <a:pt x="433540" y="330200"/>
                  <a:pt x="415846" y="331882"/>
                  <a:pt x="401790" y="323850"/>
                </a:cubicBezTo>
                <a:cubicBezTo>
                  <a:pt x="381139" y="312050"/>
                  <a:pt x="382879" y="284096"/>
                  <a:pt x="373215" y="266700"/>
                </a:cubicBezTo>
                <a:cubicBezTo>
                  <a:pt x="362096" y="246686"/>
                  <a:pt x="354165" y="222250"/>
                  <a:pt x="335115" y="209550"/>
                </a:cubicBezTo>
                <a:cubicBezTo>
                  <a:pt x="269611" y="165881"/>
                  <a:pt x="299685" y="178690"/>
                  <a:pt x="249390" y="161925"/>
                </a:cubicBezTo>
                <a:cubicBezTo>
                  <a:pt x="96921" y="183706"/>
                  <a:pt x="160330" y="188357"/>
                  <a:pt x="58890" y="171450"/>
                </a:cubicBezTo>
                <a:cubicBezTo>
                  <a:pt x="19984" y="132544"/>
                  <a:pt x="0" y="127304"/>
                  <a:pt x="39840" y="47625"/>
                </a:cubicBezTo>
                <a:cubicBezTo>
                  <a:pt x="50079" y="27147"/>
                  <a:pt x="96990" y="9525"/>
                  <a:pt x="96990" y="9525"/>
                </a:cubicBezTo>
                <a:cubicBezTo>
                  <a:pt x="168110" y="19685"/>
                  <a:pt x="147790" y="3175"/>
                  <a:pt x="173190" y="28575"/>
                </a:cubicBezTo>
                <a:lnTo>
                  <a:pt x="173190" y="38100"/>
                </a:lnTo>
              </a:path>
            </a:pathLst>
          </a:custGeom>
          <a:solidFill>
            <a:schemeClr val="accent1">
              <a:alpha val="12549"/>
            </a:schemeClr>
          </a:solidFill>
          <a:ln w="9525" cap="flat" cmpd="sng">
            <a:solidFill>
              <a:schemeClr val="dk1">
                <a:alpha val="6627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20" name="Google Shape;720;p11"/>
          <p:cNvSpPr/>
          <p:nvPr/>
        </p:nvSpPr>
        <p:spPr>
          <a:xfrm>
            <a:off x="2095500" y="3209925"/>
            <a:ext cx="723900" cy="533400"/>
          </a:xfrm>
          <a:custGeom>
            <a:avLst/>
            <a:gdLst/>
            <a:ahLst/>
            <a:cxnLst/>
            <a:rect l="l" t="t" r="r" b="b"/>
            <a:pathLst>
              <a:path w="648070" h="533400" extrusionOk="0">
                <a:moveTo>
                  <a:pt x="0" y="238125"/>
                </a:moveTo>
                <a:lnTo>
                  <a:pt x="0" y="238125"/>
                </a:lnTo>
                <a:cubicBezTo>
                  <a:pt x="15875" y="215900"/>
                  <a:pt x="28312" y="190763"/>
                  <a:pt x="47625" y="171450"/>
                </a:cubicBezTo>
                <a:cubicBezTo>
                  <a:pt x="57665" y="161410"/>
                  <a:pt x="73397" y="159445"/>
                  <a:pt x="85725" y="152400"/>
                </a:cubicBezTo>
                <a:cubicBezTo>
                  <a:pt x="95664" y="146720"/>
                  <a:pt x="104061" y="138470"/>
                  <a:pt x="114300" y="133350"/>
                </a:cubicBezTo>
                <a:cubicBezTo>
                  <a:pt x="127965" y="126518"/>
                  <a:pt x="168768" y="117352"/>
                  <a:pt x="180975" y="114300"/>
                </a:cubicBezTo>
                <a:cubicBezTo>
                  <a:pt x="190500" y="104775"/>
                  <a:pt x="197502" y="91749"/>
                  <a:pt x="209550" y="85725"/>
                </a:cubicBezTo>
                <a:cubicBezTo>
                  <a:pt x="224030" y="78485"/>
                  <a:pt x="241371" y="79712"/>
                  <a:pt x="257175" y="76200"/>
                </a:cubicBezTo>
                <a:cubicBezTo>
                  <a:pt x="269954" y="73360"/>
                  <a:pt x="282438" y="69242"/>
                  <a:pt x="295275" y="66675"/>
                </a:cubicBezTo>
                <a:cubicBezTo>
                  <a:pt x="357647" y="54201"/>
                  <a:pt x="338902" y="62374"/>
                  <a:pt x="390525" y="47625"/>
                </a:cubicBezTo>
                <a:cubicBezTo>
                  <a:pt x="463474" y="26782"/>
                  <a:pt x="372534" y="52446"/>
                  <a:pt x="447675" y="19050"/>
                </a:cubicBezTo>
                <a:cubicBezTo>
                  <a:pt x="466025" y="10895"/>
                  <a:pt x="504825" y="0"/>
                  <a:pt x="504825" y="0"/>
                </a:cubicBezTo>
                <a:cubicBezTo>
                  <a:pt x="539750" y="3175"/>
                  <a:pt x="575309" y="2177"/>
                  <a:pt x="609600" y="9525"/>
                </a:cubicBezTo>
                <a:cubicBezTo>
                  <a:pt x="620794" y="11924"/>
                  <a:pt x="633923" y="17946"/>
                  <a:pt x="638175" y="28575"/>
                </a:cubicBezTo>
                <a:cubicBezTo>
                  <a:pt x="647682" y="52342"/>
                  <a:pt x="644525" y="79375"/>
                  <a:pt x="647700" y="104775"/>
                </a:cubicBezTo>
                <a:cubicBezTo>
                  <a:pt x="644525" y="139700"/>
                  <a:pt x="648070" y="175906"/>
                  <a:pt x="638175" y="209550"/>
                </a:cubicBezTo>
                <a:cubicBezTo>
                  <a:pt x="620444" y="269834"/>
                  <a:pt x="605765" y="257196"/>
                  <a:pt x="571500" y="285750"/>
                </a:cubicBezTo>
                <a:cubicBezTo>
                  <a:pt x="561152" y="294374"/>
                  <a:pt x="553152" y="305559"/>
                  <a:pt x="542925" y="314325"/>
                </a:cubicBezTo>
                <a:cubicBezTo>
                  <a:pt x="530872" y="324656"/>
                  <a:pt x="516625" y="332280"/>
                  <a:pt x="504825" y="342900"/>
                </a:cubicBezTo>
                <a:cubicBezTo>
                  <a:pt x="484800" y="360922"/>
                  <a:pt x="466725" y="381000"/>
                  <a:pt x="447675" y="400050"/>
                </a:cubicBezTo>
                <a:cubicBezTo>
                  <a:pt x="438150" y="409575"/>
                  <a:pt x="430308" y="421153"/>
                  <a:pt x="419100" y="428625"/>
                </a:cubicBezTo>
                <a:cubicBezTo>
                  <a:pt x="400050" y="441325"/>
                  <a:pt x="383670" y="459485"/>
                  <a:pt x="361950" y="466725"/>
                </a:cubicBezTo>
                <a:cubicBezTo>
                  <a:pt x="352425" y="469900"/>
                  <a:pt x="342152" y="471374"/>
                  <a:pt x="333375" y="476250"/>
                </a:cubicBezTo>
                <a:cubicBezTo>
                  <a:pt x="313361" y="487369"/>
                  <a:pt x="295275" y="501650"/>
                  <a:pt x="276225" y="514350"/>
                </a:cubicBezTo>
                <a:lnTo>
                  <a:pt x="247650" y="533400"/>
                </a:lnTo>
                <a:cubicBezTo>
                  <a:pt x="222250" y="530225"/>
                  <a:pt x="195507" y="532623"/>
                  <a:pt x="171450" y="523875"/>
                </a:cubicBezTo>
                <a:cubicBezTo>
                  <a:pt x="138193" y="511782"/>
                  <a:pt x="147446" y="485622"/>
                  <a:pt x="123825" y="466725"/>
                </a:cubicBezTo>
                <a:cubicBezTo>
                  <a:pt x="115985" y="460453"/>
                  <a:pt x="104775" y="460375"/>
                  <a:pt x="95250" y="457200"/>
                </a:cubicBezTo>
                <a:cubicBezTo>
                  <a:pt x="40655" y="375308"/>
                  <a:pt x="106110" y="478920"/>
                  <a:pt x="66675" y="400050"/>
                </a:cubicBezTo>
                <a:cubicBezTo>
                  <a:pt x="61555" y="389811"/>
                  <a:pt x="52745" y="381714"/>
                  <a:pt x="47625" y="371475"/>
                </a:cubicBezTo>
                <a:cubicBezTo>
                  <a:pt x="39547" y="355319"/>
                  <a:pt x="29481" y="307955"/>
                  <a:pt x="28575" y="295275"/>
                </a:cubicBezTo>
                <a:cubicBezTo>
                  <a:pt x="26539" y="266773"/>
                  <a:pt x="4763" y="247650"/>
                  <a:pt x="0" y="238125"/>
                </a:cubicBezTo>
                <a:close/>
              </a:path>
            </a:pathLst>
          </a:custGeom>
          <a:solidFill>
            <a:schemeClr val="accent1">
              <a:alpha val="12549"/>
            </a:schemeClr>
          </a:solidFill>
          <a:ln w="9525" cap="flat" cmpd="sng">
            <a:solidFill>
              <a:schemeClr val="dk1">
                <a:alpha val="6627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21" name="Google Shape;721;p11"/>
          <p:cNvSpPr/>
          <p:nvPr/>
        </p:nvSpPr>
        <p:spPr>
          <a:xfrm>
            <a:off x="1320246" y="3124200"/>
            <a:ext cx="441879" cy="410090"/>
          </a:xfrm>
          <a:custGeom>
            <a:avLst/>
            <a:gdLst/>
            <a:ahLst/>
            <a:cxnLst/>
            <a:rect l="l" t="t" r="r" b="b"/>
            <a:pathLst>
              <a:path w="441879" h="410090" extrusionOk="0">
                <a:moveTo>
                  <a:pt x="270429" y="57150"/>
                </a:moveTo>
                <a:lnTo>
                  <a:pt x="270429" y="57150"/>
                </a:lnTo>
                <a:cubicBezTo>
                  <a:pt x="249652" y="86238"/>
                  <a:pt x="225014" y="128456"/>
                  <a:pt x="194229" y="152400"/>
                </a:cubicBezTo>
                <a:cubicBezTo>
                  <a:pt x="86112" y="236491"/>
                  <a:pt x="177486" y="165534"/>
                  <a:pt x="108504" y="200025"/>
                </a:cubicBezTo>
                <a:cubicBezTo>
                  <a:pt x="98265" y="205145"/>
                  <a:pt x="90168" y="213955"/>
                  <a:pt x="79929" y="219075"/>
                </a:cubicBezTo>
                <a:cubicBezTo>
                  <a:pt x="66264" y="225907"/>
                  <a:pt x="25461" y="235073"/>
                  <a:pt x="13254" y="238125"/>
                </a:cubicBezTo>
                <a:cubicBezTo>
                  <a:pt x="10079" y="247650"/>
                  <a:pt x="0" y="257378"/>
                  <a:pt x="3729" y="266700"/>
                </a:cubicBezTo>
                <a:cubicBezTo>
                  <a:pt x="7981" y="277329"/>
                  <a:pt x="30884" y="274391"/>
                  <a:pt x="32304" y="285750"/>
                </a:cubicBezTo>
                <a:cubicBezTo>
                  <a:pt x="34795" y="305675"/>
                  <a:pt x="13254" y="342900"/>
                  <a:pt x="13254" y="342900"/>
                </a:cubicBezTo>
                <a:cubicBezTo>
                  <a:pt x="32304" y="346075"/>
                  <a:pt x="51551" y="348235"/>
                  <a:pt x="70404" y="352425"/>
                </a:cubicBezTo>
                <a:cubicBezTo>
                  <a:pt x="80205" y="354603"/>
                  <a:pt x="95250" y="352628"/>
                  <a:pt x="98979" y="361950"/>
                </a:cubicBezTo>
                <a:cubicBezTo>
                  <a:pt x="103841" y="374105"/>
                  <a:pt x="89454" y="386959"/>
                  <a:pt x="89454" y="400050"/>
                </a:cubicBezTo>
                <a:cubicBezTo>
                  <a:pt x="89454" y="410090"/>
                  <a:pt x="91879" y="378575"/>
                  <a:pt x="98979" y="371475"/>
                </a:cubicBezTo>
                <a:cubicBezTo>
                  <a:pt x="106079" y="364375"/>
                  <a:pt x="118777" y="366826"/>
                  <a:pt x="127554" y="361950"/>
                </a:cubicBezTo>
                <a:cubicBezTo>
                  <a:pt x="147568" y="350831"/>
                  <a:pt x="165654" y="336550"/>
                  <a:pt x="184704" y="323850"/>
                </a:cubicBezTo>
                <a:lnTo>
                  <a:pt x="213279" y="304800"/>
                </a:lnTo>
                <a:cubicBezTo>
                  <a:pt x="219629" y="295275"/>
                  <a:pt x="223390" y="283376"/>
                  <a:pt x="232329" y="276225"/>
                </a:cubicBezTo>
                <a:cubicBezTo>
                  <a:pt x="240169" y="269953"/>
                  <a:pt x="251924" y="271190"/>
                  <a:pt x="260904" y="266700"/>
                </a:cubicBezTo>
                <a:cubicBezTo>
                  <a:pt x="271143" y="261580"/>
                  <a:pt x="280685" y="254979"/>
                  <a:pt x="289479" y="247650"/>
                </a:cubicBezTo>
                <a:cubicBezTo>
                  <a:pt x="299827" y="239026"/>
                  <a:pt x="306846" y="226547"/>
                  <a:pt x="318054" y="219075"/>
                </a:cubicBezTo>
                <a:cubicBezTo>
                  <a:pt x="326408" y="213506"/>
                  <a:pt x="337649" y="214040"/>
                  <a:pt x="346629" y="209550"/>
                </a:cubicBezTo>
                <a:cubicBezTo>
                  <a:pt x="373151" y="196289"/>
                  <a:pt x="382713" y="182991"/>
                  <a:pt x="403779" y="161925"/>
                </a:cubicBezTo>
                <a:cubicBezTo>
                  <a:pt x="426449" y="93915"/>
                  <a:pt x="411690" y="121483"/>
                  <a:pt x="441879" y="76200"/>
                </a:cubicBezTo>
                <a:cubicBezTo>
                  <a:pt x="432354" y="69850"/>
                  <a:pt x="423765" y="61799"/>
                  <a:pt x="413304" y="57150"/>
                </a:cubicBezTo>
                <a:cubicBezTo>
                  <a:pt x="394954" y="48995"/>
                  <a:pt x="372862" y="49239"/>
                  <a:pt x="356154" y="38100"/>
                </a:cubicBezTo>
                <a:lnTo>
                  <a:pt x="299004" y="0"/>
                </a:lnTo>
                <a:lnTo>
                  <a:pt x="279954" y="57150"/>
                </a:lnTo>
                <a:cubicBezTo>
                  <a:pt x="269425" y="88737"/>
                  <a:pt x="272016" y="57150"/>
                  <a:pt x="270429" y="57150"/>
                </a:cubicBezTo>
                <a:close/>
              </a:path>
            </a:pathLst>
          </a:custGeom>
          <a:solidFill>
            <a:schemeClr val="accent1">
              <a:alpha val="12549"/>
            </a:schemeClr>
          </a:solidFill>
          <a:ln w="9525" cap="flat" cmpd="sng">
            <a:solidFill>
              <a:schemeClr val="dk1">
                <a:alpha val="6627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22" name="Google Shape;722;p11"/>
          <p:cNvSpPr/>
          <p:nvPr/>
        </p:nvSpPr>
        <p:spPr>
          <a:xfrm>
            <a:off x="2049564" y="3155072"/>
            <a:ext cx="398775" cy="131053"/>
          </a:xfrm>
          <a:custGeom>
            <a:avLst/>
            <a:gdLst/>
            <a:ahLst/>
            <a:cxnLst/>
            <a:rect l="l" t="t" r="r" b="b"/>
            <a:pathLst>
              <a:path w="398775" h="131053" extrusionOk="0">
                <a:moveTo>
                  <a:pt x="64986" y="26278"/>
                </a:moveTo>
                <a:lnTo>
                  <a:pt x="64986" y="26278"/>
                </a:lnTo>
                <a:cubicBezTo>
                  <a:pt x="211886" y="17637"/>
                  <a:pt x="222030" y="10016"/>
                  <a:pt x="360261" y="26278"/>
                </a:cubicBezTo>
                <a:cubicBezTo>
                  <a:pt x="370232" y="27451"/>
                  <a:pt x="379311" y="32628"/>
                  <a:pt x="388836" y="35803"/>
                </a:cubicBezTo>
                <a:cubicBezTo>
                  <a:pt x="392011" y="45328"/>
                  <a:pt x="398361" y="54338"/>
                  <a:pt x="398361" y="64378"/>
                </a:cubicBezTo>
                <a:cubicBezTo>
                  <a:pt x="398361" y="77469"/>
                  <a:pt x="398775" y="93959"/>
                  <a:pt x="388836" y="102478"/>
                </a:cubicBezTo>
                <a:cubicBezTo>
                  <a:pt x="379287" y="110663"/>
                  <a:pt x="312038" y="126440"/>
                  <a:pt x="293586" y="131053"/>
                </a:cubicBezTo>
                <a:cubicBezTo>
                  <a:pt x="265011" y="127878"/>
                  <a:pt x="236221" y="126255"/>
                  <a:pt x="207861" y="121528"/>
                </a:cubicBezTo>
                <a:cubicBezTo>
                  <a:pt x="197957" y="119877"/>
                  <a:pt x="189164" y="113799"/>
                  <a:pt x="179286" y="112003"/>
                </a:cubicBezTo>
                <a:cubicBezTo>
                  <a:pt x="154101" y="107424"/>
                  <a:pt x="128386" y="106370"/>
                  <a:pt x="103086" y="102478"/>
                </a:cubicBezTo>
                <a:cubicBezTo>
                  <a:pt x="60394" y="95910"/>
                  <a:pt x="61655" y="95018"/>
                  <a:pt x="26886" y="83428"/>
                </a:cubicBezTo>
                <a:cubicBezTo>
                  <a:pt x="20536" y="73903"/>
                  <a:pt x="9455" y="66186"/>
                  <a:pt x="7836" y="54853"/>
                </a:cubicBezTo>
                <a:cubicBezTo>
                  <a:pt x="0" y="0"/>
                  <a:pt x="25197" y="17631"/>
                  <a:pt x="55461" y="26278"/>
                </a:cubicBezTo>
                <a:cubicBezTo>
                  <a:pt x="92313" y="36807"/>
                  <a:pt x="63399" y="26278"/>
                  <a:pt x="64986" y="26278"/>
                </a:cubicBezTo>
                <a:close/>
              </a:path>
            </a:pathLst>
          </a:custGeom>
          <a:solidFill>
            <a:schemeClr val="accent1">
              <a:alpha val="12549"/>
            </a:schemeClr>
          </a:solidFill>
          <a:ln w="9525" cap="flat" cmpd="sng">
            <a:solidFill>
              <a:schemeClr val="dk1">
                <a:alpha val="6627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23" name="Google Shape;723;p11"/>
          <p:cNvSpPr/>
          <p:nvPr/>
        </p:nvSpPr>
        <p:spPr>
          <a:xfrm>
            <a:off x="1752600" y="3205548"/>
            <a:ext cx="377825" cy="213927"/>
          </a:xfrm>
          <a:custGeom>
            <a:avLst/>
            <a:gdLst/>
            <a:ahLst/>
            <a:cxnLst/>
            <a:rect l="l" t="t" r="r" b="b"/>
            <a:pathLst>
              <a:path w="377825" h="213927" extrusionOk="0">
                <a:moveTo>
                  <a:pt x="0" y="42477"/>
                </a:moveTo>
                <a:lnTo>
                  <a:pt x="0" y="42477"/>
                </a:lnTo>
                <a:cubicBezTo>
                  <a:pt x="110357" y="1093"/>
                  <a:pt x="81944" y="0"/>
                  <a:pt x="238125" y="23427"/>
                </a:cubicBezTo>
                <a:cubicBezTo>
                  <a:pt x="249446" y="25125"/>
                  <a:pt x="256239" y="37828"/>
                  <a:pt x="266700" y="42477"/>
                </a:cubicBezTo>
                <a:cubicBezTo>
                  <a:pt x="285050" y="50632"/>
                  <a:pt x="304800" y="55177"/>
                  <a:pt x="323850" y="61527"/>
                </a:cubicBezTo>
                <a:lnTo>
                  <a:pt x="352425" y="71052"/>
                </a:lnTo>
                <a:cubicBezTo>
                  <a:pt x="358775" y="90102"/>
                  <a:pt x="377825" y="109152"/>
                  <a:pt x="371475" y="128202"/>
                </a:cubicBezTo>
                <a:cubicBezTo>
                  <a:pt x="368300" y="137727"/>
                  <a:pt x="368222" y="148937"/>
                  <a:pt x="361950" y="156777"/>
                </a:cubicBezTo>
                <a:cubicBezTo>
                  <a:pt x="354799" y="165716"/>
                  <a:pt x="343836" y="171178"/>
                  <a:pt x="333375" y="175827"/>
                </a:cubicBezTo>
                <a:cubicBezTo>
                  <a:pt x="280830" y="199180"/>
                  <a:pt x="279820" y="191597"/>
                  <a:pt x="228600" y="204402"/>
                </a:cubicBezTo>
                <a:cubicBezTo>
                  <a:pt x="218860" y="206837"/>
                  <a:pt x="209550" y="210752"/>
                  <a:pt x="200025" y="213927"/>
                </a:cubicBezTo>
                <a:cubicBezTo>
                  <a:pt x="186830" y="211288"/>
                  <a:pt x="140300" y="204030"/>
                  <a:pt x="123825" y="194877"/>
                </a:cubicBezTo>
                <a:cubicBezTo>
                  <a:pt x="103811" y="183758"/>
                  <a:pt x="85725" y="169477"/>
                  <a:pt x="66675" y="156777"/>
                </a:cubicBezTo>
                <a:lnTo>
                  <a:pt x="38100" y="137727"/>
                </a:lnTo>
                <a:lnTo>
                  <a:pt x="9525" y="118677"/>
                </a:lnTo>
                <a:cubicBezTo>
                  <a:pt x="6350" y="109152"/>
                  <a:pt x="0" y="100142"/>
                  <a:pt x="0" y="90102"/>
                </a:cubicBezTo>
                <a:lnTo>
                  <a:pt x="0" y="42477"/>
                </a:lnTo>
                <a:close/>
              </a:path>
            </a:pathLst>
          </a:custGeom>
          <a:solidFill>
            <a:schemeClr val="accent1">
              <a:alpha val="12549"/>
            </a:schemeClr>
          </a:solidFill>
          <a:ln w="9525" cap="flat" cmpd="sng">
            <a:solidFill>
              <a:schemeClr val="dk1">
                <a:alpha val="6627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24" name="Google Shape;724;p11"/>
          <p:cNvSpPr/>
          <p:nvPr/>
        </p:nvSpPr>
        <p:spPr>
          <a:xfrm>
            <a:off x="1828800" y="2362200"/>
            <a:ext cx="771525" cy="733425"/>
          </a:xfrm>
          <a:custGeom>
            <a:avLst/>
            <a:gdLst/>
            <a:ahLst/>
            <a:cxnLst/>
            <a:rect l="l" t="t" r="r" b="b"/>
            <a:pathLst>
              <a:path w="771525" h="733425" extrusionOk="0">
                <a:moveTo>
                  <a:pt x="209550" y="390525"/>
                </a:moveTo>
                <a:lnTo>
                  <a:pt x="209550" y="390525"/>
                </a:lnTo>
                <a:cubicBezTo>
                  <a:pt x="187325" y="409575"/>
                  <a:pt x="164633" y="428093"/>
                  <a:pt x="142875" y="447675"/>
                </a:cubicBezTo>
                <a:cubicBezTo>
                  <a:pt x="90490" y="494822"/>
                  <a:pt x="138864" y="459874"/>
                  <a:pt x="85725" y="495300"/>
                </a:cubicBezTo>
                <a:cubicBezTo>
                  <a:pt x="79375" y="504825"/>
                  <a:pt x="74004" y="515081"/>
                  <a:pt x="66675" y="523875"/>
                </a:cubicBezTo>
                <a:cubicBezTo>
                  <a:pt x="45312" y="549510"/>
                  <a:pt x="32564" y="550619"/>
                  <a:pt x="19050" y="581025"/>
                </a:cubicBezTo>
                <a:cubicBezTo>
                  <a:pt x="10895" y="599375"/>
                  <a:pt x="0" y="638175"/>
                  <a:pt x="0" y="638175"/>
                </a:cubicBezTo>
                <a:cubicBezTo>
                  <a:pt x="3175" y="657225"/>
                  <a:pt x="888" y="678051"/>
                  <a:pt x="9525" y="695325"/>
                </a:cubicBezTo>
                <a:cubicBezTo>
                  <a:pt x="15144" y="706563"/>
                  <a:pt x="54701" y="722491"/>
                  <a:pt x="66675" y="723900"/>
                </a:cubicBezTo>
                <a:cubicBezTo>
                  <a:pt x="110933" y="729107"/>
                  <a:pt x="155575" y="730250"/>
                  <a:pt x="200025" y="733425"/>
                </a:cubicBezTo>
                <a:cubicBezTo>
                  <a:pt x="219075" y="730250"/>
                  <a:pt x="238237" y="727688"/>
                  <a:pt x="257175" y="723900"/>
                </a:cubicBezTo>
                <a:cubicBezTo>
                  <a:pt x="308757" y="713584"/>
                  <a:pt x="290113" y="710784"/>
                  <a:pt x="352425" y="704850"/>
                </a:cubicBezTo>
                <a:cubicBezTo>
                  <a:pt x="523700" y="688538"/>
                  <a:pt x="448034" y="703532"/>
                  <a:pt x="581025" y="685800"/>
                </a:cubicBezTo>
                <a:cubicBezTo>
                  <a:pt x="645156" y="677249"/>
                  <a:pt x="633189" y="677937"/>
                  <a:pt x="695325" y="657225"/>
                </a:cubicBezTo>
                <a:lnTo>
                  <a:pt x="723900" y="647700"/>
                </a:lnTo>
                <a:cubicBezTo>
                  <a:pt x="733425" y="638175"/>
                  <a:pt x="745933" y="630900"/>
                  <a:pt x="752475" y="619125"/>
                </a:cubicBezTo>
                <a:cubicBezTo>
                  <a:pt x="762227" y="601572"/>
                  <a:pt x="771525" y="561975"/>
                  <a:pt x="771525" y="561975"/>
                </a:cubicBezTo>
                <a:cubicBezTo>
                  <a:pt x="768350" y="406400"/>
                  <a:pt x="770475" y="250626"/>
                  <a:pt x="762000" y="95250"/>
                </a:cubicBezTo>
                <a:cubicBezTo>
                  <a:pt x="760906" y="75199"/>
                  <a:pt x="749300" y="57150"/>
                  <a:pt x="742950" y="38100"/>
                </a:cubicBezTo>
                <a:cubicBezTo>
                  <a:pt x="730250" y="0"/>
                  <a:pt x="742950" y="12700"/>
                  <a:pt x="704850" y="0"/>
                </a:cubicBezTo>
                <a:cubicBezTo>
                  <a:pt x="688975" y="3175"/>
                  <a:pt x="671281" y="1493"/>
                  <a:pt x="657225" y="9525"/>
                </a:cubicBezTo>
                <a:cubicBezTo>
                  <a:pt x="647286" y="15205"/>
                  <a:pt x="639211" y="26699"/>
                  <a:pt x="638175" y="38100"/>
                </a:cubicBezTo>
                <a:cubicBezTo>
                  <a:pt x="634328" y="80412"/>
                  <a:pt x="645339" y="107216"/>
                  <a:pt x="657225" y="142875"/>
                </a:cubicBezTo>
                <a:cubicBezTo>
                  <a:pt x="654050" y="152400"/>
                  <a:pt x="656680" y="166960"/>
                  <a:pt x="647700" y="171450"/>
                </a:cubicBezTo>
                <a:cubicBezTo>
                  <a:pt x="622976" y="183812"/>
                  <a:pt x="607921" y="141196"/>
                  <a:pt x="600075" y="133350"/>
                </a:cubicBezTo>
                <a:cubicBezTo>
                  <a:pt x="591980" y="125255"/>
                  <a:pt x="581025" y="120650"/>
                  <a:pt x="571500" y="114300"/>
                </a:cubicBezTo>
                <a:cubicBezTo>
                  <a:pt x="558281" y="153957"/>
                  <a:pt x="557707" y="139926"/>
                  <a:pt x="571500" y="190500"/>
                </a:cubicBezTo>
                <a:cubicBezTo>
                  <a:pt x="576784" y="209873"/>
                  <a:pt x="590550" y="247650"/>
                  <a:pt x="590550" y="247650"/>
                </a:cubicBezTo>
                <a:cubicBezTo>
                  <a:pt x="581025" y="250825"/>
                  <a:pt x="571500" y="260350"/>
                  <a:pt x="561975" y="257175"/>
                </a:cubicBezTo>
                <a:cubicBezTo>
                  <a:pt x="540255" y="249935"/>
                  <a:pt x="504825" y="219075"/>
                  <a:pt x="504825" y="219075"/>
                </a:cubicBezTo>
                <a:cubicBezTo>
                  <a:pt x="439506" y="240848"/>
                  <a:pt x="512701" y="207261"/>
                  <a:pt x="466725" y="276225"/>
                </a:cubicBezTo>
                <a:cubicBezTo>
                  <a:pt x="461156" y="284579"/>
                  <a:pt x="447675" y="282575"/>
                  <a:pt x="438150" y="285750"/>
                </a:cubicBezTo>
                <a:cubicBezTo>
                  <a:pt x="428625" y="282575"/>
                  <a:pt x="416675" y="269125"/>
                  <a:pt x="409575" y="276225"/>
                </a:cubicBezTo>
                <a:cubicBezTo>
                  <a:pt x="401559" y="284241"/>
                  <a:pt x="437658" y="332269"/>
                  <a:pt x="438150" y="333375"/>
                </a:cubicBezTo>
                <a:cubicBezTo>
                  <a:pt x="446305" y="351725"/>
                  <a:pt x="450850" y="371475"/>
                  <a:pt x="457200" y="390525"/>
                </a:cubicBezTo>
                <a:cubicBezTo>
                  <a:pt x="460375" y="400050"/>
                  <a:pt x="461156" y="410746"/>
                  <a:pt x="466725" y="419100"/>
                </a:cubicBezTo>
                <a:lnTo>
                  <a:pt x="485775" y="447675"/>
                </a:lnTo>
                <a:cubicBezTo>
                  <a:pt x="488950" y="463550"/>
                  <a:pt x="491660" y="479525"/>
                  <a:pt x="495300" y="495300"/>
                </a:cubicBezTo>
                <a:cubicBezTo>
                  <a:pt x="501187" y="520811"/>
                  <a:pt x="514350" y="571500"/>
                  <a:pt x="514350" y="571500"/>
                </a:cubicBezTo>
                <a:cubicBezTo>
                  <a:pt x="469640" y="586403"/>
                  <a:pt x="463853" y="590550"/>
                  <a:pt x="400050" y="590550"/>
                </a:cubicBezTo>
                <a:cubicBezTo>
                  <a:pt x="377599" y="590550"/>
                  <a:pt x="355600" y="584200"/>
                  <a:pt x="333375" y="581025"/>
                </a:cubicBezTo>
                <a:lnTo>
                  <a:pt x="295275" y="523875"/>
                </a:lnTo>
                <a:cubicBezTo>
                  <a:pt x="288925" y="514350"/>
                  <a:pt x="279845" y="506160"/>
                  <a:pt x="276225" y="495300"/>
                </a:cubicBezTo>
                <a:cubicBezTo>
                  <a:pt x="273050" y="485775"/>
                  <a:pt x="271576" y="475502"/>
                  <a:pt x="266700" y="466725"/>
                </a:cubicBezTo>
                <a:cubicBezTo>
                  <a:pt x="255581" y="446711"/>
                  <a:pt x="250320" y="416815"/>
                  <a:pt x="228600" y="409575"/>
                </a:cubicBezTo>
                <a:lnTo>
                  <a:pt x="209550" y="390525"/>
                </a:lnTo>
                <a:close/>
              </a:path>
            </a:pathLst>
          </a:custGeom>
          <a:solidFill>
            <a:schemeClr val="accent1">
              <a:alpha val="12549"/>
            </a:schemeClr>
          </a:solidFill>
          <a:ln w="9525" cap="flat" cmpd="sng">
            <a:solidFill>
              <a:schemeClr val="dk1">
                <a:alpha val="6627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25" name="Google Shape;725;p11"/>
          <p:cNvSpPr/>
          <p:nvPr/>
        </p:nvSpPr>
        <p:spPr>
          <a:xfrm>
            <a:off x="2581275" y="2057400"/>
            <a:ext cx="314325" cy="361950"/>
          </a:xfrm>
          <a:custGeom>
            <a:avLst/>
            <a:gdLst/>
            <a:ahLst/>
            <a:cxnLst/>
            <a:rect l="l" t="t" r="r" b="b"/>
            <a:pathLst>
              <a:path w="447675" h="467878" extrusionOk="0">
                <a:moveTo>
                  <a:pt x="0" y="401203"/>
                </a:moveTo>
                <a:lnTo>
                  <a:pt x="0" y="401203"/>
                </a:lnTo>
                <a:cubicBezTo>
                  <a:pt x="6350" y="372628"/>
                  <a:pt x="11950" y="343876"/>
                  <a:pt x="19050" y="315478"/>
                </a:cubicBezTo>
                <a:cubicBezTo>
                  <a:pt x="21485" y="305738"/>
                  <a:pt x="23594" y="295620"/>
                  <a:pt x="28575" y="286903"/>
                </a:cubicBezTo>
                <a:cubicBezTo>
                  <a:pt x="36451" y="273120"/>
                  <a:pt x="48736" y="262265"/>
                  <a:pt x="57150" y="248803"/>
                </a:cubicBezTo>
                <a:cubicBezTo>
                  <a:pt x="64675" y="236762"/>
                  <a:pt x="68895" y="222879"/>
                  <a:pt x="76200" y="210703"/>
                </a:cubicBezTo>
                <a:cubicBezTo>
                  <a:pt x="87980" y="191070"/>
                  <a:pt x="101600" y="172603"/>
                  <a:pt x="114300" y="153553"/>
                </a:cubicBezTo>
                <a:cubicBezTo>
                  <a:pt x="137205" y="119196"/>
                  <a:pt x="151353" y="93926"/>
                  <a:pt x="190500" y="67828"/>
                </a:cubicBezTo>
                <a:lnTo>
                  <a:pt x="247650" y="29728"/>
                </a:lnTo>
                <a:cubicBezTo>
                  <a:pt x="257175" y="23378"/>
                  <a:pt x="264892" y="12297"/>
                  <a:pt x="276225" y="10678"/>
                </a:cubicBezTo>
                <a:lnTo>
                  <a:pt x="342900" y="1153"/>
                </a:lnTo>
                <a:cubicBezTo>
                  <a:pt x="371475" y="4328"/>
                  <a:pt x="401931" y="0"/>
                  <a:pt x="428625" y="10678"/>
                </a:cubicBezTo>
                <a:cubicBezTo>
                  <a:pt x="437947" y="14407"/>
                  <a:pt x="435972" y="29452"/>
                  <a:pt x="438150" y="39253"/>
                </a:cubicBezTo>
                <a:cubicBezTo>
                  <a:pt x="442340" y="58106"/>
                  <a:pt x="444500" y="77353"/>
                  <a:pt x="447675" y="96403"/>
                </a:cubicBezTo>
                <a:cubicBezTo>
                  <a:pt x="445309" y="112968"/>
                  <a:pt x="441413" y="168634"/>
                  <a:pt x="428625" y="191653"/>
                </a:cubicBezTo>
                <a:cubicBezTo>
                  <a:pt x="417506" y="211667"/>
                  <a:pt x="403225" y="229753"/>
                  <a:pt x="390525" y="248803"/>
                </a:cubicBezTo>
                <a:cubicBezTo>
                  <a:pt x="384175" y="258328"/>
                  <a:pt x="379570" y="269283"/>
                  <a:pt x="371475" y="277378"/>
                </a:cubicBezTo>
                <a:cubicBezTo>
                  <a:pt x="361950" y="286903"/>
                  <a:pt x="351524" y="295605"/>
                  <a:pt x="342900" y="305953"/>
                </a:cubicBezTo>
                <a:cubicBezTo>
                  <a:pt x="320936" y="332309"/>
                  <a:pt x="326581" y="342232"/>
                  <a:pt x="295275" y="363103"/>
                </a:cubicBezTo>
                <a:cubicBezTo>
                  <a:pt x="286921" y="368672"/>
                  <a:pt x="275477" y="367752"/>
                  <a:pt x="266700" y="372628"/>
                </a:cubicBezTo>
                <a:cubicBezTo>
                  <a:pt x="246686" y="383747"/>
                  <a:pt x="228600" y="398028"/>
                  <a:pt x="209550" y="410728"/>
                </a:cubicBezTo>
                <a:cubicBezTo>
                  <a:pt x="200025" y="417078"/>
                  <a:pt x="191835" y="426158"/>
                  <a:pt x="180975" y="429778"/>
                </a:cubicBezTo>
                <a:cubicBezTo>
                  <a:pt x="109151" y="453719"/>
                  <a:pt x="197683" y="421424"/>
                  <a:pt x="123825" y="458353"/>
                </a:cubicBezTo>
                <a:cubicBezTo>
                  <a:pt x="114845" y="462843"/>
                  <a:pt x="104775" y="464703"/>
                  <a:pt x="95250" y="467878"/>
                </a:cubicBezTo>
                <a:cubicBezTo>
                  <a:pt x="85725" y="458353"/>
                  <a:pt x="77883" y="446775"/>
                  <a:pt x="66675" y="439303"/>
                </a:cubicBezTo>
                <a:cubicBezTo>
                  <a:pt x="58321" y="433734"/>
                  <a:pt x="46454" y="435347"/>
                  <a:pt x="38100" y="429778"/>
                </a:cubicBezTo>
                <a:cubicBezTo>
                  <a:pt x="12904" y="412980"/>
                  <a:pt x="6350" y="405965"/>
                  <a:pt x="0" y="401203"/>
                </a:cubicBezTo>
                <a:close/>
              </a:path>
            </a:pathLst>
          </a:custGeom>
          <a:solidFill>
            <a:schemeClr val="accent1">
              <a:alpha val="12549"/>
            </a:schemeClr>
          </a:solidFill>
          <a:ln w="9525" cap="flat" cmpd="sng">
            <a:solidFill>
              <a:schemeClr val="dk1">
                <a:alpha val="6627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26" name="Google Shape;726;p11"/>
          <p:cNvSpPr/>
          <p:nvPr/>
        </p:nvSpPr>
        <p:spPr>
          <a:xfrm>
            <a:off x="2743200" y="1752600"/>
            <a:ext cx="337942" cy="426283"/>
          </a:xfrm>
          <a:custGeom>
            <a:avLst/>
            <a:gdLst/>
            <a:ahLst/>
            <a:cxnLst/>
            <a:rect l="l" t="t" r="r" b="b"/>
            <a:pathLst>
              <a:path w="337942" h="426283" extrusionOk="0">
                <a:moveTo>
                  <a:pt x="0" y="257175"/>
                </a:moveTo>
                <a:lnTo>
                  <a:pt x="0" y="257175"/>
                </a:lnTo>
                <a:cubicBezTo>
                  <a:pt x="12525" y="258567"/>
                  <a:pt x="107811" y="266648"/>
                  <a:pt x="133350" y="276225"/>
                </a:cubicBezTo>
                <a:cubicBezTo>
                  <a:pt x="144069" y="280245"/>
                  <a:pt x="152400" y="288925"/>
                  <a:pt x="161925" y="295275"/>
                </a:cubicBezTo>
                <a:cubicBezTo>
                  <a:pt x="216520" y="377167"/>
                  <a:pt x="151065" y="273555"/>
                  <a:pt x="190500" y="352425"/>
                </a:cubicBezTo>
                <a:cubicBezTo>
                  <a:pt x="227429" y="426283"/>
                  <a:pt x="195134" y="337751"/>
                  <a:pt x="219075" y="409575"/>
                </a:cubicBezTo>
                <a:cubicBezTo>
                  <a:pt x="228600" y="406400"/>
                  <a:pt x="238670" y="404540"/>
                  <a:pt x="247650" y="400050"/>
                </a:cubicBezTo>
                <a:cubicBezTo>
                  <a:pt x="278765" y="384493"/>
                  <a:pt x="302895" y="358140"/>
                  <a:pt x="314325" y="323850"/>
                </a:cubicBezTo>
                <a:lnTo>
                  <a:pt x="333375" y="266700"/>
                </a:lnTo>
                <a:cubicBezTo>
                  <a:pt x="322419" y="113321"/>
                  <a:pt x="337942" y="175626"/>
                  <a:pt x="304800" y="76200"/>
                </a:cubicBezTo>
                <a:cubicBezTo>
                  <a:pt x="301625" y="66675"/>
                  <a:pt x="302375" y="54725"/>
                  <a:pt x="295275" y="47625"/>
                </a:cubicBezTo>
                <a:cubicBezTo>
                  <a:pt x="285750" y="38100"/>
                  <a:pt x="278475" y="25592"/>
                  <a:pt x="266700" y="19050"/>
                </a:cubicBezTo>
                <a:cubicBezTo>
                  <a:pt x="249147" y="9298"/>
                  <a:pt x="209550" y="0"/>
                  <a:pt x="209550" y="0"/>
                </a:cubicBezTo>
                <a:cubicBezTo>
                  <a:pt x="190500" y="3175"/>
                  <a:pt x="170722" y="3418"/>
                  <a:pt x="152400" y="9525"/>
                </a:cubicBezTo>
                <a:cubicBezTo>
                  <a:pt x="103414" y="25854"/>
                  <a:pt x="141061" y="28121"/>
                  <a:pt x="104775" y="57150"/>
                </a:cubicBezTo>
                <a:cubicBezTo>
                  <a:pt x="96935" y="63422"/>
                  <a:pt x="85725" y="63500"/>
                  <a:pt x="76200" y="66675"/>
                </a:cubicBezTo>
                <a:cubicBezTo>
                  <a:pt x="69850" y="85725"/>
                  <a:pt x="68289" y="107117"/>
                  <a:pt x="57150" y="123825"/>
                </a:cubicBezTo>
                <a:cubicBezTo>
                  <a:pt x="26961" y="169108"/>
                  <a:pt x="41720" y="141540"/>
                  <a:pt x="19050" y="209550"/>
                </a:cubicBezTo>
                <a:cubicBezTo>
                  <a:pt x="8521" y="241137"/>
                  <a:pt x="3175" y="249237"/>
                  <a:pt x="0" y="257175"/>
                </a:cubicBezTo>
                <a:close/>
              </a:path>
            </a:pathLst>
          </a:custGeom>
          <a:solidFill>
            <a:schemeClr val="accent1">
              <a:alpha val="12549"/>
            </a:schemeClr>
          </a:solidFill>
          <a:ln w="9525" cap="flat" cmpd="sng">
            <a:solidFill>
              <a:schemeClr val="dk1">
                <a:alpha val="6627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27" name="Google Shape;727;p11"/>
          <p:cNvSpPr/>
          <p:nvPr/>
        </p:nvSpPr>
        <p:spPr>
          <a:xfrm>
            <a:off x="2876550" y="1740389"/>
            <a:ext cx="142875" cy="193186"/>
          </a:xfrm>
          <a:custGeom>
            <a:avLst/>
            <a:gdLst/>
            <a:ahLst/>
            <a:cxnLst/>
            <a:rect l="l" t="t" r="r" b="b"/>
            <a:pathLst>
              <a:path w="142875" h="193186" extrusionOk="0">
                <a:moveTo>
                  <a:pt x="0" y="78886"/>
                </a:moveTo>
                <a:lnTo>
                  <a:pt x="0" y="78886"/>
                </a:lnTo>
                <a:cubicBezTo>
                  <a:pt x="29388" y="57895"/>
                  <a:pt x="77213" y="0"/>
                  <a:pt x="123825" y="40786"/>
                </a:cubicBezTo>
                <a:cubicBezTo>
                  <a:pt x="138937" y="54009"/>
                  <a:pt x="142875" y="97936"/>
                  <a:pt x="142875" y="97936"/>
                </a:cubicBezTo>
                <a:cubicBezTo>
                  <a:pt x="138227" y="125822"/>
                  <a:pt x="140056" y="163056"/>
                  <a:pt x="114300" y="183661"/>
                </a:cubicBezTo>
                <a:cubicBezTo>
                  <a:pt x="106460" y="189933"/>
                  <a:pt x="95250" y="190011"/>
                  <a:pt x="85725" y="193186"/>
                </a:cubicBezTo>
                <a:cubicBezTo>
                  <a:pt x="66675" y="190011"/>
                  <a:pt x="45849" y="192298"/>
                  <a:pt x="28575" y="183661"/>
                </a:cubicBezTo>
                <a:cubicBezTo>
                  <a:pt x="13803" y="176275"/>
                  <a:pt x="4508" y="140035"/>
                  <a:pt x="0" y="126511"/>
                </a:cubicBezTo>
                <a:cubicBezTo>
                  <a:pt x="3175" y="110636"/>
                  <a:pt x="3841" y="94045"/>
                  <a:pt x="9525" y="78886"/>
                </a:cubicBezTo>
                <a:cubicBezTo>
                  <a:pt x="30336" y="23390"/>
                  <a:pt x="1587" y="78886"/>
                  <a:pt x="0" y="78886"/>
                </a:cubicBezTo>
                <a:close/>
              </a:path>
            </a:pathLst>
          </a:custGeom>
          <a:solidFill>
            <a:schemeClr val="accent1">
              <a:alpha val="12549"/>
            </a:schemeClr>
          </a:solidFill>
          <a:ln w="9525" cap="flat" cmpd="sng">
            <a:solidFill>
              <a:schemeClr val="dk1">
                <a:alpha val="6627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28" name="Google Shape;728;p11"/>
          <p:cNvSpPr/>
          <p:nvPr/>
        </p:nvSpPr>
        <p:spPr>
          <a:xfrm>
            <a:off x="2808540" y="965687"/>
            <a:ext cx="1140758" cy="901213"/>
          </a:xfrm>
          <a:custGeom>
            <a:avLst/>
            <a:gdLst/>
            <a:ahLst/>
            <a:cxnLst/>
            <a:rect l="l" t="t" r="r" b="b"/>
            <a:pathLst>
              <a:path w="1140758" h="901213" extrusionOk="0">
                <a:moveTo>
                  <a:pt x="163260" y="682138"/>
                </a:moveTo>
                <a:lnTo>
                  <a:pt x="163260" y="682138"/>
                </a:lnTo>
                <a:cubicBezTo>
                  <a:pt x="160085" y="634513"/>
                  <a:pt x="158484" y="586757"/>
                  <a:pt x="153735" y="539263"/>
                </a:cubicBezTo>
                <a:cubicBezTo>
                  <a:pt x="150408" y="505992"/>
                  <a:pt x="141049" y="485357"/>
                  <a:pt x="134685" y="453538"/>
                </a:cubicBezTo>
                <a:cubicBezTo>
                  <a:pt x="130897" y="434600"/>
                  <a:pt x="127712" y="415531"/>
                  <a:pt x="125160" y="396388"/>
                </a:cubicBezTo>
                <a:cubicBezTo>
                  <a:pt x="114605" y="317223"/>
                  <a:pt x="122419" y="329645"/>
                  <a:pt x="106110" y="272563"/>
                </a:cubicBezTo>
                <a:cubicBezTo>
                  <a:pt x="103352" y="262909"/>
                  <a:pt x="102857" y="251828"/>
                  <a:pt x="96585" y="243988"/>
                </a:cubicBezTo>
                <a:cubicBezTo>
                  <a:pt x="89434" y="235049"/>
                  <a:pt x="77535" y="231288"/>
                  <a:pt x="68010" y="224938"/>
                </a:cubicBezTo>
                <a:cubicBezTo>
                  <a:pt x="44069" y="153114"/>
                  <a:pt x="76364" y="241646"/>
                  <a:pt x="39435" y="167788"/>
                </a:cubicBezTo>
                <a:cubicBezTo>
                  <a:pt x="0" y="88918"/>
                  <a:pt x="65455" y="192530"/>
                  <a:pt x="10860" y="110638"/>
                </a:cubicBezTo>
                <a:cubicBezTo>
                  <a:pt x="7685" y="97938"/>
                  <a:pt x="1335" y="85629"/>
                  <a:pt x="1335" y="72538"/>
                </a:cubicBezTo>
                <a:cubicBezTo>
                  <a:pt x="1335" y="0"/>
                  <a:pt x="105669" y="50735"/>
                  <a:pt x="144210" y="53488"/>
                </a:cubicBezTo>
                <a:cubicBezTo>
                  <a:pt x="153735" y="56663"/>
                  <a:pt x="163557" y="59058"/>
                  <a:pt x="172785" y="63013"/>
                </a:cubicBezTo>
                <a:cubicBezTo>
                  <a:pt x="185836" y="68606"/>
                  <a:pt x="197415" y="77573"/>
                  <a:pt x="210885" y="82063"/>
                </a:cubicBezTo>
                <a:cubicBezTo>
                  <a:pt x="235723" y="90342"/>
                  <a:pt x="287085" y="101113"/>
                  <a:pt x="287085" y="101113"/>
                </a:cubicBezTo>
                <a:cubicBezTo>
                  <a:pt x="296610" y="107463"/>
                  <a:pt x="306866" y="112834"/>
                  <a:pt x="315660" y="120163"/>
                </a:cubicBezTo>
                <a:cubicBezTo>
                  <a:pt x="326008" y="128787"/>
                  <a:pt x="333027" y="141266"/>
                  <a:pt x="344235" y="148738"/>
                </a:cubicBezTo>
                <a:cubicBezTo>
                  <a:pt x="430152" y="206016"/>
                  <a:pt x="311459" y="102375"/>
                  <a:pt x="401385" y="177313"/>
                </a:cubicBezTo>
                <a:cubicBezTo>
                  <a:pt x="446921" y="215259"/>
                  <a:pt x="414953" y="193595"/>
                  <a:pt x="449010" y="234463"/>
                </a:cubicBezTo>
                <a:cubicBezTo>
                  <a:pt x="476988" y="268036"/>
                  <a:pt x="494909" y="274587"/>
                  <a:pt x="534735" y="301138"/>
                </a:cubicBezTo>
                <a:cubicBezTo>
                  <a:pt x="571664" y="325757"/>
                  <a:pt x="552450" y="316568"/>
                  <a:pt x="591885" y="329713"/>
                </a:cubicBezTo>
                <a:cubicBezTo>
                  <a:pt x="636649" y="374477"/>
                  <a:pt x="609252" y="350816"/>
                  <a:pt x="677610" y="396388"/>
                </a:cubicBezTo>
                <a:cubicBezTo>
                  <a:pt x="687135" y="402738"/>
                  <a:pt x="695325" y="411818"/>
                  <a:pt x="706185" y="415438"/>
                </a:cubicBezTo>
                <a:lnTo>
                  <a:pt x="763335" y="434488"/>
                </a:lnTo>
                <a:cubicBezTo>
                  <a:pt x="772860" y="447188"/>
                  <a:pt x="784034" y="458805"/>
                  <a:pt x="791910" y="472588"/>
                </a:cubicBezTo>
                <a:cubicBezTo>
                  <a:pt x="823850" y="528483"/>
                  <a:pt x="761261" y="480039"/>
                  <a:pt x="839535" y="558313"/>
                </a:cubicBezTo>
                <a:cubicBezTo>
                  <a:pt x="849060" y="567838"/>
                  <a:pt x="857477" y="578618"/>
                  <a:pt x="868110" y="586888"/>
                </a:cubicBezTo>
                <a:cubicBezTo>
                  <a:pt x="886182" y="600944"/>
                  <a:pt x="909071" y="608799"/>
                  <a:pt x="925260" y="624988"/>
                </a:cubicBezTo>
                <a:cubicBezTo>
                  <a:pt x="979429" y="679157"/>
                  <a:pt x="927271" y="635519"/>
                  <a:pt x="982410" y="663088"/>
                </a:cubicBezTo>
                <a:cubicBezTo>
                  <a:pt x="1056268" y="700017"/>
                  <a:pt x="967736" y="667722"/>
                  <a:pt x="1039560" y="691663"/>
                </a:cubicBezTo>
                <a:cubicBezTo>
                  <a:pt x="1064215" y="716318"/>
                  <a:pt x="1094842" y="743209"/>
                  <a:pt x="1106235" y="777388"/>
                </a:cubicBezTo>
                <a:cubicBezTo>
                  <a:pt x="1119380" y="816823"/>
                  <a:pt x="1110191" y="797609"/>
                  <a:pt x="1134810" y="834538"/>
                </a:cubicBezTo>
                <a:cubicBezTo>
                  <a:pt x="1131635" y="850413"/>
                  <a:pt x="1140758" y="877402"/>
                  <a:pt x="1125285" y="882163"/>
                </a:cubicBezTo>
                <a:cubicBezTo>
                  <a:pt x="1101824" y="889382"/>
                  <a:pt x="993088" y="869655"/>
                  <a:pt x="953835" y="863113"/>
                </a:cubicBezTo>
                <a:cubicBezTo>
                  <a:pt x="903035" y="866288"/>
                  <a:pt x="852158" y="868411"/>
                  <a:pt x="801435" y="872638"/>
                </a:cubicBezTo>
                <a:cubicBezTo>
                  <a:pt x="775926" y="874764"/>
                  <a:pt x="750676" y="879336"/>
                  <a:pt x="725235" y="882163"/>
                </a:cubicBezTo>
                <a:cubicBezTo>
                  <a:pt x="693522" y="885687"/>
                  <a:pt x="661735" y="888513"/>
                  <a:pt x="629985" y="891688"/>
                </a:cubicBezTo>
                <a:cubicBezTo>
                  <a:pt x="617285" y="894863"/>
                  <a:pt x="604976" y="901213"/>
                  <a:pt x="591885" y="901213"/>
                </a:cubicBezTo>
                <a:cubicBezTo>
                  <a:pt x="471373" y="901213"/>
                  <a:pt x="486001" y="900843"/>
                  <a:pt x="401385" y="872638"/>
                </a:cubicBezTo>
                <a:cubicBezTo>
                  <a:pt x="297172" y="837900"/>
                  <a:pt x="455022" y="893302"/>
                  <a:pt x="344235" y="844063"/>
                </a:cubicBezTo>
                <a:cubicBezTo>
                  <a:pt x="325885" y="835908"/>
                  <a:pt x="287085" y="825013"/>
                  <a:pt x="287085" y="825013"/>
                </a:cubicBezTo>
                <a:cubicBezTo>
                  <a:pt x="252160" y="772625"/>
                  <a:pt x="287085" y="817075"/>
                  <a:pt x="239460" y="777388"/>
                </a:cubicBezTo>
                <a:cubicBezTo>
                  <a:pt x="166121" y="716272"/>
                  <a:pt x="253256" y="777061"/>
                  <a:pt x="182310" y="729763"/>
                </a:cubicBezTo>
                <a:cubicBezTo>
                  <a:pt x="158240" y="657553"/>
                  <a:pt x="163260" y="692693"/>
                  <a:pt x="163260" y="624988"/>
                </a:cubicBezTo>
                <a:lnTo>
                  <a:pt x="163260" y="624988"/>
                </a:lnTo>
              </a:path>
            </a:pathLst>
          </a:custGeom>
          <a:solidFill>
            <a:schemeClr val="accent1">
              <a:alpha val="12549"/>
            </a:schemeClr>
          </a:solidFill>
          <a:ln w="9525" cap="flat" cmpd="sng">
            <a:solidFill>
              <a:schemeClr val="dk1">
                <a:alpha val="6627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29" name="Google Shape;729;p11"/>
          <p:cNvSpPr/>
          <p:nvPr/>
        </p:nvSpPr>
        <p:spPr>
          <a:xfrm>
            <a:off x="3833347" y="1408150"/>
            <a:ext cx="405278" cy="268250"/>
          </a:xfrm>
          <a:custGeom>
            <a:avLst/>
            <a:gdLst/>
            <a:ahLst/>
            <a:cxnLst/>
            <a:rect l="l" t="t" r="r" b="b"/>
            <a:pathLst>
              <a:path w="405278" h="268250" extrusionOk="0">
                <a:moveTo>
                  <a:pt x="148103" y="30125"/>
                </a:moveTo>
                <a:lnTo>
                  <a:pt x="148103" y="30125"/>
                </a:lnTo>
                <a:cubicBezTo>
                  <a:pt x="170328" y="49175"/>
                  <a:pt x="191576" y="69428"/>
                  <a:pt x="214778" y="87275"/>
                </a:cubicBezTo>
                <a:cubicBezTo>
                  <a:pt x="232925" y="101234"/>
                  <a:pt x="255739" y="109186"/>
                  <a:pt x="271928" y="125375"/>
                </a:cubicBezTo>
                <a:cubicBezTo>
                  <a:pt x="308598" y="162045"/>
                  <a:pt x="289295" y="146478"/>
                  <a:pt x="329078" y="173000"/>
                </a:cubicBezTo>
                <a:cubicBezTo>
                  <a:pt x="335428" y="182525"/>
                  <a:pt x="338420" y="195508"/>
                  <a:pt x="348128" y="201575"/>
                </a:cubicBezTo>
                <a:cubicBezTo>
                  <a:pt x="365156" y="212218"/>
                  <a:pt x="405278" y="220625"/>
                  <a:pt x="405278" y="220625"/>
                </a:cubicBezTo>
                <a:cubicBezTo>
                  <a:pt x="402103" y="233325"/>
                  <a:pt x="403931" y="248503"/>
                  <a:pt x="395753" y="258725"/>
                </a:cubicBezTo>
                <a:cubicBezTo>
                  <a:pt x="389481" y="266565"/>
                  <a:pt x="377218" y="268250"/>
                  <a:pt x="367178" y="268250"/>
                </a:cubicBezTo>
                <a:cubicBezTo>
                  <a:pt x="335270" y="268250"/>
                  <a:pt x="303678" y="261900"/>
                  <a:pt x="271928" y="258725"/>
                </a:cubicBezTo>
                <a:cubicBezTo>
                  <a:pt x="259721" y="255673"/>
                  <a:pt x="218918" y="246507"/>
                  <a:pt x="205253" y="239675"/>
                </a:cubicBezTo>
                <a:cubicBezTo>
                  <a:pt x="195014" y="234555"/>
                  <a:pt x="187139" y="225274"/>
                  <a:pt x="176678" y="220625"/>
                </a:cubicBezTo>
                <a:cubicBezTo>
                  <a:pt x="158328" y="212470"/>
                  <a:pt x="119528" y="201575"/>
                  <a:pt x="119528" y="201575"/>
                </a:cubicBezTo>
                <a:cubicBezTo>
                  <a:pt x="64933" y="119683"/>
                  <a:pt x="137628" y="216055"/>
                  <a:pt x="71903" y="163475"/>
                </a:cubicBezTo>
                <a:cubicBezTo>
                  <a:pt x="62964" y="156324"/>
                  <a:pt x="60182" y="143694"/>
                  <a:pt x="52853" y="134900"/>
                </a:cubicBezTo>
                <a:cubicBezTo>
                  <a:pt x="44229" y="124552"/>
                  <a:pt x="33803" y="115850"/>
                  <a:pt x="24278" y="106325"/>
                </a:cubicBezTo>
                <a:cubicBezTo>
                  <a:pt x="15457" y="79863"/>
                  <a:pt x="0" y="48346"/>
                  <a:pt x="24278" y="20600"/>
                </a:cubicBezTo>
                <a:cubicBezTo>
                  <a:pt x="37501" y="5488"/>
                  <a:pt x="81428" y="1550"/>
                  <a:pt x="81428" y="1550"/>
                </a:cubicBezTo>
                <a:cubicBezTo>
                  <a:pt x="100478" y="4725"/>
                  <a:pt x="122756" y="0"/>
                  <a:pt x="138578" y="11075"/>
                </a:cubicBezTo>
                <a:cubicBezTo>
                  <a:pt x="157335" y="24205"/>
                  <a:pt x="146516" y="26950"/>
                  <a:pt x="148103" y="30125"/>
                </a:cubicBezTo>
                <a:close/>
              </a:path>
            </a:pathLst>
          </a:custGeom>
          <a:solidFill>
            <a:schemeClr val="accent1">
              <a:alpha val="12549"/>
            </a:schemeClr>
          </a:solidFill>
          <a:ln w="9525" cap="flat" cmpd="sng">
            <a:solidFill>
              <a:schemeClr val="dk1">
                <a:alpha val="6627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30" name="Google Shape;730;p11"/>
          <p:cNvSpPr/>
          <p:nvPr/>
        </p:nvSpPr>
        <p:spPr>
          <a:xfrm>
            <a:off x="4200525" y="1703112"/>
            <a:ext cx="228600" cy="184524"/>
          </a:xfrm>
          <a:custGeom>
            <a:avLst/>
            <a:gdLst/>
            <a:ahLst/>
            <a:cxnLst/>
            <a:rect l="l" t="t" r="r" b="b"/>
            <a:pathLst>
              <a:path w="228600" h="184524" extrusionOk="0">
                <a:moveTo>
                  <a:pt x="0" y="20913"/>
                </a:moveTo>
                <a:lnTo>
                  <a:pt x="0" y="20913"/>
                </a:lnTo>
                <a:cubicBezTo>
                  <a:pt x="28575" y="14563"/>
                  <a:pt x="56518" y="3810"/>
                  <a:pt x="85725" y="1863"/>
                </a:cubicBezTo>
                <a:cubicBezTo>
                  <a:pt x="113664" y="0"/>
                  <a:pt x="144888" y="12059"/>
                  <a:pt x="171450" y="20913"/>
                </a:cubicBezTo>
                <a:cubicBezTo>
                  <a:pt x="177800" y="30438"/>
                  <a:pt x="182405" y="41393"/>
                  <a:pt x="190500" y="49488"/>
                </a:cubicBezTo>
                <a:cubicBezTo>
                  <a:pt x="198595" y="57583"/>
                  <a:pt x="211924" y="59599"/>
                  <a:pt x="219075" y="68538"/>
                </a:cubicBezTo>
                <a:cubicBezTo>
                  <a:pt x="225347" y="76378"/>
                  <a:pt x="225425" y="87588"/>
                  <a:pt x="228600" y="97113"/>
                </a:cubicBezTo>
                <a:cubicBezTo>
                  <a:pt x="223410" y="112683"/>
                  <a:pt x="215574" y="144545"/>
                  <a:pt x="200025" y="154263"/>
                </a:cubicBezTo>
                <a:cubicBezTo>
                  <a:pt x="182997" y="164906"/>
                  <a:pt x="142875" y="173313"/>
                  <a:pt x="142875" y="173313"/>
                </a:cubicBezTo>
                <a:cubicBezTo>
                  <a:pt x="77483" y="166774"/>
                  <a:pt x="51924" y="184524"/>
                  <a:pt x="19050" y="135213"/>
                </a:cubicBezTo>
                <a:cubicBezTo>
                  <a:pt x="13481" y="126859"/>
                  <a:pt x="12700" y="116163"/>
                  <a:pt x="9525" y="106638"/>
                </a:cubicBezTo>
                <a:cubicBezTo>
                  <a:pt x="12700" y="87588"/>
                  <a:pt x="14860" y="68341"/>
                  <a:pt x="19050" y="49488"/>
                </a:cubicBezTo>
                <a:cubicBezTo>
                  <a:pt x="21228" y="39687"/>
                  <a:pt x="3175" y="25675"/>
                  <a:pt x="0" y="20913"/>
                </a:cubicBezTo>
                <a:close/>
              </a:path>
            </a:pathLst>
          </a:custGeom>
          <a:solidFill>
            <a:schemeClr val="accent1">
              <a:alpha val="12549"/>
            </a:schemeClr>
          </a:solidFill>
          <a:ln w="9525" cap="flat" cmpd="sng">
            <a:solidFill>
              <a:schemeClr val="dk1">
                <a:alpha val="6627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31" name="Google Shape;731;p11"/>
          <p:cNvSpPr/>
          <p:nvPr/>
        </p:nvSpPr>
        <p:spPr>
          <a:xfrm>
            <a:off x="3063321" y="1866900"/>
            <a:ext cx="384729" cy="296146"/>
          </a:xfrm>
          <a:custGeom>
            <a:avLst/>
            <a:gdLst/>
            <a:ahLst/>
            <a:cxnLst/>
            <a:rect l="l" t="t" r="r" b="b"/>
            <a:pathLst>
              <a:path w="384729" h="296146" extrusionOk="0">
                <a:moveTo>
                  <a:pt x="70404" y="209550"/>
                </a:moveTo>
                <a:lnTo>
                  <a:pt x="70404" y="209550"/>
                </a:lnTo>
                <a:cubicBezTo>
                  <a:pt x="67229" y="152400"/>
                  <a:pt x="66306" y="95080"/>
                  <a:pt x="60879" y="38100"/>
                </a:cubicBezTo>
                <a:cubicBezTo>
                  <a:pt x="59927" y="28105"/>
                  <a:pt x="46864" y="18505"/>
                  <a:pt x="51354" y="9525"/>
                </a:cubicBezTo>
                <a:cubicBezTo>
                  <a:pt x="55844" y="545"/>
                  <a:pt x="70404" y="3175"/>
                  <a:pt x="79929" y="0"/>
                </a:cubicBezTo>
                <a:cubicBezTo>
                  <a:pt x="92629" y="3175"/>
                  <a:pt x="105442" y="5929"/>
                  <a:pt x="118029" y="9525"/>
                </a:cubicBezTo>
                <a:cubicBezTo>
                  <a:pt x="127683" y="12283"/>
                  <a:pt x="136621" y="17980"/>
                  <a:pt x="146604" y="19050"/>
                </a:cubicBezTo>
                <a:cubicBezTo>
                  <a:pt x="225779" y="27533"/>
                  <a:pt x="384729" y="38100"/>
                  <a:pt x="384729" y="38100"/>
                </a:cubicBezTo>
                <a:cubicBezTo>
                  <a:pt x="381219" y="62671"/>
                  <a:pt x="378979" y="106751"/>
                  <a:pt x="365679" y="133350"/>
                </a:cubicBezTo>
                <a:cubicBezTo>
                  <a:pt x="360559" y="143589"/>
                  <a:pt x="352309" y="151986"/>
                  <a:pt x="346629" y="161925"/>
                </a:cubicBezTo>
                <a:cubicBezTo>
                  <a:pt x="339584" y="174253"/>
                  <a:pt x="336669" y="189117"/>
                  <a:pt x="327579" y="200025"/>
                </a:cubicBezTo>
                <a:cubicBezTo>
                  <a:pt x="320250" y="208819"/>
                  <a:pt x="308529" y="212725"/>
                  <a:pt x="299004" y="219075"/>
                </a:cubicBezTo>
                <a:cubicBezTo>
                  <a:pt x="292654" y="228600"/>
                  <a:pt x="289662" y="241583"/>
                  <a:pt x="279954" y="247650"/>
                </a:cubicBezTo>
                <a:cubicBezTo>
                  <a:pt x="262926" y="258293"/>
                  <a:pt x="241854" y="260350"/>
                  <a:pt x="222804" y="266700"/>
                </a:cubicBezTo>
                <a:lnTo>
                  <a:pt x="194229" y="276225"/>
                </a:lnTo>
                <a:cubicBezTo>
                  <a:pt x="184704" y="279400"/>
                  <a:pt x="175617" y="284505"/>
                  <a:pt x="165654" y="285750"/>
                </a:cubicBezTo>
                <a:lnTo>
                  <a:pt x="89454" y="295275"/>
                </a:lnTo>
                <a:cubicBezTo>
                  <a:pt x="64054" y="292100"/>
                  <a:pt x="36645" y="296146"/>
                  <a:pt x="13254" y="285750"/>
                </a:cubicBezTo>
                <a:cubicBezTo>
                  <a:pt x="4079" y="281672"/>
                  <a:pt x="0" y="266497"/>
                  <a:pt x="3729" y="257175"/>
                </a:cubicBezTo>
                <a:cubicBezTo>
                  <a:pt x="7981" y="246546"/>
                  <a:pt x="22065" y="243245"/>
                  <a:pt x="32304" y="238125"/>
                </a:cubicBezTo>
                <a:cubicBezTo>
                  <a:pt x="76084" y="216235"/>
                  <a:pt x="64054" y="214312"/>
                  <a:pt x="70404" y="209550"/>
                </a:cubicBezTo>
                <a:close/>
              </a:path>
            </a:pathLst>
          </a:custGeom>
          <a:solidFill>
            <a:schemeClr val="accent1">
              <a:alpha val="12549"/>
            </a:schemeClr>
          </a:solidFill>
          <a:ln w="9525" cap="flat" cmpd="sng">
            <a:solidFill>
              <a:schemeClr val="dk1">
                <a:alpha val="6627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32" name="Google Shape;732;p11"/>
          <p:cNvSpPr/>
          <p:nvPr/>
        </p:nvSpPr>
        <p:spPr>
          <a:xfrm>
            <a:off x="2952750" y="2619375"/>
            <a:ext cx="371475" cy="304800"/>
          </a:xfrm>
          <a:custGeom>
            <a:avLst/>
            <a:gdLst/>
            <a:ahLst/>
            <a:cxnLst/>
            <a:rect l="l" t="t" r="r" b="b"/>
            <a:pathLst>
              <a:path w="371475" h="304800" extrusionOk="0">
                <a:moveTo>
                  <a:pt x="9525" y="190500"/>
                </a:moveTo>
                <a:lnTo>
                  <a:pt x="9525" y="190500"/>
                </a:lnTo>
                <a:cubicBezTo>
                  <a:pt x="12700" y="142875"/>
                  <a:pt x="11203" y="94706"/>
                  <a:pt x="19050" y="47625"/>
                </a:cubicBezTo>
                <a:cubicBezTo>
                  <a:pt x="20932" y="36333"/>
                  <a:pt x="28392" y="25117"/>
                  <a:pt x="38100" y="19050"/>
                </a:cubicBezTo>
                <a:cubicBezTo>
                  <a:pt x="55128" y="8407"/>
                  <a:pt x="95250" y="0"/>
                  <a:pt x="95250" y="0"/>
                </a:cubicBezTo>
                <a:cubicBezTo>
                  <a:pt x="161925" y="3175"/>
                  <a:pt x="229040" y="1246"/>
                  <a:pt x="295275" y="9525"/>
                </a:cubicBezTo>
                <a:cubicBezTo>
                  <a:pt x="306634" y="10945"/>
                  <a:pt x="316312" y="19960"/>
                  <a:pt x="323850" y="28575"/>
                </a:cubicBezTo>
                <a:cubicBezTo>
                  <a:pt x="338927" y="45805"/>
                  <a:pt x="354710" y="64005"/>
                  <a:pt x="361950" y="85725"/>
                </a:cubicBezTo>
                <a:lnTo>
                  <a:pt x="371475" y="114300"/>
                </a:lnTo>
                <a:cubicBezTo>
                  <a:pt x="368300" y="136525"/>
                  <a:pt x="370009" y="160021"/>
                  <a:pt x="361950" y="180975"/>
                </a:cubicBezTo>
                <a:cubicBezTo>
                  <a:pt x="347009" y="219822"/>
                  <a:pt x="307041" y="262778"/>
                  <a:pt x="266700" y="276225"/>
                </a:cubicBezTo>
                <a:lnTo>
                  <a:pt x="209550" y="295275"/>
                </a:lnTo>
                <a:lnTo>
                  <a:pt x="180975" y="304800"/>
                </a:lnTo>
                <a:cubicBezTo>
                  <a:pt x="146050" y="301625"/>
                  <a:pt x="110917" y="300235"/>
                  <a:pt x="76200" y="295275"/>
                </a:cubicBezTo>
                <a:cubicBezTo>
                  <a:pt x="66261" y="293855"/>
                  <a:pt x="54725" y="292850"/>
                  <a:pt x="47625" y="285750"/>
                </a:cubicBezTo>
                <a:cubicBezTo>
                  <a:pt x="14873" y="252998"/>
                  <a:pt x="11978" y="235958"/>
                  <a:pt x="0" y="200025"/>
                </a:cubicBezTo>
                <a:cubicBezTo>
                  <a:pt x="10295" y="158845"/>
                  <a:pt x="7938" y="192087"/>
                  <a:pt x="9525" y="190500"/>
                </a:cubicBezTo>
                <a:close/>
              </a:path>
            </a:pathLst>
          </a:custGeom>
          <a:solidFill>
            <a:schemeClr val="accent1">
              <a:alpha val="12549"/>
            </a:schemeClr>
          </a:solidFill>
          <a:ln w="9525" cap="flat" cmpd="sng">
            <a:solidFill>
              <a:schemeClr val="dk1">
                <a:alpha val="6627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33" name="Google Shape;733;p11"/>
          <p:cNvSpPr/>
          <p:nvPr/>
        </p:nvSpPr>
        <p:spPr>
          <a:xfrm>
            <a:off x="673070" y="1371600"/>
            <a:ext cx="610828" cy="1870928"/>
          </a:xfrm>
          <a:custGeom>
            <a:avLst/>
            <a:gdLst/>
            <a:ahLst/>
            <a:cxnLst/>
            <a:rect l="l" t="t" r="r" b="b"/>
            <a:pathLst>
              <a:path w="610828" h="1870928" extrusionOk="0">
                <a:moveTo>
                  <a:pt x="22255" y="619125"/>
                </a:moveTo>
                <a:lnTo>
                  <a:pt x="22255" y="619125"/>
                </a:lnTo>
                <a:cubicBezTo>
                  <a:pt x="15905" y="587375"/>
                  <a:pt x="4284" y="556236"/>
                  <a:pt x="3205" y="523875"/>
                </a:cubicBezTo>
                <a:cubicBezTo>
                  <a:pt x="0" y="427721"/>
                  <a:pt x="65" y="372938"/>
                  <a:pt x="22255" y="295275"/>
                </a:cubicBezTo>
                <a:cubicBezTo>
                  <a:pt x="25013" y="285621"/>
                  <a:pt x="29022" y="276354"/>
                  <a:pt x="31780" y="266700"/>
                </a:cubicBezTo>
                <a:cubicBezTo>
                  <a:pt x="35376" y="254113"/>
                  <a:pt x="36148" y="240632"/>
                  <a:pt x="41305" y="228600"/>
                </a:cubicBezTo>
                <a:cubicBezTo>
                  <a:pt x="45814" y="218078"/>
                  <a:pt x="54873" y="210075"/>
                  <a:pt x="60355" y="200025"/>
                </a:cubicBezTo>
                <a:cubicBezTo>
                  <a:pt x="132864" y="67093"/>
                  <a:pt x="63216" y="176683"/>
                  <a:pt x="136555" y="66675"/>
                </a:cubicBezTo>
                <a:cubicBezTo>
                  <a:pt x="142905" y="57150"/>
                  <a:pt x="145366" y="43220"/>
                  <a:pt x="155605" y="38100"/>
                </a:cubicBezTo>
                <a:lnTo>
                  <a:pt x="231805" y="0"/>
                </a:lnTo>
                <a:cubicBezTo>
                  <a:pt x="251887" y="4463"/>
                  <a:pt x="323216" y="9489"/>
                  <a:pt x="346105" y="38100"/>
                </a:cubicBezTo>
                <a:cubicBezTo>
                  <a:pt x="352377" y="45940"/>
                  <a:pt x="352455" y="57150"/>
                  <a:pt x="355630" y="66675"/>
                </a:cubicBezTo>
                <a:cubicBezTo>
                  <a:pt x="352455" y="206375"/>
                  <a:pt x="351804" y="346155"/>
                  <a:pt x="346105" y="485775"/>
                </a:cubicBezTo>
                <a:cubicBezTo>
                  <a:pt x="345445" y="501951"/>
                  <a:pt x="339476" y="517472"/>
                  <a:pt x="336580" y="533400"/>
                </a:cubicBezTo>
                <a:cubicBezTo>
                  <a:pt x="312207" y="667452"/>
                  <a:pt x="341058" y="520534"/>
                  <a:pt x="317530" y="638175"/>
                </a:cubicBezTo>
                <a:cubicBezTo>
                  <a:pt x="320705" y="742950"/>
                  <a:pt x="321546" y="847822"/>
                  <a:pt x="327055" y="952500"/>
                </a:cubicBezTo>
                <a:cubicBezTo>
                  <a:pt x="327906" y="968667"/>
                  <a:pt x="333684" y="984197"/>
                  <a:pt x="336580" y="1000125"/>
                </a:cubicBezTo>
                <a:cubicBezTo>
                  <a:pt x="340035" y="1019126"/>
                  <a:pt x="341915" y="1038422"/>
                  <a:pt x="346105" y="1057275"/>
                </a:cubicBezTo>
                <a:cubicBezTo>
                  <a:pt x="348283" y="1067076"/>
                  <a:pt x="348530" y="1078750"/>
                  <a:pt x="355630" y="1085850"/>
                </a:cubicBezTo>
                <a:cubicBezTo>
                  <a:pt x="362730" y="1092950"/>
                  <a:pt x="374680" y="1092200"/>
                  <a:pt x="384205" y="1095375"/>
                </a:cubicBezTo>
                <a:cubicBezTo>
                  <a:pt x="387380" y="1104900"/>
                  <a:pt x="389240" y="1114970"/>
                  <a:pt x="393730" y="1123950"/>
                </a:cubicBezTo>
                <a:cubicBezTo>
                  <a:pt x="398850" y="1134189"/>
                  <a:pt x="407100" y="1142586"/>
                  <a:pt x="412780" y="1152525"/>
                </a:cubicBezTo>
                <a:cubicBezTo>
                  <a:pt x="419825" y="1164853"/>
                  <a:pt x="425480" y="1177925"/>
                  <a:pt x="431830" y="1190625"/>
                </a:cubicBezTo>
                <a:cubicBezTo>
                  <a:pt x="436942" y="1216185"/>
                  <a:pt x="446594" y="1274683"/>
                  <a:pt x="460405" y="1295400"/>
                </a:cubicBezTo>
                <a:cubicBezTo>
                  <a:pt x="466755" y="1304925"/>
                  <a:pt x="474806" y="1313514"/>
                  <a:pt x="479455" y="1323975"/>
                </a:cubicBezTo>
                <a:cubicBezTo>
                  <a:pt x="487610" y="1342325"/>
                  <a:pt x="487366" y="1364417"/>
                  <a:pt x="498505" y="1381125"/>
                </a:cubicBezTo>
                <a:cubicBezTo>
                  <a:pt x="535114" y="1436039"/>
                  <a:pt x="503419" y="1383066"/>
                  <a:pt x="527080" y="1438275"/>
                </a:cubicBezTo>
                <a:cubicBezTo>
                  <a:pt x="532673" y="1451326"/>
                  <a:pt x="541144" y="1463080"/>
                  <a:pt x="546130" y="1476375"/>
                </a:cubicBezTo>
                <a:cubicBezTo>
                  <a:pt x="550727" y="1488632"/>
                  <a:pt x="551893" y="1501936"/>
                  <a:pt x="555655" y="1514475"/>
                </a:cubicBezTo>
                <a:cubicBezTo>
                  <a:pt x="561425" y="1533709"/>
                  <a:pt x="570767" y="1551934"/>
                  <a:pt x="574705" y="1571625"/>
                </a:cubicBezTo>
                <a:cubicBezTo>
                  <a:pt x="577880" y="1587500"/>
                  <a:pt x="580303" y="1603544"/>
                  <a:pt x="584230" y="1619250"/>
                </a:cubicBezTo>
                <a:cubicBezTo>
                  <a:pt x="586665" y="1628990"/>
                  <a:pt x="590997" y="1638171"/>
                  <a:pt x="593755" y="1647825"/>
                </a:cubicBezTo>
                <a:cubicBezTo>
                  <a:pt x="597351" y="1660412"/>
                  <a:pt x="600105" y="1673225"/>
                  <a:pt x="603280" y="1685925"/>
                </a:cubicBezTo>
                <a:cubicBezTo>
                  <a:pt x="600105" y="1743075"/>
                  <a:pt x="610828" y="1802742"/>
                  <a:pt x="593755" y="1857375"/>
                </a:cubicBezTo>
                <a:cubicBezTo>
                  <a:pt x="589520" y="1870928"/>
                  <a:pt x="566563" y="1847415"/>
                  <a:pt x="555655" y="1838325"/>
                </a:cubicBezTo>
                <a:cubicBezTo>
                  <a:pt x="546861" y="1830996"/>
                  <a:pt x="544700" y="1817845"/>
                  <a:pt x="536605" y="1809750"/>
                </a:cubicBezTo>
                <a:cubicBezTo>
                  <a:pt x="513724" y="1786869"/>
                  <a:pt x="506569" y="1792795"/>
                  <a:pt x="479455" y="1781175"/>
                </a:cubicBezTo>
                <a:cubicBezTo>
                  <a:pt x="466404" y="1775582"/>
                  <a:pt x="454055" y="1768475"/>
                  <a:pt x="441355" y="1762125"/>
                </a:cubicBezTo>
                <a:cubicBezTo>
                  <a:pt x="438180" y="1752600"/>
                  <a:pt x="438102" y="1741390"/>
                  <a:pt x="431830" y="1733550"/>
                </a:cubicBezTo>
                <a:cubicBezTo>
                  <a:pt x="381030" y="1670050"/>
                  <a:pt x="422305" y="1762125"/>
                  <a:pt x="384205" y="1685925"/>
                </a:cubicBezTo>
                <a:cubicBezTo>
                  <a:pt x="379715" y="1676945"/>
                  <a:pt x="379170" y="1666330"/>
                  <a:pt x="374680" y="1657350"/>
                </a:cubicBezTo>
                <a:cubicBezTo>
                  <a:pt x="340314" y="1588617"/>
                  <a:pt x="369978" y="1674170"/>
                  <a:pt x="336580" y="1590675"/>
                </a:cubicBezTo>
                <a:cubicBezTo>
                  <a:pt x="329122" y="1572031"/>
                  <a:pt x="323880" y="1552575"/>
                  <a:pt x="317530" y="1533525"/>
                </a:cubicBezTo>
                <a:cubicBezTo>
                  <a:pt x="314355" y="1524000"/>
                  <a:pt x="313574" y="1513304"/>
                  <a:pt x="308005" y="1504950"/>
                </a:cubicBezTo>
                <a:cubicBezTo>
                  <a:pt x="301655" y="1495425"/>
                  <a:pt x="294075" y="1486614"/>
                  <a:pt x="288955" y="1476375"/>
                </a:cubicBezTo>
                <a:cubicBezTo>
                  <a:pt x="284465" y="1467395"/>
                  <a:pt x="285702" y="1455640"/>
                  <a:pt x="279430" y="1447800"/>
                </a:cubicBezTo>
                <a:cubicBezTo>
                  <a:pt x="272279" y="1438861"/>
                  <a:pt x="259649" y="1436079"/>
                  <a:pt x="250855" y="1428750"/>
                </a:cubicBezTo>
                <a:cubicBezTo>
                  <a:pt x="240507" y="1420126"/>
                  <a:pt x="231805" y="1409700"/>
                  <a:pt x="222280" y="1400175"/>
                </a:cubicBezTo>
                <a:cubicBezTo>
                  <a:pt x="219105" y="1390650"/>
                  <a:pt x="215513" y="1381254"/>
                  <a:pt x="212755" y="1371600"/>
                </a:cubicBezTo>
                <a:cubicBezTo>
                  <a:pt x="209159" y="1359013"/>
                  <a:pt x="209725" y="1344866"/>
                  <a:pt x="203230" y="1333500"/>
                </a:cubicBezTo>
                <a:cubicBezTo>
                  <a:pt x="196547" y="1321804"/>
                  <a:pt x="184180" y="1314450"/>
                  <a:pt x="174655" y="1304925"/>
                </a:cubicBezTo>
                <a:cubicBezTo>
                  <a:pt x="171480" y="1292225"/>
                  <a:pt x="168892" y="1279364"/>
                  <a:pt x="165130" y="1266825"/>
                </a:cubicBezTo>
                <a:cubicBezTo>
                  <a:pt x="159360" y="1247591"/>
                  <a:pt x="149381" y="1229482"/>
                  <a:pt x="146080" y="1209675"/>
                </a:cubicBezTo>
                <a:cubicBezTo>
                  <a:pt x="142905" y="1190625"/>
                  <a:pt x="141239" y="1171261"/>
                  <a:pt x="136555" y="1152525"/>
                </a:cubicBezTo>
                <a:cubicBezTo>
                  <a:pt x="131685" y="1133044"/>
                  <a:pt x="120806" y="1115182"/>
                  <a:pt x="117505" y="1095375"/>
                </a:cubicBezTo>
                <a:cubicBezTo>
                  <a:pt x="114330" y="1076325"/>
                  <a:pt x="112664" y="1056961"/>
                  <a:pt x="107980" y="1038225"/>
                </a:cubicBezTo>
                <a:cubicBezTo>
                  <a:pt x="103110" y="1018744"/>
                  <a:pt x="88930" y="981075"/>
                  <a:pt x="88930" y="981075"/>
                </a:cubicBezTo>
                <a:cubicBezTo>
                  <a:pt x="85755" y="958850"/>
                  <a:pt x="83808" y="936415"/>
                  <a:pt x="79405" y="914400"/>
                </a:cubicBezTo>
                <a:cubicBezTo>
                  <a:pt x="77436" y="904555"/>
                  <a:pt x="71849" y="895670"/>
                  <a:pt x="69880" y="885825"/>
                </a:cubicBezTo>
                <a:cubicBezTo>
                  <a:pt x="47990" y="776376"/>
                  <a:pt x="72349" y="855133"/>
                  <a:pt x="50830" y="790575"/>
                </a:cubicBezTo>
                <a:cubicBezTo>
                  <a:pt x="47655" y="765175"/>
                  <a:pt x="43523" y="739876"/>
                  <a:pt x="41305" y="714375"/>
                </a:cubicBezTo>
                <a:cubicBezTo>
                  <a:pt x="24994" y="526803"/>
                  <a:pt x="43077" y="627985"/>
                  <a:pt x="22255" y="523875"/>
                </a:cubicBezTo>
                <a:cubicBezTo>
                  <a:pt x="32501" y="298466"/>
                  <a:pt x="31780" y="384247"/>
                  <a:pt x="31780" y="266700"/>
                </a:cubicBezTo>
                <a:lnTo>
                  <a:pt x="31780" y="266700"/>
                </a:lnTo>
              </a:path>
            </a:pathLst>
          </a:custGeom>
          <a:solidFill>
            <a:schemeClr val="accent1">
              <a:alpha val="12549"/>
            </a:schemeClr>
          </a:solidFill>
          <a:ln w="9525" cap="flat" cmpd="sng">
            <a:solidFill>
              <a:schemeClr val="dk1">
                <a:alpha val="6627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34" name="Google Shape;734;p11"/>
          <p:cNvSpPr/>
          <p:nvPr/>
        </p:nvSpPr>
        <p:spPr>
          <a:xfrm>
            <a:off x="1575718" y="504825"/>
            <a:ext cx="853157" cy="621724"/>
          </a:xfrm>
          <a:custGeom>
            <a:avLst/>
            <a:gdLst/>
            <a:ahLst/>
            <a:cxnLst/>
            <a:rect l="l" t="t" r="r" b="b"/>
            <a:pathLst>
              <a:path w="853157" h="621724" extrusionOk="0">
                <a:moveTo>
                  <a:pt x="100682" y="295275"/>
                </a:moveTo>
                <a:lnTo>
                  <a:pt x="100682" y="295275"/>
                </a:lnTo>
                <a:cubicBezTo>
                  <a:pt x="145132" y="276225"/>
                  <a:pt x="188154" y="253418"/>
                  <a:pt x="234032" y="238125"/>
                </a:cubicBezTo>
                <a:cubicBezTo>
                  <a:pt x="265451" y="227652"/>
                  <a:pt x="276064" y="224736"/>
                  <a:pt x="310232" y="209550"/>
                </a:cubicBezTo>
                <a:cubicBezTo>
                  <a:pt x="380852" y="178163"/>
                  <a:pt x="318216" y="200539"/>
                  <a:pt x="376907" y="180975"/>
                </a:cubicBezTo>
                <a:cubicBezTo>
                  <a:pt x="386432" y="168275"/>
                  <a:pt x="393617" y="153422"/>
                  <a:pt x="405482" y="142875"/>
                </a:cubicBezTo>
                <a:cubicBezTo>
                  <a:pt x="422594" y="127664"/>
                  <a:pt x="462632" y="104775"/>
                  <a:pt x="462632" y="104775"/>
                </a:cubicBezTo>
                <a:cubicBezTo>
                  <a:pt x="489183" y="64949"/>
                  <a:pt x="495734" y="47028"/>
                  <a:pt x="529307" y="19050"/>
                </a:cubicBezTo>
                <a:cubicBezTo>
                  <a:pt x="538101" y="11721"/>
                  <a:pt x="548357" y="6350"/>
                  <a:pt x="557882" y="0"/>
                </a:cubicBezTo>
                <a:cubicBezTo>
                  <a:pt x="567407" y="6350"/>
                  <a:pt x="580107" y="9525"/>
                  <a:pt x="586457" y="19050"/>
                </a:cubicBezTo>
                <a:cubicBezTo>
                  <a:pt x="593719" y="29942"/>
                  <a:pt x="592220" y="44611"/>
                  <a:pt x="595982" y="57150"/>
                </a:cubicBezTo>
                <a:cubicBezTo>
                  <a:pt x="601752" y="76384"/>
                  <a:pt x="603893" y="97592"/>
                  <a:pt x="615032" y="114300"/>
                </a:cubicBezTo>
                <a:cubicBezTo>
                  <a:pt x="627732" y="133350"/>
                  <a:pt x="645892" y="149730"/>
                  <a:pt x="653132" y="171450"/>
                </a:cubicBezTo>
                <a:cubicBezTo>
                  <a:pt x="656307" y="180975"/>
                  <a:pt x="656385" y="192185"/>
                  <a:pt x="662657" y="200025"/>
                </a:cubicBezTo>
                <a:cubicBezTo>
                  <a:pt x="669808" y="208964"/>
                  <a:pt x="681707" y="212725"/>
                  <a:pt x="691232" y="219075"/>
                </a:cubicBezTo>
                <a:cubicBezTo>
                  <a:pt x="753166" y="311976"/>
                  <a:pt x="656155" y="167605"/>
                  <a:pt x="738857" y="285750"/>
                </a:cubicBezTo>
                <a:cubicBezTo>
                  <a:pt x="751987" y="304507"/>
                  <a:pt x="760768" y="326711"/>
                  <a:pt x="776957" y="342900"/>
                </a:cubicBezTo>
                <a:cubicBezTo>
                  <a:pt x="801612" y="367555"/>
                  <a:pt x="832239" y="394446"/>
                  <a:pt x="843632" y="428625"/>
                </a:cubicBezTo>
                <a:lnTo>
                  <a:pt x="853157" y="457200"/>
                </a:lnTo>
                <a:cubicBezTo>
                  <a:pt x="850139" y="484362"/>
                  <a:pt x="850064" y="539585"/>
                  <a:pt x="834107" y="571500"/>
                </a:cubicBezTo>
                <a:cubicBezTo>
                  <a:pt x="828987" y="581739"/>
                  <a:pt x="824765" y="594008"/>
                  <a:pt x="815057" y="600075"/>
                </a:cubicBezTo>
                <a:cubicBezTo>
                  <a:pt x="798029" y="610718"/>
                  <a:pt x="757907" y="619125"/>
                  <a:pt x="757907" y="619125"/>
                </a:cubicBezTo>
                <a:cubicBezTo>
                  <a:pt x="736837" y="617620"/>
                  <a:pt x="639280" y="621724"/>
                  <a:pt x="595982" y="600075"/>
                </a:cubicBezTo>
                <a:cubicBezTo>
                  <a:pt x="585743" y="594955"/>
                  <a:pt x="577929" y="585534"/>
                  <a:pt x="567407" y="581025"/>
                </a:cubicBezTo>
                <a:cubicBezTo>
                  <a:pt x="555375" y="575868"/>
                  <a:pt x="541564" y="576097"/>
                  <a:pt x="529307" y="571500"/>
                </a:cubicBezTo>
                <a:cubicBezTo>
                  <a:pt x="516012" y="566514"/>
                  <a:pt x="504182" y="558217"/>
                  <a:pt x="491207" y="552450"/>
                </a:cubicBezTo>
                <a:cubicBezTo>
                  <a:pt x="475583" y="545506"/>
                  <a:pt x="458592" y="541587"/>
                  <a:pt x="443582" y="533400"/>
                </a:cubicBezTo>
                <a:cubicBezTo>
                  <a:pt x="423482" y="522437"/>
                  <a:pt x="408644" y="500853"/>
                  <a:pt x="386432" y="495300"/>
                </a:cubicBezTo>
                <a:cubicBezTo>
                  <a:pt x="373732" y="492125"/>
                  <a:pt x="360871" y="489537"/>
                  <a:pt x="348332" y="485775"/>
                </a:cubicBezTo>
                <a:lnTo>
                  <a:pt x="262607" y="457200"/>
                </a:lnTo>
                <a:lnTo>
                  <a:pt x="234032" y="447675"/>
                </a:lnTo>
                <a:cubicBezTo>
                  <a:pt x="224507" y="444500"/>
                  <a:pt x="213811" y="443719"/>
                  <a:pt x="205457" y="438150"/>
                </a:cubicBezTo>
                <a:lnTo>
                  <a:pt x="148307" y="400050"/>
                </a:lnTo>
                <a:cubicBezTo>
                  <a:pt x="138782" y="393700"/>
                  <a:pt x="130592" y="384620"/>
                  <a:pt x="119732" y="381000"/>
                </a:cubicBezTo>
                <a:lnTo>
                  <a:pt x="91157" y="371475"/>
                </a:lnTo>
                <a:cubicBezTo>
                  <a:pt x="0" y="280318"/>
                  <a:pt x="116715" y="388514"/>
                  <a:pt x="34007" y="333375"/>
                </a:cubicBezTo>
                <a:cubicBezTo>
                  <a:pt x="22799" y="325903"/>
                  <a:pt x="14957" y="314325"/>
                  <a:pt x="5432" y="304800"/>
                </a:cubicBezTo>
                <a:cubicBezTo>
                  <a:pt x="34007" y="301625"/>
                  <a:pt x="62797" y="300002"/>
                  <a:pt x="91157" y="295275"/>
                </a:cubicBezTo>
                <a:cubicBezTo>
                  <a:pt x="101061" y="293624"/>
                  <a:pt x="110752" y="290240"/>
                  <a:pt x="119732" y="285750"/>
                </a:cubicBezTo>
                <a:cubicBezTo>
                  <a:pt x="129971" y="280630"/>
                  <a:pt x="148307" y="266700"/>
                  <a:pt x="148307" y="266700"/>
                </a:cubicBezTo>
                <a:lnTo>
                  <a:pt x="148307" y="266700"/>
                </a:lnTo>
              </a:path>
            </a:pathLst>
          </a:custGeom>
          <a:solidFill>
            <a:schemeClr val="accent1">
              <a:alpha val="12549"/>
            </a:schemeClr>
          </a:solidFill>
          <a:ln w="9525" cap="flat" cmpd="sng">
            <a:solidFill>
              <a:schemeClr val="dk1">
                <a:alpha val="6627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35" name="Google Shape;735;p11"/>
          <p:cNvSpPr/>
          <p:nvPr/>
        </p:nvSpPr>
        <p:spPr>
          <a:xfrm>
            <a:off x="1038225" y="847725"/>
            <a:ext cx="1524590" cy="2343150"/>
          </a:xfrm>
          <a:custGeom>
            <a:avLst/>
            <a:gdLst/>
            <a:ahLst/>
            <a:cxnLst/>
            <a:rect l="l" t="t" r="r" b="b"/>
            <a:pathLst>
              <a:path w="1524590" h="2343150" extrusionOk="0">
                <a:moveTo>
                  <a:pt x="0" y="466725"/>
                </a:moveTo>
                <a:lnTo>
                  <a:pt x="0" y="466725"/>
                </a:lnTo>
                <a:cubicBezTo>
                  <a:pt x="3175" y="431800"/>
                  <a:pt x="2647" y="396338"/>
                  <a:pt x="9525" y="361950"/>
                </a:cubicBezTo>
                <a:cubicBezTo>
                  <a:pt x="15432" y="332414"/>
                  <a:pt x="28575" y="304800"/>
                  <a:pt x="38100" y="276225"/>
                </a:cubicBezTo>
                <a:cubicBezTo>
                  <a:pt x="41275" y="266700"/>
                  <a:pt x="45190" y="257390"/>
                  <a:pt x="47625" y="247650"/>
                </a:cubicBezTo>
                <a:cubicBezTo>
                  <a:pt x="50800" y="234950"/>
                  <a:pt x="52553" y="221807"/>
                  <a:pt x="57150" y="209550"/>
                </a:cubicBezTo>
                <a:cubicBezTo>
                  <a:pt x="62136" y="196255"/>
                  <a:pt x="68895" y="183626"/>
                  <a:pt x="76200" y="171450"/>
                </a:cubicBezTo>
                <a:cubicBezTo>
                  <a:pt x="102155" y="128192"/>
                  <a:pt x="115454" y="107868"/>
                  <a:pt x="152400" y="76200"/>
                </a:cubicBezTo>
                <a:cubicBezTo>
                  <a:pt x="161092" y="68750"/>
                  <a:pt x="171660" y="63804"/>
                  <a:pt x="180975" y="57150"/>
                </a:cubicBezTo>
                <a:cubicBezTo>
                  <a:pt x="193893" y="47923"/>
                  <a:pt x="204876" y="35675"/>
                  <a:pt x="219075" y="28575"/>
                </a:cubicBezTo>
                <a:cubicBezTo>
                  <a:pt x="251301" y="12462"/>
                  <a:pt x="289011" y="6968"/>
                  <a:pt x="323850" y="0"/>
                </a:cubicBezTo>
                <a:cubicBezTo>
                  <a:pt x="391166" y="13463"/>
                  <a:pt x="356116" y="4405"/>
                  <a:pt x="428625" y="28575"/>
                </a:cubicBezTo>
                <a:lnTo>
                  <a:pt x="457200" y="38100"/>
                </a:lnTo>
                <a:cubicBezTo>
                  <a:pt x="466725" y="47625"/>
                  <a:pt x="474000" y="60133"/>
                  <a:pt x="485775" y="66675"/>
                </a:cubicBezTo>
                <a:cubicBezTo>
                  <a:pt x="503328" y="76427"/>
                  <a:pt x="523875" y="79375"/>
                  <a:pt x="542925" y="85725"/>
                </a:cubicBezTo>
                <a:cubicBezTo>
                  <a:pt x="608244" y="107498"/>
                  <a:pt x="527173" y="81787"/>
                  <a:pt x="619125" y="104775"/>
                </a:cubicBezTo>
                <a:cubicBezTo>
                  <a:pt x="647155" y="111783"/>
                  <a:pt x="658540" y="119720"/>
                  <a:pt x="685800" y="133350"/>
                </a:cubicBezTo>
                <a:cubicBezTo>
                  <a:pt x="732003" y="117949"/>
                  <a:pt x="712644" y="119669"/>
                  <a:pt x="781050" y="133350"/>
                </a:cubicBezTo>
                <a:cubicBezTo>
                  <a:pt x="816975" y="140535"/>
                  <a:pt x="834040" y="159152"/>
                  <a:pt x="866775" y="180975"/>
                </a:cubicBezTo>
                <a:cubicBezTo>
                  <a:pt x="876300" y="187325"/>
                  <a:pt x="884490" y="196405"/>
                  <a:pt x="895350" y="200025"/>
                </a:cubicBezTo>
                <a:cubicBezTo>
                  <a:pt x="914400" y="206375"/>
                  <a:pt x="935792" y="207936"/>
                  <a:pt x="952500" y="219075"/>
                </a:cubicBezTo>
                <a:cubicBezTo>
                  <a:pt x="962025" y="225425"/>
                  <a:pt x="970614" y="233476"/>
                  <a:pt x="981075" y="238125"/>
                </a:cubicBezTo>
                <a:cubicBezTo>
                  <a:pt x="999425" y="246280"/>
                  <a:pt x="1019175" y="250825"/>
                  <a:pt x="1038225" y="257175"/>
                </a:cubicBezTo>
                <a:cubicBezTo>
                  <a:pt x="1047750" y="260350"/>
                  <a:pt x="1058446" y="261131"/>
                  <a:pt x="1066800" y="266700"/>
                </a:cubicBezTo>
                <a:lnTo>
                  <a:pt x="1095375" y="285750"/>
                </a:lnTo>
                <a:cubicBezTo>
                  <a:pt x="1101725" y="295275"/>
                  <a:pt x="1105810" y="306787"/>
                  <a:pt x="1114425" y="314325"/>
                </a:cubicBezTo>
                <a:cubicBezTo>
                  <a:pt x="1131655" y="329402"/>
                  <a:pt x="1171575" y="352425"/>
                  <a:pt x="1171575" y="352425"/>
                </a:cubicBezTo>
                <a:cubicBezTo>
                  <a:pt x="1185632" y="373510"/>
                  <a:pt x="1197198" y="394907"/>
                  <a:pt x="1219200" y="409575"/>
                </a:cubicBezTo>
                <a:cubicBezTo>
                  <a:pt x="1227554" y="415144"/>
                  <a:pt x="1238250" y="415925"/>
                  <a:pt x="1247775" y="419100"/>
                </a:cubicBezTo>
                <a:cubicBezTo>
                  <a:pt x="1266825" y="438150"/>
                  <a:pt x="1296406" y="450692"/>
                  <a:pt x="1304925" y="476250"/>
                </a:cubicBezTo>
                <a:cubicBezTo>
                  <a:pt x="1308100" y="485775"/>
                  <a:pt x="1309960" y="495845"/>
                  <a:pt x="1314450" y="504825"/>
                </a:cubicBezTo>
                <a:cubicBezTo>
                  <a:pt x="1342085" y="560095"/>
                  <a:pt x="1327502" y="504704"/>
                  <a:pt x="1352550" y="571500"/>
                </a:cubicBezTo>
                <a:cubicBezTo>
                  <a:pt x="1357147" y="583757"/>
                  <a:pt x="1357478" y="597343"/>
                  <a:pt x="1362075" y="609600"/>
                </a:cubicBezTo>
                <a:cubicBezTo>
                  <a:pt x="1372433" y="637222"/>
                  <a:pt x="1384384" y="652588"/>
                  <a:pt x="1400175" y="676275"/>
                </a:cubicBezTo>
                <a:cubicBezTo>
                  <a:pt x="1403350" y="692150"/>
                  <a:pt x="1406188" y="708096"/>
                  <a:pt x="1409700" y="723900"/>
                </a:cubicBezTo>
                <a:cubicBezTo>
                  <a:pt x="1424588" y="790898"/>
                  <a:pt x="1412839" y="734888"/>
                  <a:pt x="1428750" y="790575"/>
                </a:cubicBezTo>
                <a:cubicBezTo>
                  <a:pt x="1457540" y="891342"/>
                  <a:pt x="1412054" y="750012"/>
                  <a:pt x="1457325" y="885825"/>
                </a:cubicBezTo>
                <a:lnTo>
                  <a:pt x="1485900" y="971550"/>
                </a:lnTo>
                <a:lnTo>
                  <a:pt x="1495425" y="1000125"/>
                </a:lnTo>
                <a:cubicBezTo>
                  <a:pt x="1515895" y="1143414"/>
                  <a:pt x="1500276" y="1090878"/>
                  <a:pt x="1524000" y="1162050"/>
                </a:cubicBezTo>
                <a:cubicBezTo>
                  <a:pt x="1521870" y="1191865"/>
                  <a:pt x="1524590" y="1308802"/>
                  <a:pt x="1495425" y="1352550"/>
                </a:cubicBezTo>
                <a:lnTo>
                  <a:pt x="1457325" y="1409700"/>
                </a:lnTo>
                <a:cubicBezTo>
                  <a:pt x="1450975" y="1419225"/>
                  <a:pt x="1441895" y="1427415"/>
                  <a:pt x="1438275" y="1438275"/>
                </a:cubicBezTo>
                <a:lnTo>
                  <a:pt x="1409700" y="1524000"/>
                </a:lnTo>
                <a:lnTo>
                  <a:pt x="1400175" y="1552575"/>
                </a:lnTo>
                <a:cubicBezTo>
                  <a:pt x="1381559" y="1720117"/>
                  <a:pt x="1417688" y="1626202"/>
                  <a:pt x="1362075" y="1619250"/>
                </a:cubicBezTo>
                <a:cubicBezTo>
                  <a:pt x="1346011" y="1617242"/>
                  <a:pt x="1330325" y="1625600"/>
                  <a:pt x="1314450" y="1628775"/>
                </a:cubicBezTo>
                <a:cubicBezTo>
                  <a:pt x="1311275" y="1638300"/>
                  <a:pt x="1304925" y="1647310"/>
                  <a:pt x="1304925" y="1657350"/>
                </a:cubicBezTo>
                <a:cubicBezTo>
                  <a:pt x="1304925" y="1701204"/>
                  <a:pt x="1336042" y="1702647"/>
                  <a:pt x="1285875" y="1685925"/>
                </a:cubicBezTo>
                <a:cubicBezTo>
                  <a:pt x="1257236" y="1695471"/>
                  <a:pt x="1250560" y="1691199"/>
                  <a:pt x="1238250" y="1724025"/>
                </a:cubicBezTo>
                <a:cubicBezTo>
                  <a:pt x="1232566" y="1739184"/>
                  <a:pt x="1239089" y="1759213"/>
                  <a:pt x="1228725" y="1771650"/>
                </a:cubicBezTo>
                <a:cubicBezTo>
                  <a:pt x="1220344" y="1781707"/>
                  <a:pt x="1203325" y="1778000"/>
                  <a:pt x="1190625" y="1781175"/>
                </a:cubicBezTo>
                <a:cubicBezTo>
                  <a:pt x="1169144" y="1845618"/>
                  <a:pt x="1175650" y="1813778"/>
                  <a:pt x="1190625" y="1933575"/>
                </a:cubicBezTo>
                <a:cubicBezTo>
                  <a:pt x="1191870" y="1943538"/>
                  <a:pt x="1195274" y="1953373"/>
                  <a:pt x="1200150" y="1962150"/>
                </a:cubicBezTo>
                <a:cubicBezTo>
                  <a:pt x="1254737" y="2060406"/>
                  <a:pt x="1226222" y="1983217"/>
                  <a:pt x="1247775" y="2047875"/>
                </a:cubicBezTo>
                <a:cubicBezTo>
                  <a:pt x="1238250" y="2054225"/>
                  <a:pt x="1230648" y="2066925"/>
                  <a:pt x="1219200" y="2066925"/>
                </a:cubicBezTo>
                <a:cubicBezTo>
                  <a:pt x="1199120" y="2066925"/>
                  <a:pt x="1180400" y="2056030"/>
                  <a:pt x="1162050" y="2047875"/>
                </a:cubicBezTo>
                <a:cubicBezTo>
                  <a:pt x="1151589" y="2043226"/>
                  <a:pt x="1142269" y="2036154"/>
                  <a:pt x="1133475" y="2028825"/>
                </a:cubicBezTo>
                <a:cubicBezTo>
                  <a:pt x="1111984" y="2010916"/>
                  <a:pt x="1099473" y="1995515"/>
                  <a:pt x="1085850" y="1971675"/>
                </a:cubicBezTo>
                <a:cubicBezTo>
                  <a:pt x="1075889" y="1954244"/>
                  <a:pt x="1063221" y="1920471"/>
                  <a:pt x="1047750" y="1905000"/>
                </a:cubicBezTo>
                <a:cubicBezTo>
                  <a:pt x="1039655" y="1896905"/>
                  <a:pt x="1028700" y="1892300"/>
                  <a:pt x="1019175" y="1885950"/>
                </a:cubicBezTo>
                <a:cubicBezTo>
                  <a:pt x="990600" y="1889125"/>
                  <a:pt x="960929" y="1887020"/>
                  <a:pt x="933450" y="1895475"/>
                </a:cubicBezTo>
                <a:cubicBezTo>
                  <a:pt x="918277" y="1900144"/>
                  <a:pt x="908268" y="1914823"/>
                  <a:pt x="895350" y="1924050"/>
                </a:cubicBezTo>
                <a:cubicBezTo>
                  <a:pt x="886035" y="1930704"/>
                  <a:pt x="876300" y="1936750"/>
                  <a:pt x="866775" y="1943100"/>
                </a:cubicBezTo>
                <a:cubicBezTo>
                  <a:pt x="859028" y="1966341"/>
                  <a:pt x="856664" y="1981786"/>
                  <a:pt x="838200" y="2000250"/>
                </a:cubicBezTo>
                <a:cubicBezTo>
                  <a:pt x="783167" y="2055283"/>
                  <a:pt x="835665" y="1977656"/>
                  <a:pt x="781050" y="2047875"/>
                </a:cubicBezTo>
                <a:cubicBezTo>
                  <a:pt x="766994" y="2065947"/>
                  <a:pt x="755650" y="2085975"/>
                  <a:pt x="742950" y="2105025"/>
                </a:cubicBezTo>
                <a:lnTo>
                  <a:pt x="704850" y="2162175"/>
                </a:lnTo>
                <a:cubicBezTo>
                  <a:pt x="698500" y="2171700"/>
                  <a:pt x="689420" y="2179890"/>
                  <a:pt x="685800" y="2190750"/>
                </a:cubicBezTo>
                <a:cubicBezTo>
                  <a:pt x="682625" y="2200275"/>
                  <a:pt x="682547" y="2211485"/>
                  <a:pt x="676275" y="2219325"/>
                </a:cubicBezTo>
                <a:cubicBezTo>
                  <a:pt x="669124" y="2228264"/>
                  <a:pt x="658161" y="2233726"/>
                  <a:pt x="647700" y="2238375"/>
                </a:cubicBezTo>
                <a:lnTo>
                  <a:pt x="561975" y="2266950"/>
                </a:lnTo>
                <a:lnTo>
                  <a:pt x="533400" y="2276475"/>
                </a:lnTo>
                <a:lnTo>
                  <a:pt x="504825" y="2286000"/>
                </a:lnTo>
                <a:cubicBezTo>
                  <a:pt x="495300" y="2295525"/>
                  <a:pt x="487458" y="2307103"/>
                  <a:pt x="476250" y="2314575"/>
                </a:cubicBezTo>
                <a:cubicBezTo>
                  <a:pt x="467896" y="2320144"/>
                  <a:pt x="456655" y="2319610"/>
                  <a:pt x="447675" y="2324100"/>
                </a:cubicBezTo>
                <a:cubicBezTo>
                  <a:pt x="437436" y="2329220"/>
                  <a:pt x="428625" y="2336800"/>
                  <a:pt x="419100" y="2343150"/>
                </a:cubicBezTo>
                <a:cubicBezTo>
                  <a:pt x="399890" y="2339308"/>
                  <a:pt x="356915" y="2336999"/>
                  <a:pt x="342900" y="2314575"/>
                </a:cubicBezTo>
                <a:cubicBezTo>
                  <a:pt x="332257" y="2297547"/>
                  <a:pt x="330200" y="2276475"/>
                  <a:pt x="323850" y="2257425"/>
                </a:cubicBezTo>
                <a:cubicBezTo>
                  <a:pt x="309835" y="2215380"/>
                  <a:pt x="318815" y="2237830"/>
                  <a:pt x="295275" y="2190750"/>
                </a:cubicBezTo>
                <a:cubicBezTo>
                  <a:pt x="292100" y="2165350"/>
                  <a:pt x="290329" y="2139735"/>
                  <a:pt x="285750" y="2114550"/>
                </a:cubicBezTo>
                <a:cubicBezTo>
                  <a:pt x="283954" y="2104672"/>
                  <a:pt x="278021" y="2095853"/>
                  <a:pt x="276225" y="2085975"/>
                </a:cubicBezTo>
                <a:cubicBezTo>
                  <a:pt x="271646" y="2060790"/>
                  <a:pt x="271279" y="2034960"/>
                  <a:pt x="266700" y="2009775"/>
                </a:cubicBezTo>
                <a:cubicBezTo>
                  <a:pt x="264904" y="1999897"/>
                  <a:pt x="259610" y="1990940"/>
                  <a:pt x="257175" y="1981200"/>
                </a:cubicBezTo>
                <a:cubicBezTo>
                  <a:pt x="250033" y="1952634"/>
                  <a:pt x="253357" y="1925631"/>
                  <a:pt x="228600" y="1905000"/>
                </a:cubicBezTo>
                <a:cubicBezTo>
                  <a:pt x="217692" y="1895910"/>
                  <a:pt x="203200" y="1892300"/>
                  <a:pt x="190500" y="1885950"/>
                </a:cubicBezTo>
                <a:lnTo>
                  <a:pt x="133350" y="1800225"/>
                </a:lnTo>
                <a:lnTo>
                  <a:pt x="114300" y="1771650"/>
                </a:lnTo>
                <a:cubicBezTo>
                  <a:pt x="108975" y="1750352"/>
                  <a:pt x="95001" y="1690314"/>
                  <a:pt x="85725" y="1676400"/>
                </a:cubicBezTo>
                <a:cubicBezTo>
                  <a:pt x="79375" y="1666875"/>
                  <a:pt x="71324" y="1658286"/>
                  <a:pt x="66675" y="1647825"/>
                </a:cubicBezTo>
                <a:cubicBezTo>
                  <a:pt x="53424" y="1618010"/>
                  <a:pt x="46016" y="1584240"/>
                  <a:pt x="38100" y="1552575"/>
                </a:cubicBezTo>
                <a:cubicBezTo>
                  <a:pt x="3738" y="1071509"/>
                  <a:pt x="41820" y="1643100"/>
                  <a:pt x="19050" y="447675"/>
                </a:cubicBezTo>
                <a:cubicBezTo>
                  <a:pt x="18625" y="425360"/>
                  <a:pt x="11920" y="421495"/>
                  <a:pt x="0" y="409575"/>
                </a:cubicBezTo>
                <a:lnTo>
                  <a:pt x="0" y="409575"/>
                </a:lnTo>
              </a:path>
            </a:pathLst>
          </a:custGeom>
          <a:solidFill>
            <a:schemeClr val="accent1">
              <a:alpha val="12549"/>
            </a:schemeClr>
          </a:solidFill>
          <a:ln w="9525" cap="flat" cmpd="sng">
            <a:solidFill>
              <a:schemeClr val="dk1">
                <a:alpha val="6627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36" name="Google Shape;736;p11"/>
          <p:cNvSpPr/>
          <p:nvPr/>
        </p:nvSpPr>
        <p:spPr>
          <a:xfrm>
            <a:off x="2495550" y="1885950"/>
            <a:ext cx="1724025" cy="2468124"/>
          </a:xfrm>
          <a:custGeom>
            <a:avLst/>
            <a:gdLst/>
            <a:ahLst/>
            <a:cxnLst/>
            <a:rect l="l" t="t" r="r" b="b"/>
            <a:pathLst>
              <a:path w="1724025" h="2468124" extrusionOk="0">
                <a:moveTo>
                  <a:pt x="1724025" y="66675"/>
                </a:moveTo>
                <a:lnTo>
                  <a:pt x="1724025" y="66675"/>
                </a:lnTo>
                <a:cubicBezTo>
                  <a:pt x="1582173" y="13480"/>
                  <a:pt x="1699909" y="54342"/>
                  <a:pt x="1609725" y="28575"/>
                </a:cubicBezTo>
                <a:cubicBezTo>
                  <a:pt x="1600071" y="25817"/>
                  <a:pt x="1590951" y="21228"/>
                  <a:pt x="1581150" y="19050"/>
                </a:cubicBezTo>
                <a:cubicBezTo>
                  <a:pt x="1528222" y="7288"/>
                  <a:pt x="1472753" y="4866"/>
                  <a:pt x="1419225" y="0"/>
                </a:cubicBezTo>
                <a:cubicBezTo>
                  <a:pt x="1308173" y="5048"/>
                  <a:pt x="1240067" y="1401"/>
                  <a:pt x="1143000" y="19050"/>
                </a:cubicBezTo>
                <a:cubicBezTo>
                  <a:pt x="1130120" y="21392"/>
                  <a:pt x="1117600" y="25400"/>
                  <a:pt x="1104900" y="28575"/>
                </a:cubicBezTo>
                <a:cubicBezTo>
                  <a:pt x="1085850" y="25400"/>
                  <a:pt x="1066603" y="23240"/>
                  <a:pt x="1047750" y="19050"/>
                </a:cubicBezTo>
                <a:cubicBezTo>
                  <a:pt x="1037949" y="16872"/>
                  <a:pt x="1029215" y="9525"/>
                  <a:pt x="1019175" y="9525"/>
                </a:cubicBezTo>
                <a:cubicBezTo>
                  <a:pt x="1009135" y="9525"/>
                  <a:pt x="1000125" y="15875"/>
                  <a:pt x="990600" y="19050"/>
                </a:cubicBezTo>
                <a:cubicBezTo>
                  <a:pt x="974519" y="67292"/>
                  <a:pt x="981279" y="41334"/>
                  <a:pt x="971550" y="114300"/>
                </a:cubicBezTo>
                <a:cubicBezTo>
                  <a:pt x="971113" y="117581"/>
                  <a:pt x="966067" y="198725"/>
                  <a:pt x="952500" y="219075"/>
                </a:cubicBezTo>
                <a:cubicBezTo>
                  <a:pt x="945028" y="230283"/>
                  <a:pt x="932549" y="237302"/>
                  <a:pt x="923925" y="247650"/>
                </a:cubicBezTo>
                <a:cubicBezTo>
                  <a:pt x="916596" y="256444"/>
                  <a:pt x="913669" y="268896"/>
                  <a:pt x="904875" y="276225"/>
                </a:cubicBezTo>
                <a:cubicBezTo>
                  <a:pt x="893967" y="285315"/>
                  <a:pt x="878951" y="287970"/>
                  <a:pt x="866775" y="295275"/>
                </a:cubicBezTo>
                <a:cubicBezTo>
                  <a:pt x="823444" y="321274"/>
                  <a:pt x="821622" y="333884"/>
                  <a:pt x="781050" y="342900"/>
                </a:cubicBezTo>
                <a:cubicBezTo>
                  <a:pt x="762197" y="347090"/>
                  <a:pt x="742950" y="349250"/>
                  <a:pt x="723900" y="352425"/>
                </a:cubicBezTo>
                <a:cubicBezTo>
                  <a:pt x="676275" y="349250"/>
                  <a:pt x="627619" y="353254"/>
                  <a:pt x="581025" y="342900"/>
                </a:cubicBezTo>
                <a:cubicBezTo>
                  <a:pt x="567875" y="339978"/>
                  <a:pt x="564146" y="321008"/>
                  <a:pt x="552450" y="314325"/>
                </a:cubicBezTo>
                <a:cubicBezTo>
                  <a:pt x="541084" y="307830"/>
                  <a:pt x="527050" y="307975"/>
                  <a:pt x="514350" y="304800"/>
                </a:cubicBezTo>
                <a:cubicBezTo>
                  <a:pt x="504825" y="307975"/>
                  <a:pt x="492875" y="307225"/>
                  <a:pt x="485775" y="314325"/>
                </a:cubicBezTo>
                <a:cubicBezTo>
                  <a:pt x="478675" y="321425"/>
                  <a:pt x="481819" y="334546"/>
                  <a:pt x="476250" y="342900"/>
                </a:cubicBezTo>
                <a:cubicBezTo>
                  <a:pt x="468778" y="354108"/>
                  <a:pt x="457200" y="361950"/>
                  <a:pt x="447675" y="371475"/>
                </a:cubicBezTo>
                <a:cubicBezTo>
                  <a:pt x="425027" y="439419"/>
                  <a:pt x="457141" y="357276"/>
                  <a:pt x="409575" y="428625"/>
                </a:cubicBezTo>
                <a:cubicBezTo>
                  <a:pt x="381783" y="470313"/>
                  <a:pt x="430765" y="468474"/>
                  <a:pt x="361950" y="514350"/>
                </a:cubicBezTo>
                <a:lnTo>
                  <a:pt x="304800" y="552450"/>
                </a:lnTo>
                <a:cubicBezTo>
                  <a:pt x="221186" y="677872"/>
                  <a:pt x="305272" y="559837"/>
                  <a:pt x="238125" y="638175"/>
                </a:cubicBezTo>
                <a:cubicBezTo>
                  <a:pt x="227794" y="650228"/>
                  <a:pt x="218777" y="663357"/>
                  <a:pt x="209550" y="676275"/>
                </a:cubicBezTo>
                <a:cubicBezTo>
                  <a:pt x="202896" y="685590"/>
                  <a:pt x="199439" y="697699"/>
                  <a:pt x="190500" y="704850"/>
                </a:cubicBezTo>
                <a:cubicBezTo>
                  <a:pt x="182660" y="711122"/>
                  <a:pt x="171450" y="711200"/>
                  <a:pt x="161925" y="714375"/>
                </a:cubicBezTo>
                <a:cubicBezTo>
                  <a:pt x="134302" y="797244"/>
                  <a:pt x="161925" y="702475"/>
                  <a:pt x="161925" y="895350"/>
                </a:cubicBezTo>
                <a:cubicBezTo>
                  <a:pt x="161925" y="924101"/>
                  <a:pt x="156466" y="952613"/>
                  <a:pt x="152400" y="981075"/>
                </a:cubicBezTo>
                <a:cubicBezTo>
                  <a:pt x="148622" y="1007521"/>
                  <a:pt x="129203" y="1088765"/>
                  <a:pt x="123825" y="1104900"/>
                </a:cubicBezTo>
                <a:cubicBezTo>
                  <a:pt x="117475" y="1123950"/>
                  <a:pt x="121483" y="1150911"/>
                  <a:pt x="104775" y="1162050"/>
                </a:cubicBezTo>
                <a:lnTo>
                  <a:pt x="76200" y="1181100"/>
                </a:lnTo>
                <a:cubicBezTo>
                  <a:pt x="73025" y="1190625"/>
                  <a:pt x="71551" y="1200898"/>
                  <a:pt x="66675" y="1209675"/>
                </a:cubicBezTo>
                <a:cubicBezTo>
                  <a:pt x="38192" y="1260944"/>
                  <a:pt x="34710" y="1260690"/>
                  <a:pt x="0" y="1295400"/>
                </a:cubicBezTo>
                <a:cubicBezTo>
                  <a:pt x="9525" y="1298575"/>
                  <a:pt x="18535" y="1304925"/>
                  <a:pt x="28575" y="1304925"/>
                </a:cubicBezTo>
                <a:cubicBezTo>
                  <a:pt x="47888" y="1304925"/>
                  <a:pt x="67403" y="1301507"/>
                  <a:pt x="85725" y="1295400"/>
                </a:cubicBezTo>
                <a:cubicBezTo>
                  <a:pt x="116888" y="1285012"/>
                  <a:pt x="116348" y="1265460"/>
                  <a:pt x="142875" y="1247775"/>
                </a:cubicBezTo>
                <a:cubicBezTo>
                  <a:pt x="151229" y="1242206"/>
                  <a:pt x="161925" y="1241425"/>
                  <a:pt x="171450" y="1238250"/>
                </a:cubicBezTo>
                <a:cubicBezTo>
                  <a:pt x="177800" y="1228725"/>
                  <a:pt x="182405" y="1217770"/>
                  <a:pt x="190500" y="1209675"/>
                </a:cubicBezTo>
                <a:cubicBezTo>
                  <a:pt x="212426" y="1187749"/>
                  <a:pt x="228028" y="1188387"/>
                  <a:pt x="257175" y="1181100"/>
                </a:cubicBezTo>
                <a:cubicBezTo>
                  <a:pt x="276225" y="1168400"/>
                  <a:pt x="301625" y="1162050"/>
                  <a:pt x="314325" y="1143000"/>
                </a:cubicBezTo>
                <a:cubicBezTo>
                  <a:pt x="333056" y="1114903"/>
                  <a:pt x="334448" y="1108769"/>
                  <a:pt x="361950" y="1085850"/>
                </a:cubicBezTo>
                <a:cubicBezTo>
                  <a:pt x="391436" y="1061278"/>
                  <a:pt x="394546" y="1072600"/>
                  <a:pt x="419100" y="1038225"/>
                </a:cubicBezTo>
                <a:cubicBezTo>
                  <a:pt x="427353" y="1026671"/>
                  <a:pt x="431800" y="1012825"/>
                  <a:pt x="438150" y="1000125"/>
                </a:cubicBezTo>
                <a:cubicBezTo>
                  <a:pt x="441325" y="927100"/>
                  <a:pt x="439297" y="853662"/>
                  <a:pt x="447675" y="781050"/>
                </a:cubicBezTo>
                <a:cubicBezTo>
                  <a:pt x="450008" y="760834"/>
                  <a:pt x="480267" y="740941"/>
                  <a:pt x="495300" y="733425"/>
                </a:cubicBezTo>
                <a:cubicBezTo>
                  <a:pt x="504280" y="728935"/>
                  <a:pt x="514895" y="728390"/>
                  <a:pt x="523875" y="723900"/>
                </a:cubicBezTo>
                <a:cubicBezTo>
                  <a:pt x="534114" y="718780"/>
                  <a:pt x="541928" y="709359"/>
                  <a:pt x="552450" y="704850"/>
                </a:cubicBezTo>
                <a:cubicBezTo>
                  <a:pt x="578364" y="693744"/>
                  <a:pt x="649948" y="687900"/>
                  <a:pt x="666750" y="685800"/>
                </a:cubicBezTo>
                <a:cubicBezTo>
                  <a:pt x="704850" y="688975"/>
                  <a:pt x="743153" y="690272"/>
                  <a:pt x="781050" y="695325"/>
                </a:cubicBezTo>
                <a:cubicBezTo>
                  <a:pt x="791002" y="696652"/>
                  <a:pt x="802525" y="697750"/>
                  <a:pt x="809625" y="704850"/>
                </a:cubicBezTo>
                <a:cubicBezTo>
                  <a:pt x="816725" y="711950"/>
                  <a:pt x="815975" y="723900"/>
                  <a:pt x="819150" y="733425"/>
                </a:cubicBezTo>
                <a:cubicBezTo>
                  <a:pt x="828889" y="821076"/>
                  <a:pt x="837154" y="846952"/>
                  <a:pt x="819150" y="942975"/>
                </a:cubicBezTo>
                <a:cubicBezTo>
                  <a:pt x="813964" y="970633"/>
                  <a:pt x="756497" y="1005134"/>
                  <a:pt x="742950" y="1009650"/>
                </a:cubicBezTo>
                <a:cubicBezTo>
                  <a:pt x="723064" y="1016279"/>
                  <a:pt x="672892" y="1034626"/>
                  <a:pt x="647700" y="1038225"/>
                </a:cubicBezTo>
                <a:cubicBezTo>
                  <a:pt x="616112" y="1042738"/>
                  <a:pt x="584200" y="1044575"/>
                  <a:pt x="552450" y="1047750"/>
                </a:cubicBezTo>
                <a:cubicBezTo>
                  <a:pt x="535711" y="1097968"/>
                  <a:pt x="553988" y="1057334"/>
                  <a:pt x="514350" y="1104900"/>
                </a:cubicBezTo>
                <a:cubicBezTo>
                  <a:pt x="477606" y="1148993"/>
                  <a:pt x="515423" y="1120309"/>
                  <a:pt x="466725" y="1162050"/>
                </a:cubicBezTo>
                <a:cubicBezTo>
                  <a:pt x="454672" y="1172381"/>
                  <a:pt x="441543" y="1181398"/>
                  <a:pt x="428625" y="1190625"/>
                </a:cubicBezTo>
                <a:cubicBezTo>
                  <a:pt x="419310" y="1197279"/>
                  <a:pt x="408844" y="1202346"/>
                  <a:pt x="400050" y="1209675"/>
                </a:cubicBezTo>
                <a:cubicBezTo>
                  <a:pt x="389702" y="1218299"/>
                  <a:pt x="382683" y="1230778"/>
                  <a:pt x="371475" y="1238250"/>
                </a:cubicBezTo>
                <a:cubicBezTo>
                  <a:pt x="363121" y="1243819"/>
                  <a:pt x="351880" y="1243285"/>
                  <a:pt x="342900" y="1247775"/>
                </a:cubicBezTo>
                <a:cubicBezTo>
                  <a:pt x="332661" y="1252895"/>
                  <a:pt x="324786" y="1262176"/>
                  <a:pt x="314325" y="1266825"/>
                </a:cubicBezTo>
                <a:cubicBezTo>
                  <a:pt x="295975" y="1274980"/>
                  <a:pt x="276225" y="1279525"/>
                  <a:pt x="257175" y="1285875"/>
                </a:cubicBezTo>
                <a:cubicBezTo>
                  <a:pt x="247650" y="1289050"/>
                  <a:pt x="236954" y="1289831"/>
                  <a:pt x="228600" y="1295400"/>
                </a:cubicBezTo>
                <a:cubicBezTo>
                  <a:pt x="219075" y="1301750"/>
                  <a:pt x="200025" y="1303002"/>
                  <a:pt x="200025" y="1314450"/>
                </a:cubicBezTo>
                <a:cubicBezTo>
                  <a:pt x="200025" y="1324490"/>
                  <a:pt x="219075" y="1308100"/>
                  <a:pt x="228600" y="1304925"/>
                </a:cubicBezTo>
                <a:cubicBezTo>
                  <a:pt x="260350" y="1308100"/>
                  <a:pt x="292313" y="1309598"/>
                  <a:pt x="323850" y="1314450"/>
                </a:cubicBezTo>
                <a:cubicBezTo>
                  <a:pt x="333773" y="1315977"/>
                  <a:pt x="344585" y="1317703"/>
                  <a:pt x="352425" y="1323975"/>
                </a:cubicBezTo>
                <a:cubicBezTo>
                  <a:pt x="361364" y="1331126"/>
                  <a:pt x="364146" y="1343756"/>
                  <a:pt x="371475" y="1352550"/>
                </a:cubicBezTo>
                <a:cubicBezTo>
                  <a:pt x="392838" y="1378185"/>
                  <a:pt x="405586" y="1379294"/>
                  <a:pt x="419100" y="1409700"/>
                </a:cubicBezTo>
                <a:cubicBezTo>
                  <a:pt x="450022" y="1479274"/>
                  <a:pt x="414752" y="1459051"/>
                  <a:pt x="466725" y="1476375"/>
                </a:cubicBezTo>
                <a:cubicBezTo>
                  <a:pt x="499461" y="1469828"/>
                  <a:pt x="521063" y="1466293"/>
                  <a:pt x="552450" y="1457325"/>
                </a:cubicBezTo>
                <a:cubicBezTo>
                  <a:pt x="648103" y="1429996"/>
                  <a:pt x="500018" y="1468052"/>
                  <a:pt x="619125" y="1438275"/>
                </a:cubicBezTo>
                <a:cubicBezTo>
                  <a:pt x="654324" y="1385477"/>
                  <a:pt x="618036" y="1427238"/>
                  <a:pt x="666750" y="1400175"/>
                </a:cubicBezTo>
                <a:cubicBezTo>
                  <a:pt x="686764" y="1389056"/>
                  <a:pt x="702180" y="1369315"/>
                  <a:pt x="723900" y="1362075"/>
                </a:cubicBezTo>
                <a:lnTo>
                  <a:pt x="809625" y="1333500"/>
                </a:lnTo>
                <a:cubicBezTo>
                  <a:pt x="819150" y="1330325"/>
                  <a:pt x="828237" y="1325220"/>
                  <a:pt x="838200" y="1323975"/>
                </a:cubicBezTo>
                <a:lnTo>
                  <a:pt x="914400" y="1314450"/>
                </a:lnTo>
                <a:cubicBezTo>
                  <a:pt x="955028" y="1287365"/>
                  <a:pt x="968645" y="1274873"/>
                  <a:pt x="1009650" y="1257300"/>
                </a:cubicBezTo>
                <a:cubicBezTo>
                  <a:pt x="1018878" y="1253345"/>
                  <a:pt x="1029245" y="1252265"/>
                  <a:pt x="1038225" y="1247775"/>
                </a:cubicBezTo>
                <a:cubicBezTo>
                  <a:pt x="1048464" y="1242655"/>
                  <a:pt x="1056278" y="1233234"/>
                  <a:pt x="1066800" y="1228725"/>
                </a:cubicBezTo>
                <a:cubicBezTo>
                  <a:pt x="1078832" y="1223568"/>
                  <a:pt x="1092361" y="1222962"/>
                  <a:pt x="1104900" y="1219200"/>
                </a:cubicBezTo>
                <a:cubicBezTo>
                  <a:pt x="1124134" y="1213430"/>
                  <a:pt x="1162050" y="1200150"/>
                  <a:pt x="1162050" y="1200150"/>
                </a:cubicBezTo>
                <a:cubicBezTo>
                  <a:pt x="1193800" y="1203325"/>
                  <a:pt x="1225938" y="1203795"/>
                  <a:pt x="1257300" y="1209675"/>
                </a:cubicBezTo>
                <a:cubicBezTo>
                  <a:pt x="1277037" y="1213376"/>
                  <a:pt x="1314450" y="1228725"/>
                  <a:pt x="1314450" y="1228725"/>
                </a:cubicBezTo>
                <a:cubicBezTo>
                  <a:pt x="1320800" y="1238250"/>
                  <a:pt x="1324561" y="1250149"/>
                  <a:pt x="1333500" y="1257300"/>
                </a:cubicBezTo>
                <a:cubicBezTo>
                  <a:pt x="1341340" y="1263572"/>
                  <a:pt x="1354975" y="1259725"/>
                  <a:pt x="1362075" y="1266825"/>
                </a:cubicBezTo>
                <a:cubicBezTo>
                  <a:pt x="1378264" y="1283014"/>
                  <a:pt x="1387475" y="1304925"/>
                  <a:pt x="1400175" y="1323975"/>
                </a:cubicBezTo>
                <a:lnTo>
                  <a:pt x="1419225" y="1352550"/>
                </a:lnTo>
                <a:cubicBezTo>
                  <a:pt x="1432780" y="1433881"/>
                  <a:pt x="1436181" y="1426140"/>
                  <a:pt x="1419225" y="1533525"/>
                </a:cubicBezTo>
                <a:cubicBezTo>
                  <a:pt x="1416093" y="1553360"/>
                  <a:pt x="1414374" y="1576476"/>
                  <a:pt x="1400175" y="1590675"/>
                </a:cubicBezTo>
                <a:lnTo>
                  <a:pt x="1371600" y="1619250"/>
                </a:lnTo>
                <a:cubicBezTo>
                  <a:pt x="1358900" y="1616075"/>
                  <a:pt x="1345532" y="1614882"/>
                  <a:pt x="1333500" y="1609725"/>
                </a:cubicBezTo>
                <a:cubicBezTo>
                  <a:pt x="1322978" y="1605216"/>
                  <a:pt x="1316031" y="1587899"/>
                  <a:pt x="1304925" y="1590675"/>
                </a:cubicBezTo>
                <a:cubicBezTo>
                  <a:pt x="1295185" y="1593110"/>
                  <a:pt x="1298575" y="1609725"/>
                  <a:pt x="1295400" y="1619250"/>
                </a:cubicBezTo>
                <a:cubicBezTo>
                  <a:pt x="1292225" y="1698625"/>
                  <a:pt x="1293527" y="1778306"/>
                  <a:pt x="1285875" y="1857375"/>
                </a:cubicBezTo>
                <a:cubicBezTo>
                  <a:pt x="1283941" y="1877362"/>
                  <a:pt x="1266825" y="1914525"/>
                  <a:pt x="1266825" y="1914525"/>
                </a:cubicBezTo>
                <a:cubicBezTo>
                  <a:pt x="1248113" y="2045506"/>
                  <a:pt x="1267022" y="1929480"/>
                  <a:pt x="1247775" y="2019300"/>
                </a:cubicBezTo>
                <a:cubicBezTo>
                  <a:pt x="1240991" y="2050960"/>
                  <a:pt x="1238964" y="2083833"/>
                  <a:pt x="1228725" y="2114550"/>
                </a:cubicBezTo>
                <a:cubicBezTo>
                  <a:pt x="1222375" y="2133600"/>
                  <a:pt x="1212976" y="2151893"/>
                  <a:pt x="1209675" y="2171700"/>
                </a:cubicBezTo>
                <a:cubicBezTo>
                  <a:pt x="1192486" y="2274837"/>
                  <a:pt x="1209384" y="2191770"/>
                  <a:pt x="1190625" y="2257425"/>
                </a:cubicBezTo>
                <a:cubicBezTo>
                  <a:pt x="1183969" y="2280720"/>
                  <a:pt x="1173368" y="2335698"/>
                  <a:pt x="1162050" y="2352675"/>
                </a:cubicBezTo>
                <a:lnTo>
                  <a:pt x="1123950" y="2409825"/>
                </a:lnTo>
                <a:cubicBezTo>
                  <a:pt x="1127125" y="2422525"/>
                  <a:pt x="1125297" y="2437703"/>
                  <a:pt x="1133475" y="2447925"/>
                </a:cubicBezTo>
                <a:cubicBezTo>
                  <a:pt x="1149634" y="2468124"/>
                  <a:pt x="1196989" y="2450462"/>
                  <a:pt x="1209675" y="2447925"/>
                </a:cubicBezTo>
                <a:cubicBezTo>
                  <a:pt x="1238373" y="2428793"/>
                  <a:pt x="1242513" y="2424327"/>
                  <a:pt x="1276350" y="2409825"/>
                </a:cubicBezTo>
                <a:cubicBezTo>
                  <a:pt x="1331559" y="2386164"/>
                  <a:pt x="1278586" y="2417859"/>
                  <a:pt x="1333500" y="2381250"/>
                </a:cubicBezTo>
                <a:cubicBezTo>
                  <a:pt x="1339850" y="2371725"/>
                  <a:pt x="1343025" y="2359025"/>
                  <a:pt x="1352550" y="2352675"/>
                </a:cubicBezTo>
                <a:cubicBezTo>
                  <a:pt x="1380259" y="2334202"/>
                  <a:pt x="1401041" y="2345748"/>
                  <a:pt x="1428750" y="2352675"/>
                </a:cubicBezTo>
                <a:cubicBezTo>
                  <a:pt x="1435100" y="2343150"/>
                  <a:pt x="1444180" y="2334960"/>
                  <a:pt x="1447800" y="2324100"/>
                </a:cubicBezTo>
                <a:cubicBezTo>
                  <a:pt x="1457356" y="2295431"/>
                  <a:pt x="1465988" y="2171653"/>
                  <a:pt x="1466850" y="2162175"/>
                </a:cubicBezTo>
                <a:cubicBezTo>
                  <a:pt x="1470025" y="2089150"/>
                  <a:pt x="1472842" y="2016109"/>
                  <a:pt x="1476375" y="1943100"/>
                </a:cubicBezTo>
                <a:cubicBezTo>
                  <a:pt x="1482367" y="1819257"/>
                  <a:pt x="1495425" y="1571625"/>
                  <a:pt x="1495425" y="1571625"/>
                </a:cubicBezTo>
                <a:cubicBezTo>
                  <a:pt x="1483729" y="1302625"/>
                  <a:pt x="1480495" y="1353810"/>
                  <a:pt x="1495425" y="1047750"/>
                </a:cubicBezTo>
                <a:cubicBezTo>
                  <a:pt x="1499546" y="963261"/>
                  <a:pt x="1498609" y="977879"/>
                  <a:pt x="1524000" y="914400"/>
                </a:cubicBezTo>
                <a:cubicBezTo>
                  <a:pt x="1528545" y="873495"/>
                  <a:pt x="1535284" y="804715"/>
                  <a:pt x="1543050" y="762000"/>
                </a:cubicBezTo>
                <a:cubicBezTo>
                  <a:pt x="1554298" y="700135"/>
                  <a:pt x="1550879" y="745429"/>
                  <a:pt x="1571625" y="676275"/>
                </a:cubicBezTo>
                <a:cubicBezTo>
                  <a:pt x="1576277" y="660768"/>
                  <a:pt x="1577638" y="644454"/>
                  <a:pt x="1581150" y="628650"/>
                </a:cubicBezTo>
                <a:cubicBezTo>
                  <a:pt x="1593695" y="572196"/>
                  <a:pt x="1589373" y="601240"/>
                  <a:pt x="1609725" y="533400"/>
                </a:cubicBezTo>
                <a:cubicBezTo>
                  <a:pt x="1629178" y="468556"/>
                  <a:pt x="1606362" y="521075"/>
                  <a:pt x="1638300" y="457200"/>
                </a:cubicBezTo>
                <a:cubicBezTo>
                  <a:pt x="1641475" y="441325"/>
                  <a:pt x="1644313" y="425379"/>
                  <a:pt x="1647825" y="409575"/>
                </a:cubicBezTo>
                <a:cubicBezTo>
                  <a:pt x="1660445" y="352787"/>
                  <a:pt x="1657543" y="384317"/>
                  <a:pt x="1666875" y="314325"/>
                </a:cubicBezTo>
                <a:cubicBezTo>
                  <a:pt x="1670675" y="285826"/>
                  <a:pt x="1672028" y="257017"/>
                  <a:pt x="1676400" y="228600"/>
                </a:cubicBezTo>
                <a:cubicBezTo>
                  <a:pt x="1690992" y="133750"/>
                  <a:pt x="1686532" y="265899"/>
                  <a:pt x="1695450" y="114300"/>
                </a:cubicBezTo>
                <a:cubicBezTo>
                  <a:pt x="1697128" y="85774"/>
                  <a:pt x="1719263" y="74613"/>
                  <a:pt x="1724025" y="66675"/>
                </a:cubicBezTo>
                <a:close/>
              </a:path>
            </a:pathLst>
          </a:custGeom>
          <a:solidFill>
            <a:schemeClr val="accent1">
              <a:alpha val="11372"/>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37" name="Google Shape;737;p11"/>
          <p:cNvSpPr txBox="1"/>
          <p:nvPr/>
        </p:nvSpPr>
        <p:spPr>
          <a:xfrm>
            <a:off x="2133600" y="3352800"/>
            <a:ext cx="685800" cy="2616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Times"/>
                <a:ea typeface="Times"/>
                <a:cs typeface="Times"/>
                <a:sym typeface="Times"/>
              </a:rPr>
              <a:t>ALS</a:t>
            </a:r>
            <a:endParaRPr sz="1400" b="0" i="0" u="none" strike="noStrike" cap="none">
              <a:solidFill>
                <a:srgbClr val="000000"/>
              </a:solidFill>
              <a:latin typeface="Arial"/>
              <a:ea typeface="Arial"/>
              <a:cs typeface="Arial"/>
              <a:sym typeface="Arial"/>
            </a:endParaRPr>
          </a:p>
        </p:txBody>
      </p:sp>
      <p:sp>
        <p:nvSpPr>
          <p:cNvPr id="738" name="Google Shape;738;p11"/>
          <p:cNvSpPr txBox="1"/>
          <p:nvPr/>
        </p:nvSpPr>
        <p:spPr>
          <a:xfrm>
            <a:off x="0" y="3657600"/>
            <a:ext cx="1219200" cy="600164"/>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Ventral Spinocerebellar Tract</a:t>
            </a:r>
            <a:endParaRPr sz="1400" b="0" i="0" u="none" strike="noStrike" cap="none">
              <a:solidFill>
                <a:srgbClr val="000000"/>
              </a:solidFill>
              <a:latin typeface="Arial"/>
              <a:ea typeface="Arial"/>
              <a:cs typeface="Arial"/>
              <a:sym typeface="Arial"/>
            </a:endParaRPr>
          </a:p>
        </p:txBody>
      </p:sp>
      <p:sp>
        <p:nvSpPr>
          <p:cNvPr id="739" name="Google Shape;739;p11"/>
          <p:cNvSpPr txBox="1"/>
          <p:nvPr/>
        </p:nvSpPr>
        <p:spPr>
          <a:xfrm>
            <a:off x="3124200" y="5334000"/>
            <a:ext cx="1219200" cy="261610"/>
          </a:xfrm>
          <a:prstGeom prst="rect">
            <a:avLst/>
          </a:prstGeom>
          <a:solidFill>
            <a:schemeClr val="accent1">
              <a:alpha val="60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Pyramidal Tract</a:t>
            </a:r>
            <a:endParaRPr sz="1400" b="0" i="0" u="none" strike="noStrike" cap="none">
              <a:solidFill>
                <a:srgbClr val="000000"/>
              </a:solidFill>
              <a:latin typeface="Arial"/>
              <a:ea typeface="Arial"/>
              <a:cs typeface="Arial"/>
              <a:sym typeface="Arial"/>
            </a:endParaRPr>
          </a:p>
        </p:txBody>
      </p:sp>
      <p:sp>
        <p:nvSpPr>
          <p:cNvPr id="740" name="Google Shape;740;p11"/>
          <p:cNvSpPr txBox="1"/>
          <p:nvPr/>
        </p:nvSpPr>
        <p:spPr>
          <a:xfrm>
            <a:off x="1219200" y="3657600"/>
            <a:ext cx="990600" cy="430887"/>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Rubrospinal Tract</a:t>
            </a:r>
            <a:endParaRPr sz="1400" b="0" i="0" u="none" strike="noStrike" cap="none">
              <a:solidFill>
                <a:srgbClr val="000000"/>
              </a:solidFill>
              <a:latin typeface="Arial"/>
              <a:ea typeface="Arial"/>
              <a:cs typeface="Arial"/>
              <a:sym typeface="Arial"/>
            </a:endParaRPr>
          </a:p>
        </p:txBody>
      </p:sp>
      <p:sp>
        <p:nvSpPr>
          <p:cNvPr id="741" name="Google Shape;741;p11"/>
          <p:cNvSpPr txBox="1"/>
          <p:nvPr/>
        </p:nvSpPr>
        <p:spPr>
          <a:xfrm>
            <a:off x="4572000" y="1600200"/>
            <a:ext cx="1905000" cy="246221"/>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Prepositus Hypoglossal Nucleus</a:t>
            </a:r>
            <a:endParaRPr sz="1400" b="0" i="0" u="none" strike="noStrike" cap="none">
              <a:solidFill>
                <a:srgbClr val="000000"/>
              </a:solidFill>
              <a:latin typeface="Arial"/>
              <a:ea typeface="Arial"/>
              <a:cs typeface="Arial"/>
              <a:sym typeface="Arial"/>
            </a:endParaRPr>
          </a:p>
        </p:txBody>
      </p:sp>
      <p:sp>
        <p:nvSpPr>
          <p:cNvPr id="742" name="Google Shape;742;p11"/>
          <p:cNvSpPr txBox="1"/>
          <p:nvPr/>
        </p:nvSpPr>
        <p:spPr>
          <a:xfrm>
            <a:off x="4648200" y="2667000"/>
            <a:ext cx="1219200" cy="246221"/>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Techtospinal tract</a:t>
            </a:r>
            <a:endParaRPr sz="1400" b="0" i="0" u="none" strike="noStrike" cap="none">
              <a:solidFill>
                <a:srgbClr val="000000"/>
              </a:solidFill>
              <a:latin typeface="Arial"/>
              <a:ea typeface="Arial"/>
              <a:cs typeface="Arial"/>
              <a:sym typeface="Arial"/>
            </a:endParaRPr>
          </a:p>
        </p:txBody>
      </p:sp>
      <p:sp>
        <p:nvSpPr>
          <p:cNvPr id="743" name="Google Shape;743;p11"/>
          <p:cNvSpPr txBox="1"/>
          <p:nvPr/>
        </p:nvSpPr>
        <p:spPr>
          <a:xfrm>
            <a:off x="1828800" y="2590800"/>
            <a:ext cx="914400" cy="55399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Spinal Trigeminal Tract</a:t>
            </a:r>
            <a:endParaRPr sz="1400" b="0" i="0" u="none" strike="noStrike" cap="none">
              <a:solidFill>
                <a:srgbClr val="000000"/>
              </a:solidFill>
              <a:latin typeface="Arial"/>
              <a:ea typeface="Arial"/>
              <a:cs typeface="Arial"/>
              <a:sym typeface="Arial"/>
            </a:endParaRPr>
          </a:p>
        </p:txBody>
      </p:sp>
      <p:sp>
        <p:nvSpPr>
          <p:cNvPr id="744" name="Google Shape;744;p11"/>
          <p:cNvSpPr txBox="1"/>
          <p:nvPr/>
        </p:nvSpPr>
        <p:spPr>
          <a:xfrm>
            <a:off x="4648200" y="4648200"/>
            <a:ext cx="2057400" cy="40011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Accessory Inferior Olivary Nucleus</a:t>
            </a:r>
            <a:endParaRPr sz="1400" b="0" i="0" u="none" strike="noStrike" cap="none">
              <a:solidFill>
                <a:srgbClr val="000000"/>
              </a:solidFill>
              <a:latin typeface="Arial"/>
              <a:ea typeface="Arial"/>
              <a:cs typeface="Arial"/>
              <a:sym typeface="Arial"/>
            </a:endParaRPr>
          </a:p>
        </p:txBody>
      </p:sp>
      <p:sp>
        <p:nvSpPr>
          <p:cNvPr id="745" name="Google Shape;745;p11"/>
          <p:cNvSpPr txBox="1"/>
          <p:nvPr/>
        </p:nvSpPr>
        <p:spPr>
          <a:xfrm>
            <a:off x="4495800" y="3657600"/>
            <a:ext cx="914400" cy="40011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Lemniscus</a:t>
            </a:r>
            <a:endParaRPr sz="1000" b="1" i="0" u="none" strike="noStrike" cap="none">
              <a:solidFill>
                <a:schemeClr val="dk1"/>
              </a:solidFill>
              <a:latin typeface="Times"/>
              <a:ea typeface="Times"/>
              <a:cs typeface="Times"/>
              <a:sym typeface="Times"/>
            </a:endParaRPr>
          </a:p>
        </p:txBody>
      </p:sp>
      <p:sp>
        <p:nvSpPr>
          <p:cNvPr id="746" name="Google Shape;746;p11"/>
          <p:cNvSpPr txBox="1"/>
          <p:nvPr/>
        </p:nvSpPr>
        <p:spPr>
          <a:xfrm>
            <a:off x="3352800" y="990600"/>
            <a:ext cx="1295400" cy="246221"/>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Solitary Nucleus</a:t>
            </a:r>
            <a:endParaRPr sz="1400" b="0" i="0" u="none" strike="noStrike" cap="none">
              <a:solidFill>
                <a:srgbClr val="000000"/>
              </a:solidFill>
              <a:latin typeface="Arial"/>
              <a:ea typeface="Arial"/>
              <a:cs typeface="Arial"/>
              <a:sym typeface="Arial"/>
            </a:endParaRPr>
          </a:p>
        </p:txBody>
      </p:sp>
      <p:sp>
        <p:nvSpPr>
          <p:cNvPr id="747" name="Google Shape;747;p11"/>
          <p:cNvSpPr txBox="1"/>
          <p:nvPr/>
        </p:nvSpPr>
        <p:spPr>
          <a:xfrm>
            <a:off x="4572000" y="2133600"/>
            <a:ext cx="1981200" cy="246221"/>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Longitudnal Fasciculus</a:t>
            </a:r>
            <a:endParaRPr sz="1400" b="0" i="0" u="none" strike="noStrike" cap="none">
              <a:solidFill>
                <a:srgbClr val="000000"/>
              </a:solidFill>
              <a:latin typeface="Arial"/>
              <a:ea typeface="Arial"/>
              <a:cs typeface="Arial"/>
              <a:sym typeface="Arial"/>
            </a:endParaRPr>
          </a:p>
        </p:txBody>
      </p:sp>
      <p:sp>
        <p:nvSpPr>
          <p:cNvPr id="748" name="Google Shape;748;p11"/>
          <p:cNvSpPr txBox="1"/>
          <p:nvPr/>
        </p:nvSpPr>
        <p:spPr>
          <a:xfrm>
            <a:off x="1143000" y="1371600"/>
            <a:ext cx="990600" cy="600164"/>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Inferior Cerebellar Peduncle</a:t>
            </a:r>
            <a:endParaRPr sz="1400" b="0" i="0" u="none" strike="noStrike" cap="none">
              <a:solidFill>
                <a:srgbClr val="000000"/>
              </a:solidFill>
              <a:latin typeface="Arial"/>
              <a:ea typeface="Arial"/>
              <a:cs typeface="Arial"/>
              <a:sym typeface="Arial"/>
            </a:endParaRPr>
          </a:p>
        </p:txBody>
      </p:sp>
      <p:sp>
        <p:nvSpPr>
          <p:cNvPr id="749" name="Google Shape;749;p11"/>
          <p:cNvSpPr txBox="1"/>
          <p:nvPr/>
        </p:nvSpPr>
        <p:spPr>
          <a:xfrm>
            <a:off x="3200400" y="2286000"/>
            <a:ext cx="914400" cy="57708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chemeClr val="lt1"/>
                </a:solidFill>
                <a:latin typeface="Times"/>
                <a:ea typeface="Times"/>
                <a:cs typeface="Times"/>
                <a:sym typeface="Times"/>
              </a:rPr>
              <a:t>Medullary reticular formation</a:t>
            </a:r>
            <a:endParaRPr sz="1400" b="0" i="0" u="none" strike="noStrike" cap="none">
              <a:solidFill>
                <a:srgbClr val="000000"/>
              </a:solidFill>
              <a:latin typeface="Arial"/>
              <a:ea typeface="Arial"/>
              <a:cs typeface="Arial"/>
              <a:sym typeface="Arial"/>
            </a:endParaRPr>
          </a:p>
        </p:txBody>
      </p:sp>
      <p:sp>
        <p:nvSpPr>
          <p:cNvPr id="750" name="Google Shape;750;p11"/>
          <p:cNvSpPr txBox="1"/>
          <p:nvPr/>
        </p:nvSpPr>
        <p:spPr>
          <a:xfrm>
            <a:off x="762000" y="4572000"/>
            <a:ext cx="1143000" cy="40011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Central Tegmental Tract</a:t>
            </a:r>
            <a:endParaRPr sz="1400" b="0" i="0" u="none" strike="noStrike" cap="none">
              <a:solidFill>
                <a:srgbClr val="000000"/>
              </a:solidFill>
              <a:latin typeface="Arial"/>
              <a:ea typeface="Arial"/>
              <a:cs typeface="Arial"/>
              <a:sym typeface="Arial"/>
            </a:endParaRPr>
          </a:p>
        </p:txBody>
      </p:sp>
      <p:sp>
        <p:nvSpPr>
          <p:cNvPr id="751" name="Google Shape;751;p11"/>
          <p:cNvSpPr txBox="1"/>
          <p:nvPr/>
        </p:nvSpPr>
        <p:spPr>
          <a:xfrm>
            <a:off x="1219200" y="5410200"/>
            <a:ext cx="1371600" cy="40011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Principal Inferior Olivary Nucleus</a:t>
            </a:r>
            <a:endParaRPr sz="1400" b="0" i="0" u="none" strike="noStrike" cap="none">
              <a:solidFill>
                <a:srgbClr val="000000"/>
              </a:solidFill>
              <a:latin typeface="Arial"/>
              <a:ea typeface="Arial"/>
              <a:cs typeface="Arial"/>
              <a:sym typeface="Arial"/>
            </a:endParaRPr>
          </a:p>
        </p:txBody>
      </p:sp>
      <p:sp>
        <p:nvSpPr>
          <p:cNvPr id="752" name="Google Shape;752;p11"/>
          <p:cNvSpPr txBox="1"/>
          <p:nvPr/>
        </p:nvSpPr>
        <p:spPr>
          <a:xfrm>
            <a:off x="4114800" y="1295400"/>
            <a:ext cx="2133600" cy="246221"/>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Dorsal Longitudnal Fasciculus</a:t>
            </a:r>
            <a:endParaRPr sz="1400" b="0" i="0" u="none" strike="noStrike" cap="none">
              <a:solidFill>
                <a:srgbClr val="000000"/>
              </a:solidFill>
              <a:latin typeface="Arial"/>
              <a:ea typeface="Arial"/>
              <a:cs typeface="Arial"/>
              <a:sym typeface="Arial"/>
            </a:endParaRPr>
          </a:p>
        </p:txBody>
      </p:sp>
      <p:sp>
        <p:nvSpPr>
          <p:cNvPr id="753" name="Google Shape;753;p11"/>
          <p:cNvSpPr/>
          <p:nvPr/>
        </p:nvSpPr>
        <p:spPr>
          <a:xfrm>
            <a:off x="2590800" y="1600200"/>
            <a:ext cx="609600" cy="533400"/>
          </a:xfrm>
          <a:custGeom>
            <a:avLst/>
            <a:gdLst/>
            <a:ahLst/>
            <a:cxnLst/>
            <a:rect l="l" t="t" r="r" b="b"/>
            <a:pathLst>
              <a:path w="520700" h="571500" extrusionOk="0">
                <a:moveTo>
                  <a:pt x="0" y="304800"/>
                </a:moveTo>
                <a:lnTo>
                  <a:pt x="0" y="304800"/>
                </a:lnTo>
                <a:cubicBezTo>
                  <a:pt x="12700" y="270933"/>
                  <a:pt x="25739" y="237192"/>
                  <a:pt x="38100" y="203200"/>
                </a:cubicBezTo>
                <a:cubicBezTo>
                  <a:pt x="42675" y="190619"/>
                  <a:pt x="44299" y="176802"/>
                  <a:pt x="50800" y="165100"/>
                </a:cubicBezTo>
                <a:cubicBezTo>
                  <a:pt x="65625" y="138415"/>
                  <a:pt x="84667" y="114300"/>
                  <a:pt x="101600" y="88900"/>
                </a:cubicBezTo>
                <a:cubicBezTo>
                  <a:pt x="120342" y="60787"/>
                  <a:pt x="135764" y="32257"/>
                  <a:pt x="165100" y="12700"/>
                </a:cubicBezTo>
                <a:cubicBezTo>
                  <a:pt x="176239" y="5274"/>
                  <a:pt x="190500" y="4233"/>
                  <a:pt x="203200" y="0"/>
                </a:cubicBezTo>
                <a:cubicBezTo>
                  <a:pt x="235962" y="4680"/>
                  <a:pt x="294734" y="7667"/>
                  <a:pt x="330200" y="25400"/>
                </a:cubicBezTo>
                <a:cubicBezTo>
                  <a:pt x="343852" y="32226"/>
                  <a:pt x="355600" y="42333"/>
                  <a:pt x="368300" y="50800"/>
                </a:cubicBezTo>
                <a:cubicBezTo>
                  <a:pt x="376767" y="63500"/>
                  <a:pt x="382907" y="78107"/>
                  <a:pt x="393700" y="88900"/>
                </a:cubicBezTo>
                <a:cubicBezTo>
                  <a:pt x="449396" y="144596"/>
                  <a:pt x="417886" y="79580"/>
                  <a:pt x="469900" y="152400"/>
                </a:cubicBezTo>
                <a:cubicBezTo>
                  <a:pt x="498084" y="191858"/>
                  <a:pt x="495338" y="209684"/>
                  <a:pt x="508000" y="254000"/>
                </a:cubicBezTo>
                <a:cubicBezTo>
                  <a:pt x="511678" y="266872"/>
                  <a:pt x="516467" y="279400"/>
                  <a:pt x="520700" y="292100"/>
                </a:cubicBezTo>
                <a:cubicBezTo>
                  <a:pt x="516467" y="325967"/>
                  <a:pt x="513611" y="360034"/>
                  <a:pt x="508000" y="393700"/>
                </a:cubicBezTo>
                <a:cubicBezTo>
                  <a:pt x="502171" y="428676"/>
                  <a:pt x="495737" y="456763"/>
                  <a:pt x="469900" y="482600"/>
                </a:cubicBezTo>
                <a:cubicBezTo>
                  <a:pt x="459107" y="493393"/>
                  <a:pt x="445452" y="501174"/>
                  <a:pt x="431800" y="508000"/>
                </a:cubicBezTo>
                <a:cubicBezTo>
                  <a:pt x="419826" y="513987"/>
                  <a:pt x="405674" y="514713"/>
                  <a:pt x="393700" y="520700"/>
                </a:cubicBezTo>
                <a:cubicBezTo>
                  <a:pt x="380048" y="527526"/>
                  <a:pt x="370189" y="541611"/>
                  <a:pt x="355600" y="546100"/>
                </a:cubicBezTo>
                <a:cubicBezTo>
                  <a:pt x="314337" y="558796"/>
                  <a:pt x="228600" y="571500"/>
                  <a:pt x="228600" y="571500"/>
                </a:cubicBezTo>
                <a:cubicBezTo>
                  <a:pt x="199334" y="566622"/>
                  <a:pt x="145564" y="561732"/>
                  <a:pt x="114300" y="546100"/>
                </a:cubicBezTo>
                <a:cubicBezTo>
                  <a:pt x="100648" y="539274"/>
                  <a:pt x="88900" y="529167"/>
                  <a:pt x="76200" y="520700"/>
                </a:cubicBezTo>
                <a:lnTo>
                  <a:pt x="25400" y="368300"/>
                </a:lnTo>
                <a:cubicBezTo>
                  <a:pt x="21167" y="355600"/>
                  <a:pt x="12700" y="343587"/>
                  <a:pt x="12700" y="330200"/>
                </a:cubicBezTo>
                <a:lnTo>
                  <a:pt x="12700" y="241300"/>
                </a:lnTo>
                <a:lnTo>
                  <a:pt x="12700" y="254000"/>
                </a:lnTo>
              </a:path>
            </a:pathLst>
          </a:cu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800"/>
              <a:buFont typeface="Times"/>
              <a:buNone/>
            </a:pPr>
            <a:r>
              <a:rPr lang="en-US" sz="800" b="1" i="0" u="none" strike="noStrike" cap="none">
                <a:solidFill>
                  <a:schemeClr val="lt1"/>
                </a:solidFill>
                <a:latin typeface="Times"/>
                <a:ea typeface="Times"/>
                <a:cs typeface="Times"/>
                <a:sym typeface="Times"/>
              </a:rPr>
              <a:t>Solitary Nucleus Tract</a:t>
            </a:r>
            <a:endParaRPr sz="1400" b="0" i="0" u="none" strike="noStrike" cap="none">
              <a:solidFill>
                <a:srgbClr val="000000"/>
              </a:solidFill>
              <a:latin typeface="Arial"/>
              <a:ea typeface="Arial"/>
              <a:cs typeface="Arial"/>
              <a:sym typeface="Arial"/>
            </a:endParaRPr>
          </a:p>
        </p:txBody>
      </p:sp>
      <p:sp>
        <p:nvSpPr>
          <p:cNvPr id="754" name="Google Shape;754;p11"/>
          <p:cNvSpPr/>
          <p:nvPr/>
        </p:nvSpPr>
        <p:spPr>
          <a:xfrm>
            <a:off x="2743200" y="2438400"/>
            <a:ext cx="762000" cy="535304"/>
          </a:xfrm>
          <a:custGeom>
            <a:avLst/>
            <a:gdLst/>
            <a:ahLst/>
            <a:cxnLst/>
            <a:rect l="l" t="t" r="r" b="b"/>
            <a:pathLst>
              <a:path w="665407" h="535304" extrusionOk="0">
                <a:moveTo>
                  <a:pt x="32322" y="130465"/>
                </a:moveTo>
                <a:lnTo>
                  <a:pt x="32322" y="130465"/>
                </a:lnTo>
                <a:cubicBezTo>
                  <a:pt x="122587" y="67279"/>
                  <a:pt x="122657" y="49255"/>
                  <a:pt x="197422" y="28865"/>
                </a:cubicBezTo>
                <a:cubicBezTo>
                  <a:pt x="231101" y="19680"/>
                  <a:pt x="299022" y="3465"/>
                  <a:pt x="299022" y="3465"/>
                </a:cubicBezTo>
                <a:cubicBezTo>
                  <a:pt x="327116" y="5472"/>
                  <a:pt x="457191" y="0"/>
                  <a:pt x="514922" y="28865"/>
                </a:cubicBezTo>
                <a:cubicBezTo>
                  <a:pt x="528574" y="35691"/>
                  <a:pt x="540322" y="45798"/>
                  <a:pt x="553022" y="54265"/>
                </a:cubicBezTo>
                <a:cubicBezTo>
                  <a:pt x="563351" y="85253"/>
                  <a:pt x="566503" y="105846"/>
                  <a:pt x="591122" y="130465"/>
                </a:cubicBezTo>
                <a:cubicBezTo>
                  <a:pt x="601915" y="141258"/>
                  <a:pt x="616522" y="147398"/>
                  <a:pt x="629222" y="155865"/>
                </a:cubicBezTo>
                <a:cubicBezTo>
                  <a:pt x="661277" y="252030"/>
                  <a:pt x="665407" y="228940"/>
                  <a:pt x="641922" y="346365"/>
                </a:cubicBezTo>
                <a:cubicBezTo>
                  <a:pt x="624989" y="431032"/>
                  <a:pt x="635572" y="416215"/>
                  <a:pt x="578422" y="435265"/>
                </a:cubicBezTo>
                <a:cubicBezTo>
                  <a:pt x="569955" y="447965"/>
                  <a:pt x="564941" y="463830"/>
                  <a:pt x="553022" y="473365"/>
                </a:cubicBezTo>
                <a:cubicBezTo>
                  <a:pt x="542569" y="481728"/>
                  <a:pt x="526896" y="480078"/>
                  <a:pt x="514922" y="486065"/>
                </a:cubicBezTo>
                <a:cubicBezTo>
                  <a:pt x="416445" y="535304"/>
                  <a:pt x="534487" y="492243"/>
                  <a:pt x="438722" y="524165"/>
                </a:cubicBezTo>
                <a:cubicBezTo>
                  <a:pt x="383689" y="519932"/>
                  <a:pt x="328142" y="520073"/>
                  <a:pt x="273622" y="511465"/>
                </a:cubicBezTo>
                <a:cubicBezTo>
                  <a:pt x="247176" y="507289"/>
                  <a:pt x="197422" y="486065"/>
                  <a:pt x="197422" y="486065"/>
                </a:cubicBezTo>
                <a:cubicBezTo>
                  <a:pt x="184722" y="473365"/>
                  <a:pt x="170820" y="461763"/>
                  <a:pt x="159322" y="447965"/>
                </a:cubicBezTo>
                <a:cubicBezTo>
                  <a:pt x="149551" y="436239"/>
                  <a:pt x="145409" y="419916"/>
                  <a:pt x="133922" y="409865"/>
                </a:cubicBezTo>
                <a:cubicBezTo>
                  <a:pt x="110948" y="389763"/>
                  <a:pt x="57722" y="359065"/>
                  <a:pt x="57722" y="359065"/>
                </a:cubicBezTo>
                <a:lnTo>
                  <a:pt x="19622" y="244765"/>
                </a:lnTo>
                <a:lnTo>
                  <a:pt x="6922" y="206665"/>
                </a:lnTo>
                <a:cubicBezTo>
                  <a:pt x="19088" y="133668"/>
                  <a:pt x="0" y="133926"/>
                  <a:pt x="57722" y="105065"/>
                </a:cubicBezTo>
                <a:cubicBezTo>
                  <a:pt x="61508" y="103172"/>
                  <a:pt x="36555" y="126232"/>
                  <a:pt x="32322" y="130465"/>
                </a:cubicBezTo>
                <a:close/>
              </a:path>
            </a:pathLst>
          </a:cu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800"/>
              <a:buFont typeface="Times"/>
              <a:buNone/>
            </a:pPr>
            <a:endParaRPr sz="800" b="1" i="0" u="none" strike="noStrike" cap="none">
              <a:solidFill>
                <a:schemeClr val="lt1"/>
              </a:solidFill>
              <a:latin typeface="Times"/>
              <a:ea typeface="Times"/>
              <a:cs typeface="Times"/>
              <a:sym typeface="Times"/>
            </a:endParaRPr>
          </a:p>
          <a:p>
            <a:pPr marL="0" marR="0" lvl="0" indent="0" algn="ctr" rtl="0">
              <a:lnSpc>
                <a:spcPct val="100000"/>
              </a:lnSpc>
              <a:spcBef>
                <a:spcPts val="0"/>
              </a:spcBef>
              <a:spcAft>
                <a:spcPts val="0"/>
              </a:spcAft>
              <a:buClr>
                <a:schemeClr val="lt1"/>
              </a:buClr>
              <a:buSzPts val="900"/>
              <a:buFont typeface="Times"/>
              <a:buNone/>
            </a:pPr>
            <a:r>
              <a:rPr lang="en-US" sz="900" b="1" i="0" u="none" strike="noStrike" cap="none">
                <a:solidFill>
                  <a:schemeClr val="lt1"/>
                </a:solidFill>
                <a:latin typeface="Times"/>
                <a:ea typeface="Times"/>
                <a:cs typeface="Times"/>
                <a:sym typeface="Times"/>
              </a:rPr>
              <a:t>Nucleus Ambiguous</a:t>
            </a:r>
            <a:endParaRPr sz="900" b="1" i="0" u="none" strike="noStrike" cap="none">
              <a:solidFill>
                <a:schemeClr val="lt1"/>
              </a:solidFill>
              <a:latin typeface="Times"/>
              <a:ea typeface="Times"/>
              <a:cs typeface="Times"/>
              <a:sym typeface="Times"/>
            </a:endParaRPr>
          </a:p>
        </p:txBody>
      </p:sp>
      <p:sp>
        <p:nvSpPr>
          <p:cNvPr id="755" name="Google Shape;755;p11"/>
          <p:cNvSpPr txBox="1"/>
          <p:nvPr/>
        </p:nvSpPr>
        <p:spPr>
          <a:xfrm>
            <a:off x="3276600" y="304800"/>
            <a:ext cx="838200" cy="553998"/>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Vestibular Nucleus</a:t>
            </a:r>
            <a:endParaRPr sz="1400" b="0" i="0" u="none" strike="noStrike" cap="none">
              <a:solidFill>
                <a:srgbClr val="000000"/>
              </a:solidFill>
              <a:latin typeface="Arial"/>
              <a:ea typeface="Arial"/>
              <a:cs typeface="Arial"/>
              <a:sym typeface="Arial"/>
            </a:endParaRPr>
          </a:p>
        </p:txBody>
      </p:sp>
      <p:sp>
        <p:nvSpPr>
          <p:cNvPr id="756" name="Google Shape;756;p11"/>
          <p:cNvSpPr txBox="1"/>
          <p:nvPr/>
        </p:nvSpPr>
        <p:spPr>
          <a:xfrm>
            <a:off x="2362200" y="304800"/>
            <a:ext cx="762000" cy="553998"/>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Spinal Vestibular Nucleus</a:t>
            </a:r>
            <a:endParaRPr sz="1400" b="0" i="0" u="none" strike="noStrike" cap="none">
              <a:solidFill>
                <a:srgbClr val="000000"/>
              </a:solidFill>
              <a:latin typeface="Arial"/>
              <a:ea typeface="Arial"/>
              <a:cs typeface="Arial"/>
              <a:sym typeface="Arial"/>
            </a:endParaRPr>
          </a:p>
        </p:txBody>
      </p:sp>
      <p:sp>
        <p:nvSpPr>
          <p:cNvPr id="757" name="Google Shape;757;p11"/>
          <p:cNvSpPr txBox="1"/>
          <p:nvPr/>
        </p:nvSpPr>
        <p:spPr>
          <a:xfrm>
            <a:off x="4572000" y="3048000"/>
            <a:ext cx="2133600" cy="400110"/>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Dorsal Inferior Accessory Olivary Nucleus</a:t>
            </a:r>
            <a:endParaRPr sz="1400" b="0" i="0" u="none" strike="noStrike" cap="none">
              <a:solidFill>
                <a:srgbClr val="000000"/>
              </a:solidFill>
              <a:latin typeface="Arial"/>
              <a:ea typeface="Arial"/>
              <a:cs typeface="Arial"/>
              <a:sym typeface="Arial"/>
            </a:endParaRPr>
          </a:p>
        </p:txBody>
      </p:sp>
      <p:sp>
        <p:nvSpPr>
          <p:cNvPr id="758" name="Google Shape;758;p11"/>
          <p:cNvSpPr txBox="1"/>
          <p:nvPr/>
        </p:nvSpPr>
        <p:spPr>
          <a:xfrm>
            <a:off x="2286000" y="1981200"/>
            <a:ext cx="914400" cy="55399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Spinal Trigeminal Nucleus</a:t>
            </a:r>
            <a:endParaRPr sz="1400" b="0" i="0" u="none" strike="noStrike" cap="none">
              <a:solidFill>
                <a:srgbClr val="000000"/>
              </a:solidFill>
              <a:latin typeface="Arial"/>
              <a:ea typeface="Arial"/>
              <a:cs typeface="Arial"/>
              <a:sym typeface="Arial"/>
            </a:endParaRPr>
          </a:p>
        </p:txBody>
      </p:sp>
      <p:sp>
        <p:nvSpPr>
          <p:cNvPr id="759" name="Google Shape;759;p11"/>
          <p:cNvSpPr/>
          <p:nvPr/>
        </p:nvSpPr>
        <p:spPr>
          <a:xfrm>
            <a:off x="2425700" y="1078394"/>
            <a:ext cx="482600" cy="852006"/>
          </a:xfrm>
          <a:custGeom>
            <a:avLst/>
            <a:gdLst/>
            <a:ahLst/>
            <a:cxnLst/>
            <a:rect l="l" t="t" r="r" b="b"/>
            <a:pathLst>
              <a:path w="482600" h="852006" extrusionOk="0">
                <a:moveTo>
                  <a:pt x="139700" y="725006"/>
                </a:moveTo>
                <a:lnTo>
                  <a:pt x="139700" y="725006"/>
                </a:lnTo>
                <a:cubicBezTo>
                  <a:pt x="127000" y="691139"/>
                  <a:pt x="113961" y="657398"/>
                  <a:pt x="101600" y="623406"/>
                </a:cubicBezTo>
                <a:cubicBezTo>
                  <a:pt x="97025" y="610825"/>
                  <a:pt x="94173" y="597611"/>
                  <a:pt x="88900" y="585306"/>
                </a:cubicBezTo>
                <a:cubicBezTo>
                  <a:pt x="81442" y="567905"/>
                  <a:pt x="71967" y="551439"/>
                  <a:pt x="63500" y="534506"/>
                </a:cubicBezTo>
                <a:cubicBezTo>
                  <a:pt x="59267" y="513339"/>
                  <a:pt x="56480" y="491831"/>
                  <a:pt x="50800" y="471006"/>
                </a:cubicBezTo>
                <a:cubicBezTo>
                  <a:pt x="43755" y="445175"/>
                  <a:pt x="29802" y="421216"/>
                  <a:pt x="25400" y="394806"/>
                </a:cubicBezTo>
                <a:cubicBezTo>
                  <a:pt x="9151" y="297314"/>
                  <a:pt x="17750" y="343856"/>
                  <a:pt x="0" y="255106"/>
                </a:cubicBezTo>
                <a:cubicBezTo>
                  <a:pt x="4233" y="191606"/>
                  <a:pt x="2237" y="127381"/>
                  <a:pt x="12700" y="64606"/>
                </a:cubicBezTo>
                <a:cubicBezTo>
                  <a:pt x="15209" y="49550"/>
                  <a:pt x="25400" y="34973"/>
                  <a:pt x="38100" y="26506"/>
                </a:cubicBezTo>
                <a:cubicBezTo>
                  <a:pt x="52623" y="16824"/>
                  <a:pt x="72117" y="18601"/>
                  <a:pt x="88900" y="13806"/>
                </a:cubicBezTo>
                <a:cubicBezTo>
                  <a:pt x="101772" y="10128"/>
                  <a:pt x="114300" y="5339"/>
                  <a:pt x="127000" y="1106"/>
                </a:cubicBezTo>
                <a:cubicBezTo>
                  <a:pt x="190500" y="5339"/>
                  <a:pt x="255375" y="0"/>
                  <a:pt x="317500" y="13806"/>
                </a:cubicBezTo>
                <a:cubicBezTo>
                  <a:pt x="335033" y="17702"/>
                  <a:pt x="344573" y="37729"/>
                  <a:pt x="355600" y="51906"/>
                </a:cubicBezTo>
                <a:cubicBezTo>
                  <a:pt x="434354" y="153161"/>
                  <a:pt x="387744" y="93043"/>
                  <a:pt x="419100" y="166206"/>
                </a:cubicBezTo>
                <a:cubicBezTo>
                  <a:pt x="426558" y="183607"/>
                  <a:pt x="437469" y="199428"/>
                  <a:pt x="444500" y="217006"/>
                </a:cubicBezTo>
                <a:cubicBezTo>
                  <a:pt x="465113" y="268539"/>
                  <a:pt x="470125" y="294108"/>
                  <a:pt x="482600" y="344006"/>
                </a:cubicBezTo>
                <a:cubicBezTo>
                  <a:pt x="478367" y="403273"/>
                  <a:pt x="476462" y="462752"/>
                  <a:pt x="469900" y="521806"/>
                </a:cubicBezTo>
                <a:cubicBezTo>
                  <a:pt x="467972" y="539154"/>
                  <a:pt x="460986" y="555567"/>
                  <a:pt x="457200" y="572606"/>
                </a:cubicBezTo>
                <a:cubicBezTo>
                  <a:pt x="433266" y="680311"/>
                  <a:pt x="458748" y="593363"/>
                  <a:pt x="419100" y="712306"/>
                </a:cubicBezTo>
                <a:lnTo>
                  <a:pt x="406400" y="750406"/>
                </a:lnTo>
                <a:cubicBezTo>
                  <a:pt x="402167" y="763106"/>
                  <a:pt x="404839" y="781080"/>
                  <a:pt x="393700" y="788506"/>
                </a:cubicBezTo>
                <a:cubicBezTo>
                  <a:pt x="306361" y="846732"/>
                  <a:pt x="346460" y="829653"/>
                  <a:pt x="279400" y="852006"/>
                </a:cubicBezTo>
                <a:cubicBezTo>
                  <a:pt x="258233" y="847773"/>
                  <a:pt x="234642" y="850016"/>
                  <a:pt x="215900" y="839306"/>
                </a:cubicBezTo>
                <a:cubicBezTo>
                  <a:pt x="188366" y="823572"/>
                  <a:pt x="190686" y="786301"/>
                  <a:pt x="177800" y="763106"/>
                </a:cubicBezTo>
                <a:cubicBezTo>
                  <a:pt x="124652" y="667439"/>
                  <a:pt x="127000" y="719644"/>
                  <a:pt x="127000" y="674206"/>
                </a:cubicBezTo>
                <a:lnTo>
                  <a:pt x="127000" y="674206"/>
                </a:lnTo>
              </a:path>
            </a:pathLst>
          </a:custGeom>
          <a:solidFill>
            <a:schemeClr val="accent1">
              <a:alpha val="13333"/>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60" name="Google Shape;760;p11"/>
          <p:cNvSpPr txBox="1"/>
          <p:nvPr/>
        </p:nvSpPr>
        <p:spPr>
          <a:xfrm>
            <a:off x="2971800" y="1828800"/>
            <a:ext cx="685800" cy="507831"/>
          </a:xfrm>
          <a:prstGeom prst="rect">
            <a:avLst/>
          </a:prstGeom>
          <a:solidFill>
            <a:srgbClr val="F75766">
              <a:alpha val="40392"/>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chemeClr val="lt1"/>
                </a:solidFill>
                <a:latin typeface="Times"/>
                <a:ea typeface="Times"/>
                <a:cs typeface="Times"/>
                <a:sym typeface="Times"/>
              </a:rPr>
              <a:t>Inferior Salivatory Nucleus</a:t>
            </a:r>
            <a:endParaRPr sz="1400" b="0" i="0" u="none" strike="noStrike" cap="none">
              <a:solidFill>
                <a:srgbClr val="000000"/>
              </a:solidFill>
              <a:latin typeface="Arial"/>
              <a:ea typeface="Arial"/>
              <a:cs typeface="Arial"/>
              <a:sym typeface="Arial"/>
            </a:endParaRPr>
          </a:p>
        </p:txBody>
      </p:sp>
      <p:sp>
        <p:nvSpPr>
          <p:cNvPr id="761" name="Google Shape;761;p11"/>
          <p:cNvSpPr txBox="1"/>
          <p:nvPr/>
        </p:nvSpPr>
        <p:spPr>
          <a:xfrm>
            <a:off x="990600" y="152400"/>
            <a:ext cx="914400" cy="553998"/>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Superior Vestibular Nucleus</a:t>
            </a:r>
            <a:endParaRPr sz="1400" b="0" i="0" u="none" strike="noStrike" cap="none">
              <a:solidFill>
                <a:srgbClr val="000000"/>
              </a:solidFill>
              <a:latin typeface="Arial"/>
              <a:ea typeface="Arial"/>
              <a:cs typeface="Arial"/>
              <a:sym typeface="Arial"/>
            </a:endParaRPr>
          </a:p>
        </p:txBody>
      </p:sp>
      <p:sp>
        <p:nvSpPr>
          <p:cNvPr id="762" name="Google Shape;762;p11"/>
          <p:cNvSpPr txBox="1"/>
          <p:nvPr/>
        </p:nvSpPr>
        <p:spPr>
          <a:xfrm>
            <a:off x="0" y="2057400"/>
            <a:ext cx="762000" cy="400110"/>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Cochlear Nucleus</a:t>
            </a:r>
            <a:endParaRPr sz="1400" b="0" i="0" u="none" strike="noStrike" cap="none">
              <a:solidFill>
                <a:srgbClr val="000000"/>
              </a:solidFill>
              <a:latin typeface="Arial"/>
              <a:ea typeface="Arial"/>
              <a:cs typeface="Arial"/>
              <a:sym typeface="Arial"/>
            </a:endParaRPr>
          </a:p>
        </p:txBody>
      </p:sp>
      <p:sp>
        <p:nvSpPr>
          <p:cNvPr id="763" name="Google Shape;763;p11"/>
          <p:cNvSpPr txBox="1"/>
          <p:nvPr/>
        </p:nvSpPr>
        <p:spPr>
          <a:xfrm>
            <a:off x="457200" y="3200400"/>
            <a:ext cx="685800" cy="400110"/>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Cranial Nerve 9</a:t>
            </a:r>
            <a:endParaRPr sz="1400" b="0" i="0" u="none" strike="noStrike" cap="none">
              <a:solidFill>
                <a:srgbClr val="000000"/>
              </a:solidFill>
              <a:latin typeface="Arial"/>
              <a:ea typeface="Arial"/>
              <a:cs typeface="Arial"/>
              <a:sym typeface="Arial"/>
            </a:endParaRPr>
          </a:p>
        </p:txBody>
      </p:sp>
      <p:cxnSp>
        <p:nvCxnSpPr>
          <p:cNvPr id="764" name="Google Shape;764;p11"/>
          <p:cNvCxnSpPr/>
          <p:nvPr/>
        </p:nvCxnSpPr>
        <p:spPr>
          <a:xfrm rot="5400000">
            <a:off x="2324100" y="1104900"/>
            <a:ext cx="533400" cy="1588"/>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765" name="Google Shape;765;p11"/>
          <p:cNvCxnSpPr/>
          <p:nvPr/>
        </p:nvCxnSpPr>
        <p:spPr>
          <a:xfrm rot="5400000">
            <a:off x="2971800" y="914400"/>
            <a:ext cx="533400" cy="2286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766" name="Google Shape;766;p11"/>
          <p:cNvCxnSpPr/>
          <p:nvPr/>
        </p:nvCxnSpPr>
        <p:spPr>
          <a:xfrm rot="5400000">
            <a:off x="2857500" y="1409700"/>
            <a:ext cx="762000" cy="3810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767" name="Google Shape;767;p11"/>
          <p:cNvCxnSpPr>
            <a:endCxn id="719" idx="14"/>
          </p:cNvCxnSpPr>
          <p:nvPr/>
        </p:nvCxnSpPr>
        <p:spPr>
          <a:xfrm rot="10800000">
            <a:off x="3743401" y="3352800"/>
            <a:ext cx="904800" cy="762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768" name="Google Shape;768;p11"/>
          <p:cNvCxnSpPr>
            <a:endCxn id="715" idx="6"/>
          </p:cNvCxnSpPr>
          <p:nvPr/>
        </p:nvCxnSpPr>
        <p:spPr>
          <a:xfrm rot="10800000">
            <a:off x="3990901" y="4600501"/>
            <a:ext cx="809700" cy="3525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769" name="Google Shape;769;p11"/>
          <p:cNvCxnSpPr/>
          <p:nvPr/>
        </p:nvCxnSpPr>
        <p:spPr>
          <a:xfrm rot="10800000" flipH="1">
            <a:off x="2057400" y="4953000"/>
            <a:ext cx="838200" cy="5334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770" name="Google Shape;770;p11"/>
          <p:cNvCxnSpPr>
            <a:endCxn id="722" idx="8"/>
          </p:cNvCxnSpPr>
          <p:nvPr/>
        </p:nvCxnSpPr>
        <p:spPr>
          <a:xfrm rot="10800000" flipH="1">
            <a:off x="1905001" y="3267000"/>
            <a:ext cx="324000" cy="4668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771" name="Google Shape;771;p11"/>
          <p:cNvCxnSpPr>
            <a:endCxn id="723" idx="2"/>
          </p:cNvCxnSpPr>
          <p:nvPr/>
        </p:nvCxnSpPr>
        <p:spPr>
          <a:xfrm rot="10800000" flipH="1">
            <a:off x="990600" y="3228900"/>
            <a:ext cx="1000200" cy="5049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772" name="Google Shape;772;p11"/>
          <p:cNvCxnSpPr>
            <a:stCxn id="763" idx="3"/>
            <a:endCxn id="721" idx="6"/>
          </p:cNvCxnSpPr>
          <p:nvPr/>
        </p:nvCxnSpPr>
        <p:spPr>
          <a:xfrm rot="10800000" flipH="1">
            <a:off x="1143000" y="3390855"/>
            <a:ext cx="180900" cy="9600"/>
          </a:xfrm>
          <a:prstGeom prst="straightConnector1">
            <a:avLst/>
          </a:prstGeom>
          <a:solidFill>
            <a:schemeClr val="accent1"/>
          </a:solidFill>
          <a:ln w="28575" cap="flat" cmpd="sng">
            <a:solidFill>
              <a:schemeClr val="dk1"/>
            </a:solidFill>
            <a:prstDash val="solid"/>
            <a:round/>
            <a:headEnd type="none" w="sm" len="sm"/>
            <a:tailEnd type="stealth" w="med" len="med"/>
          </a:ln>
        </p:spPr>
      </p:cxnSp>
      <p:pic>
        <p:nvPicPr>
          <p:cNvPr id="773" name="Google Shape;773;p11"/>
          <p:cNvPicPr preferRelativeResize="0"/>
          <p:nvPr/>
        </p:nvPicPr>
        <p:blipFill rotWithShape="1">
          <a:blip r:embed="rId4">
            <a:alphaModFix/>
          </a:blip>
          <a:srcRect/>
          <a:stretch/>
        </p:blipFill>
        <p:spPr>
          <a:xfrm>
            <a:off x="7924800" y="152400"/>
            <a:ext cx="1076325" cy="120993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6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6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5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6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4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5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3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76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72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75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73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74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1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74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71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742"/>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714"/>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745"/>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719"/>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767"/>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757"/>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715"/>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768"/>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744"/>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716"/>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739"/>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718"/>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769"/>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751"/>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717"/>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750"/>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720"/>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737"/>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722"/>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770"/>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740"/>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723"/>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771"/>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738"/>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721"/>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772"/>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763"/>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724"/>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743"/>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725"/>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758"/>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735"/>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748"/>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733"/>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762"/>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732"/>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754"/>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nodeType="clickEffect">
                                  <p:stCondLst>
                                    <p:cond delay="0"/>
                                  </p:stCondLst>
                                  <p:childTnLst>
                                    <p:set>
                                      <p:cBhvr>
                                        <p:cTn id="242" dur="1" fill="hold">
                                          <p:stCondLst>
                                            <p:cond delay="0"/>
                                          </p:stCondLst>
                                        </p:cTn>
                                        <p:tgtEl>
                                          <p:spTgt spid="736"/>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nodeType="clickEffect">
                                  <p:stCondLst>
                                    <p:cond delay="0"/>
                                  </p:stCondLst>
                                  <p:childTnLst>
                                    <p:set>
                                      <p:cBhvr>
                                        <p:cTn id="246" dur="1" fill="hold">
                                          <p:stCondLst>
                                            <p:cond delay="0"/>
                                          </p:stCondLst>
                                        </p:cTn>
                                        <p:tgtEl>
                                          <p:spTgt spid="7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pic>
        <p:nvPicPr>
          <p:cNvPr id="778" name="Google Shape;778;p12" descr="Plate 12.jpg                                                   00000158WD Passport                    00000000:"/>
          <p:cNvPicPr preferRelativeResize="0"/>
          <p:nvPr/>
        </p:nvPicPr>
        <p:blipFill rotWithShape="1">
          <a:blip r:embed="rId3">
            <a:alphaModFix/>
          </a:blip>
          <a:srcRect/>
          <a:stretch/>
        </p:blipFill>
        <p:spPr>
          <a:xfrm>
            <a:off x="0" y="263525"/>
            <a:ext cx="9144000" cy="6332538"/>
          </a:xfrm>
          <a:prstGeom prst="rect">
            <a:avLst/>
          </a:prstGeom>
          <a:noFill/>
          <a:ln>
            <a:noFill/>
          </a:ln>
        </p:spPr>
      </p:pic>
      <p:sp>
        <p:nvSpPr>
          <p:cNvPr id="779" name="Google Shape;779;p12"/>
          <p:cNvSpPr/>
          <p:nvPr/>
        </p:nvSpPr>
        <p:spPr>
          <a:xfrm>
            <a:off x="996660" y="876300"/>
            <a:ext cx="1216152" cy="2671345"/>
          </a:xfrm>
          <a:custGeom>
            <a:avLst/>
            <a:gdLst/>
            <a:ahLst/>
            <a:cxnLst/>
            <a:rect l="l" t="t" r="r" b="b"/>
            <a:pathLst>
              <a:path w="1216152" h="2671345" extrusionOk="0">
                <a:moveTo>
                  <a:pt x="1203615" y="0"/>
                </a:moveTo>
                <a:lnTo>
                  <a:pt x="1203615" y="0"/>
                </a:lnTo>
                <a:cubicBezTo>
                  <a:pt x="1191483" y="764326"/>
                  <a:pt x="1206310" y="370589"/>
                  <a:pt x="1184565" y="762000"/>
                </a:cubicBezTo>
                <a:cubicBezTo>
                  <a:pt x="1181214" y="822315"/>
                  <a:pt x="1180057" y="882775"/>
                  <a:pt x="1175040" y="942975"/>
                </a:cubicBezTo>
                <a:cubicBezTo>
                  <a:pt x="1173696" y="959108"/>
                  <a:pt x="1167977" y="974599"/>
                  <a:pt x="1165515" y="990600"/>
                </a:cubicBezTo>
                <a:cubicBezTo>
                  <a:pt x="1157080" y="1045430"/>
                  <a:pt x="1157569" y="1072132"/>
                  <a:pt x="1146465" y="1123950"/>
                </a:cubicBezTo>
                <a:cubicBezTo>
                  <a:pt x="1140979" y="1149551"/>
                  <a:pt x="1132550" y="1174477"/>
                  <a:pt x="1127415" y="1200150"/>
                </a:cubicBezTo>
                <a:cubicBezTo>
                  <a:pt x="1120868" y="1232886"/>
                  <a:pt x="1117333" y="1254488"/>
                  <a:pt x="1108365" y="1285875"/>
                </a:cubicBezTo>
                <a:cubicBezTo>
                  <a:pt x="1105607" y="1295529"/>
                  <a:pt x="1101275" y="1304710"/>
                  <a:pt x="1098840" y="1314450"/>
                </a:cubicBezTo>
                <a:cubicBezTo>
                  <a:pt x="1040744" y="1546833"/>
                  <a:pt x="1123336" y="1238240"/>
                  <a:pt x="1079790" y="1390650"/>
                </a:cubicBezTo>
                <a:cubicBezTo>
                  <a:pt x="1076194" y="1403237"/>
                  <a:pt x="1074862" y="1416493"/>
                  <a:pt x="1070265" y="1428750"/>
                </a:cubicBezTo>
                <a:cubicBezTo>
                  <a:pt x="1065279" y="1442045"/>
                  <a:pt x="1056808" y="1453799"/>
                  <a:pt x="1051215" y="1466850"/>
                </a:cubicBezTo>
                <a:cubicBezTo>
                  <a:pt x="1047260" y="1476078"/>
                  <a:pt x="1045645" y="1486197"/>
                  <a:pt x="1041690" y="1495425"/>
                </a:cubicBezTo>
                <a:cubicBezTo>
                  <a:pt x="1036097" y="1508476"/>
                  <a:pt x="1027626" y="1520230"/>
                  <a:pt x="1022640" y="1533525"/>
                </a:cubicBezTo>
                <a:cubicBezTo>
                  <a:pt x="1018043" y="1545782"/>
                  <a:pt x="1016877" y="1559086"/>
                  <a:pt x="1013115" y="1571625"/>
                </a:cubicBezTo>
                <a:cubicBezTo>
                  <a:pt x="1007345" y="1590859"/>
                  <a:pt x="994065" y="1628775"/>
                  <a:pt x="994065" y="1628775"/>
                </a:cubicBezTo>
                <a:cubicBezTo>
                  <a:pt x="990890" y="1651000"/>
                  <a:pt x="988943" y="1673435"/>
                  <a:pt x="984540" y="1695450"/>
                </a:cubicBezTo>
                <a:cubicBezTo>
                  <a:pt x="979868" y="1718809"/>
                  <a:pt x="966292" y="1741472"/>
                  <a:pt x="955965" y="1762125"/>
                </a:cubicBezTo>
                <a:cubicBezTo>
                  <a:pt x="952790" y="1778000"/>
                  <a:pt x="949336" y="1793822"/>
                  <a:pt x="946440" y="1809750"/>
                </a:cubicBezTo>
                <a:cubicBezTo>
                  <a:pt x="942985" y="1828751"/>
                  <a:pt x="940703" y="1847962"/>
                  <a:pt x="936915" y="1866900"/>
                </a:cubicBezTo>
                <a:cubicBezTo>
                  <a:pt x="926989" y="1916528"/>
                  <a:pt x="929969" y="1891210"/>
                  <a:pt x="917865" y="1933575"/>
                </a:cubicBezTo>
                <a:cubicBezTo>
                  <a:pt x="908750" y="1965478"/>
                  <a:pt x="904380" y="1998644"/>
                  <a:pt x="889290" y="2028825"/>
                </a:cubicBezTo>
                <a:cubicBezTo>
                  <a:pt x="882940" y="2041525"/>
                  <a:pt x="875513" y="2053742"/>
                  <a:pt x="870240" y="2066925"/>
                </a:cubicBezTo>
                <a:cubicBezTo>
                  <a:pt x="828001" y="2172522"/>
                  <a:pt x="873788" y="2077991"/>
                  <a:pt x="832140" y="2171700"/>
                </a:cubicBezTo>
                <a:cubicBezTo>
                  <a:pt x="826373" y="2184675"/>
                  <a:pt x="820135" y="2197472"/>
                  <a:pt x="813090" y="2209800"/>
                </a:cubicBezTo>
                <a:cubicBezTo>
                  <a:pt x="807410" y="2219739"/>
                  <a:pt x="798689" y="2227914"/>
                  <a:pt x="794040" y="2238375"/>
                </a:cubicBezTo>
                <a:cubicBezTo>
                  <a:pt x="785885" y="2256725"/>
                  <a:pt x="781340" y="2276475"/>
                  <a:pt x="774990" y="2295525"/>
                </a:cubicBezTo>
                <a:lnTo>
                  <a:pt x="755940" y="2352675"/>
                </a:lnTo>
                <a:cubicBezTo>
                  <a:pt x="752765" y="2362200"/>
                  <a:pt x="751984" y="2372896"/>
                  <a:pt x="746415" y="2381250"/>
                </a:cubicBezTo>
                <a:cubicBezTo>
                  <a:pt x="740065" y="2390775"/>
                  <a:pt x="732014" y="2399364"/>
                  <a:pt x="727365" y="2409825"/>
                </a:cubicBezTo>
                <a:cubicBezTo>
                  <a:pt x="699216" y="2473159"/>
                  <a:pt x="725760" y="2457200"/>
                  <a:pt x="679740" y="2495550"/>
                </a:cubicBezTo>
                <a:cubicBezTo>
                  <a:pt x="670946" y="2502879"/>
                  <a:pt x="660690" y="2508250"/>
                  <a:pt x="651165" y="2514600"/>
                </a:cubicBezTo>
                <a:cubicBezTo>
                  <a:pt x="596570" y="2596492"/>
                  <a:pt x="669265" y="2500120"/>
                  <a:pt x="603540" y="2552700"/>
                </a:cubicBezTo>
                <a:cubicBezTo>
                  <a:pt x="594601" y="2559851"/>
                  <a:pt x="594198" y="2575208"/>
                  <a:pt x="584490" y="2581275"/>
                </a:cubicBezTo>
                <a:cubicBezTo>
                  <a:pt x="567462" y="2591918"/>
                  <a:pt x="546390" y="2593975"/>
                  <a:pt x="527340" y="2600325"/>
                </a:cubicBezTo>
                <a:lnTo>
                  <a:pt x="498765" y="2609850"/>
                </a:lnTo>
                <a:cubicBezTo>
                  <a:pt x="489240" y="2613025"/>
                  <a:pt x="480169" y="2618266"/>
                  <a:pt x="470190" y="2619375"/>
                </a:cubicBezTo>
                <a:cubicBezTo>
                  <a:pt x="318123" y="2636271"/>
                  <a:pt x="413183" y="2627532"/>
                  <a:pt x="184440" y="2638425"/>
                </a:cubicBezTo>
                <a:cubicBezTo>
                  <a:pt x="124745" y="2653349"/>
                  <a:pt x="69305" y="2671345"/>
                  <a:pt x="3465" y="2638425"/>
                </a:cubicBezTo>
                <a:cubicBezTo>
                  <a:pt x="0" y="2636692"/>
                  <a:pt x="18570" y="2553695"/>
                  <a:pt x="22515" y="2543175"/>
                </a:cubicBezTo>
                <a:cubicBezTo>
                  <a:pt x="37136" y="2504185"/>
                  <a:pt x="45935" y="2501554"/>
                  <a:pt x="70140" y="2466975"/>
                </a:cubicBezTo>
                <a:cubicBezTo>
                  <a:pt x="83270" y="2448218"/>
                  <a:pt x="95540" y="2428875"/>
                  <a:pt x="108240" y="2409825"/>
                </a:cubicBezTo>
                <a:cubicBezTo>
                  <a:pt x="114590" y="2400300"/>
                  <a:pt x="123670" y="2392110"/>
                  <a:pt x="127290" y="2381250"/>
                </a:cubicBezTo>
                <a:cubicBezTo>
                  <a:pt x="130465" y="2371725"/>
                  <a:pt x="132660" y="2361815"/>
                  <a:pt x="136815" y="2352675"/>
                </a:cubicBezTo>
                <a:cubicBezTo>
                  <a:pt x="148566" y="2326822"/>
                  <a:pt x="165935" y="2303416"/>
                  <a:pt x="174915" y="2276475"/>
                </a:cubicBezTo>
                <a:lnTo>
                  <a:pt x="184440" y="2247900"/>
                </a:lnTo>
                <a:cubicBezTo>
                  <a:pt x="187615" y="2222500"/>
                  <a:pt x="189386" y="2196885"/>
                  <a:pt x="193965" y="2171700"/>
                </a:cubicBezTo>
                <a:cubicBezTo>
                  <a:pt x="195761" y="2161822"/>
                  <a:pt x="201839" y="2153029"/>
                  <a:pt x="203490" y="2143125"/>
                </a:cubicBezTo>
                <a:cubicBezTo>
                  <a:pt x="224758" y="2015520"/>
                  <a:pt x="200210" y="2095816"/>
                  <a:pt x="222540" y="2028825"/>
                </a:cubicBezTo>
                <a:cubicBezTo>
                  <a:pt x="219365" y="1971675"/>
                  <a:pt x="218442" y="1914355"/>
                  <a:pt x="213015" y="1857375"/>
                </a:cubicBezTo>
                <a:cubicBezTo>
                  <a:pt x="212063" y="1847380"/>
                  <a:pt x="206248" y="1838454"/>
                  <a:pt x="203490" y="1828800"/>
                </a:cubicBezTo>
                <a:cubicBezTo>
                  <a:pt x="179570" y="1745079"/>
                  <a:pt x="207278" y="1830638"/>
                  <a:pt x="184440" y="1762125"/>
                </a:cubicBezTo>
                <a:cubicBezTo>
                  <a:pt x="181265" y="1733550"/>
                  <a:pt x="179911" y="1704713"/>
                  <a:pt x="174915" y="1676400"/>
                </a:cubicBezTo>
                <a:cubicBezTo>
                  <a:pt x="170365" y="1650617"/>
                  <a:pt x="155865" y="1600200"/>
                  <a:pt x="155865" y="1600200"/>
                </a:cubicBezTo>
                <a:cubicBezTo>
                  <a:pt x="139716" y="1390268"/>
                  <a:pt x="140794" y="1461479"/>
                  <a:pt x="155865" y="1152525"/>
                </a:cubicBezTo>
                <a:cubicBezTo>
                  <a:pt x="156959" y="1130101"/>
                  <a:pt x="162767" y="1108147"/>
                  <a:pt x="165390" y="1085850"/>
                </a:cubicBezTo>
                <a:cubicBezTo>
                  <a:pt x="169118" y="1054160"/>
                  <a:pt x="172370" y="1022407"/>
                  <a:pt x="174915" y="990600"/>
                </a:cubicBezTo>
                <a:cubicBezTo>
                  <a:pt x="178721" y="943021"/>
                  <a:pt x="179915" y="895241"/>
                  <a:pt x="184440" y="847725"/>
                </a:cubicBezTo>
                <a:cubicBezTo>
                  <a:pt x="186271" y="828499"/>
                  <a:pt x="191413" y="809718"/>
                  <a:pt x="193965" y="790575"/>
                </a:cubicBezTo>
                <a:cubicBezTo>
                  <a:pt x="202789" y="724396"/>
                  <a:pt x="203065" y="693326"/>
                  <a:pt x="213015" y="628650"/>
                </a:cubicBezTo>
                <a:cubicBezTo>
                  <a:pt x="220197" y="581967"/>
                  <a:pt x="222584" y="585589"/>
                  <a:pt x="232065" y="542925"/>
                </a:cubicBezTo>
                <a:cubicBezTo>
                  <a:pt x="238629" y="513388"/>
                  <a:pt x="246979" y="467100"/>
                  <a:pt x="251115" y="438150"/>
                </a:cubicBezTo>
                <a:cubicBezTo>
                  <a:pt x="264915" y="341550"/>
                  <a:pt x="255014" y="388132"/>
                  <a:pt x="270165" y="304800"/>
                </a:cubicBezTo>
                <a:cubicBezTo>
                  <a:pt x="274638" y="280199"/>
                  <a:pt x="285721" y="219553"/>
                  <a:pt x="298740" y="200025"/>
                </a:cubicBezTo>
                <a:lnTo>
                  <a:pt x="336840" y="142875"/>
                </a:lnTo>
                <a:cubicBezTo>
                  <a:pt x="343190" y="133350"/>
                  <a:pt x="352270" y="125160"/>
                  <a:pt x="355890" y="114300"/>
                </a:cubicBezTo>
                <a:cubicBezTo>
                  <a:pt x="364357" y="88900"/>
                  <a:pt x="365450" y="71420"/>
                  <a:pt x="393990" y="57150"/>
                </a:cubicBezTo>
                <a:cubicBezTo>
                  <a:pt x="408470" y="49910"/>
                  <a:pt x="425909" y="51552"/>
                  <a:pt x="441615" y="47625"/>
                </a:cubicBezTo>
                <a:cubicBezTo>
                  <a:pt x="488921" y="35799"/>
                  <a:pt x="453770" y="39495"/>
                  <a:pt x="508290" y="19050"/>
                </a:cubicBezTo>
                <a:cubicBezTo>
                  <a:pt x="539757" y="7250"/>
                  <a:pt x="594930" y="3458"/>
                  <a:pt x="622590" y="0"/>
                </a:cubicBezTo>
                <a:cubicBezTo>
                  <a:pt x="646928" y="3477"/>
                  <a:pt x="699728" y="8686"/>
                  <a:pt x="727365" y="19050"/>
                </a:cubicBezTo>
                <a:cubicBezTo>
                  <a:pt x="740660" y="24036"/>
                  <a:pt x="751630" y="34907"/>
                  <a:pt x="765465" y="38100"/>
                </a:cubicBezTo>
                <a:cubicBezTo>
                  <a:pt x="793480" y="44565"/>
                  <a:pt x="822615" y="44450"/>
                  <a:pt x="851190" y="47625"/>
                </a:cubicBezTo>
                <a:cubicBezTo>
                  <a:pt x="870240" y="53975"/>
                  <a:pt x="889290" y="73025"/>
                  <a:pt x="908340" y="66675"/>
                </a:cubicBezTo>
                <a:cubicBezTo>
                  <a:pt x="1044153" y="21404"/>
                  <a:pt x="902823" y="66890"/>
                  <a:pt x="1003590" y="38100"/>
                </a:cubicBezTo>
                <a:cubicBezTo>
                  <a:pt x="1013244" y="35342"/>
                  <a:pt x="1022479" y="31217"/>
                  <a:pt x="1032165" y="28575"/>
                </a:cubicBezTo>
                <a:cubicBezTo>
                  <a:pt x="1057424" y="21686"/>
                  <a:pt x="1108365" y="9525"/>
                  <a:pt x="1108365" y="9525"/>
                </a:cubicBezTo>
                <a:cubicBezTo>
                  <a:pt x="1133765" y="12700"/>
                  <a:pt x="1159869" y="12315"/>
                  <a:pt x="1184565" y="19050"/>
                </a:cubicBezTo>
                <a:cubicBezTo>
                  <a:pt x="1195609" y="22062"/>
                  <a:pt x="1202280" y="34480"/>
                  <a:pt x="1213140" y="38100"/>
                </a:cubicBezTo>
                <a:cubicBezTo>
                  <a:pt x="1216152" y="39104"/>
                  <a:pt x="1205203" y="6350"/>
                  <a:pt x="1203615" y="0"/>
                </a:cubicBezTo>
                <a:close/>
              </a:path>
            </a:pathLst>
          </a:custGeom>
          <a:solidFill>
            <a:schemeClr val="accent1">
              <a:alpha val="14509"/>
            </a:schemeClr>
          </a:solidFill>
          <a:ln w="9525" cap="flat" cmpd="sng">
            <a:solidFill>
              <a:schemeClr val="dk1">
                <a:alpha val="5725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80" name="Google Shape;780;p12"/>
          <p:cNvSpPr/>
          <p:nvPr/>
        </p:nvSpPr>
        <p:spPr>
          <a:xfrm>
            <a:off x="816138" y="3381375"/>
            <a:ext cx="1101749" cy="349323"/>
          </a:xfrm>
          <a:custGeom>
            <a:avLst/>
            <a:gdLst/>
            <a:ahLst/>
            <a:cxnLst/>
            <a:rect l="l" t="t" r="r" b="b"/>
            <a:pathLst>
              <a:path w="1101749" h="349323" extrusionOk="0">
                <a:moveTo>
                  <a:pt x="12537" y="323850"/>
                </a:moveTo>
                <a:lnTo>
                  <a:pt x="12537" y="323850"/>
                </a:lnTo>
                <a:cubicBezTo>
                  <a:pt x="44751" y="273228"/>
                  <a:pt x="81780" y="198313"/>
                  <a:pt x="136362" y="161925"/>
                </a:cubicBezTo>
                <a:cubicBezTo>
                  <a:pt x="145887" y="155575"/>
                  <a:pt x="153543" y="143978"/>
                  <a:pt x="164937" y="142875"/>
                </a:cubicBezTo>
                <a:cubicBezTo>
                  <a:pt x="253480" y="134306"/>
                  <a:pt x="342737" y="136525"/>
                  <a:pt x="431637" y="133350"/>
                </a:cubicBezTo>
                <a:cubicBezTo>
                  <a:pt x="534774" y="116161"/>
                  <a:pt x="451707" y="133059"/>
                  <a:pt x="517362" y="114300"/>
                </a:cubicBezTo>
                <a:cubicBezTo>
                  <a:pt x="531604" y="110231"/>
                  <a:pt x="568812" y="102863"/>
                  <a:pt x="584037" y="95250"/>
                </a:cubicBezTo>
                <a:cubicBezTo>
                  <a:pt x="594276" y="90130"/>
                  <a:pt x="601752" y="79820"/>
                  <a:pt x="612612" y="76200"/>
                </a:cubicBezTo>
                <a:cubicBezTo>
                  <a:pt x="630934" y="70093"/>
                  <a:pt x="650761" y="70130"/>
                  <a:pt x="669762" y="66675"/>
                </a:cubicBezTo>
                <a:cubicBezTo>
                  <a:pt x="685690" y="63779"/>
                  <a:pt x="701768" y="61410"/>
                  <a:pt x="717387" y="57150"/>
                </a:cubicBezTo>
                <a:cubicBezTo>
                  <a:pt x="736760" y="51866"/>
                  <a:pt x="755487" y="44450"/>
                  <a:pt x="774537" y="38100"/>
                </a:cubicBezTo>
                <a:lnTo>
                  <a:pt x="831687" y="19050"/>
                </a:lnTo>
                <a:lnTo>
                  <a:pt x="860262" y="9525"/>
                </a:lnTo>
                <a:lnTo>
                  <a:pt x="888837" y="0"/>
                </a:lnTo>
                <a:cubicBezTo>
                  <a:pt x="894400" y="618"/>
                  <a:pt x="989093" y="7266"/>
                  <a:pt x="1012662" y="19050"/>
                </a:cubicBezTo>
                <a:cubicBezTo>
                  <a:pt x="1033140" y="29289"/>
                  <a:pt x="1069812" y="57150"/>
                  <a:pt x="1069812" y="57150"/>
                </a:cubicBezTo>
                <a:cubicBezTo>
                  <a:pt x="1078963" y="84604"/>
                  <a:pt x="1101749" y="114860"/>
                  <a:pt x="1079337" y="142875"/>
                </a:cubicBezTo>
                <a:cubicBezTo>
                  <a:pt x="1059040" y="168246"/>
                  <a:pt x="1047035" y="157646"/>
                  <a:pt x="1022187" y="171450"/>
                </a:cubicBezTo>
                <a:cubicBezTo>
                  <a:pt x="958971" y="206570"/>
                  <a:pt x="977424" y="214693"/>
                  <a:pt x="907887" y="228600"/>
                </a:cubicBezTo>
                <a:cubicBezTo>
                  <a:pt x="880696" y="234038"/>
                  <a:pt x="849065" y="239579"/>
                  <a:pt x="822162" y="247650"/>
                </a:cubicBezTo>
                <a:cubicBezTo>
                  <a:pt x="802928" y="253420"/>
                  <a:pt x="784062" y="260350"/>
                  <a:pt x="765012" y="266700"/>
                </a:cubicBezTo>
                <a:cubicBezTo>
                  <a:pt x="755487" y="269875"/>
                  <a:pt x="744791" y="270656"/>
                  <a:pt x="736437" y="276225"/>
                </a:cubicBezTo>
                <a:lnTo>
                  <a:pt x="679287" y="314325"/>
                </a:lnTo>
                <a:cubicBezTo>
                  <a:pt x="626790" y="349323"/>
                  <a:pt x="662090" y="332111"/>
                  <a:pt x="564987" y="342900"/>
                </a:cubicBezTo>
                <a:cubicBezTo>
                  <a:pt x="441162" y="339725"/>
                  <a:pt x="317237" y="339267"/>
                  <a:pt x="193512" y="333375"/>
                </a:cubicBezTo>
                <a:cubicBezTo>
                  <a:pt x="183483" y="332897"/>
                  <a:pt x="174908" y="325023"/>
                  <a:pt x="164937" y="323850"/>
                </a:cubicBezTo>
                <a:cubicBezTo>
                  <a:pt x="120679" y="318643"/>
                  <a:pt x="76037" y="317500"/>
                  <a:pt x="31587" y="314325"/>
                </a:cubicBezTo>
                <a:cubicBezTo>
                  <a:pt x="0" y="303796"/>
                  <a:pt x="15712" y="322263"/>
                  <a:pt x="12537" y="323850"/>
                </a:cubicBezTo>
                <a:close/>
              </a:path>
            </a:pathLst>
          </a:custGeom>
          <a:solidFill>
            <a:schemeClr val="accent1">
              <a:alpha val="14509"/>
            </a:schemeClr>
          </a:solidFill>
          <a:ln w="9525" cap="flat" cmpd="sng">
            <a:solidFill>
              <a:schemeClr val="dk1">
                <a:alpha val="5725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81" name="Google Shape;781;p12"/>
          <p:cNvSpPr/>
          <p:nvPr/>
        </p:nvSpPr>
        <p:spPr>
          <a:xfrm>
            <a:off x="104775" y="447675"/>
            <a:ext cx="1197739" cy="3030285"/>
          </a:xfrm>
          <a:custGeom>
            <a:avLst/>
            <a:gdLst/>
            <a:ahLst/>
            <a:cxnLst/>
            <a:rect l="l" t="t" r="r" b="b"/>
            <a:pathLst>
              <a:path w="1197739" h="3030285" extrusionOk="0">
                <a:moveTo>
                  <a:pt x="95250" y="0"/>
                </a:moveTo>
                <a:lnTo>
                  <a:pt x="95250" y="0"/>
                </a:lnTo>
                <a:cubicBezTo>
                  <a:pt x="139700" y="3175"/>
                  <a:pt x="184643" y="2199"/>
                  <a:pt x="228600" y="9525"/>
                </a:cubicBezTo>
                <a:cubicBezTo>
                  <a:pt x="242606" y="11859"/>
                  <a:pt x="253100" y="24495"/>
                  <a:pt x="266700" y="28575"/>
                </a:cubicBezTo>
                <a:cubicBezTo>
                  <a:pt x="285198" y="34124"/>
                  <a:pt x="304800" y="34925"/>
                  <a:pt x="323850" y="38100"/>
                </a:cubicBezTo>
                <a:cubicBezTo>
                  <a:pt x="336550" y="44450"/>
                  <a:pt x="348027" y="54365"/>
                  <a:pt x="361950" y="57150"/>
                </a:cubicBezTo>
                <a:cubicBezTo>
                  <a:pt x="396338" y="64028"/>
                  <a:pt x="431814" y="63350"/>
                  <a:pt x="466725" y="66675"/>
                </a:cubicBezTo>
                <a:cubicBezTo>
                  <a:pt x="498490" y="69700"/>
                  <a:pt x="530313" y="72242"/>
                  <a:pt x="561975" y="76200"/>
                </a:cubicBezTo>
                <a:cubicBezTo>
                  <a:pt x="581139" y="78595"/>
                  <a:pt x="600187" y="81937"/>
                  <a:pt x="619125" y="85725"/>
                </a:cubicBezTo>
                <a:cubicBezTo>
                  <a:pt x="669031" y="95706"/>
                  <a:pt x="654536" y="99335"/>
                  <a:pt x="714375" y="104775"/>
                </a:cubicBezTo>
                <a:cubicBezTo>
                  <a:pt x="765065" y="109383"/>
                  <a:pt x="815975" y="111125"/>
                  <a:pt x="866775" y="114300"/>
                </a:cubicBezTo>
                <a:cubicBezTo>
                  <a:pt x="889423" y="121849"/>
                  <a:pt x="909530" y="129363"/>
                  <a:pt x="933450" y="133350"/>
                </a:cubicBezTo>
                <a:cubicBezTo>
                  <a:pt x="958699" y="137558"/>
                  <a:pt x="984250" y="139700"/>
                  <a:pt x="1009650" y="142875"/>
                </a:cubicBezTo>
                <a:cubicBezTo>
                  <a:pt x="1019175" y="149225"/>
                  <a:pt x="1027703" y="157416"/>
                  <a:pt x="1038225" y="161925"/>
                </a:cubicBezTo>
                <a:cubicBezTo>
                  <a:pt x="1050257" y="167082"/>
                  <a:pt x="1063738" y="167854"/>
                  <a:pt x="1076325" y="171450"/>
                </a:cubicBezTo>
                <a:cubicBezTo>
                  <a:pt x="1097053" y="177372"/>
                  <a:pt x="1126067" y="187930"/>
                  <a:pt x="1143000" y="200025"/>
                </a:cubicBezTo>
                <a:cubicBezTo>
                  <a:pt x="1153961" y="207855"/>
                  <a:pt x="1162050" y="219075"/>
                  <a:pt x="1171575" y="228600"/>
                </a:cubicBezTo>
                <a:cubicBezTo>
                  <a:pt x="1174750" y="241300"/>
                  <a:pt x="1179109" y="253761"/>
                  <a:pt x="1181100" y="266700"/>
                </a:cubicBezTo>
                <a:cubicBezTo>
                  <a:pt x="1197739" y="374852"/>
                  <a:pt x="1191856" y="413854"/>
                  <a:pt x="1181100" y="542925"/>
                </a:cubicBezTo>
                <a:cubicBezTo>
                  <a:pt x="1179771" y="558872"/>
                  <a:pt x="1167561" y="593067"/>
                  <a:pt x="1162050" y="609600"/>
                </a:cubicBezTo>
                <a:cubicBezTo>
                  <a:pt x="1158875" y="663575"/>
                  <a:pt x="1157015" y="717643"/>
                  <a:pt x="1152525" y="771525"/>
                </a:cubicBezTo>
                <a:cubicBezTo>
                  <a:pt x="1150661" y="793898"/>
                  <a:pt x="1145785" y="815923"/>
                  <a:pt x="1143000" y="838200"/>
                </a:cubicBezTo>
                <a:cubicBezTo>
                  <a:pt x="1139434" y="866729"/>
                  <a:pt x="1137041" y="895396"/>
                  <a:pt x="1133475" y="923925"/>
                </a:cubicBezTo>
                <a:cubicBezTo>
                  <a:pt x="1130690" y="946202"/>
                  <a:pt x="1126735" y="968323"/>
                  <a:pt x="1123950" y="990600"/>
                </a:cubicBezTo>
                <a:cubicBezTo>
                  <a:pt x="1120384" y="1019129"/>
                  <a:pt x="1118491" y="1047863"/>
                  <a:pt x="1114425" y="1076325"/>
                </a:cubicBezTo>
                <a:cubicBezTo>
                  <a:pt x="1108679" y="1116544"/>
                  <a:pt x="1103694" y="1124612"/>
                  <a:pt x="1095375" y="1162050"/>
                </a:cubicBezTo>
                <a:cubicBezTo>
                  <a:pt x="1091863" y="1177854"/>
                  <a:pt x="1089777" y="1193969"/>
                  <a:pt x="1085850" y="1209675"/>
                </a:cubicBezTo>
                <a:cubicBezTo>
                  <a:pt x="1083415" y="1219415"/>
                  <a:pt x="1078760" y="1228510"/>
                  <a:pt x="1076325" y="1238250"/>
                </a:cubicBezTo>
                <a:cubicBezTo>
                  <a:pt x="1072398" y="1253956"/>
                  <a:pt x="1070727" y="1270169"/>
                  <a:pt x="1066800" y="1285875"/>
                </a:cubicBezTo>
                <a:cubicBezTo>
                  <a:pt x="1053198" y="1340281"/>
                  <a:pt x="1059628" y="1287223"/>
                  <a:pt x="1047750" y="1352550"/>
                </a:cubicBezTo>
                <a:cubicBezTo>
                  <a:pt x="1043734" y="1374639"/>
                  <a:pt x="1042628" y="1397210"/>
                  <a:pt x="1038225" y="1419225"/>
                </a:cubicBezTo>
                <a:cubicBezTo>
                  <a:pt x="1017810" y="1521300"/>
                  <a:pt x="1039550" y="1331759"/>
                  <a:pt x="1019175" y="1504950"/>
                </a:cubicBezTo>
                <a:cubicBezTo>
                  <a:pt x="1015077" y="1539779"/>
                  <a:pt x="1014285" y="1574964"/>
                  <a:pt x="1009650" y="1609725"/>
                </a:cubicBezTo>
                <a:cubicBezTo>
                  <a:pt x="1004560" y="1647903"/>
                  <a:pt x="998996" y="1642816"/>
                  <a:pt x="990600" y="1676400"/>
                </a:cubicBezTo>
                <a:cubicBezTo>
                  <a:pt x="979691" y="1720035"/>
                  <a:pt x="977334" y="1753956"/>
                  <a:pt x="971550" y="1800225"/>
                </a:cubicBezTo>
                <a:cubicBezTo>
                  <a:pt x="974725" y="1920875"/>
                  <a:pt x="975195" y="2041627"/>
                  <a:pt x="981075" y="2162175"/>
                </a:cubicBezTo>
                <a:cubicBezTo>
                  <a:pt x="981564" y="2172203"/>
                  <a:pt x="988165" y="2181010"/>
                  <a:pt x="990600" y="2190750"/>
                </a:cubicBezTo>
                <a:cubicBezTo>
                  <a:pt x="994527" y="2206456"/>
                  <a:pt x="996613" y="2222571"/>
                  <a:pt x="1000125" y="2238375"/>
                </a:cubicBezTo>
                <a:cubicBezTo>
                  <a:pt x="1002965" y="2251154"/>
                  <a:pt x="1006475" y="2263775"/>
                  <a:pt x="1009650" y="2276475"/>
                </a:cubicBezTo>
                <a:cubicBezTo>
                  <a:pt x="1006475" y="2336800"/>
                  <a:pt x="1007938" y="2397549"/>
                  <a:pt x="1000125" y="2457450"/>
                </a:cubicBezTo>
                <a:cubicBezTo>
                  <a:pt x="998289" y="2471530"/>
                  <a:pt x="986061" y="2482255"/>
                  <a:pt x="981075" y="2495550"/>
                </a:cubicBezTo>
                <a:cubicBezTo>
                  <a:pt x="971920" y="2519965"/>
                  <a:pt x="973539" y="2539198"/>
                  <a:pt x="962025" y="2562225"/>
                </a:cubicBezTo>
                <a:cubicBezTo>
                  <a:pt x="956905" y="2572464"/>
                  <a:pt x="948655" y="2580861"/>
                  <a:pt x="942975" y="2590800"/>
                </a:cubicBezTo>
                <a:cubicBezTo>
                  <a:pt x="935930" y="2603128"/>
                  <a:pt x="931230" y="2616724"/>
                  <a:pt x="923925" y="2628900"/>
                </a:cubicBezTo>
                <a:cubicBezTo>
                  <a:pt x="912145" y="2648533"/>
                  <a:pt x="898525" y="2667000"/>
                  <a:pt x="885825" y="2686050"/>
                </a:cubicBezTo>
                <a:cubicBezTo>
                  <a:pt x="879475" y="2695575"/>
                  <a:pt x="870395" y="2703765"/>
                  <a:pt x="866775" y="2714625"/>
                </a:cubicBezTo>
                <a:cubicBezTo>
                  <a:pt x="840485" y="2793495"/>
                  <a:pt x="858864" y="2755067"/>
                  <a:pt x="809625" y="2828925"/>
                </a:cubicBezTo>
                <a:lnTo>
                  <a:pt x="790575" y="2857500"/>
                </a:lnTo>
                <a:cubicBezTo>
                  <a:pt x="784225" y="2867025"/>
                  <a:pt x="779620" y="2877980"/>
                  <a:pt x="771525" y="2886075"/>
                </a:cubicBezTo>
                <a:cubicBezTo>
                  <a:pt x="762000" y="2895600"/>
                  <a:pt x="751220" y="2904017"/>
                  <a:pt x="742950" y="2914650"/>
                </a:cubicBezTo>
                <a:cubicBezTo>
                  <a:pt x="728894" y="2932722"/>
                  <a:pt x="723900" y="2959100"/>
                  <a:pt x="704850" y="2971800"/>
                </a:cubicBezTo>
                <a:cubicBezTo>
                  <a:pt x="695325" y="2978150"/>
                  <a:pt x="686514" y="2985730"/>
                  <a:pt x="676275" y="2990850"/>
                </a:cubicBezTo>
                <a:cubicBezTo>
                  <a:pt x="597405" y="3030285"/>
                  <a:pt x="701017" y="2964830"/>
                  <a:pt x="619125" y="3019425"/>
                </a:cubicBezTo>
                <a:cubicBezTo>
                  <a:pt x="603250" y="3013075"/>
                  <a:pt x="587509" y="3006378"/>
                  <a:pt x="571500" y="3000375"/>
                </a:cubicBezTo>
                <a:cubicBezTo>
                  <a:pt x="562099" y="2996850"/>
                  <a:pt x="550025" y="2997950"/>
                  <a:pt x="542925" y="2990850"/>
                </a:cubicBezTo>
                <a:cubicBezTo>
                  <a:pt x="535825" y="2983750"/>
                  <a:pt x="538969" y="2970629"/>
                  <a:pt x="533400" y="2962275"/>
                </a:cubicBezTo>
                <a:cubicBezTo>
                  <a:pt x="525928" y="2951067"/>
                  <a:pt x="513449" y="2944048"/>
                  <a:pt x="504825" y="2933700"/>
                </a:cubicBezTo>
                <a:cubicBezTo>
                  <a:pt x="497496" y="2924906"/>
                  <a:pt x="493104" y="2913919"/>
                  <a:pt x="485775" y="2905125"/>
                </a:cubicBezTo>
                <a:cubicBezTo>
                  <a:pt x="477151" y="2894777"/>
                  <a:pt x="465966" y="2886777"/>
                  <a:pt x="457200" y="2876550"/>
                </a:cubicBezTo>
                <a:cubicBezTo>
                  <a:pt x="446869" y="2864497"/>
                  <a:pt x="438150" y="2851150"/>
                  <a:pt x="428625" y="2838450"/>
                </a:cubicBezTo>
                <a:cubicBezTo>
                  <a:pt x="421496" y="2817063"/>
                  <a:pt x="409541" y="2779334"/>
                  <a:pt x="400050" y="2762250"/>
                </a:cubicBezTo>
                <a:cubicBezTo>
                  <a:pt x="392340" y="2748373"/>
                  <a:pt x="380702" y="2737068"/>
                  <a:pt x="371475" y="2724150"/>
                </a:cubicBezTo>
                <a:cubicBezTo>
                  <a:pt x="364821" y="2714835"/>
                  <a:pt x="358105" y="2705514"/>
                  <a:pt x="352425" y="2695575"/>
                </a:cubicBezTo>
                <a:cubicBezTo>
                  <a:pt x="330713" y="2657579"/>
                  <a:pt x="333356" y="2647925"/>
                  <a:pt x="304800" y="2609850"/>
                </a:cubicBezTo>
                <a:cubicBezTo>
                  <a:pt x="296718" y="2599074"/>
                  <a:pt x="285750" y="2590800"/>
                  <a:pt x="276225" y="2581275"/>
                </a:cubicBezTo>
                <a:cubicBezTo>
                  <a:pt x="273050" y="2568575"/>
                  <a:pt x="271857" y="2555207"/>
                  <a:pt x="266700" y="2543175"/>
                </a:cubicBezTo>
                <a:cubicBezTo>
                  <a:pt x="258622" y="2524327"/>
                  <a:pt x="250464" y="2517414"/>
                  <a:pt x="238125" y="2505075"/>
                </a:cubicBezTo>
                <a:lnTo>
                  <a:pt x="238125" y="2514600"/>
                </a:lnTo>
                <a:cubicBezTo>
                  <a:pt x="222250" y="2463800"/>
                  <a:pt x="204653" y="2413506"/>
                  <a:pt x="190500" y="2362200"/>
                </a:cubicBezTo>
                <a:cubicBezTo>
                  <a:pt x="165771" y="2272559"/>
                  <a:pt x="139233" y="2119243"/>
                  <a:pt x="123825" y="2038350"/>
                </a:cubicBezTo>
                <a:cubicBezTo>
                  <a:pt x="114300" y="1930400"/>
                  <a:pt x="106853" y="1822246"/>
                  <a:pt x="95250" y="1714500"/>
                </a:cubicBezTo>
                <a:cubicBezTo>
                  <a:pt x="84624" y="1615830"/>
                  <a:pt x="65976" y="1518073"/>
                  <a:pt x="57150" y="1419225"/>
                </a:cubicBezTo>
                <a:cubicBezTo>
                  <a:pt x="50085" y="1340101"/>
                  <a:pt x="51404" y="1260449"/>
                  <a:pt x="47625" y="1181100"/>
                </a:cubicBezTo>
                <a:cubicBezTo>
                  <a:pt x="44258" y="1110386"/>
                  <a:pt x="36649" y="981573"/>
                  <a:pt x="28575" y="904875"/>
                </a:cubicBezTo>
                <a:cubicBezTo>
                  <a:pt x="26225" y="882548"/>
                  <a:pt x="22225" y="860425"/>
                  <a:pt x="19050" y="838200"/>
                </a:cubicBezTo>
                <a:cubicBezTo>
                  <a:pt x="32615" y="702551"/>
                  <a:pt x="37708" y="782789"/>
                  <a:pt x="19050" y="714375"/>
                </a:cubicBezTo>
                <a:cubicBezTo>
                  <a:pt x="12161" y="689116"/>
                  <a:pt x="0" y="638175"/>
                  <a:pt x="0" y="638175"/>
                </a:cubicBezTo>
                <a:cubicBezTo>
                  <a:pt x="3175" y="488950"/>
                  <a:pt x="3789" y="339648"/>
                  <a:pt x="9525" y="190500"/>
                </a:cubicBezTo>
                <a:cubicBezTo>
                  <a:pt x="9961" y="179152"/>
                  <a:pt x="24549" y="118868"/>
                  <a:pt x="28575" y="104775"/>
                </a:cubicBezTo>
                <a:cubicBezTo>
                  <a:pt x="31333" y="95121"/>
                  <a:pt x="31828" y="84040"/>
                  <a:pt x="38100" y="76200"/>
                </a:cubicBezTo>
                <a:cubicBezTo>
                  <a:pt x="45251" y="67261"/>
                  <a:pt x="57150" y="63500"/>
                  <a:pt x="66675" y="57150"/>
                </a:cubicBezTo>
                <a:cubicBezTo>
                  <a:pt x="73025" y="47625"/>
                  <a:pt x="76786" y="35726"/>
                  <a:pt x="85725" y="28575"/>
                </a:cubicBezTo>
                <a:cubicBezTo>
                  <a:pt x="93565" y="22303"/>
                  <a:pt x="93663" y="4762"/>
                  <a:pt x="95250" y="0"/>
                </a:cubicBezTo>
                <a:close/>
              </a:path>
            </a:pathLst>
          </a:custGeom>
          <a:solidFill>
            <a:schemeClr val="accent1">
              <a:alpha val="14509"/>
            </a:schemeClr>
          </a:solidFill>
          <a:ln w="9525" cap="flat" cmpd="sng">
            <a:solidFill>
              <a:schemeClr val="dk1">
                <a:alpha val="5725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82" name="Google Shape;782;p12"/>
          <p:cNvSpPr/>
          <p:nvPr/>
        </p:nvSpPr>
        <p:spPr>
          <a:xfrm>
            <a:off x="2438400" y="2209800"/>
            <a:ext cx="430878" cy="507468"/>
          </a:xfrm>
          <a:custGeom>
            <a:avLst/>
            <a:gdLst/>
            <a:ahLst/>
            <a:cxnLst/>
            <a:rect l="l" t="t" r="r" b="b"/>
            <a:pathLst>
              <a:path w="430878" h="403592" extrusionOk="0">
                <a:moveTo>
                  <a:pt x="316578" y="21693"/>
                </a:moveTo>
                <a:lnTo>
                  <a:pt x="316578" y="21693"/>
                </a:lnTo>
                <a:cubicBezTo>
                  <a:pt x="288003" y="15343"/>
                  <a:pt x="260039" y="4888"/>
                  <a:pt x="230853" y="2643"/>
                </a:cubicBezTo>
                <a:cubicBezTo>
                  <a:pt x="196492" y="0"/>
                  <a:pt x="190664" y="17975"/>
                  <a:pt x="164178" y="31218"/>
                </a:cubicBezTo>
                <a:cubicBezTo>
                  <a:pt x="155198" y="35708"/>
                  <a:pt x="144380" y="35867"/>
                  <a:pt x="135603" y="40743"/>
                </a:cubicBezTo>
                <a:cubicBezTo>
                  <a:pt x="115589" y="51862"/>
                  <a:pt x="97503" y="66143"/>
                  <a:pt x="78453" y="78843"/>
                </a:cubicBezTo>
                <a:lnTo>
                  <a:pt x="49878" y="97893"/>
                </a:lnTo>
                <a:cubicBezTo>
                  <a:pt x="43528" y="107418"/>
                  <a:pt x="35948" y="116229"/>
                  <a:pt x="30828" y="126468"/>
                </a:cubicBezTo>
                <a:cubicBezTo>
                  <a:pt x="0" y="188125"/>
                  <a:pt x="28388" y="317478"/>
                  <a:pt x="30828" y="345543"/>
                </a:cubicBezTo>
                <a:cubicBezTo>
                  <a:pt x="31698" y="355545"/>
                  <a:pt x="34081" y="366278"/>
                  <a:pt x="40353" y="374118"/>
                </a:cubicBezTo>
                <a:cubicBezTo>
                  <a:pt x="53782" y="390904"/>
                  <a:pt x="78679" y="396418"/>
                  <a:pt x="97503" y="402693"/>
                </a:cubicBezTo>
                <a:cubicBezTo>
                  <a:pt x="226160" y="384313"/>
                  <a:pt x="119605" y="403592"/>
                  <a:pt x="192753" y="383643"/>
                </a:cubicBezTo>
                <a:cubicBezTo>
                  <a:pt x="218012" y="376754"/>
                  <a:pt x="268953" y="364593"/>
                  <a:pt x="268953" y="364593"/>
                </a:cubicBezTo>
                <a:cubicBezTo>
                  <a:pt x="350845" y="309998"/>
                  <a:pt x="247233" y="375453"/>
                  <a:pt x="326103" y="336018"/>
                </a:cubicBezTo>
                <a:cubicBezTo>
                  <a:pt x="399961" y="299089"/>
                  <a:pt x="311429" y="331384"/>
                  <a:pt x="383253" y="307443"/>
                </a:cubicBezTo>
                <a:cubicBezTo>
                  <a:pt x="389603" y="297918"/>
                  <a:pt x="397183" y="289107"/>
                  <a:pt x="402303" y="278868"/>
                </a:cubicBezTo>
                <a:cubicBezTo>
                  <a:pt x="409916" y="263643"/>
                  <a:pt x="417284" y="226435"/>
                  <a:pt x="421353" y="212193"/>
                </a:cubicBezTo>
                <a:cubicBezTo>
                  <a:pt x="424111" y="202539"/>
                  <a:pt x="427703" y="193143"/>
                  <a:pt x="430878" y="183618"/>
                </a:cubicBezTo>
                <a:cubicBezTo>
                  <a:pt x="408208" y="115608"/>
                  <a:pt x="428536" y="137607"/>
                  <a:pt x="383253" y="107418"/>
                </a:cubicBezTo>
                <a:cubicBezTo>
                  <a:pt x="376978" y="88594"/>
                  <a:pt x="371464" y="63697"/>
                  <a:pt x="354678" y="50268"/>
                </a:cubicBezTo>
                <a:cubicBezTo>
                  <a:pt x="346838" y="43996"/>
                  <a:pt x="335083" y="45233"/>
                  <a:pt x="326103" y="40743"/>
                </a:cubicBezTo>
                <a:cubicBezTo>
                  <a:pt x="315864" y="35623"/>
                  <a:pt x="305623" y="29788"/>
                  <a:pt x="297528" y="21693"/>
                </a:cubicBezTo>
                <a:lnTo>
                  <a:pt x="316578" y="21693"/>
                </a:lnTo>
                <a:close/>
              </a:path>
            </a:pathLst>
          </a:custGeom>
          <a:solidFill>
            <a:schemeClr val="accent1">
              <a:alpha val="14509"/>
            </a:schemeClr>
          </a:solidFill>
          <a:ln w="9525" cap="flat" cmpd="sng">
            <a:solidFill>
              <a:schemeClr val="dk1">
                <a:alpha val="5725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83" name="Google Shape;783;p12"/>
          <p:cNvSpPr/>
          <p:nvPr/>
        </p:nvSpPr>
        <p:spPr>
          <a:xfrm>
            <a:off x="2200275" y="2217529"/>
            <a:ext cx="789329" cy="1001921"/>
          </a:xfrm>
          <a:custGeom>
            <a:avLst/>
            <a:gdLst/>
            <a:ahLst/>
            <a:cxnLst/>
            <a:rect l="l" t="t" r="r" b="b"/>
            <a:pathLst>
              <a:path w="789329" h="1001921" extrusionOk="0">
                <a:moveTo>
                  <a:pt x="371475" y="30371"/>
                </a:moveTo>
                <a:lnTo>
                  <a:pt x="371475" y="30371"/>
                </a:lnTo>
                <a:cubicBezTo>
                  <a:pt x="346075" y="20846"/>
                  <a:pt x="321965" y="6649"/>
                  <a:pt x="295275" y="1796"/>
                </a:cubicBezTo>
                <a:cubicBezTo>
                  <a:pt x="285397" y="0"/>
                  <a:pt x="275680" y="6831"/>
                  <a:pt x="266700" y="11321"/>
                </a:cubicBezTo>
                <a:cubicBezTo>
                  <a:pt x="252772" y="18285"/>
                  <a:pt x="208654" y="52474"/>
                  <a:pt x="200025" y="58946"/>
                </a:cubicBezTo>
                <a:cubicBezTo>
                  <a:pt x="153361" y="152274"/>
                  <a:pt x="210796" y="59854"/>
                  <a:pt x="152400" y="106571"/>
                </a:cubicBezTo>
                <a:cubicBezTo>
                  <a:pt x="120284" y="132264"/>
                  <a:pt x="143545" y="134140"/>
                  <a:pt x="123825" y="163721"/>
                </a:cubicBezTo>
                <a:cubicBezTo>
                  <a:pt x="90951" y="213031"/>
                  <a:pt x="82512" y="173361"/>
                  <a:pt x="57150" y="249446"/>
                </a:cubicBezTo>
                <a:lnTo>
                  <a:pt x="19050" y="363746"/>
                </a:lnTo>
                <a:lnTo>
                  <a:pt x="9525" y="392321"/>
                </a:lnTo>
                <a:lnTo>
                  <a:pt x="0" y="420896"/>
                </a:lnTo>
                <a:cubicBezTo>
                  <a:pt x="3175" y="484396"/>
                  <a:pt x="4017" y="548056"/>
                  <a:pt x="9525" y="611396"/>
                </a:cubicBezTo>
                <a:cubicBezTo>
                  <a:pt x="10395" y="621398"/>
                  <a:pt x="17081" y="630126"/>
                  <a:pt x="19050" y="639971"/>
                </a:cubicBezTo>
                <a:cubicBezTo>
                  <a:pt x="35003" y="719737"/>
                  <a:pt x="19951" y="699825"/>
                  <a:pt x="47625" y="782846"/>
                </a:cubicBezTo>
                <a:cubicBezTo>
                  <a:pt x="73915" y="861716"/>
                  <a:pt x="55536" y="823288"/>
                  <a:pt x="104775" y="897146"/>
                </a:cubicBezTo>
                <a:cubicBezTo>
                  <a:pt x="111125" y="906671"/>
                  <a:pt x="114300" y="919371"/>
                  <a:pt x="123825" y="925721"/>
                </a:cubicBezTo>
                <a:lnTo>
                  <a:pt x="180975" y="963821"/>
                </a:lnTo>
                <a:cubicBezTo>
                  <a:pt x="190500" y="970171"/>
                  <a:pt x="198690" y="979251"/>
                  <a:pt x="209550" y="982871"/>
                </a:cubicBezTo>
                <a:cubicBezTo>
                  <a:pt x="250544" y="996536"/>
                  <a:pt x="228385" y="989961"/>
                  <a:pt x="276225" y="1001921"/>
                </a:cubicBezTo>
                <a:cubicBezTo>
                  <a:pt x="314325" y="998746"/>
                  <a:pt x="352628" y="997449"/>
                  <a:pt x="390525" y="992396"/>
                </a:cubicBezTo>
                <a:cubicBezTo>
                  <a:pt x="421960" y="988205"/>
                  <a:pt x="453755" y="959768"/>
                  <a:pt x="476250" y="944771"/>
                </a:cubicBezTo>
                <a:cubicBezTo>
                  <a:pt x="485775" y="938421"/>
                  <a:pt x="493965" y="929341"/>
                  <a:pt x="504825" y="925721"/>
                </a:cubicBezTo>
                <a:cubicBezTo>
                  <a:pt x="523875" y="919371"/>
                  <a:pt x="545267" y="917810"/>
                  <a:pt x="561975" y="906671"/>
                </a:cubicBezTo>
                <a:cubicBezTo>
                  <a:pt x="571500" y="900321"/>
                  <a:pt x="581994" y="895226"/>
                  <a:pt x="590550" y="887621"/>
                </a:cubicBezTo>
                <a:cubicBezTo>
                  <a:pt x="638712" y="844811"/>
                  <a:pt x="668587" y="808666"/>
                  <a:pt x="704850" y="754271"/>
                </a:cubicBezTo>
                <a:cubicBezTo>
                  <a:pt x="711200" y="744746"/>
                  <a:pt x="718780" y="735935"/>
                  <a:pt x="723900" y="725696"/>
                </a:cubicBezTo>
                <a:cubicBezTo>
                  <a:pt x="728390" y="716716"/>
                  <a:pt x="729270" y="706261"/>
                  <a:pt x="733425" y="697121"/>
                </a:cubicBezTo>
                <a:cubicBezTo>
                  <a:pt x="782263" y="589677"/>
                  <a:pt x="762386" y="657476"/>
                  <a:pt x="781050" y="582821"/>
                </a:cubicBezTo>
                <a:cubicBezTo>
                  <a:pt x="751273" y="463714"/>
                  <a:pt x="789329" y="611799"/>
                  <a:pt x="762000" y="516146"/>
                </a:cubicBezTo>
                <a:cubicBezTo>
                  <a:pt x="733210" y="415379"/>
                  <a:pt x="778696" y="556709"/>
                  <a:pt x="733425" y="420896"/>
                </a:cubicBezTo>
                <a:cubicBezTo>
                  <a:pt x="727150" y="402072"/>
                  <a:pt x="721636" y="377175"/>
                  <a:pt x="704850" y="363746"/>
                </a:cubicBezTo>
                <a:cubicBezTo>
                  <a:pt x="697010" y="357474"/>
                  <a:pt x="685800" y="357396"/>
                  <a:pt x="676275" y="354221"/>
                </a:cubicBezTo>
                <a:cubicBezTo>
                  <a:pt x="574165" y="422294"/>
                  <a:pt x="729134" y="316283"/>
                  <a:pt x="619125" y="401846"/>
                </a:cubicBezTo>
                <a:cubicBezTo>
                  <a:pt x="601053" y="415902"/>
                  <a:pt x="581025" y="427246"/>
                  <a:pt x="561975" y="439946"/>
                </a:cubicBezTo>
                <a:cubicBezTo>
                  <a:pt x="552450" y="446296"/>
                  <a:pt x="544260" y="455376"/>
                  <a:pt x="533400" y="458996"/>
                </a:cubicBezTo>
                <a:cubicBezTo>
                  <a:pt x="460891" y="483166"/>
                  <a:pt x="495941" y="474108"/>
                  <a:pt x="428625" y="487571"/>
                </a:cubicBezTo>
                <a:cubicBezTo>
                  <a:pt x="396875" y="484396"/>
                  <a:pt x="363831" y="487563"/>
                  <a:pt x="333375" y="478046"/>
                </a:cubicBezTo>
                <a:cubicBezTo>
                  <a:pt x="311522" y="471217"/>
                  <a:pt x="276225" y="439946"/>
                  <a:pt x="276225" y="439946"/>
                </a:cubicBezTo>
                <a:cubicBezTo>
                  <a:pt x="269875" y="430421"/>
                  <a:pt x="262295" y="421610"/>
                  <a:pt x="257175" y="411371"/>
                </a:cubicBezTo>
                <a:cubicBezTo>
                  <a:pt x="252685" y="402391"/>
                  <a:pt x="247650" y="392836"/>
                  <a:pt x="247650" y="382796"/>
                </a:cubicBezTo>
                <a:cubicBezTo>
                  <a:pt x="247650" y="123544"/>
                  <a:pt x="238653" y="261886"/>
                  <a:pt x="266700" y="163721"/>
                </a:cubicBezTo>
                <a:cubicBezTo>
                  <a:pt x="267461" y="161059"/>
                  <a:pt x="280675" y="103390"/>
                  <a:pt x="285750" y="97046"/>
                </a:cubicBezTo>
                <a:cubicBezTo>
                  <a:pt x="299179" y="80260"/>
                  <a:pt x="324076" y="74746"/>
                  <a:pt x="342900" y="68471"/>
                </a:cubicBezTo>
                <a:cubicBezTo>
                  <a:pt x="372609" y="23908"/>
                  <a:pt x="369171" y="48499"/>
                  <a:pt x="323850" y="30371"/>
                </a:cubicBezTo>
                <a:cubicBezTo>
                  <a:pt x="319681" y="28703"/>
                  <a:pt x="317500" y="24021"/>
                  <a:pt x="314325" y="20846"/>
                </a:cubicBezTo>
                <a:lnTo>
                  <a:pt x="314325" y="20846"/>
                </a:lnTo>
              </a:path>
            </a:pathLst>
          </a:custGeom>
          <a:solidFill>
            <a:schemeClr val="accent1">
              <a:alpha val="14509"/>
            </a:schemeClr>
          </a:solidFill>
          <a:ln w="9525" cap="flat" cmpd="sng">
            <a:solidFill>
              <a:schemeClr val="dk1">
                <a:alpha val="5725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84" name="Google Shape;784;p12"/>
          <p:cNvSpPr/>
          <p:nvPr/>
        </p:nvSpPr>
        <p:spPr>
          <a:xfrm>
            <a:off x="2241177" y="990600"/>
            <a:ext cx="625848" cy="1133475"/>
          </a:xfrm>
          <a:custGeom>
            <a:avLst/>
            <a:gdLst/>
            <a:ahLst/>
            <a:cxnLst/>
            <a:rect l="l" t="t" r="r" b="b"/>
            <a:pathLst>
              <a:path w="625848" h="1133475" extrusionOk="0">
                <a:moveTo>
                  <a:pt x="140073" y="0"/>
                </a:moveTo>
                <a:lnTo>
                  <a:pt x="140073" y="0"/>
                </a:lnTo>
                <a:cubicBezTo>
                  <a:pt x="159123" y="25400"/>
                  <a:pt x="177118" y="51627"/>
                  <a:pt x="197223" y="76200"/>
                </a:cubicBezTo>
                <a:cubicBezTo>
                  <a:pt x="205753" y="86626"/>
                  <a:pt x="217174" y="94427"/>
                  <a:pt x="225798" y="104775"/>
                </a:cubicBezTo>
                <a:cubicBezTo>
                  <a:pt x="236680" y="117833"/>
                  <a:pt x="268776" y="173540"/>
                  <a:pt x="273423" y="180975"/>
                </a:cubicBezTo>
                <a:cubicBezTo>
                  <a:pt x="279490" y="190683"/>
                  <a:pt x="286406" y="199842"/>
                  <a:pt x="292473" y="209550"/>
                </a:cubicBezTo>
                <a:cubicBezTo>
                  <a:pt x="302285" y="225249"/>
                  <a:pt x="311236" y="241476"/>
                  <a:pt x="321048" y="257175"/>
                </a:cubicBezTo>
                <a:cubicBezTo>
                  <a:pt x="327115" y="266883"/>
                  <a:pt x="334031" y="276042"/>
                  <a:pt x="340098" y="285750"/>
                </a:cubicBezTo>
                <a:cubicBezTo>
                  <a:pt x="349910" y="301449"/>
                  <a:pt x="357565" y="318564"/>
                  <a:pt x="368673" y="333375"/>
                </a:cubicBezTo>
                <a:cubicBezTo>
                  <a:pt x="376755" y="344151"/>
                  <a:pt x="389418" y="350989"/>
                  <a:pt x="397248" y="361950"/>
                </a:cubicBezTo>
                <a:cubicBezTo>
                  <a:pt x="405501" y="373504"/>
                  <a:pt x="408422" y="388236"/>
                  <a:pt x="416298" y="400050"/>
                </a:cubicBezTo>
                <a:cubicBezTo>
                  <a:pt x="427575" y="416966"/>
                  <a:pt x="443121" y="430759"/>
                  <a:pt x="454398" y="447675"/>
                </a:cubicBezTo>
                <a:cubicBezTo>
                  <a:pt x="462274" y="459489"/>
                  <a:pt x="467855" y="472724"/>
                  <a:pt x="473448" y="485775"/>
                </a:cubicBezTo>
                <a:cubicBezTo>
                  <a:pt x="477403" y="495003"/>
                  <a:pt x="477652" y="505836"/>
                  <a:pt x="482973" y="514350"/>
                </a:cubicBezTo>
                <a:cubicBezTo>
                  <a:pt x="493748" y="531590"/>
                  <a:pt x="508373" y="546100"/>
                  <a:pt x="521073" y="561975"/>
                </a:cubicBezTo>
                <a:cubicBezTo>
                  <a:pt x="528579" y="591999"/>
                  <a:pt x="529874" y="601321"/>
                  <a:pt x="540123" y="628650"/>
                </a:cubicBezTo>
                <a:cubicBezTo>
                  <a:pt x="546126" y="644659"/>
                  <a:pt x="553766" y="660055"/>
                  <a:pt x="559173" y="676275"/>
                </a:cubicBezTo>
                <a:cubicBezTo>
                  <a:pt x="579675" y="737782"/>
                  <a:pt x="554265" y="692725"/>
                  <a:pt x="587748" y="742950"/>
                </a:cubicBezTo>
                <a:cubicBezTo>
                  <a:pt x="590923" y="755650"/>
                  <a:pt x="593677" y="768463"/>
                  <a:pt x="597273" y="781050"/>
                </a:cubicBezTo>
                <a:cubicBezTo>
                  <a:pt x="600031" y="790704"/>
                  <a:pt x="604156" y="799939"/>
                  <a:pt x="606798" y="809625"/>
                </a:cubicBezTo>
                <a:cubicBezTo>
                  <a:pt x="613687" y="834884"/>
                  <a:pt x="625848" y="885825"/>
                  <a:pt x="625848" y="885825"/>
                </a:cubicBezTo>
                <a:cubicBezTo>
                  <a:pt x="622673" y="936625"/>
                  <a:pt x="623200" y="987793"/>
                  <a:pt x="616323" y="1038225"/>
                </a:cubicBezTo>
                <a:cubicBezTo>
                  <a:pt x="613610" y="1058121"/>
                  <a:pt x="613981" y="1084236"/>
                  <a:pt x="597273" y="1095375"/>
                </a:cubicBezTo>
                <a:cubicBezTo>
                  <a:pt x="587748" y="1101725"/>
                  <a:pt x="579159" y="1109776"/>
                  <a:pt x="568698" y="1114425"/>
                </a:cubicBezTo>
                <a:cubicBezTo>
                  <a:pt x="550348" y="1122580"/>
                  <a:pt x="511548" y="1133475"/>
                  <a:pt x="511548" y="1133475"/>
                </a:cubicBezTo>
                <a:cubicBezTo>
                  <a:pt x="442458" y="1125798"/>
                  <a:pt x="440217" y="1129423"/>
                  <a:pt x="387723" y="1114425"/>
                </a:cubicBezTo>
                <a:cubicBezTo>
                  <a:pt x="378069" y="1111667"/>
                  <a:pt x="368128" y="1109390"/>
                  <a:pt x="359148" y="1104900"/>
                </a:cubicBezTo>
                <a:cubicBezTo>
                  <a:pt x="348909" y="1099780"/>
                  <a:pt x="340812" y="1090970"/>
                  <a:pt x="330573" y="1085850"/>
                </a:cubicBezTo>
                <a:cubicBezTo>
                  <a:pt x="287615" y="1064371"/>
                  <a:pt x="314369" y="1091397"/>
                  <a:pt x="273423" y="1057275"/>
                </a:cubicBezTo>
                <a:cubicBezTo>
                  <a:pt x="211214" y="1005434"/>
                  <a:pt x="279340" y="1053667"/>
                  <a:pt x="216273" y="990600"/>
                </a:cubicBezTo>
                <a:cubicBezTo>
                  <a:pt x="208178" y="982505"/>
                  <a:pt x="197223" y="977900"/>
                  <a:pt x="187698" y="971550"/>
                </a:cubicBezTo>
                <a:cubicBezTo>
                  <a:pt x="181348" y="958850"/>
                  <a:pt x="174241" y="946501"/>
                  <a:pt x="168648" y="933450"/>
                </a:cubicBezTo>
                <a:cubicBezTo>
                  <a:pt x="164693" y="924222"/>
                  <a:pt x="163613" y="913855"/>
                  <a:pt x="159123" y="904875"/>
                </a:cubicBezTo>
                <a:cubicBezTo>
                  <a:pt x="154003" y="894636"/>
                  <a:pt x="146423" y="885825"/>
                  <a:pt x="140073" y="876300"/>
                </a:cubicBezTo>
                <a:cubicBezTo>
                  <a:pt x="136898" y="863600"/>
                  <a:pt x="135145" y="850457"/>
                  <a:pt x="130548" y="838200"/>
                </a:cubicBezTo>
                <a:cubicBezTo>
                  <a:pt x="125562" y="824905"/>
                  <a:pt x="115988" y="813570"/>
                  <a:pt x="111498" y="800100"/>
                </a:cubicBezTo>
                <a:cubicBezTo>
                  <a:pt x="103219" y="775262"/>
                  <a:pt x="98798" y="749300"/>
                  <a:pt x="92448" y="723900"/>
                </a:cubicBezTo>
                <a:cubicBezTo>
                  <a:pt x="62671" y="604793"/>
                  <a:pt x="100727" y="752878"/>
                  <a:pt x="73398" y="657225"/>
                </a:cubicBezTo>
                <a:cubicBezTo>
                  <a:pt x="69802" y="644638"/>
                  <a:pt x="67635" y="631664"/>
                  <a:pt x="63873" y="619125"/>
                </a:cubicBezTo>
                <a:cubicBezTo>
                  <a:pt x="58103" y="599891"/>
                  <a:pt x="44823" y="561975"/>
                  <a:pt x="44823" y="561975"/>
                </a:cubicBezTo>
                <a:cubicBezTo>
                  <a:pt x="36579" y="504269"/>
                  <a:pt x="25773" y="437947"/>
                  <a:pt x="25773" y="381000"/>
                </a:cubicBezTo>
                <a:cubicBezTo>
                  <a:pt x="25773" y="57475"/>
                  <a:pt x="0" y="143994"/>
                  <a:pt x="44823" y="9525"/>
                </a:cubicBezTo>
                <a:lnTo>
                  <a:pt x="140073" y="0"/>
                </a:lnTo>
                <a:close/>
              </a:path>
            </a:pathLst>
          </a:custGeom>
          <a:solidFill>
            <a:schemeClr val="accent1">
              <a:alpha val="14509"/>
            </a:schemeClr>
          </a:solidFill>
          <a:ln w="9525" cap="flat" cmpd="sng">
            <a:solidFill>
              <a:schemeClr val="dk1">
                <a:alpha val="5725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85" name="Google Shape;785;p12"/>
          <p:cNvSpPr/>
          <p:nvPr/>
        </p:nvSpPr>
        <p:spPr>
          <a:xfrm>
            <a:off x="2515771" y="997880"/>
            <a:ext cx="210563" cy="318815"/>
          </a:xfrm>
          <a:custGeom>
            <a:avLst/>
            <a:gdLst/>
            <a:ahLst/>
            <a:cxnLst/>
            <a:rect l="l" t="t" r="r" b="b"/>
            <a:pathLst>
              <a:path w="210563" h="318815" extrusionOk="0">
                <a:moveTo>
                  <a:pt x="113129" y="230845"/>
                </a:moveTo>
                <a:lnTo>
                  <a:pt x="113129" y="230845"/>
                </a:lnTo>
                <a:cubicBezTo>
                  <a:pt x="90904" y="199095"/>
                  <a:pt x="58710" y="172362"/>
                  <a:pt x="46454" y="135595"/>
                </a:cubicBezTo>
                <a:cubicBezTo>
                  <a:pt x="43279" y="126070"/>
                  <a:pt x="41419" y="116000"/>
                  <a:pt x="36929" y="107020"/>
                </a:cubicBezTo>
                <a:cubicBezTo>
                  <a:pt x="0" y="33162"/>
                  <a:pt x="32295" y="121694"/>
                  <a:pt x="8354" y="49870"/>
                </a:cubicBezTo>
                <a:cubicBezTo>
                  <a:pt x="11529" y="37170"/>
                  <a:pt x="6170" y="17624"/>
                  <a:pt x="17879" y="11770"/>
                </a:cubicBezTo>
                <a:cubicBezTo>
                  <a:pt x="41419" y="0"/>
                  <a:pt x="77002" y="28960"/>
                  <a:pt x="94079" y="40345"/>
                </a:cubicBezTo>
                <a:lnTo>
                  <a:pt x="132179" y="97495"/>
                </a:lnTo>
                <a:cubicBezTo>
                  <a:pt x="138529" y="107020"/>
                  <a:pt x="147609" y="115210"/>
                  <a:pt x="151229" y="126070"/>
                </a:cubicBezTo>
                <a:lnTo>
                  <a:pt x="179804" y="211795"/>
                </a:lnTo>
                <a:cubicBezTo>
                  <a:pt x="182979" y="221320"/>
                  <a:pt x="183760" y="232016"/>
                  <a:pt x="189329" y="240370"/>
                </a:cubicBezTo>
                <a:lnTo>
                  <a:pt x="208379" y="268945"/>
                </a:lnTo>
                <a:cubicBezTo>
                  <a:pt x="205204" y="281645"/>
                  <a:pt x="210563" y="301191"/>
                  <a:pt x="198854" y="307045"/>
                </a:cubicBezTo>
                <a:cubicBezTo>
                  <a:pt x="175314" y="318815"/>
                  <a:pt x="139731" y="289855"/>
                  <a:pt x="122654" y="278470"/>
                </a:cubicBezTo>
                <a:cubicBezTo>
                  <a:pt x="116304" y="268945"/>
                  <a:pt x="108253" y="260356"/>
                  <a:pt x="103604" y="249895"/>
                </a:cubicBezTo>
                <a:cubicBezTo>
                  <a:pt x="95449" y="231545"/>
                  <a:pt x="90904" y="211795"/>
                  <a:pt x="84554" y="192745"/>
                </a:cubicBezTo>
                <a:cubicBezTo>
                  <a:pt x="81379" y="183220"/>
                  <a:pt x="79519" y="173150"/>
                  <a:pt x="75029" y="164170"/>
                </a:cubicBezTo>
                <a:lnTo>
                  <a:pt x="65504" y="145120"/>
                </a:lnTo>
                <a:lnTo>
                  <a:pt x="65504" y="145120"/>
                </a:lnTo>
              </a:path>
            </a:pathLst>
          </a:custGeom>
          <a:solidFill>
            <a:schemeClr val="accent1">
              <a:alpha val="14509"/>
            </a:schemeClr>
          </a:solidFill>
          <a:ln w="9525" cap="flat" cmpd="sng">
            <a:solidFill>
              <a:schemeClr val="dk1">
                <a:alpha val="5725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86" name="Google Shape;786;p12"/>
          <p:cNvSpPr/>
          <p:nvPr/>
        </p:nvSpPr>
        <p:spPr>
          <a:xfrm>
            <a:off x="2769852" y="1409700"/>
            <a:ext cx="963948" cy="647700"/>
          </a:xfrm>
          <a:custGeom>
            <a:avLst/>
            <a:gdLst/>
            <a:ahLst/>
            <a:cxnLst/>
            <a:rect l="l" t="t" r="r" b="b"/>
            <a:pathLst>
              <a:path w="792498" h="628650" extrusionOk="0">
                <a:moveTo>
                  <a:pt x="59073" y="0"/>
                </a:moveTo>
                <a:lnTo>
                  <a:pt x="59073" y="0"/>
                </a:lnTo>
                <a:cubicBezTo>
                  <a:pt x="84473" y="12700"/>
                  <a:pt x="109420" y="26349"/>
                  <a:pt x="135273" y="38100"/>
                </a:cubicBezTo>
                <a:cubicBezTo>
                  <a:pt x="144413" y="42255"/>
                  <a:pt x="155071" y="42749"/>
                  <a:pt x="163848" y="47625"/>
                </a:cubicBezTo>
                <a:cubicBezTo>
                  <a:pt x="183862" y="58744"/>
                  <a:pt x="201948" y="73025"/>
                  <a:pt x="220998" y="85725"/>
                </a:cubicBezTo>
                <a:cubicBezTo>
                  <a:pt x="230523" y="92075"/>
                  <a:pt x="238467" y="101999"/>
                  <a:pt x="249573" y="104775"/>
                </a:cubicBezTo>
                <a:lnTo>
                  <a:pt x="287673" y="114300"/>
                </a:lnTo>
                <a:cubicBezTo>
                  <a:pt x="333370" y="182846"/>
                  <a:pt x="268659" y="98449"/>
                  <a:pt x="363873" y="161925"/>
                </a:cubicBezTo>
                <a:cubicBezTo>
                  <a:pt x="373398" y="168275"/>
                  <a:pt x="382209" y="175855"/>
                  <a:pt x="392448" y="180975"/>
                </a:cubicBezTo>
                <a:cubicBezTo>
                  <a:pt x="407673" y="188588"/>
                  <a:pt x="444881" y="195956"/>
                  <a:pt x="459123" y="200025"/>
                </a:cubicBezTo>
                <a:cubicBezTo>
                  <a:pt x="468777" y="202783"/>
                  <a:pt x="478044" y="206792"/>
                  <a:pt x="487698" y="209550"/>
                </a:cubicBezTo>
                <a:cubicBezTo>
                  <a:pt x="510993" y="216206"/>
                  <a:pt x="565971" y="226807"/>
                  <a:pt x="582948" y="238125"/>
                </a:cubicBezTo>
                <a:cubicBezTo>
                  <a:pt x="592473" y="244475"/>
                  <a:pt x="601284" y="252055"/>
                  <a:pt x="611523" y="257175"/>
                </a:cubicBezTo>
                <a:cubicBezTo>
                  <a:pt x="620503" y="261665"/>
                  <a:pt x="631321" y="261824"/>
                  <a:pt x="640098" y="266700"/>
                </a:cubicBezTo>
                <a:cubicBezTo>
                  <a:pt x="660112" y="277819"/>
                  <a:pt x="697248" y="304800"/>
                  <a:pt x="697248" y="304800"/>
                </a:cubicBezTo>
                <a:cubicBezTo>
                  <a:pt x="703598" y="314325"/>
                  <a:pt x="708203" y="325280"/>
                  <a:pt x="716298" y="333375"/>
                </a:cubicBezTo>
                <a:cubicBezTo>
                  <a:pt x="724393" y="341470"/>
                  <a:pt x="738806" y="342717"/>
                  <a:pt x="744873" y="352425"/>
                </a:cubicBezTo>
                <a:cubicBezTo>
                  <a:pt x="791662" y="427288"/>
                  <a:pt x="732591" y="399131"/>
                  <a:pt x="792498" y="419100"/>
                </a:cubicBezTo>
                <a:cubicBezTo>
                  <a:pt x="789323" y="428625"/>
                  <a:pt x="790073" y="440575"/>
                  <a:pt x="782973" y="447675"/>
                </a:cubicBezTo>
                <a:cubicBezTo>
                  <a:pt x="715177" y="515471"/>
                  <a:pt x="656234" y="489641"/>
                  <a:pt x="554373" y="495300"/>
                </a:cubicBezTo>
                <a:cubicBezTo>
                  <a:pt x="456393" y="519795"/>
                  <a:pt x="504092" y="510647"/>
                  <a:pt x="411498" y="523875"/>
                </a:cubicBezTo>
                <a:cubicBezTo>
                  <a:pt x="319516" y="554536"/>
                  <a:pt x="462524" y="505370"/>
                  <a:pt x="344823" y="552450"/>
                </a:cubicBezTo>
                <a:cubicBezTo>
                  <a:pt x="326179" y="559908"/>
                  <a:pt x="304381" y="560361"/>
                  <a:pt x="287673" y="571500"/>
                </a:cubicBezTo>
                <a:cubicBezTo>
                  <a:pt x="268623" y="584200"/>
                  <a:pt x="252243" y="602360"/>
                  <a:pt x="230523" y="609600"/>
                </a:cubicBezTo>
                <a:lnTo>
                  <a:pt x="173373" y="628650"/>
                </a:lnTo>
                <a:cubicBezTo>
                  <a:pt x="163848" y="619125"/>
                  <a:pt x="151340" y="611850"/>
                  <a:pt x="144798" y="600075"/>
                </a:cubicBezTo>
                <a:cubicBezTo>
                  <a:pt x="135046" y="582522"/>
                  <a:pt x="132098" y="561975"/>
                  <a:pt x="125748" y="542925"/>
                </a:cubicBezTo>
                <a:cubicBezTo>
                  <a:pt x="115141" y="511104"/>
                  <a:pt x="114671" y="512130"/>
                  <a:pt x="106698" y="476250"/>
                </a:cubicBezTo>
                <a:cubicBezTo>
                  <a:pt x="103186" y="460446"/>
                  <a:pt x="100685" y="444429"/>
                  <a:pt x="97173" y="428625"/>
                </a:cubicBezTo>
                <a:cubicBezTo>
                  <a:pt x="94333" y="415846"/>
                  <a:pt x="91410" y="403064"/>
                  <a:pt x="87648" y="390525"/>
                </a:cubicBezTo>
                <a:cubicBezTo>
                  <a:pt x="81878" y="371291"/>
                  <a:pt x="73468" y="352856"/>
                  <a:pt x="68598" y="333375"/>
                </a:cubicBezTo>
                <a:cubicBezTo>
                  <a:pt x="65423" y="320675"/>
                  <a:pt x="62835" y="307814"/>
                  <a:pt x="59073" y="295275"/>
                </a:cubicBezTo>
                <a:cubicBezTo>
                  <a:pt x="53303" y="276041"/>
                  <a:pt x="46373" y="257175"/>
                  <a:pt x="40023" y="238125"/>
                </a:cubicBezTo>
                <a:cubicBezTo>
                  <a:pt x="36848" y="228600"/>
                  <a:pt x="32149" y="219454"/>
                  <a:pt x="30498" y="209550"/>
                </a:cubicBezTo>
                <a:cubicBezTo>
                  <a:pt x="9797" y="85346"/>
                  <a:pt x="23662" y="131893"/>
                  <a:pt x="1923" y="66675"/>
                </a:cubicBezTo>
                <a:cubicBezTo>
                  <a:pt x="5098" y="50800"/>
                  <a:pt x="0" y="30498"/>
                  <a:pt x="11448" y="19050"/>
                </a:cubicBezTo>
                <a:cubicBezTo>
                  <a:pt x="27123" y="3375"/>
                  <a:pt x="79582" y="8495"/>
                  <a:pt x="97173" y="19050"/>
                </a:cubicBezTo>
                <a:cubicBezTo>
                  <a:pt x="103261" y="22703"/>
                  <a:pt x="103523" y="31750"/>
                  <a:pt x="106698" y="38100"/>
                </a:cubicBezTo>
                <a:lnTo>
                  <a:pt x="106698" y="38100"/>
                </a:lnTo>
              </a:path>
            </a:pathLst>
          </a:custGeom>
          <a:solidFill>
            <a:schemeClr val="accent1">
              <a:alpha val="14509"/>
            </a:schemeClr>
          </a:solidFill>
          <a:ln w="9525" cap="flat" cmpd="sng">
            <a:solidFill>
              <a:schemeClr val="dk1">
                <a:alpha val="5725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87" name="Google Shape;787;p12"/>
          <p:cNvSpPr/>
          <p:nvPr/>
        </p:nvSpPr>
        <p:spPr>
          <a:xfrm>
            <a:off x="4225155" y="1772195"/>
            <a:ext cx="302362" cy="252013"/>
          </a:xfrm>
          <a:custGeom>
            <a:avLst/>
            <a:gdLst/>
            <a:ahLst/>
            <a:cxnLst/>
            <a:rect l="l" t="t" r="r" b="b"/>
            <a:pathLst>
              <a:path w="302362" h="252013" extrusionOk="0">
                <a:moveTo>
                  <a:pt x="51570" y="8980"/>
                </a:moveTo>
                <a:lnTo>
                  <a:pt x="51570" y="8980"/>
                </a:lnTo>
                <a:cubicBezTo>
                  <a:pt x="67308" y="10729"/>
                  <a:pt x="137945" y="12516"/>
                  <a:pt x="165870" y="28030"/>
                </a:cubicBezTo>
                <a:cubicBezTo>
                  <a:pt x="185884" y="39149"/>
                  <a:pt x="206831" y="49941"/>
                  <a:pt x="223020" y="66130"/>
                </a:cubicBezTo>
                <a:cubicBezTo>
                  <a:pt x="259690" y="102800"/>
                  <a:pt x="240387" y="87233"/>
                  <a:pt x="280170" y="113755"/>
                </a:cubicBezTo>
                <a:cubicBezTo>
                  <a:pt x="294750" y="157496"/>
                  <a:pt x="302362" y="167026"/>
                  <a:pt x="280170" y="228055"/>
                </a:cubicBezTo>
                <a:cubicBezTo>
                  <a:pt x="276258" y="238813"/>
                  <a:pt x="261120" y="240755"/>
                  <a:pt x="251595" y="247105"/>
                </a:cubicBezTo>
                <a:cubicBezTo>
                  <a:pt x="145495" y="229422"/>
                  <a:pt x="232836" y="252013"/>
                  <a:pt x="165870" y="218530"/>
                </a:cubicBezTo>
                <a:cubicBezTo>
                  <a:pt x="156890" y="214040"/>
                  <a:pt x="146072" y="213881"/>
                  <a:pt x="137295" y="209005"/>
                </a:cubicBezTo>
                <a:cubicBezTo>
                  <a:pt x="117281" y="197886"/>
                  <a:pt x="80145" y="170905"/>
                  <a:pt x="80145" y="170905"/>
                </a:cubicBezTo>
                <a:lnTo>
                  <a:pt x="22995" y="85180"/>
                </a:lnTo>
                <a:lnTo>
                  <a:pt x="3945" y="56605"/>
                </a:lnTo>
                <a:cubicBezTo>
                  <a:pt x="7120" y="40730"/>
                  <a:pt x="0" y="17960"/>
                  <a:pt x="13470" y="8980"/>
                </a:cubicBezTo>
                <a:cubicBezTo>
                  <a:pt x="26940" y="0"/>
                  <a:pt x="45220" y="8980"/>
                  <a:pt x="51570" y="8980"/>
                </a:cubicBezTo>
                <a:close/>
              </a:path>
            </a:pathLst>
          </a:custGeom>
          <a:solidFill>
            <a:schemeClr val="accent1">
              <a:alpha val="14509"/>
            </a:schemeClr>
          </a:solidFill>
          <a:ln w="9525" cap="flat" cmpd="sng">
            <a:solidFill>
              <a:schemeClr val="dk1">
                <a:alpha val="5725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88" name="Google Shape;788;p12"/>
          <p:cNvSpPr/>
          <p:nvPr/>
        </p:nvSpPr>
        <p:spPr>
          <a:xfrm>
            <a:off x="3867150" y="1629588"/>
            <a:ext cx="344751" cy="180162"/>
          </a:xfrm>
          <a:custGeom>
            <a:avLst/>
            <a:gdLst/>
            <a:ahLst/>
            <a:cxnLst/>
            <a:rect l="l" t="t" r="r" b="b"/>
            <a:pathLst>
              <a:path w="344751" h="180162" extrusionOk="0">
                <a:moveTo>
                  <a:pt x="0" y="8712"/>
                </a:moveTo>
                <a:lnTo>
                  <a:pt x="0" y="8712"/>
                </a:lnTo>
                <a:cubicBezTo>
                  <a:pt x="25400" y="21412"/>
                  <a:pt x="50098" y="35625"/>
                  <a:pt x="76200" y="46812"/>
                </a:cubicBezTo>
                <a:cubicBezTo>
                  <a:pt x="94657" y="54722"/>
                  <a:pt x="114300" y="59512"/>
                  <a:pt x="133350" y="65862"/>
                </a:cubicBezTo>
                <a:cubicBezTo>
                  <a:pt x="201863" y="88700"/>
                  <a:pt x="116304" y="60992"/>
                  <a:pt x="200025" y="84912"/>
                </a:cubicBezTo>
                <a:cubicBezTo>
                  <a:pt x="209679" y="87670"/>
                  <a:pt x="218755" y="92468"/>
                  <a:pt x="228600" y="94437"/>
                </a:cubicBezTo>
                <a:cubicBezTo>
                  <a:pt x="250615" y="98840"/>
                  <a:pt x="273050" y="100787"/>
                  <a:pt x="295275" y="103962"/>
                </a:cubicBezTo>
                <a:cubicBezTo>
                  <a:pt x="316896" y="111169"/>
                  <a:pt x="338592" y="111903"/>
                  <a:pt x="342900" y="142062"/>
                </a:cubicBezTo>
                <a:cubicBezTo>
                  <a:pt x="344751" y="155021"/>
                  <a:pt x="336550" y="167462"/>
                  <a:pt x="333375" y="180162"/>
                </a:cubicBezTo>
                <a:cubicBezTo>
                  <a:pt x="292100" y="176987"/>
                  <a:pt x="250627" y="175772"/>
                  <a:pt x="209550" y="170637"/>
                </a:cubicBezTo>
                <a:cubicBezTo>
                  <a:pt x="199587" y="169392"/>
                  <a:pt x="190629" y="163870"/>
                  <a:pt x="180975" y="161112"/>
                </a:cubicBezTo>
                <a:cubicBezTo>
                  <a:pt x="168388" y="157516"/>
                  <a:pt x="155755" y="153929"/>
                  <a:pt x="142875" y="151587"/>
                </a:cubicBezTo>
                <a:cubicBezTo>
                  <a:pt x="120786" y="147571"/>
                  <a:pt x="98425" y="145237"/>
                  <a:pt x="76200" y="142062"/>
                </a:cubicBezTo>
                <a:cubicBezTo>
                  <a:pt x="57150" y="129362"/>
                  <a:pt x="26290" y="125682"/>
                  <a:pt x="19050" y="103962"/>
                </a:cubicBezTo>
                <a:lnTo>
                  <a:pt x="0" y="46812"/>
                </a:lnTo>
                <a:cubicBezTo>
                  <a:pt x="11703" y="0"/>
                  <a:pt x="0" y="15062"/>
                  <a:pt x="0" y="8712"/>
                </a:cubicBezTo>
                <a:close/>
              </a:path>
            </a:pathLst>
          </a:custGeom>
          <a:solidFill>
            <a:schemeClr val="accent1">
              <a:alpha val="14509"/>
            </a:schemeClr>
          </a:solidFill>
          <a:ln w="9525" cap="flat" cmpd="sng">
            <a:solidFill>
              <a:schemeClr val="dk1">
                <a:alpha val="5725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89" name="Google Shape;789;p12"/>
          <p:cNvSpPr/>
          <p:nvPr/>
        </p:nvSpPr>
        <p:spPr>
          <a:xfrm>
            <a:off x="3886200" y="1828800"/>
            <a:ext cx="400050" cy="228600"/>
          </a:xfrm>
          <a:custGeom>
            <a:avLst/>
            <a:gdLst/>
            <a:ahLst/>
            <a:cxnLst/>
            <a:rect l="l" t="t" r="r" b="b"/>
            <a:pathLst>
              <a:path w="323850" h="163848" extrusionOk="0">
                <a:moveTo>
                  <a:pt x="0" y="87648"/>
                </a:moveTo>
                <a:lnTo>
                  <a:pt x="0" y="87648"/>
                </a:lnTo>
                <a:cubicBezTo>
                  <a:pt x="12700" y="62248"/>
                  <a:pt x="18020" y="31528"/>
                  <a:pt x="38100" y="11448"/>
                </a:cubicBezTo>
                <a:cubicBezTo>
                  <a:pt x="49548" y="0"/>
                  <a:pt x="69536" y="1923"/>
                  <a:pt x="85725" y="1923"/>
                </a:cubicBezTo>
                <a:cubicBezTo>
                  <a:pt x="133456" y="1923"/>
                  <a:pt x="180975" y="8273"/>
                  <a:pt x="228600" y="11448"/>
                </a:cubicBezTo>
                <a:cubicBezTo>
                  <a:pt x="238125" y="14623"/>
                  <a:pt x="250075" y="13873"/>
                  <a:pt x="257175" y="20973"/>
                </a:cubicBezTo>
                <a:cubicBezTo>
                  <a:pt x="273364" y="37162"/>
                  <a:pt x="282575" y="59073"/>
                  <a:pt x="295275" y="78123"/>
                </a:cubicBezTo>
                <a:cubicBezTo>
                  <a:pt x="319894" y="115052"/>
                  <a:pt x="310705" y="95838"/>
                  <a:pt x="323850" y="135273"/>
                </a:cubicBezTo>
                <a:cubicBezTo>
                  <a:pt x="314325" y="138448"/>
                  <a:pt x="305015" y="142363"/>
                  <a:pt x="295275" y="144798"/>
                </a:cubicBezTo>
                <a:lnTo>
                  <a:pt x="219075" y="163848"/>
                </a:lnTo>
                <a:cubicBezTo>
                  <a:pt x="180975" y="160673"/>
                  <a:pt x="142265" y="161821"/>
                  <a:pt x="104775" y="154323"/>
                </a:cubicBezTo>
                <a:cubicBezTo>
                  <a:pt x="66675" y="146703"/>
                  <a:pt x="82550" y="127018"/>
                  <a:pt x="57150" y="106698"/>
                </a:cubicBezTo>
                <a:cubicBezTo>
                  <a:pt x="49310" y="100426"/>
                  <a:pt x="38100" y="100348"/>
                  <a:pt x="28575" y="97173"/>
                </a:cubicBezTo>
                <a:cubicBezTo>
                  <a:pt x="20828" y="73932"/>
                  <a:pt x="18464" y="58487"/>
                  <a:pt x="0" y="40023"/>
                </a:cubicBezTo>
                <a:lnTo>
                  <a:pt x="0" y="87648"/>
                </a:lnTo>
                <a:close/>
              </a:path>
            </a:pathLst>
          </a:custGeom>
          <a:solidFill>
            <a:schemeClr val="accent1">
              <a:alpha val="14509"/>
            </a:schemeClr>
          </a:solidFill>
          <a:ln w="9525" cap="flat" cmpd="sng">
            <a:solidFill>
              <a:schemeClr val="dk1">
                <a:alpha val="5725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90" name="Google Shape;790;p12"/>
          <p:cNvSpPr/>
          <p:nvPr/>
        </p:nvSpPr>
        <p:spPr>
          <a:xfrm>
            <a:off x="4191000" y="2054653"/>
            <a:ext cx="379305" cy="536147"/>
          </a:xfrm>
          <a:custGeom>
            <a:avLst/>
            <a:gdLst/>
            <a:ahLst/>
            <a:cxnLst/>
            <a:rect l="l" t="t" r="r" b="b"/>
            <a:pathLst>
              <a:path w="253818" h="495807" extrusionOk="0">
                <a:moveTo>
                  <a:pt x="45963" y="117047"/>
                </a:moveTo>
                <a:lnTo>
                  <a:pt x="45963" y="117047"/>
                </a:lnTo>
                <a:cubicBezTo>
                  <a:pt x="30968" y="49570"/>
                  <a:pt x="0" y="36053"/>
                  <a:pt x="55488" y="12272"/>
                </a:cubicBezTo>
                <a:cubicBezTo>
                  <a:pt x="67520" y="7115"/>
                  <a:pt x="80888" y="5922"/>
                  <a:pt x="93588" y="2747"/>
                </a:cubicBezTo>
                <a:cubicBezTo>
                  <a:pt x="125338" y="5922"/>
                  <a:pt x="159384" y="0"/>
                  <a:pt x="188838" y="12272"/>
                </a:cubicBezTo>
                <a:cubicBezTo>
                  <a:pt x="201945" y="17733"/>
                  <a:pt x="202615" y="37189"/>
                  <a:pt x="207888" y="50372"/>
                </a:cubicBezTo>
                <a:cubicBezTo>
                  <a:pt x="215346" y="69016"/>
                  <a:pt x="226938" y="107522"/>
                  <a:pt x="226938" y="107522"/>
                </a:cubicBezTo>
                <a:cubicBezTo>
                  <a:pt x="230736" y="137908"/>
                  <a:pt x="245988" y="254828"/>
                  <a:pt x="245988" y="278972"/>
                </a:cubicBezTo>
                <a:cubicBezTo>
                  <a:pt x="245988" y="336210"/>
                  <a:pt x="253818" y="395878"/>
                  <a:pt x="236463" y="450422"/>
                </a:cubicBezTo>
                <a:cubicBezTo>
                  <a:pt x="229521" y="472239"/>
                  <a:pt x="179313" y="488522"/>
                  <a:pt x="179313" y="488522"/>
                </a:cubicBezTo>
                <a:cubicBezTo>
                  <a:pt x="152179" y="486055"/>
                  <a:pt x="74651" y="495807"/>
                  <a:pt x="45963" y="459947"/>
                </a:cubicBezTo>
                <a:cubicBezTo>
                  <a:pt x="39691" y="452107"/>
                  <a:pt x="39613" y="440897"/>
                  <a:pt x="36438" y="431372"/>
                </a:cubicBezTo>
                <a:cubicBezTo>
                  <a:pt x="33263" y="383747"/>
                  <a:pt x="26913" y="336228"/>
                  <a:pt x="26913" y="288497"/>
                </a:cubicBezTo>
                <a:cubicBezTo>
                  <a:pt x="26913" y="212231"/>
                  <a:pt x="36438" y="59897"/>
                  <a:pt x="36438" y="59897"/>
                </a:cubicBezTo>
                <a:lnTo>
                  <a:pt x="36438" y="59897"/>
                </a:lnTo>
              </a:path>
            </a:pathLst>
          </a:custGeom>
          <a:solidFill>
            <a:schemeClr val="accent1">
              <a:alpha val="14509"/>
            </a:schemeClr>
          </a:solidFill>
          <a:ln w="9525" cap="flat" cmpd="sng">
            <a:solidFill>
              <a:schemeClr val="dk1">
                <a:alpha val="5725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91" name="Google Shape;791;p12"/>
          <p:cNvSpPr/>
          <p:nvPr/>
        </p:nvSpPr>
        <p:spPr>
          <a:xfrm>
            <a:off x="4038600" y="3124200"/>
            <a:ext cx="514350" cy="2122904"/>
          </a:xfrm>
          <a:custGeom>
            <a:avLst/>
            <a:gdLst/>
            <a:ahLst/>
            <a:cxnLst/>
            <a:rect l="l" t="t" r="r" b="b"/>
            <a:pathLst>
              <a:path w="552450" h="1951454" extrusionOk="0">
                <a:moveTo>
                  <a:pt x="171450" y="0"/>
                </a:moveTo>
                <a:lnTo>
                  <a:pt x="171450" y="0"/>
                </a:lnTo>
                <a:cubicBezTo>
                  <a:pt x="203200" y="6350"/>
                  <a:pt x="235150" y="11769"/>
                  <a:pt x="266700" y="19050"/>
                </a:cubicBezTo>
                <a:cubicBezTo>
                  <a:pt x="276483" y="21308"/>
                  <a:pt x="285474" y="26397"/>
                  <a:pt x="295275" y="28575"/>
                </a:cubicBezTo>
                <a:cubicBezTo>
                  <a:pt x="341990" y="38956"/>
                  <a:pt x="390983" y="41729"/>
                  <a:pt x="438150" y="47625"/>
                </a:cubicBezTo>
                <a:cubicBezTo>
                  <a:pt x="460427" y="50410"/>
                  <a:pt x="482600" y="53975"/>
                  <a:pt x="504825" y="57150"/>
                </a:cubicBezTo>
                <a:cubicBezTo>
                  <a:pt x="514350" y="63500"/>
                  <a:pt x="526249" y="67261"/>
                  <a:pt x="533400" y="76200"/>
                </a:cubicBezTo>
                <a:cubicBezTo>
                  <a:pt x="539672" y="84040"/>
                  <a:pt x="542210" y="94760"/>
                  <a:pt x="542925" y="104775"/>
                </a:cubicBezTo>
                <a:cubicBezTo>
                  <a:pt x="548585" y="184012"/>
                  <a:pt x="549275" y="263525"/>
                  <a:pt x="552450" y="342900"/>
                </a:cubicBezTo>
                <a:cubicBezTo>
                  <a:pt x="549275" y="565150"/>
                  <a:pt x="548279" y="787442"/>
                  <a:pt x="542925" y="1009650"/>
                </a:cubicBezTo>
                <a:cubicBezTo>
                  <a:pt x="541928" y="1051035"/>
                  <a:pt x="535904" y="1092154"/>
                  <a:pt x="533400" y="1133475"/>
                </a:cubicBezTo>
                <a:cubicBezTo>
                  <a:pt x="529554" y="1196938"/>
                  <a:pt x="527050" y="1260475"/>
                  <a:pt x="523875" y="1323975"/>
                </a:cubicBezTo>
                <a:cubicBezTo>
                  <a:pt x="520700" y="1508125"/>
                  <a:pt x="526401" y="1692642"/>
                  <a:pt x="514350" y="1876425"/>
                </a:cubicBezTo>
                <a:cubicBezTo>
                  <a:pt x="513469" y="1889867"/>
                  <a:pt x="496983" y="1897528"/>
                  <a:pt x="485775" y="1905000"/>
                </a:cubicBezTo>
                <a:cubicBezTo>
                  <a:pt x="477421" y="1910569"/>
                  <a:pt x="466180" y="1910035"/>
                  <a:pt x="457200" y="1914525"/>
                </a:cubicBezTo>
                <a:cubicBezTo>
                  <a:pt x="383342" y="1951454"/>
                  <a:pt x="471874" y="1919159"/>
                  <a:pt x="400050" y="1943100"/>
                </a:cubicBezTo>
                <a:cubicBezTo>
                  <a:pt x="377825" y="1939925"/>
                  <a:pt x="355390" y="1937978"/>
                  <a:pt x="333375" y="1933575"/>
                </a:cubicBezTo>
                <a:cubicBezTo>
                  <a:pt x="280656" y="1923031"/>
                  <a:pt x="329828" y="1922416"/>
                  <a:pt x="266700" y="1914525"/>
                </a:cubicBezTo>
                <a:cubicBezTo>
                  <a:pt x="228763" y="1909783"/>
                  <a:pt x="190500" y="1908175"/>
                  <a:pt x="152400" y="1905000"/>
                </a:cubicBezTo>
                <a:cubicBezTo>
                  <a:pt x="84390" y="1882330"/>
                  <a:pt x="111958" y="1897089"/>
                  <a:pt x="66675" y="1866900"/>
                </a:cubicBezTo>
                <a:cubicBezTo>
                  <a:pt x="42734" y="1795076"/>
                  <a:pt x="75029" y="1883608"/>
                  <a:pt x="38100" y="1809750"/>
                </a:cubicBezTo>
                <a:cubicBezTo>
                  <a:pt x="31268" y="1796085"/>
                  <a:pt x="22102" y="1755282"/>
                  <a:pt x="19050" y="1743075"/>
                </a:cubicBezTo>
                <a:cubicBezTo>
                  <a:pt x="15875" y="1590675"/>
                  <a:pt x="13242" y="1438263"/>
                  <a:pt x="9525" y="1285875"/>
                </a:cubicBezTo>
                <a:cubicBezTo>
                  <a:pt x="6892" y="1177910"/>
                  <a:pt x="0" y="1070022"/>
                  <a:pt x="0" y="962025"/>
                </a:cubicBezTo>
                <a:cubicBezTo>
                  <a:pt x="0" y="803243"/>
                  <a:pt x="1323" y="644345"/>
                  <a:pt x="9525" y="485775"/>
                </a:cubicBezTo>
                <a:cubicBezTo>
                  <a:pt x="10877" y="459628"/>
                  <a:pt x="22225" y="434975"/>
                  <a:pt x="28575" y="409575"/>
                </a:cubicBezTo>
                <a:cubicBezTo>
                  <a:pt x="31750" y="396875"/>
                  <a:pt x="33960" y="383894"/>
                  <a:pt x="38100" y="371475"/>
                </a:cubicBezTo>
                <a:cubicBezTo>
                  <a:pt x="44450" y="352425"/>
                  <a:pt x="53849" y="334132"/>
                  <a:pt x="57150" y="314325"/>
                </a:cubicBezTo>
                <a:cubicBezTo>
                  <a:pt x="68326" y="247271"/>
                  <a:pt x="60568" y="275497"/>
                  <a:pt x="76200" y="228600"/>
                </a:cubicBezTo>
                <a:cubicBezTo>
                  <a:pt x="80289" y="199979"/>
                  <a:pt x="86893" y="144941"/>
                  <a:pt x="95250" y="114300"/>
                </a:cubicBezTo>
                <a:cubicBezTo>
                  <a:pt x="100534" y="94927"/>
                  <a:pt x="103161" y="73858"/>
                  <a:pt x="114300" y="57150"/>
                </a:cubicBezTo>
                <a:cubicBezTo>
                  <a:pt x="146413" y="8980"/>
                  <a:pt x="115917" y="42054"/>
                  <a:pt x="161925" y="19050"/>
                </a:cubicBezTo>
                <a:cubicBezTo>
                  <a:pt x="172164" y="13930"/>
                  <a:pt x="169863" y="3175"/>
                  <a:pt x="171450" y="0"/>
                </a:cubicBezTo>
                <a:close/>
              </a:path>
            </a:pathLst>
          </a:custGeom>
          <a:solidFill>
            <a:schemeClr val="accent1">
              <a:alpha val="14509"/>
            </a:schemeClr>
          </a:solidFill>
          <a:ln w="9525" cap="flat" cmpd="sng">
            <a:solidFill>
              <a:schemeClr val="dk1">
                <a:alpha val="5725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92" name="Google Shape;792;p12"/>
          <p:cNvSpPr/>
          <p:nvPr/>
        </p:nvSpPr>
        <p:spPr>
          <a:xfrm>
            <a:off x="4191000" y="2590800"/>
            <a:ext cx="390525" cy="592601"/>
          </a:xfrm>
          <a:custGeom>
            <a:avLst/>
            <a:gdLst/>
            <a:ahLst/>
            <a:cxnLst/>
            <a:rect l="l" t="t" r="r" b="b"/>
            <a:pathLst>
              <a:path w="266700" h="640630" extrusionOk="0">
                <a:moveTo>
                  <a:pt x="0" y="11576"/>
                </a:moveTo>
                <a:lnTo>
                  <a:pt x="0" y="11576"/>
                </a:lnTo>
                <a:cubicBezTo>
                  <a:pt x="28575" y="8401"/>
                  <a:pt x="56974" y="2051"/>
                  <a:pt x="85725" y="2051"/>
                </a:cubicBezTo>
                <a:cubicBezTo>
                  <a:pt x="133456" y="2051"/>
                  <a:pt x="182294" y="0"/>
                  <a:pt x="228600" y="11576"/>
                </a:cubicBezTo>
                <a:cubicBezTo>
                  <a:pt x="238340" y="14011"/>
                  <a:pt x="235367" y="30497"/>
                  <a:pt x="238125" y="40151"/>
                </a:cubicBezTo>
                <a:cubicBezTo>
                  <a:pt x="246956" y="71058"/>
                  <a:pt x="253433" y="103591"/>
                  <a:pt x="257175" y="135401"/>
                </a:cubicBezTo>
                <a:cubicBezTo>
                  <a:pt x="261273" y="170230"/>
                  <a:pt x="263525" y="205251"/>
                  <a:pt x="266700" y="240176"/>
                </a:cubicBezTo>
                <a:cubicBezTo>
                  <a:pt x="263525" y="344951"/>
                  <a:pt x="262833" y="449831"/>
                  <a:pt x="257175" y="554501"/>
                </a:cubicBezTo>
                <a:cubicBezTo>
                  <a:pt x="257161" y="554762"/>
                  <a:pt x="242628" y="616673"/>
                  <a:pt x="238125" y="621176"/>
                </a:cubicBezTo>
                <a:cubicBezTo>
                  <a:pt x="233570" y="625731"/>
                  <a:pt x="171780" y="640144"/>
                  <a:pt x="171450" y="640226"/>
                </a:cubicBezTo>
                <a:cubicBezTo>
                  <a:pt x="145914" y="638098"/>
                  <a:pt x="67482" y="640630"/>
                  <a:pt x="28575" y="621176"/>
                </a:cubicBezTo>
                <a:cubicBezTo>
                  <a:pt x="18336" y="616056"/>
                  <a:pt x="9525" y="608476"/>
                  <a:pt x="0" y="602126"/>
                </a:cubicBezTo>
                <a:cubicBezTo>
                  <a:pt x="3279" y="402103"/>
                  <a:pt x="0" y="110001"/>
                  <a:pt x="0" y="11576"/>
                </a:cubicBezTo>
                <a:close/>
              </a:path>
            </a:pathLst>
          </a:custGeom>
          <a:solidFill>
            <a:schemeClr val="accent1">
              <a:alpha val="14509"/>
            </a:schemeClr>
          </a:solidFill>
          <a:ln w="9525" cap="flat" cmpd="sng">
            <a:solidFill>
              <a:schemeClr val="dk1">
                <a:alpha val="5725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93" name="Google Shape;793;p12"/>
          <p:cNvSpPr/>
          <p:nvPr/>
        </p:nvSpPr>
        <p:spPr>
          <a:xfrm>
            <a:off x="3941405" y="4029075"/>
            <a:ext cx="201970" cy="504825"/>
          </a:xfrm>
          <a:custGeom>
            <a:avLst/>
            <a:gdLst/>
            <a:ahLst/>
            <a:cxnLst/>
            <a:rect l="l" t="t" r="r" b="b"/>
            <a:pathLst>
              <a:path w="201970" h="504825" extrusionOk="0">
                <a:moveTo>
                  <a:pt x="106720" y="0"/>
                </a:moveTo>
                <a:lnTo>
                  <a:pt x="106720" y="0"/>
                </a:lnTo>
                <a:cubicBezTo>
                  <a:pt x="94020" y="25400"/>
                  <a:pt x="84905" y="52935"/>
                  <a:pt x="68620" y="76200"/>
                </a:cubicBezTo>
                <a:cubicBezTo>
                  <a:pt x="62055" y="85578"/>
                  <a:pt x="47196" y="86311"/>
                  <a:pt x="40045" y="95250"/>
                </a:cubicBezTo>
                <a:cubicBezTo>
                  <a:pt x="32128" y="105147"/>
                  <a:pt x="21642" y="168863"/>
                  <a:pt x="20995" y="171450"/>
                </a:cubicBezTo>
                <a:cubicBezTo>
                  <a:pt x="18560" y="181190"/>
                  <a:pt x="14228" y="190371"/>
                  <a:pt x="11470" y="200025"/>
                </a:cubicBezTo>
                <a:cubicBezTo>
                  <a:pt x="7874" y="212612"/>
                  <a:pt x="5120" y="225425"/>
                  <a:pt x="1945" y="238125"/>
                </a:cubicBezTo>
                <a:cubicBezTo>
                  <a:pt x="8885" y="349169"/>
                  <a:pt x="0" y="355142"/>
                  <a:pt x="20995" y="428625"/>
                </a:cubicBezTo>
                <a:cubicBezTo>
                  <a:pt x="27193" y="450316"/>
                  <a:pt x="32872" y="469077"/>
                  <a:pt x="49570" y="485775"/>
                </a:cubicBezTo>
                <a:cubicBezTo>
                  <a:pt x="57665" y="493870"/>
                  <a:pt x="68620" y="498475"/>
                  <a:pt x="78145" y="504825"/>
                </a:cubicBezTo>
                <a:cubicBezTo>
                  <a:pt x="87670" y="501650"/>
                  <a:pt x="98880" y="501572"/>
                  <a:pt x="106720" y="495300"/>
                </a:cubicBezTo>
                <a:cubicBezTo>
                  <a:pt x="132091" y="475003"/>
                  <a:pt x="121491" y="462998"/>
                  <a:pt x="135295" y="438150"/>
                </a:cubicBezTo>
                <a:cubicBezTo>
                  <a:pt x="146414" y="418136"/>
                  <a:pt x="166155" y="402720"/>
                  <a:pt x="173395" y="381000"/>
                </a:cubicBezTo>
                <a:cubicBezTo>
                  <a:pt x="182473" y="353765"/>
                  <a:pt x="186465" y="344225"/>
                  <a:pt x="192445" y="314325"/>
                </a:cubicBezTo>
                <a:cubicBezTo>
                  <a:pt x="196233" y="295387"/>
                  <a:pt x="198795" y="276225"/>
                  <a:pt x="201970" y="257175"/>
                </a:cubicBezTo>
                <a:cubicBezTo>
                  <a:pt x="198795" y="225425"/>
                  <a:pt x="198325" y="193287"/>
                  <a:pt x="192445" y="161925"/>
                </a:cubicBezTo>
                <a:cubicBezTo>
                  <a:pt x="188744" y="142188"/>
                  <a:pt x="179745" y="123825"/>
                  <a:pt x="173395" y="104775"/>
                </a:cubicBezTo>
                <a:cubicBezTo>
                  <a:pt x="170220" y="95250"/>
                  <a:pt x="169439" y="84554"/>
                  <a:pt x="163870" y="76200"/>
                </a:cubicBezTo>
                <a:cubicBezTo>
                  <a:pt x="120789" y="11578"/>
                  <a:pt x="116245" y="12700"/>
                  <a:pt x="106720" y="0"/>
                </a:cubicBezTo>
                <a:close/>
              </a:path>
            </a:pathLst>
          </a:custGeom>
          <a:solidFill>
            <a:schemeClr val="accent1">
              <a:alpha val="14509"/>
            </a:schemeClr>
          </a:solidFill>
          <a:ln w="9525" cap="flat" cmpd="sng">
            <a:solidFill>
              <a:schemeClr val="dk1">
                <a:alpha val="5725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94" name="Google Shape;794;p12"/>
          <p:cNvSpPr/>
          <p:nvPr/>
        </p:nvSpPr>
        <p:spPr>
          <a:xfrm>
            <a:off x="2286000" y="3505200"/>
            <a:ext cx="1685925" cy="2063257"/>
          </a:xfrm>
          <a:custGeom>
            <a:avLst/>
            <a:gdLst/>
            <a:ahLst/>
            <a:cxnLst/>
            <a:rect l="l" t="t" r="r" b="b"/>
            <a:pathLst>
              <a:path w="1819275" h="2057400" extrusionOk="0">
                <a:moveTo>
                  <a:pt x="76200" y="781050"/>
                </a:moveTo>
                <a:lnTo>
                  <a:pt x="76200" y="781050"/>
                </a:lnTo>
                <a:cubicBezTo>
                  <a:pt x="95250" y="758825"/>
                  <a:pt x="113495" y="735884"/>
                  <a:pt x="133350" y="714375"/>
                </a:cubicBezTo>
                <a:cubicBezTo>
                  <a:pt x="151623" y="694579"/>
                  <a:pt x="175556" y="679641"/>
                  <a:pt x="190500" y="657225"/>
                </a:cubicBezTo>
                <a:cubicBezTo>
                  <a:pt x="196850" y="647700"/>
                  <a:pt x="201455" y="636745"/>
                  <a:pt x="209550" y="628650"/>
                </a:cubicBezTo>
                <a:cubicBezTo>
                  <a:pt x="220775" y="617425"/>
                  <a:pt x="234296" y="608660"/>
                  <a:pt x="247650" y="600075"/>
                </a:cubicBezTo>
                <a:cubicBezTo>
                  <a:pt x="278796" y="580053"/>
                  <a:pt x="316718" y="569107"/>
                  <a:pt x="342900" y="542925"/>
                </a:cubicBezTo>
                <a:cubicBezTo>
                  <a:pt x="389972" y="495853"/>
                  <a:pt x="351426" y="530663"/>
                  <a:pt x="400050" y="495300"/>
                </a:cubicBezTo>
                <a:cubicBezTo>
                  <a:pt x="425727" y="476626"/>
                  <a:pt x="446129" y="448190"/>
                  <a:pt x="476250" y="438150"/>
                </a:cubicBezTo>
                <a:cubicBezTo>
                  <a:pt x="485775" y="434975"/>
                  <a:pt x="496048" y="433501"/>
                  <a:pt x="504825" y="428625"/>
                </a:cubicBezTo>
                <a:lnTo>
                  <a:pt x="590550" y="371475"/>
                </a:lnTo>
                <a:cubicBezTo>
                  <a:pt x="600075" y="365125"/>
                  <a:pt x="608265" y="356045"/>
                  <a:pt x="619125" y="352425"/>
                </a:cubicBezTo>
                <a:lnTo>
                  <a:pt x="647700" y="342900"/>
                </a:lnTo>
                <a:cubicBezTo>
                  <a:pt x="673100" y="323850"/>
                  <a:pt x="697482" y="303362"/>
                  <a:pt x="723900" y="285750"/>
                </a:cubicBezTo>
                <a:cubicBezTo>
                  <a:pt x="733425" y="279400"/>
                  <a:pt x="742236" y="271820"/>
                  <a:pt x="752475" y="266700"/>
                </a:cubicBezTo>
                <a:cubicBezTo>
                  <a:pt x="761455" y="262210"/>
                  <a:pt x="771525" y="260350"/>
                  <a:pt x="781050" y="257175"/>
                </a:cubicBezTo>
                <a:cubicBezTo>
                  <a:pt x="790575" y="247650"/>
                  <a:pt x="797929" y="235283"/>
                  <a:pt x="809625" y="228600"/>
                </a:cubicBezTo>
                <a:cubicBezTo>
                  <a:pt x="820991" y="222105"/>
                  <a:pt x="835186" y="222837"/>
                  <a:pt x="847725" y="219075"/>
                </a:cubicBezTo>
                <a:cubicBezTo>
                  <a:pt x="866959" y="213305"/>
                  <a:pt x="885825" y="206375"/>
                  <a:pt x="904875" y="200025"/>
                </a:cubicBezTo>
                <a:cubicBezTo>
                  <a:pt x="914400" y="196850"/>
                  <a:pt x="925096" y="196069"/>
                  <a:pt x="933450" y="190500"/>
                </a:cubicBezTo>
                <a:cubicBezTo>
                  <a:pt x="952500" y="177800"/>
                  <a:pt x="968880" y="159640"/>
                  <a:pt x="990600" y="152400"/>
                </a:cubicBezTo>
                <a:cubicBezTo>
                  <a:pt x="1000125" y="149225"/>
                  <a:pt x="1010195" y="147365"/>
                  <a:pt x="1019175" y="142875"/>
                </a:cubicBezTo>
                <a:cubicBezTo>
                  <a:pt x="1029414" y="137755"/>
                  <a:pt x="1037289" y="128474"/>
                  <a:pt x="1047750" y="123825"/>
                </a:cubicBezTo>
                <a:cubicBezTo>
                  <a:pt x="1066100" y="115670"/>
                  <a:pt x="1086939" y="113755"/>
                  <a:pt x="1104900" y="104775"/>
                </a:cubicBezTo>
                <a:cubicBezTo>
                  <a:pt x="1117600" y="98425"/>
                  <a:pt x="1130672" y="92770"/>
                  <a:pt x="1143000" y="85725"/>
                </a:cubicBezTo>
                <a:cubicBezTo>
                  <a:pt x="1152939" y="80045"/>
                  <a:pt x="1160946" y="70927"/>
                  <a:pt x="1171575" y="66675"/>
                </a:cubicBezTo>
                <a:cubicBezTo>
                  <a:pt x="1193444" y="57927"/>
                  <a:pt x="1295093" y="33414"/>
                  <a:pt x="1314450" y="28575"/>
                </a:cubicBezTo>
                <a:lnTo>
                  <a:pt x="1352550" y="19050"/>
                </a:lnTo>
                <a:cubicBezTo>
                  <a:pt x="1365250" y="15875"/>
                  <a:pt x="1377577" y="10213"/>
                  <a:pt x="1390650" y="9525"/>
                </a:cubicBezTo>
                <a:lnTo>
                  <a:pt x="1571625" y="0"/>
                </a:lnTo>
                <a:cubicBezTo>
                  <a:pt x="1622425" y="3175"/>
                  <a:pt x="1673406" y="4197"/>
                  <a:pt x="1724025" y="9525"/>
                </a:cubicBezTo>
                <a:cubicBezTo>
                  <a:pt x="1754710" y="12755"/>
                  <a:pt x="1757008" y="22001"/>
                  <a:pt x="1771650" y="47625"/>
                </a:cubicBezTo>
                <a:cubicBezTo>
                  <a:pt x="1783765" y="68827"/>
                  <a:pt x="1794288" y="90553"/>
                  <a:pt x="1800225" y="114300"/>
                </a:cubicBezTo>
                <a:cubicBezTo>
                  <a:pt x="1804152" y="130006"/>
                  <a:pt x="1806238" y="146121"/>
                  <a:pt x="1809750" y="161925"/>
                </a:cubicBezTo>
                <a:cubicBezTo>
                  <a:pt x="1812590" y="174704"/>
                  <a:pt x="1816100" y="187325"/>
                  <a:pt x="1819275" y="200025"/>
                </a:cubicBezTo>
                <a:cubicBezTo>
                  <a:pt x="1816100" y="263525"/>
                  <a:pt x="1816523" y="327307"/>
                  <a:pt x="1809750" y="390525"/>
                </a:cubicBezTo>
                <a:cubicBezTo>
                  <a:pt x="1803929" y="444856"/>
                  <a:pt x="1792973" y="454009"/>
                  <a:pt x="1781175" y="495300"/>
                </a:cubicBezTo>
                <a:cubicBezTo>
                  <a:pt x="1777579" y="507887"/>
                  <a:pt x="1776807" y="521368"/>
                  <a:pt x="1771650" y="533400"/>
                </a:cubicBezTo>
                <a:cubicBezTo>
                  <a:pt x="1767141" y="543922"/>
                  <a:pt x="1757249" y="551514"/>
                  <a:pt x="1752600" y="561975"/>
                </a:cubicBezTo>
                <a:cubicBezTo>
                  <a:pt x="1744445" y="580325"/>
                  <a:pt x="1739900" y="600075"/>
                  <a:pt x="1733550" y="619125"/>
                </a:cubicBezTo>
                <a:cubicBezTo>
                  <a:pt x="1730375" y="628650"/>
                  <a:pt x="1728515" y="638720"/>
                  <a:pt x="1724025" y="647700"/>
                </a:cubicBezTo>
                <a:cubicBezTo>
                  <a:pt x="1717675" y="660400"/>
                  <a:pt x="1709961" y="672505"/>
                  <a:pt x="1704975" y="685800"/>
                </a:cubicBezTo>
                <a:cubicBezTo>
                  <a:pt x="1699284" y="700976"/>
                  <a:pt x="1694782" y="736533"/>
                  <a:pt x="1685925" y="752475"/>
                </a:cubicBezTo>
                <a:cubicBezTo>
                  <a:pt x="1657442" y="803744"/>
                  <a:pt x="1653960" y="803490"/>
                  <a:pt x="1619250" y="838200"/>
                </a:cubicBezTo>
                <a:cubicBezTo>
                  <a:pt x="1609324" y="867977"/>
                  <a:pt x="1599698" y="905210"/>
                  <a:pt x="1571625" y="923925"/>
                </a:cubicBezTo>
                <a:lnTo>
                  <a:pt x="1543050" y="942975"/>
                </a:lnTo>
                <a:cubicBezTo>
                  <a:pt x="1539875" y="952500"/>
                  <a:pt x="1539094" y="963196"/>
                  <a:pt x="1533525" y="971550"/>
                </a:cubicBezTo>
                <a:cubicBezTo>
                  <a:pt x="1519781" y="992166"/>
                  <a:pt x="1484344" y="998569"/>
                  <a:pt x="1514475" y="1028700"/>
                </a:cubicBezTo>
                <a:cubicBezTo>
                  <a:pt x="1530270" y="1044495"/>
                  <a:pt x="1561226" y="1048736"/>
                  <a:pt x="1581150" y="1057275"/>
                </a:cubicBezTo>
                <a:cubicBezTo>
                  <a:pt x="1594201" y="1062868"/>
                  <a:pt x="1606067" y="1071052"/>
                  <a:pt x="1619250" y="1076325"/>
                </a:cubicBezTo>
                <a:cubicBezTo>
                  <a:pt x="1637894" y="1083783"/>
                  <a:pt x="1676400" y="1095375"/>
                  <a:pt x="1676400" y="1095375"/>
                </a:cubicBezTo>
                <a:cubicBezTo>
                  <a:pt x="1682750" y="1104900"/>
                  <a:pt x="1690330" y="1113711"/>
                  <a:pt x="1695450" y="1123950"/>
                </a:cubicBezTo>
                <a:cubicBezTo>
                  <a:pt x="1699940" y="1132930"/>
                  <a:pt x="1698703" y="1144685"/>
                  <a:pt x="1704975" y="1152525"/>
                </a:cubicBezTo>
                <a:cubicBezTo>
                  <a:pt x="1712126" y="1161464"/>
                  <a:pt x="1724025" y="1165225"/>
                  <a:pt x="1733550" y="1171575"/>
                </a:cubicBezTo>
                <a:cubicBezTo>
                  <a:pt x="1757300" y="1242826"/>
                  <a:pt x="1774873" y="1271223"/>
                  <a:pt x="1743075" y="1362075"/>
                </a:cubicBezTo>
                <a:cubicBezTo>
                  <a:pt x="1734175" y="1387503"/>
                  <a:pt x="1700869" y="1396809"/>
                  <a:pt x="1685925" y="1419225"/>
                </a:cubicBezTo>
                <a:cubicBezTo>
                  <a:pt x="1679575" y="1428750"/>
                  <a:pt x="1674970" y="1439705"/>
                  <a:pt x="1666875" y="1447800"/>
                </a:cubicBezTo>
                <a:cubicBezTo>
                  <a:pt x="1658780" y="1455895"/>
                  <a:pt x="1647825" y="1460500"/>
                  <a:pt x="1638300" y="1466850"/>
                </a:cubicBezTo>
                <a:cubicBezTo>
                  <a:pt x="1570037" y="1569244"/>
                  <a:pt x="1631156" y="1493441"/>
                  <a:pt x="1571625" y="1543050"/>
                </a:cubicBezTo>
                <a:cubicBezTo>
                  <a:pt x="1524059" y="1582688"/>
                  <a:pt x="1564693" y="1564411"/>
                  <a:pt x="1514475" y="1581150"/>
                </a:cubicBezTo>
                <a:cubicBezTo>
                  <a:pt x="1508125" y="1590675"/>
                  <a:pt x="1504040" y="1602187"/>
                  <a:pt x="1495425" y="1609725"/>
                </a:cubicBezTo>
                <a:cubicBezTo>
                  <a:pt x="1478195" y="1624802"/>
                  <a:pt x="1457325" y="1635125"/>
                  <a:pt x="1438275" y="1647825"/>
                </a:cubicBezTo>
                <a:lnTo>
                  <a:pt x="1381125" y="1685925"/>
                </a:lnTo>
                <a:cubicBezTo>
                  <a:pt x="1371600" y="1692275"/>
                  <a:pt x="1360645" y="1696880"/>
                  <a:pt x="1352550" y="1704975"/>
                </a:cubicBezTo>
                <a:cubicBezTo>
                  <a:pt x="1343025" y="1714500"/>
                  <a:pt x="1334608" y="1725280"/>
                  <a:pt x="1323975" y="1733550"/>
                </a:cubicBezTo>
                <a:cubicBezTo>
                  <a:pt x="1305903" y="1747606"/>
                  <a:pt x="1285875" y="1758950"/>
                  <a:pt x="1266825" y="1771650"/>
                </a:cubicBezTo>
                <a:lnTo>
                  <a:pt x="1181100" y="1828800"/>
                </a:lnTo>
                <a:lnTo>
                  <a:pt x="1152525" y="1847850"/>
                </a:lnTo>
                <a:cubicBezTo>
                  <a:pt x="1143000" y="1854200"/>
                  <a:pt x="1134810" y="1863280"/>
                  <a:pt x="1123950" y="1866900"/>
                </a:cubicBezTo>
                <a:cubicBezTo>
                  <a:pt x="1114425" y="1870075"/>
                  <a:pt x="1104152" y="1871549"/>
                  <a:pt x="1095375" y="1876425"/>
                </a:cubicBezTo>
                <a:cubicBezTo>
                  <a:pt x="1075361" y="1887544"/>
                  <a:pt x="1057275" y="1901825"/>
                  <a:pt x="1038225" y="1914525"/>
                </a:cubicBezTo>
                <a:cubicBezTo>
                  <a:pt x="1028700" y="1920875"/>
                  <a:pt x="1019889" y="1928455"/>
                  <a:pt x="1009650" y="1933575"/>
                </a:cubicBezTo>
                <a:lnTo>
                  <a:pt x="971550" y="1952625"/>
                </a:lnTo>
                <a:cubicBezTo>
                  <a:pt x="959693" y="1970410"/>
                  <a:pt x="943338" y="1998990"/>
                  <a:pt x="923925" y="2009775"/>
                </a:cubicBezTo>
                <a:cubicBezTo>
                  <a:pt x="906372" y="2019527"/>
                  <a:pt x="885825" y="2022475"/>
                  <a:pt x="866775" y="2028825"/>
                </a:cubicBezTo>
                <a:lnTo>
                  <a:pt x="838200" y="2038350"/>
                </a:lnTo>
                <a:cubicBezTo>
                  <a:pt x="828675" y="2041525"/>
                  <a:pt x="819470" y="2045906"/>
                  <a:pt x="809625" y="2047875"/>
                </a:cubicBezTo>
                <a:lnTo>
                  <a:pt x="762000" y="2057400"/>
                </a:lnTo>
                <a:cubicBezTo>
                  <a:pt x="720725" y="2054225"/>
                  <a:pt x="679319" y="2052447"/>
                  <a:pt x="638175" y="2047875"/>
                </a:cubicBezTo>
                <a:cubicBezTo>
                  <a:pt x="589557" y="2042473"/>
                  <a:pt x="596679" y="2036867"/>
                  <a:pt x="552450" y="2028825"/>
                </a:cubicBezTo>
                <a:cubicBezTo>
                  <a:pt x="530361" y="2024809"/>
                  <a:pt x="508000" y="2022475"/>
                  <a:pt x="485775" y="2019300"/>
                </a:cubicBezTo>
                <a:cubicBezTo>
                  <a:pt x="403883" y="1964705"/>
                  <a:pt x="507495" y="2030160"/>
                  <a:pt x="428625" y="1990725"/>
                </a:cubicBezTo>
                <a:cubicBezTo>
                  <a:pt x="354767" y="1953796"/>
                  <a:pt x="443299" y="1986091"/>
                  <a:pt x="371475" y="1962150"/>
                </a:cubicBezTo>
                <a:cubicBezTo>
                  <a:pt x="365125" y="1949450"/>
                  <a:pt x="359470" y="1936378"/>
                  <a:pt x="352425" y="1924050"/>
                </a:cubicBezTo>
                <a:cubicBezTo>
                  <a:pt x="339846" y="1902037"/>
                  <a:pt x="325063" y="1882660"/>
                  <a:pt x="304800" y="1866900"/>
                </a:cubicBezTo>
                <a:cubicBezTo>
                  <a:pt x="264286" y="1835389"/>
                  <a:pt x="247457" y="1836716"/>
                  <a:pt x="219075" y="1800225"/>
                </a:cubicBezTo>
                <a:cubicBezTo>
                  <a:pt x="205019" y="1782153"/>
                  <a:pt x="191214" y="1763553"/>
                  <a:pt x="180975" y="1743075"/>
                </a:cubicBezTo>
                <a:cubicBezTo>
                  <a:pt x="174625" y="1730375"/>
                  <a:pt x="170178" y="1716529"/>
                  <a:pt x="161925" y="1704975"/>
                </a:cubicBezTo>
                <a:cubicBezTo>
                  <a:pt x="154095" y="1694014"/>
                  <a:pt x="142875" y="1685925"/>
                  <a:pt x="133350" y="1676400"/>
                </a:cubicBezTo>
                <a:cubicBezTo>
                  <a:pt x="113526" y="1597106"/>
                  <a:pt x="137664" y="1675504"/>
                  <a:pt x="104775" y="1609725"/>
                </a:cubicBezTo>
                <a:cubicBezTo>
                  <a:pt x="100285" y="1600745"/>
                  <a:pt x="99740" y="1590130"/>
                  <a:pt x="95250" y="1581150"/>
                </a:cubicBezTo>
                <a:cubicBezTo>
                  <a:pt x="90130" y="1570911"/>
                  <a:pt x="80849" y="1563036"/>
                  <a:pt x="76200" y="1552575"/>
                </a:cubicBezTo>
                <a:cubicBezTo>
                  <a:pt x="51739" y="1497537"/>
                  <a:pt x="58281" y="1479767"/>
                  <a:pt x="38100" y="1419225"/>
                </a:cubicBezTo>
                <a:lnTo>
                  <a:pt x="9525" y="1333500"/>
                </a:lnTo>
                <a:lnTo>
                  <a:pt x="0" y="1304925"/>
                </a:lnTo>
                <a:cubicBezTo>
                  <a:pt x="3175" y="1174750"/>
                  <a:pt x="1230" y="1044349"/>
                  <a:pt x="9525" y="914400"/>
                </a:cubicBezTo>
                <a:cubicBezTo>
                  <a:pt x="10811" y="894251"/>
                  <a:pt x="29627" y="846673"/>
                  <a:pt x="47625" y="828675"/>
                </a:cubicBezTo>
                <a:cubicBezTo>
                  <a:pt x="55720" y="820580"/>
                  <a:pt x="66675" y="815975"/>
                  <a:pt x="76200" y="809625"/>
                </a:cubicBezTo>
                <a:cubicBezTo>
                  <a:pt x="130795" y="727733"/>
                  <a:pt x="65340" y="831345"/>
                  <a:pt x="104775" y="752475"/>
                </a:cubicBezTo>
                <a:cubicBezTo>
                  <a:pt x="109895" y="742236"/>
                  <a:pt x="123825" y="723900"/>
                  <a:pt x="123825" y="723900"/>
                </a:cubicBezTo>
                <a:lnTo>
                  <a:pt x="123825" y="723900"/>
                </a:lnTo>
              </a:path>
            </a:pathLst>
          </a:custGeom>
          <a:solidFill>
            <a:schemeClr val="accent1">
              <a:alpha val="11372"/>
            </a:schemeClr>
          </a:solidFill>
          <a:ln w="9525" cap="flat" cmpd="sng">
            <a:solidFill>
              <a:schemeClr val="dk1">
                <a:alpha val="6627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95" name="Google Shape;795;p12"/>
          <p:cNvSpPr/>
          <p:nvPr/>
        </p:nvSpPr>
        <p:spPr>
          <a:xfrm>
            <a:off x="2286000" y="3505200"/>
            <a:ext cx="1581150" cy="1890636"/>
          </a:xfrm>
          <a:custGeom>
            <a:avLst/>
            <a:gdLst/>
            <a:ahLst/>
            <a:cxnLst/>
            <a:rect l="l" t="t" r="r" b="b"/>
            <a:pathLst>
              <a:path w="1581150" h="1890636" extrusionOk="0">
                <a:moveTo>
                  <a:pt x="1571625" y="139207"/>
                </a:moveTo>
                <a:lnTo>
                  <a:pt x="1571625" y="139207"/>
                </a:lnTo>
                <a:cubicBezTo>
                  <a:pt x="1549400" y="161432"/>
                  <a:pt x="1522841" y="180040"/>
                  <a:pt x="1504950" y="205882"/>
                </a:cubicBezTo>
                <a:cubicBezTo>
                  <a:pt x="1493520" y="222392"/>
                  <a:pt x="1485900" y="263032"/>
                  <a:pt x="1485900" y="263032"/>
                </a:cubicBezTo>
                <a:cubicBezTo>
                  <a:pt x="1489075" y="301132"/>
                  <a:pt x="1490372" y="339435"/>
                  <a:pt x="1495425" y="377332"/>
                </a:cubicBezTo>
                <a:cubicBezTo>
                  <a:pt x="1503250" y="436023"/>
                  <a:pt x="1536960" y="387793"/>
                  <a:pt x="1495425" y="491632"/>
                </a:cubicBezTo>
                <a:cubicBezTo>
                  <a:pt x="1491696" y="500954"/>
                  <a:pt x="1475830" y="496667"/>
                  <a:pt x="1466850" y="501157"/>
                </a:cubicBezTo>
                <a:cubicBezTo>
                  <a:pt x="1392992" y="538086"/>
                  <a:pt x="1481524" y="505791"/>
                  <a:pt x="1409700" y="529732"/>
                </a:cubicBezTo>
                <a:cubicBezTo>
                  <a:pt x="1362040" y="524436"/>
                  <a:pt x="1328211" y="533968"/>
                  <a:pt x="1295400" y="501157"/>
                </a:cubicBezTo>
                <a:cubicBezTo>
                  <a:pt x="1287305" y="493062"/>
                  <a:pt x="1284965" y="480120"/>
                  <a:pt x="1276350" y="472582"/>
                </a:cubicBezTo>
                <a:cubicBezTo>
                  <a:pt x="1259120" y="457505"/>
                  <a:pt x="1219200" y="434482"/>
                  <a:pt x="1219200" y="434482"/>
                </a:cubicBezTo>
                <a:cubicBezTo>
                  <a:pt x="1186322" y="483799"/>
                  <a:pt x="1181882" y="477504"/>
                  <a:pt x="1209675" y="567832"/>
                </a:cubicBezTo>
                <a:cubicBezTo>
                  <a:pt x="1213042" y="578773"/>
                  <a:pt x="1229456" y="579553"/>
                  <a:pt x="1238250" y="586882"/>
                </a:cubicBezTo>
                <a:cubicBezTo>
                  <a:pt x="1248598" y="595506"/>
                  <a:pt x="1257300" y="605932"/>
                  <a:pt x="1266825" y="615457"/>
                </a:cubicBezTo>
                <a:cubicBezTo>
                  <a:pt x="1270000" y="624982"/>
                  <a:pt x="1276350" y="633992"/>
                  <a:pt x="1276350" y="644032"/>
                </a:cubicBezTo>
                <a:cubicBezTo>
                  <a:pt x="1276350" y="675940"/>
                  <a:pt x="1275591" y="708601"/>
                  <a:pt x="1266825" y="739282"/>
                </a:cubicBezTo>
                <a:cubicBezTo>
                  <a:pt x="1262464" y="754546"/>
                  <a:pt x="1250115" y="766835"/>
                  <a:pt x="1238250" y="777382"/>
                </a:cubicBezTo>
                <a:cubicBezTo>
                  <a:pt x="1198948" y="812317"/>
                  <a:pt x="1191330" y="812072"/>
                  <a:pt x="1152525" y="825007"/>
                </a:cubicBezTo>
                <a:cubicBezTo>
                  <a:pt x="1139825" y="818657"/>
                  <a:pt x="1125333" y="815047"/>
                  <a:pt x="1114425" y="805957"/>
                </a:cubicBezTo>
                <a:cubicBezTo>
                  <a:pt x="1099722" y="793704"/>
                  <a:pt x="1090298" y="766600"/>
                  <a:pt x="1085850" y="748807"/>
                </a:cubicBezTo>
                <a:cubicBezTo>
                  <a:pt x="1081923" y="733101"/>
                  <a:pt x="1086264" y="713961"/>
                  <a:pt x="1076325" y="701182"/>
                </a:cubicBezTo>
                <a:cubicBezTo>
                  <a:pt x="1062269" y="683110"/>
                  <a:pt x="1040895" y="670322"/>
                  <a:pt x="1019175" y="663082"/>
                </a:cubicBezTo>
                <a:lnTo>
                  <a:pt x="962025" y="644032"/>
                </a:lnTo>
                <a:cubicBezTo>
                  <a:pt x="954585" y="632872"/>
                  <a:pt x="923925" y="568964"/>
                  <a:pt x="923925" y="653557"/>
                </a:cubicBezTo>
                <a:cubicBezTo>
                  <a:pt x="923925" y="689055"/>
                  <a:pt x="933223" y="724200"/>
                  <a:pt x="942975" y="758332"/>
                </a:cubicBezTo>
                <a:cubicBezTo>
                  <a:pt x="946120" y="769339"/>
                  <a:pt x="956905" y="776668"/>
                  <a:pt x="962025" y="786907"/>
                </a:cubicBezTo>
                <a:cubicBezTo>
                  <a:pt x="966515" y="795887"/>
                  <a:pt x="968375" y="805957"/>
                  <a:pt x="971550" y="815482"/>
                </a:cubicBezTo>
                <a:cubicBezTo>
                  <a:pt x="901700" y="818657"/>
                  <a:pt x="824540" y="793737"/>
                  <a:pt x="762000" y="825007"/>
                </a:cubicBezTo>
                <a:cubicBezTo>
                  <a:pt x="733602" y="839206"/>
                  <a:pt x="807067" y="875930"/>
                  <a:pt x="838200" y="882157"/>
                </a:cubicBezTo>
                <a:lnTo>
                  <a:pt x="885825" y="891682"/>
                </a:lnTo>
                <a:cubicBezTo>
                  <a:pt x="888018" y="893875"/>
                  <a:pt x="942008" y="942884"/>
                  <a:pt x="942975" y="958357"/>
                </a:cubicBezTo>
                <a:cubicBezTo>
                  <a:pt x="947233" y="1026477"/>
                  <a:pt x="957901" y="1075406"/>
                  <a:pt x="904875" y="1110757"/>
                </a:cubicBezTo>
                <a:cubicBezTo>
                  <a:pt x="896521" y="1116326"/>
                  <a:pt x="885440" y="1116127"/>
                  <a:pt x="876300" y="1120282"/>
                </a:cubicBezTo>
                <a:cubicBezTo>
                  <a:pt x="850447" y="1132033"/>
                  <a:pt x="823729" y="1142630"/>
                  <a:pt x="800100" y="1158382"/>
                </a:cubicBezTo>
                <a:cubicBezTo>
                  <a:pt x="779197" y="1172317"/>
                  <a:pt x="757595" y="1188425"/>
                  <a:pt x="733425" y="1196482"/>
                </a:cubicBezTo>
                <a:cubicBezTo>
                  <a:pt x="718066" y="1201602"/>
                  <a:pt x="701419" y="1201747"/>
                  <a:pt x="685800" y="1206007"/>
                </a:cubicBezTo>
                <a:cubicBezTo>
                  <a:pt x="666427" y="1211291"/>
                  <a:pt x="628650" y="1225057"/>
                  <a:pt x="628650" y="1225057"/>
                </a:cubicBezTo>
                <a:cubicBezTo>
                  <a:pt x="590550" y="1221882"/>
                  <a:pt x="551840" y="1223030"/>
                  <a:pt x="514350" y="1215532"/>
                </a:cubicBezTo>
                <a:cubicBezTo>
                  <a:pt x="503125" y="1213287"/>
                  <a:pt x="496014" y="1201602"/>
                  <a:pt x="485775" y="1196482"/>
                </a:cubicBezTo>
                <a:cubicBezTo>
                  <a:pt x="476795" y="1191992"/>
                  <a:pt x="466428" y="1190912"/>
                  <a:pt x="457200" y="1186957"/>
                </a:cubicBezTo>
                <a:cubicBezTo>
                  <a:pt x="444149" y="1181364"/>
                  <a:pt x="431800" y="1174257"/>
                  <a:pt x="419100" y="1167907"/>
                </a:cubicBezTo>
                <a:cubicBezTo>
                  <a:pt x="400557" y="1112277"/>
                  <a:pt x="424084" y="1163366"/>
                  <a:pt x="381000" y="1120282"/>
                </a:cubicBezTo>
                <a:cubicBezTo>
                  <a:pt x="317500" y="1056782"/>
                  <a:pt x="409575" y="1123457"/>
                  <a:pt x="333375" y="1072657"/>
                </a:cubicBezTo>
                <a:cubicBezTo>
                  <a:pt x="327025" y="1059957"/>
                  <a:pt x="321370" y="1046885"/>
                  <a:pt x="314325" y="1034557"/>
                </a:cubicBezTo>
                <a:cubicBezTo>
                  <a:pt x="308645" y="1024618"/>
                  <a:pt x="299295" y="1016701"/>
                  <a:pt x="295275" y="1005982"/>
                </a:cubicBezTo>
                <a:cubicBezTo>
                  <a:pt x="285698" y="980443"/>
                  <a:pt x="277617" y="885157"/>
                  <a:pt x="276225" y="872632"/>
                </a:cubicBezTo>
                <a:cubicBezTo>
                  <a:pt x="269875" y="882157"/>
                  <a:pt x="262295" y="890968"/>
                  <a:pt x="257175" y="901207"/>
                </a:cubicBezTo>
                <a:cubicBezTo>
                  <a:pt x="227568" y="960420"/>
                  <a:pt x="253011" y="1080222"/>
                  <a:pt x="257175" y="1110757"/>
                </a:cubicBezTo>
                <a:cubicBezTo>
                  <a:pt x="258722" y="1122100"/>
                  <a:pt x="268130" y="1131237"/>
                  <a:pt x="276225" y="1139332"/>
                </a:cubicBezTo>
                <a:cubicBezTo>
                  <a:pt x="288040" y="1151147"/>
                  <a:pt x="326675" y="1176140"/>
                  <a:pt x="342900" y="1186957"/>
                </a:cubicBezTo>
                <a:cubicBezTo>
                  <a:pt x="390198" y="1257903"/>
                  <a:pt x="329409" y="1170768"/>
                  <a:pt x="390525" y="1244107"/>
                </a:cubicBezTo>
                <a:cubicBezTo>
                  <a:pt x="397854" y="1252901"/>
                  <a:pt x="402921" y="1263367"/>
                  <a:pt x="409575" y="1272682"/>
                </a:cubicBezTo>
                <a:cubicBezTo>
                  <a:pt x="418802" y="1285600"/>
                  <a:pt x="428625" y="1298082"/>
                  <a:pt x="438150" y="1310782"/>
                </a:cubicBezTo>
                <a:cubicBezTo>
                  <a:pt x="461687" y="1381392"/>
                  <a:pt x="468102" y="1374664"/>
                  <a:pt x="447675" y="1463182"/>
                </a:cubicBezTo>
                <a:cubicBezTo>
                  <a:pt x="445101" y="1474336"/>
                  <a:pt x="437564" y="1484606"/>
                  <a:pt x="428625" y="1491757"/>
                </a:cubicBezTo>
                <a:cubicBezTo>
                  <a:pt x="420785" y="1498029"/>
                  <a:pt x="409575" y="1498107"/>
                  <a:pt x="400050" y="1501282"/>
                </a:cubicBezTo>
                <a:cubicBezTo>
                  <a:pt x="390525" y="1510807"/>
                  <a:pt x="382108" y="1521587"/>
                  <a:pt x="371475" y="1529857"/>
                </a:cubicBezTo>
                <a:cubicBezTo>
                  <a:pt x="353403" y="1543913"/>
                  <a:pt x="314325" y="1567957"/>
                  <a:pt x="314325" y="1567957"/>
                </a:cubicBezTo>
                <a:cubicBezTo>
                  <a:pt x="301696" y="1586901"/>
                  <a:pt x="281139" y="1601446"/>
                  <a:pt x="304800" y="1625107"/>
                </a:cubicBezTo>
                <a:cubicBezTo>
                  <a:pt x="311900" y="1632207"/>
                  <a:pt x="323850" y="1631457"/>
                  <a:pt x="333375" y="1634632"/>
                </a:cubicBezTo>
                <a:cubicBezTo>
                  <a:pt x="336550" y="1647332"/>
                  <a:pt x="339304" y="1660145"/>
                  <a:pt x="342900" y="1672732"/>
                </a:cubicBezTo>
                <a:cubicBezTo>
                  <a:pt x="345658" y="1682386"/>
                  <a:pt x="342385" y="1701307"/>
                  <a:pt x="352425" y="1701307"/>
                </a:cubicBezTo>
                <a:cubicBezTo>
                  <a:pt x="363873" y="1701307"/>
                  <a:pt x="365125" y="1682257"/>
                  <a:pt x="371475" y="1672732"/>
                </a:cubicBezTo>
                <a:cubicBezTo>
                  <a:pt x="374650" y="1656857"/>
                  <a:pt x="378992" y="1641171"/>
                  <a:pt x="381000" y="1625107"/>
                </a:cubicBezTo>
                <a:cubicBezTo>
                  <a:pt x="385350" y="1590309"/>
                  <a:pt x="380212" y="1553850"/>
                  <a:pt x="390525" y="1520332"/>
                </a:cubicBezTo>
                <a:cubicBezTo>
                  <a:pt x="393892" y="1509391"/>
                  <a:pt x="409575" y="1507632"/>
                  <a:pt x="419100" y="1501282"/>
                </a:cubicBezTo>
                <a:cubicBezTo>
                  <a:pt x="447675" y="1504457"/>
                  <a:pt x="478131" y="1500129"/>
                  <a:pt x="504825" y="1510807"/>
                </a:cubicBezTo>
                <a:cubicBezTo>
                  <a:pt x="514147" y="1514536"/>
                  <a:pt x="513105" y="1529419"/>
                  <a:pt x="514350" y="1539382"/>
                </a:cubicBezTo>
                <a:cubicBezTo>
                  <a:pt x="519485" y="1580459"/>
                  <a:pt x="516246" y="1622519"/>
                  <a:pt x="523875" y="1663207"/>
                </a:cubicBezTo>
                <a:cubicBezTo>
                  <a:pt x="525985" y="1674459"/>
                  <a:pt x="534830" y="1683687"/>
                  <a:pt x="542925" y="1691782"/>
                </a:cubicBezTo>
                <a:cubicBezTo>
                  <a:pt x="561389" y="1710246"/>
                  <a:pt x="576834" y="1712610"/>
                  <a:pt x="600075" y="1720357"/>
                </a:cubicBezTo>
                <a:cubicBezTo>
                  <a:pt x="620907" y="1657860"/>
                  <a:pt x="617724" y="1679732"/>
                  <a:pt x="600075" y="1567957"/>
                </a:cubicBezTo>
                <a:cubicBezTo>
                  <a:pt x="596943" y="1548122"/>
                  <a:pt x="581025" y="1510807"/>
                  <a:pt x="581025" y="1510807"/>
                </a:cubicBezTo>
                <a:cubicBezTo>
                  <a:pt x="590550" y="1504457"/>
                  <a:pt x="598375" y="1489512"/>
                  <a:pt x="609600" y="1491757"/>
                </a:cubicBezTo>
                <a:cubicBezTo>
                  <a:pt x="627176" y="1495272"/>
                  <a:pt x="635863" y="1550339"/>
                  <a:pt x="638175" y="1558432"/>
                </a:cubicBezTo>
                <a:cubicBezTo>
                  <a:pt x="643288" y="1576326"/>
                  <a:pt x="651289" y="1603213"/>
                  <a:pt x="666750" y="1615582"/>
                </a:cubicBezTo>
                <a:cubicBezTo>
                  <a:pt x="674590" y="1621854"/>
                  <a:pt x="685800" y="1621932"/>
                  <a:pt x="695325" y="1625107"/>
                </a:cubicBezTo>
                <a:cubicBezTo>
                  <a:pt x="742405" y="1554487"/>
                  <a:pt x="728935" y="1590408"/>
                  <a:pt x="742950" y="1520332"/>
                </a:cubicBezTo>
                <a:cubicBezTo>
                  <a:pt x="733508" y="1482563"/>
                  <a:pt x="722093" y="1457270"/>
                  <a:pt x="742950" y="1415557"/>
                </a:cubicBezTo>
                <a:cubicBezTo>
                  <a:pt x="747440" y="1406577"/>
                  <a:pt x="762545" y="1410522"/>
                  <a:pt x="771525" y="1406032"/>
                </a:cubicBezTo>
                <a:cubicBezTo>
                  <a:pt x="845383" y="1369103"/>
                  <a:pt x="756851" y="1401398"/>
                  <a:pt x="828675" y="1377457"/>
                </a:cubicBezTo>
                <a:cubicBezTo>
                  <a:pt x="881391" y="1384988"/>
                  <a:pt x="895851" y="1373446"/>
                  <a:pt x="923925" y="1415557"/>
                </a:cubicBezTo>
                <a:cubicBezTo>
                  <a:pt x="929494" y="1423911"/>
                  <a:pt x="926350" y="1437032"/>
                  <a:pt x="933450" y="1444132"/>
                </a:cubicBezTo>
                <a:cubicBezTo>
                  <a:pt x="940550" y="1451232"/>
                  <a:pt x="953045" y="1449167"/>
                  <a:pt x="962025" y="1453657"/>
                </a:cubicBezTo>
                <a:cubicBezTo>
                  <a:pt x="972264" y="1458777"/>
                  <a:pt x="981075" y="1466357"/>
                  <a:pt x="990600" y="1472707"/>
                </a:cubicBezTo>
                <a:cubicBezTo>
                  <a:pt x="1003300" y="1456832"/>
                  <a:pt x="1017925" y="1442322"/>
                  <a:pt x="1028700" y="1425082"/>
                </a:cubicBezTo>
                <a:cubicBezTo>
                  <a:pt x="1034021" y="1416568"/>
                  <a:pt x="1035467" y="1406161"/>
                  <a:pt x="1038225" y="1396507"/>
                </a:cubicBezTo>
                <a:cubicBezTo>
                  <a:pt x="1052210" y="1347559"/>
                  <a:pt x="1049545" y="1344050"/>
                  <a:pt x="1057275" y="1282207"/>
                </a:cubicBezTo>
                <a:cubicBezTo>
                  <a:pt x="1104900" y="1285382"/>
                  <a:pt x="1153688" y="1280800"/>
                  <a:pt x="1200150" y="1291732"/>
                </a:cubicBezTo>
                <a:cubicBezTo>
                  <a:pt x="1211293" y="1294354"/>
                  <a:pt x="1214080" y="1310068"/>
                  <a:pt x="1219200" y="1320307"/>
                </a:cubicBezTo>
                <a:cubicBezTo>
                  <a:pt x="1223690" y="1329287"/>
                  <a:pt x="1225967" y="1339228"/>
                  <a:pt x="1228725" y="1348882"/>
                </a:cubicBezTo>
                <a:cubicBezTo>
                  <a:pt x="1232321" y="1361469"/>
                  <a:pt x="1230988" y="1376090"/>
                  <a:pt x="1238250" y="1386982"/>
                </a:cubicBezTo>
                <a:cubicBezTo>
                  <a:pt x="1248801" y="1402809"/>
                  <a:pt x="1279100" y="1410124"/>
                  <a:pt x="1295400" y="1415557"/>
                </a:cubicBezTo>
                <a:cubicBezTo>
                  <a:pt x="1326540" y="1322137"/>
                  <a:pt x="1316118" y="1378418"/>
                  <a:pt x="1304925" y="1244107"/>
                </a:cubicBezTo>
                <a:cubicBezTo>
                  <a:pt x="1311275" y="1225057"/>
                  <a:pt x="1313332" y="1203985"/>
                  <a:pt x="1323975" y="1186957"/>
                </a:cubicBezTo>
                <a:cubicBezTo>
                  <a:pt x="1330042" y="1177249"/>
                  <a:pt x="1342611" y="1173587"/>
                  <a:pt x="1352550" y="1167907"/>
                </a:cubicBezTo>
                <a:cubicBezTo>
                  <a:pt x="1391290" y="1145770"/>
                  <a:pt x="1387080" y="1149750"/>
                  <a:pt x="1428750" y="1139332"/>
                </a:cubicBezTo>
                <a:cubicBezTo>
                  <a:pt x="1441450" y="1142507"/>
                  <a:pt x="1454818" y="1143700"/>
                  <a:pt x="1466850" y="1148857"/>
                </a:cubicBezTo>
                <a:cubicBezTo>
                  <a:pt x="1503892" y="1164732"/>
                  <a:pt x="1510242" y="1190132"/>
                  <a:pt x="1533525" y="1225057"/>
                </a:cubicBezTo>
                <a:lnTo>
                  <a:pt x="1552575" y="1253632"/>
                </a:lnTo>
                <a:cubicBezTo>
                  <a:pt x="1558925" y="1263157"/>
                  <a:pt x="1568005" y="1271347"/>
                  <a:pt x="1571625" y="1282207"/>
                </a:cubicBezTo>
                <a:lnTo>
                  <a:pt x="1581150" y="1310782"/>
                </a:lnTo>
                <a:cubicBezTo>
                  <a:pt x="1577975" y="1323482"/>
                  <a:pt x="1579132" y="1338158"/>
                  <a:pt x="1571625" y="1348882"/>
                </a:cubicBezTo>
                <a:cubicBezTo>
                  <a:pt x="1547114" y="1383898"/>
                  <a:pt x="1525224" y="1408407"/>
                  <a:pt x="1485900" y="1415557"/>
                </a:cubicBezTo>
                <a:cubicBezTo>
                  <a:pt x="1460715" y="1420136"/>
                  <a:pt x="1435100" y="1421907"/>
                  <a:pt x="1409700" y="1425082"/>
                </a:cubicBezTo>
                <a:cubicBezTo>
                  <a:pt x="1406525" y="1460007"/>
                  <a:pt x="1411970" y="1496831"/>
                  <a:pt x="1400175" y="1529857"/>
                </a:cubicBezTo>
                <a:cubicBezTo>
                  <a:pt x="1398329" y="1535026"/>
                  <a:pt x="1342537" y="1571458"/>
                  <a:pt x="1333500" y="1577482"/>
                </a:cubicBezTo>
                <a:cubicBezTo>
                  <a:pt x="1317625" y="1574307"/>
                  <a:pt x="1299345" y="1576937"/>
                  <a:pt x="1285875" y="1567957"/>
                </a:cubicBezTo>
                <a:cubicBezTo>
                  <a:pt x="1277521" y="1562388"/>
                  <a:pt x="1282622" y="1547222"/>
                  <a:pt x="1276350" y="1539382"/>
                </a:cubicBezTo>
                <a:cubicBezTo>
                  <a:pt x="1259905" y="1518826"/>
                  <a:pt x="1232554" y="1516527"/>
                  <a:pt x="1209675" y="1510807"/>
                </a:cubicBezTo>
                <a:cubicBezTo>
                  <a:pt x="1203325" y="1501282"/>
                  <a:pt x="1195745" y="1492471"/>
                  <a:pt x="1190625" y="1482232"/>
                </a:cubicBezTo>
                <a:cubicBezTo>
                  <a:pt x="1186135" y="1473252"/>
                  <a:pt x="1186669" y="1462011"/>
                  <a:pt x="1181100" y="1453657"/>
                </a:cubicBezTo>
                <a:cubicBezTo>
                  <a:pt x="1173628" y="1442449"/>
                  <a:pt x="1162050" y="1434607"/>
                  <a:pt x="1152525" y="1425082"/>
                </a:cubicBezTo>
                <a:cubicBezTo>
                  <a:pt x="1146175" y="1434607"/>
                  <a:pt x="1138124" y="1443196"/>
                  <a:pt x="1133475" y="1453657"/>
                </a:cubicBezTo>
                <a:cubicBezTo>
                  <a:pt x="1125320" y="1472007"/>
                  <a:pt x="1114425" y="1510807"/>
                  <a:pt x="1114425" y="1510807"/>
                </a:cubicBezTo>
                <a:cubicBezTo>
                  <a:pt x="1112530" y="1550602"/>
                  <a:pt x="1140525" y="1684732"/>
                  <a:pt x="1085850" y="1739407"/>
                </a:cubicBezTo>
                <a:cubicBezTo>
                  <a:pt x="1074625" y="1750632"/>
                  <a:pt x="1061533" y="1760106"/>
                  <a:pt x="1047750" y="1767982"/>
                </a:cubicBezTo>
                <a:cubicBezTo>
                  <a:pt x="1039033" y="1772963"/>
                  <a:pt x="1028700" y="1774332"/>
                  <a:pt x="1019175" y="1777507"/>
                </a:cubicBezTo>
                <a:cubicBezTo>
                  <a:pt x="1009650" y="1774332"/>
                  <a:pt x="998440" y="1774254"/>
                  <a:pt x="990600" y="1767982"/>
                </a:cubicBezTo>
                <a:cubicBezTo>
                  <a:pt x="966057" y="1748347"/>
                  <a:pt x="923925" y="1701307"/>
                  <a:pt x="923925" y="1701307"/>
                </a:cubicBezTo>
                <a:cubicBezTo>
                  <a:pt x="856609" y="1714770"/>
                  <a:pt x="881420" y="1695473"/>
                  <a:pt x="857250" y="1767982"/>
                </a:cubicBezTo>
                <a:lnTo>
                  <a:pt x="857250" y="1767982"/>
                </a:lnTo>
                <a:cubicBezTo>
                  <a:pt x="717445" y="1861185"/>
                  <a:pt x="864512" y="1766554"/>
                  <a:pt x="762000" y="1825132"/>
                </a:cubicBezTo>
                <a:cubicBezTo>
                  <a:pt x="752061" y="1830812"/>
                  <a:pt x="743664" y="1839062"/>
                  <a:pt x="733425" y="1844182"/>
                </a:cubicBezTo>
                <a:cubicBezTo>
                  <a:pt x="724445" y="1848672"/>
                  <a:pt x="713830" y="1849217"/>
                  <a:pt x="704850" y="1853707"/>
                </a:cubicBezTo>
                <a:cubicBezTo>
                  <a:pt x="630992" y="1890636"/>
                  <a:pt x="719524" y="1858341"/>
                  <a:pt x="647700" y="1882282"/>
                </a:cubicBezTo>
                <a:cubicBezTo>
                  <a:pt x="631825" y="1879107"/>
                  <a:pt x="611523" y="1884205"/>
                  <a:pt x="600075" y="1872757"/>
                </a:cubicBezTo>
                <a:cubicBezTo>
                  <a:pt x="585876" y="1858558"/>
                  <a:pt x="597733" y="1826746"/>
                  <a:pt x="581025" y="1815607"/>
                </a:cubicBezTo>
                <a:lnTo>
                  <a:pt x="552450" y="1796557"/>
                </a:lnTo>
                <a:cubicBezTo>
                  <a:pt x="523875" y="1799732"/>
                  <a:pt x="495085" y="1801355"/>
                  <a:pt x="466725" y="1806082"/>
                </a:cubicBezTo>
                <a:cubicBezTo>
                  <a:pt x="456821" y="1807733"/>
                  <a:pt x="447804" y="1812849"/>
                  <a:pt x="438150" y="1815607"/>
                </a:cubicBezTo>
                <a:cubicBezTo>
                  <a:pt x="354429" y="1839527"/>
                  <a:pt x="439988" y="1811819"/>
                  <a:pt x="371475" y="1834657"/>
                </a:cubicBezTo>
                <a:cubicBezTo>
                  <a:pt x="339725" y="1831482"/>
                  <a:pt x="305679" y="1837404"/>
                  <a:pt x="276225" y="1825132"/>
                </a:cubicBezTo>
                <a:cubicBezTo>
                  <a:pt x="263118" y="1819671"/>
                  <a:pt x="262161" y="1800327"/>
                  <a:pt x="257175" y="1787032"/>
                </a:cubicBezTo>
                <a:cubicBezTo>
                  <a:pt x="246547" y="1758690"/>
                  <a:pt x="242055" y="1707804"/>
                  <a:pt x="238125" y="1682257"/>
                </a:cubicBezTo>
                <a:cubicBezTo>
                  <a:pt x="235188" y="1663169"/>
                  <a:pt x="234707" y="1643429"/>
                  <a:pt x="228600" y="1625107"/>
                </a:cubicBezTo>
                <a:cubicBezTo>
                  <a:pt x="217158" y="1590782"/>
                  <a:pt x="200583" y="1594129"/>
                  <a:pt x="171450" y="1577482"/>
                </a:cubicBezTo>
                <a:cubicBezTo>
                  <a:pt x="161511" y="1571802"/>
                  <a:pt x="152400" y="1564782"/>
                  <a:pt x="142875" y="1558432"/>
                </a:cubicBezTo>
                <a:cubicBezTo>
                  <a:pt x="120205" y="1490422"/>
                  <a:pt x="134964" y="1517990"/>
                  <a:pt x="104775" y="1472707"/>
                </a:cubicBezTo>
                <a:cubicBezTo>
                  <a:pt x="107950" y="1460007"/>
                  <a:pt x="104243" y="1442988"/>
                  <a:pt x="114300" y="1434607"/>
                </a:cubicBezTo>
                <a:cubicBezTo>
                  <a:pt x="126737" y="1424243"/>
                  <a:pt x="146219" y="1429009"/>
                  <a:pt x="161925" y="1425082"/>
                </a:cubicBezTo>
                <a:cubicBezTo>
                  <a:pt x="171665" y="1422647"/>
                  <a:pt x="180975" y="1418732"/>
                  <a:pt x="190500" y="1415557"/>
                </a:cubicBezTo>
                <a:cubicBezTo>
                  <a:pt x="184150" y="1406032"/>
                  <a:pt x="176570" y="1397221"/>
                  <a:pt x="171450" y="1386982"/>
                </a:cubicBezTo>
                <a:cubicBezTo>
                  <a:pt x="166960" y="1378002"/>
                  <a:pt x="165450" y="1367808"/>
                  <a:pt x="161925" y="1358407"/>
                </a:cubicBezTo>
                <a:cubicBezTo>
                  <a:pt x="155922" y="1342398"/>
                  <a:pt x="151062" y="1325792"/>
                  <a:pt x="142875" y="1310782"/>
                </a:cubicBezTo>
                <a:cubicBezTo>
                  <a:pt x="131912" y="1290682"/>
                  <a:pt x="117475" y="1272682"/>
                  <a:pt x="104775" y="1253632"/>
                </a:cubicBezTo>
                <a:cubicBezTo>
                  <a:pt x="89698" y="1231017"/>
                  <a:pt x="74872" y="1207632"/>
                  <a:pt x="57150" y="1186957"/>
                </a:cubicBezTo>
                <a:cubicBezTo>
                  <a:pt x="48384" y="1176730"/>
                  <a:pt x="37199" y="1168730"/>
                  <a:pt x="28575" y="1158382"/>
                </a:cubicBezTo>
                <a:cubicBezTo>
                  <a:pt x="8059" y="1133763"/>
                  <a:pt x="9546" y="1129871"/>
                  <a:pt x="0" y="1101232"/>
                </a:cubicBezTo>
                <a:cubicBezTo>
                  <a:pt x="3175" y="1085357"/>
                  <a:pt x="1663" y="1067759"/>
                  <a:pt x="9525" y="1053607"/>
                </a:cubicBezTo>
                <a:cubicBezTo>
                  <a:pt x="18247" y="1037907"/>
                  <a:pt x="36127" y="1029305"/>
                  <a:pt x="47625" y="1015507"/>
                </a:cubicBezTo>
                <a:cubicBezTo>
                  <a:pt x="48879" y="1014002"/>
                  <a:pt x="137376" y="898653"/>
                  <a:pt x="142875" y="882157"/>
                </a:cubicBezTo>
                <a:cubicBezTo>
                  <a:pt x="159896" y="831095"/>
                  <a:pt x="146600" y="874921"/>
                  <a:pt x="161925" y="805957"/>
                </a:cubicBezTo>
                <a:cubicBezTo>
                  <a:pt x="164765" y="793178"/>
                  <a:pt x="165596" y="779566"/>
                  <a:pt x="171450" y="767857"/>
                </a:cubicBezTo>
                <a:cubicBezTo>
                  <a:pt x="181689" y="747379"/>
                  <a:pt x="187830" y="717947"/>
                  <a:pt x="209550" y="710707"/>
                </a:cubicBezTo>
                <a:lnTo>
                  <a:pt x="266700" y="691657"/>
                </a:lnTo>
                <a:cubicBezTo>
                  <a:pt x="288925" y="694832"/>
                  <a:pt x="312859" y="692064"/>
                  <a:pt x="333375" y="701182"/>
                </a:cubicBezTo>
                <a:cubicBezTo>
                  <a:pt x="343836" y="705831"/>
                  <a:pt x="347305" y="719518"/>
                  <a:pt x="352425" y="729757"/>
                </a:cubicBezTo>
                <a:cubicBezTo>
                  <a:pt x="360038" y="744982"/>
                  <a:pt x="367406" y="782190"/>
                  <a:pt x="371475" y="796432"/>
                </a:cubicBezTo>
                <a:cubicBezTo>
                  <a:pt x="374233" y="806086"/>
                  <a:pt x="374728" y="817167"/>
                  <a:pt x="381000" y="825007"/>
                </a:cubicBezTo>
                <a:cubicBezTo>
                  <a:pt x="397445" y="845563"/>
                  <a:pt x="424796" y="847862"/>
                  <a:pt x="447675" y="853582"/>
                </a:cubicBezTo>
                <a:cubicBezTo>
                  <a:pt x="495300" y="837707"/>
                  <a:pt x="473075" y="853582"/>
                  <a:pt x="495300" y="786907"/>
                </a:cubicBezTo>
                <a:cubicBezTo>
                  <a:pt x="525961" y="694925"/>
                  <a:pt x="476795" y="837933"/>
                  <a:pt x="523875" y="720232"/>
                </a:cubicBezTo>
                <a:cubicBezTo>
                  <a:pt x="526729" y="713098"/>
                  <a:pt x="548572" y="636151"/>
                  <a:pt x="561975" y="624982"/>
                </a:cubicBezTo>
                <a:cubicBezTo>
                  <a:pt x="572032" y="616601"/>
                  <a:pt x="587375" y="618632"/>
                  <a:pt x="600075" y="615457"/>
                </a:cubicBezTo>
                <a:cubicBezTo>
                  <a:pt x="615950" y="605932"/>
                  <a:pt x="632001" y="596694"/>
                  <a:pt x="647700" y="586882"/>
                </a:cubicBezTo>
                <a:cubicBezTo>
                  <a:pt x="657408" y="580815"/>
                  <a:pt x="664867" y="568783"/>
                  <a:pt x="676275" y="567832"/>
                </a:cubicBezTo>
                <a:cubicBezTo>
                  <a:pt x="704927" y="565444"/>
                  <a:pt x="733425" y="574182"/>
                  <a:pt x="762000" y="577357"/>
                </a:cubicBezTo>
                <a:cubicBezTo>
                  <a:pt x="771525" y="580532"/>
                  <a:pt x="781595" y="591372"/>
                  <a:pt x="790575" y="586882"/>
                </a:cubicBezTo>
                <a:cubicBezTo>
                  <a:pt x="799555" y="582392"/>
                  <a:pt x="797342" y="567961"/>
                  <a:pt x="800100" y="558307"/>
                </a:cubicBezTo>
                <a:cubicBezTo>
                  <a:pt x="803696" y="545720"/>
                  <a:pt x="807473" y="533120"/>
                  <a:pt x="809625" y="520207"/>
                </a:cubicBezTo>
                <a:cubicBezTo>
                  <a:pt x="813833" y="494958"/>
                  <a:pt x="809643" y="467774"/>
                  <a:pt x="819150" y="444007"/>
                </a:cubicBezTo>
                <a:cubicBezTo>
                  <a:pt x="823402" y="433378"/>
                  <a:pt x="838200" y="431307"/>
                  <a:pt x="847725" y="424957"/>
                </a:cubicBezTo>
                <a:cubicBezTo>
                  <a:pt x="869950" y="428132"/>
                  <a:pt x="894320" y="424442"/>
                  <a:pt x="914400" y="434482"/>
                </a:cubicBezTo>
                <a:cubicBezTo>
                  <a:pt x="964612" y="459588"/>
                  <a:pt x="923520" y="501765"/>
                  <a:pt x="962025" y="444007"/>
                </a:cubicBezTo>
                <a:cubicBezTo>
                  <a:pt x="958697" y="407394"/>
                  <a:pt x="941413" y="294731"/>
                  <a:pt x="962025" y="253507"/>
                </a:cubicBezTo>
                <a:cubicBezTo>
                  <a:pt x="967879" y="241798"/>
                  <a:pt x="987425" y="247157"/>
                  <a:pt x="1000125" y="243982"/>
                </a:cubicBezTo>
                <a:cubicBezTo>
                  <a:pt x="1017976" y="245172"/>
                  <a:pt x="1126125" y="240307"/>
                  <a:pt x="1171575" y="263032"/>
                </a:cubicBezTo>
                <a:cubicBezTo>
                  <a:pt x="1181814" y="268152"/>
                  <a:pt x="1190625" y="275732"/>
                  <a:pt x="1200150" y="282082"/>
                </a:cubicBezTo>
                <a:cubicBezTo>
                  <a:pt x="1206500" y="291607"/>
                  <a:pt x="1210585" y="303119"/>
                  <a:pt x="1219200" y="310657"/>
                </a:cubicBezTo>
                <a:cubicBezTo>
                  <a:pt x="1236430" y="325734"/>
                  <a:pt x="1276350" y="348757"/>
                  <a:pt x="1276350" y="348757"/>
                </a:cubicBezTo>
                <a:cubicBezTo>
                  <a:pt x="1304048" y="344141"/>
                  <a:pt x="1349654" y="347920"/>
                  <a:pt x="1362075" y="310657"/>
                </a:cubicBezTo>
                <a:cubicBezTo>
                  <a:pt x="1374289" y="274014"/>
                  <a:pt x="1381125" y="196357"/>
                  <a:pt x="1381125" y="196357"/>
                </a:cubicBezTo>
                <a:cubicBezTo>
                  <a:pt x="1390807" y="22086"/>
                  <a:pt x="1334743" y="0"/>
                  <a:pt x="1495425" y="34432"/>
                </a:cubicBezTo>
                <a:cubicBezTo>
                  <a:pt x="1506619" y="36831"/>
                  <a:pt x="1514475" y="47132"/>
                  <a:pt x="1524000" y="53482"/>
                </a:cubicBezTo>
                <a:cubicBezTo>
                  <a:pt x="1527175" y="63007"/>
                  <a:pt x="1529035" y="73077"/>
                  <a:pt x="1533525" y="82057"/>
                </a:cubicBezTo>
                <a:cubicBezTo>
                  <a:pt x="1538645" y="92296"/>
                  <a:pt x="1547455" y="100393"/>
                  <a:pt x="1552575" y="110632"/>
                </a:cubicBezTo>
                <a:cubicBezTo>
                  <a:pt x="1564108" y="133698"/>
                  <a:pt x="1568450" y="134445"/>
                  <a:pt x="1571625" y="139207"/>
                </a:cubicBezTo>
                <a:close/>
              </a:path>
            </a:pathLst>
          </a:custGeom>
          <a:solidFill>
            <a:srgbClr val="FFFF00">
              <a:alpha val="13333"/>
            </a:srgb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96" name="Google Shape;796;p12"/>
          <p:cNvSpPr/>
          <p:nvPr/>
        </p:nvSpPr>
        <p:spPr>
          <a:xfrm>
            <a:off x="2971800" y="5182621"/>
            <a:ext cx="1495425" cy="970529"/>
          </a:xfrm>
          <a:custGeom>
            <a:avLst/>
            <a:gdLst/>
            <a:ahLst/>
            <a:cxnLst/>
            <a:rect l="l" t="t" r="r" b="b"/>
            <a:pathLst>
              <a:path w="1495425" h="970529" extrusionOk="0">
                <a:moveTo>
                  <a:pt x="0" y="456179"/>
                </a:moveTo>
                <a:lnTo>
                  <a:pt x="0" y="456179"/>
                </a:lnTo>
                <a:cubicBezTo>
                  <a:pt x="3175" y="424429"/>
                  <a:pt x="2350" y="392020"/>
                  <a:pt x="9525" y="360929"/>
                </a:cubicBezTo>
                <a:cubicBezTo>
                  <a:pt x="16259" y="331747"/>
                  <a:pt x="48707" y="321747"/>
                  <a:pt x="66675" y="303779"/>
                </a:cubicBezTo>
                <a:cubicBezTo>
                  <a:pt x="74770" y="295684"/>
                  <a:pt x="76786" y="282355"/>
                  <a:pt x="85725" y="275204"/>
                </a:cubicBezTo>
                <a:cubicBezTo>
                  <a:pt x="106066" y="258931"/>
                  <a:pt x="167322" y="222545"/>
                  <a:pt x="200025" y="208529"/>
                </a:cubicBezTo>
                <a:cubicBezTo>
                  <a:pt x="209253" y="204574"/>
                  <a:pt x="218799" y="201182"/>
                  <a:pt x="228600" y="199004"/>
                </a:cubicBezTo>
                <a:cubicBezTo>
                  <a:pt x="247453" y="194814"/>
                  <a:pt x="266700" y="192654"/>
                  <a:pt x="285750" y="189479"/>
                </a:cubicBezTo>
                <a:cubicBezTo>
                  <a:pt x="298450" y="183129"/>
                  <a:pt x="311522" y="177474"/>
                  <a:pt x="323850" y="170429"/>
                </a:cubicBezTo>
                <a:cubicBezTo>
                  <a:pt x="333789" y="164749"/>
                  <a:pt x="341964" y="156028"/>
                  <a:pt x="352425" y="151379"/>
                </a:cubicBezTo>
                <a:cubicBezTo>
                  <a:pt x="370775" y="143224"/>
                  <a:pt x="390525" y="138679"/>
                  <a:pt x="409575" y="132329"/>
                </a:cubicBezTo>
                <a:cubicBezTo>
                  <a:pt x="419100" y="129154"/>
                  <a:pt x="429796" y="128373"/>
                  <a:pt x="438150" y="122804"/>
                </a:cubicBezTo>
                <a:cubicBezTo>
                  <a:pt x="493064" y="86195"/>
                  <a:pt x="440091" y="117890"/>
                  <a:pt x="495300" y="94229"/>
                </a:cubicBezTo>
                <a:cubicBezTo>
                  <a:pt x="508351" y="88636"/>
                  <a:pt x="520349" y="80772"/>
                  <a:pt x="533400" y="75179"/>
                </a:cubicBezTo>
                <a:cubicBezTo>
                  <a:pt x="542628" y="71224"/>
                  <a:pt x="552321" y="68412"/>
                  <a:pt x="561975" y="65654"/>
                </a:cubicBezTo>
                <a:cubicBezTo>
                  <a:pt x="610923" y="51669"/>
                  <a:pt x="614432" y="54334"/>
                  <a:pt x="676275" y="46604"/>
                </a:cubicBezTo>
                <a:cubicBezTo>
                  <a:pt x="685800" y="43429"/>
                  <a:pt x="695110" y="39514"/>
                  <a:pt x="704850" y="37079"/>
                </a:cubicBezTo>
                <a:cubicBezTo>
                  <a:pt x="853168" y="0"/>
                  <a:pt x="1016485" y="33694"/>
                  <a:pt x="1162050" y="37079"/>
                </a:cubicBezTo>
                <a:cubicBezTo>
                  <a:pt x="1200150" y="40254"/>
                  <a:pt x="1238860" y="39106"/>
                  <a:pt x="1276350" y="46604"/>
                </a:cubicBezTo>
                <a:cubicBezTo>
                  <a:pt x="1287575" y="48849"/>
                  <a:pt x="1294686" y="60534"/>
                  <a:pt x="1304925" y="65654"/>
                </a:cubicBezTo>
                <a:cubicBezTo>
                  <a:pt x="1313905" y="70144"/>
                  <a:pt x="1323975" y="72004"/>
                  <a:pt x="1333500" y="75179"/>
                </a:cubicBezTo>
                <a:cubicBezTo>
                  <a:pt x="1346200" y="84704"/>
                  <a:pt x="1357817" y="95878"/>
                  <a:pt x="1371600" y="103754"/>
                </a:cubicBezTo>
                <a:cubicBezTo>
                  <a:pt x="1380317" y="108735"/>
                  <a:pt x="1392005" y="107443"/>
                  <a:pt x="1400175" y="113279"/>
                </a:cubicBezTo>
                <a:cubicBezTo>
                  <a:pt x="1447311" y="146948"/>
                  <a:pt x="1427712" y="144419"/>
                  <a:pt x="1457325" y="179954"/>
                </a:cubicBezTo>
                <a:cubicBezTo>
                  <a:pt x="1465949" y="190302"/>
                  <a:pt x="1476375" y="199004"/>
                  <a:pt x="1485900" y="208529"/>
                </a:cubicBezTo>
                <a:cubicBezTo>
                  <a:pt x="1489075" y="218054"/>
                  <a:pt x="1495425" y="227064"/>
                  <a:pt x="1495425" y="237104"/>
                </a:cubicBezTo>
                <a:cubicBezTo>
                  <a:pt x="1495425" y="332407"/>
                  <a:pt x="1491665" y="427726"/>
                  <a:pt x="1485900" y="522854"/>
                </a:cubicBezTo>
                <a:cubicBezTo>
                  <a:pt x="1485293" y="532876"/>
                  <a:pt x="1479133" y="541775"/>
                  <a:pt x="1476375" y="551429"/>
                </a:cubicBezTo>
                <a:cubicBezTo>
                  <a:pt x="1472779" y="564016"/>
                  <a:pt x="1470446" y="576942"/>
                  <a:pt x="1466850" y="589529"/>
                </a:cubicBezTo>
                <a:cubicBezTo>
                  <a:pt x="1461350" y="608780"/>
                  <a:pt x="1454178" y="632764"/>
                  <a:pt x="1438275" y="646679"/>
                </a:cubicBezTo>
                <a:cubicBezTo>
                  <a:pt x="1421045" y="661756"/>
                  <a:pt x="1397314" y="668590"/>
                  <a:pt x="1381125" y="684779"/>
                </a:cubicBezTo>
                <a:cubicBezTo>
                  <a:pt x="1362075" y="703829"/>
                  <a:pt x="1338919" y="719513"/>
                  <a:pt x="1323975" y="741929"/>
                </a:cubicBezTo>
                <a:cubicBezTo>
                  <a:pt x="1317625" y="751454"/>
                  <a:pt x="1313020" y="762409"/>
                  <a:pt x="1304925" y="770504"/>
                </a:cubicBezTo>
                <a:cubicBezTo>
                  <a:pt x="1286461" y="788968"/>
                  <a:pt x="1271016" y="791332"/>
                  <a:pt x="1247775" y="799079"/>
                </a:cubicBezTo>
                <a:lnTo>
                  <a:pt x="1190625" y="856229"/>
                </a:lnTo>
                <a:cubicBezTo>
                  <a:pt x="1165970" y="880884"/>
                  <a:pt x="1139079" y="911511"/>
                  <a:pt x="1104900" y="922904"/>
                </a:cubicBezTo>
                <a:cubicBezTo>
                  <a:pt x="1095375" y="926079"/>
                  <a:pt x="1085102" y="927553"/>
                  <a:pt x="1076325" y="932429"/>
                </a:cubicBezTo>
                <a:cubicBezTo>
                  <a:pt x="1056311" y="943548"/>
                  <a:pt x="1019175" y="970529"/>
                  <a:pt x="1019175" y="970529"/>
                </a:cubicBezTo>
                <a:cubicBezTo>
                  <a:pt x="942975" y="967354"/>
                  <a:pt x="866647" y="966438"/>
                  <a:pt x="790575" y="961004"/>
                </a:cubicBezTo>
                <a:cubicBezTo>
                  <a:pt x="769081" y="959469"/>
                  <a:pt x="744687" y="947623"/>
                  <a:pt x="723900" y="941954"/>
                </a:cubicBezTo>
                <a:cubicBezTo>
                  <a:pt x="713152" y="939023"/>
                  <a:pt x="607397" y="915086"/>
                  <a:pt x="590550" y="903854"/>
                </a:cubicBezTo>
                <a:cubicBezTo>
                  <a:pt x="571500" y="891154"/>
                  <a:pt x="555120" y="872994"/>
                  <a:pt x="533400" y="865754"/>
                </a:cubicBezTo>
                <a:cubicBezTo>
                  <a:pt x="397587" y="820483"/>
                  <a:pt x="538917" y="865969"/>
                  <a:pt x="438150" y="837179"/>
                </a:cubicBezTo>
                <a:cubicBezTo>
                  <a:pt x="428496" y="834421"/>
                  <a:pt x="419315" y="830089"/>
                  <a:pt x="409575" y="827654"/>
                </a:cubicBezTo>
                <a:cubicBezTo>
                  <a:pt x="393869" y="823727"/>
                  <a:pt x="377825" y="821304"/>
                  <a:pt x="361950" y="818129"/>
                </a:cubicBezTo>
                <a:cubicBezTo>
                  <a:pt x="352425" y="811779"/>
                  <a:pt x="343314" y="804759"/>
                  <a:pt x="333375" y="799079"/>
                </a:cubicBezTo>
                <a:cubicBezTo>
                  <a:pt x="321047" y="792034"/>
                  <a:pt x="306829" y="788282"/>
                  <a:pt x="295275" y="780029"/>
                </a:cubicBezTo>
                <a:cubicBezTo>
                  <a:pt x="284314" y="772199"/>
                  <a:pt x="277048" y="760078"/>
                  <a:pt x="266700" y="751454"/>
                </a:cubicBezTo>
                <a:cubicBezTo>
                  <a:pt x="257906" y="744125"/>
                  <a:pt x="247650" y="738754"/>
                  <a:pt x="238125" y="732404"/>
                </a:cubicBezTo>
                <a:cubicBezTo>
                  <a:pt x="231775" y="722879"/>
                  <a:pt x="226680" y="712385"/>
                  <a:pt x="219075" y="703829"/>
                </a:cubicBezTo>
                <a:cubicBezTo>
                  <a:pt x="201177" y="683693"/>
                  <a:pt x="176869" y="669095"/>
                  <a:pt x="161925" y="646679"/>
                </a:cubicBezTo>
                <a:cubicBezTo>
                  <a:pt x="155575" y="637154"/>
                  <a:pt x="150970" y="626199"/>
                  <a:pt x="142875" y="618104"/>
                </a:cubicBezTo>
                <a:cubicBezTo>
                  <a:pt x="134780" y="610009"/>
                  <a:pt x="123615" y="605708"/>
                  <a:pt x="114300" y="599054"/>
                </a:cubicBezTo>
                <a:cubicBezTo>
                  <a:pt x="101382" y="589827"/>
                  <a:pt x="87425" y="581704"/>
                  <a:pt x="76200" y="570479"/>
                </a:cubicBezTo>
                <a:cubicBezTo>
                  <a:pt x="68105" y="562384"/>
                  <a:pt x="64479" y="550698"/>
                  <a:pt x="57150" y="541904"/>
                </a:cubicBezTo>
                <a:cubicBezTo>
                  <a:pt x="48526" y="531556"/>
                  <a:pt x="38100" y="522854"/>
                  <a:pt x="28575" y="513329"/>
                </a:cubicBezTo>
                <a:cubicBezTo>
                  <a:pt x="25400" y="503804"/>
                  <a:pt x="23926" y="493531"/>
                  <a:pt x="19050" y="484754"/>
                </a:cubicBezTo>
                <a:cubicBezTo>
                  <a:pt x="7931" y="464740"/>
                  <a:pt x="3175" y="460941"/>
                  <a:pt x="0" y="456179"/>
                </a:cubicBezTo>
                <a:close/>
              </a:path>
            </a:pathLst>
          </a:custGeom>
          <a:solidFill>
            <a:schemeClr val="accent1">
              <a:alpha val="14509"/>
            </a:schemeClr>
          </a:solidFill>
          <a:ln w="9525" cap="flat" cmpd="sng">
            <a:solidFill>
              <a:schemeClr val="dk1">
                <a:alpha val="5725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97" name="Google Shape;797;p12"/>
          <p:cNvSpPr/>
          <p:nvPr/>
        </p:nvSpPr>
        <p:spPr>
          <a:xfrm>
            <a:off x="2400300" y="3590925"/>
            <a:ext cx="542925" cy="457200"/>
          </a:xfrm>
          <a:custGeom>
            <a:avLst/>
            <a:gdLst/>
            <a:ahLst/>
            <a:cxnLst/>
            <a:rect l="l" t="t" r="r" b="b"/>
            <a:pathLst>
              <a:path w="542925" h="457200" extrusionOk="0">
                <a:moveTo>
                  <a:pt x="19050" y="171450"/>
                </a:moveTo>
                <a:lnTo>
                  <a:pt x="19050" y="171450"/>
                </a:lnTo>
                <a:cubicBezTo>
                  <a:pt x="38100" y="149225"/>
                  <a:pt x="56618" y="126533"/>
                  <a:pt x="76200" y="104775"/>
                </a:cubicBezTo>
                <a:cubicBezTo>
                  <a:pt x="91154" y="88160"/>
                  <a:pt x="112022" y="66629"/>
                  <a:pt x="133350" y="57150"/>
                </a:cubicBezTo>
                <a:cubicBezTo>
                  <a:pt x="151700" y="48995"/>
                  <a:pt x="171450" y="44450"/>
                  <a:pt x="190500" y="38100"/>
                </a:cubicBezTo>
                <a:lnTo>
                  <a:pt x="219075" y="28575"/>
                </a:lnTo>
                <a:cubicBezTo>
                  <a:pt x="228600" y="25400"/>
                  <a:pt x="237910" y="21485"/>
                  <a:pt x="247650" y="19050"/>
                </a:cubicBezTo>
                <a:cubicBezTo>
                  <a:pt x="295490" y="7090"/>
                  <a:pt x="273331" y="13665"/>
                  <a:pt x="314325" y="0"/>
                </a:cubicBezTo>
                <a:cubicBezTo>
                  <a:pt x="368300" y="3175"/>
                  <a:pt x="422450" y="4145"/>
                  <a:pt x="476250" y="9525"/>
                </a:cubicBezTo>
                <a:cubicBezTo>
                  <a:pt x="486240" y="10524"/>
                  <a:pt x="497725" y="11950"/>
                  <a:pt x="504825" y="19050"/>
                </a:cubicBezTo>
                <a:cubicBezTo>
                  <a:pt x="511925" y="26150"/>
                  <a:pt x="508781" y="39271"/>
                  <a:pt x="514350" y="47625"/>
                </a:cubicBezTo>
                <a:cubicBezTo>
                  <a:pt x="521822" y="58833"/>
                  <a:pt x="533400" y="66675"/>
                  <a:pt x="542925" y="76200"/>
                </a:cubicBezTo>
                <a:cubicBezTo>
                  <a:pt x="539750" y="104775"/>
                  <a:pt x="538127" y="133565"/>
                  <a:pt x="533400" y="161925"/>
                </a:cubicBezTo>
                <a:cubicBezTo>
                  <a:pt x="531749" y="171829"/>
                  <a:pt x="530147" y="182660"/>
                  <a:pt x="523875" y="190500"/>
                </a:cubicBezTo>
                <a:cubicBezTo>
                  <a:pt x="516724" y="199439"/>
                  <a:pt x="504825" y="203200"/>
                  <a:pt x="495300" y="209550"/>
                </a:cubicBezTo>
                <a:cubicBezTo>
                  <a:pt x="488950" y="219075"/>
                  <a:pt x="484345" y="230030"/>
                  <a:pt x="476250" y="238125"/>
                </a:cubicBezTo>
                <a:cubicBezTo>
                  <a:pt x="448953" y="265422"/>
                  <a:pt x="450088" y="251206"/>
                  <a:pt x="419100" y="266700"/>
                </a:cubicBezTo>
                <a:cubicBezTo>
                  <a:pt x="408861" y="271820"/>
                  <a:pt x="399319" y="278421"/>
                  <a:pt x="390525" y="285750"/>
                </a:cubicBezTo>
                <a:cubicBezTo>
                  <a:pt x="380177" y="294374"/>
                  <a:pt x="373158" y="306853"/>
                  <a:pt x="361950" y="314325"/>
                </a:cubicBezTo>
                <a:cubicBezTo>
                  <a:pt x="353596" y="319894"/>
                  <a:pt x="342152" y="318974"/>
                  <a:pt x="333375" y="323850"/>
                </a:cubicBezTo>
                <a:cubicBezTo>
                  <a:pt x="313361" y="334969"/>
                  <a:pt x="297945" y="354710"/>
                  <a:pt x="276225" y="361950"/>
                </a:cubicBezTo>
                <a:cubicBezTo>
                  <a:pt x="204401" y="385891"/>
                  <a:pt x="292933" y="353596"/>
                  <a:pt x="219075" y="390525"/>
                </a:cubicBezTo>
                <a:cubicBezTo>
                  <a:pt x="210095" y="395015"/>
                  <a:pt x="200025" y="396875"/>
                  <a:pt x="190500" y="400050"/>
                </a:cubicBezTo>
                <a:cubicBezTo>
                  <a:pt x="180975" y="409575"/>
                  <a:pt x="173133" y="421153"/>
                  <a:pt x="161925" y="428625"/>
                </a:cubicBezTo>
                <a:cubicBezTo>
                  <a:pt x="153571" y="434194"/>
                  <a:pt x="142330" y="433660"/>
                  <a:pt x="133350" y="438150"/>
                </a:cubicBezTo>
                <a:cubicBezTo>
                  <a:pt x="123111" y="443270"/>
                  <a:pt x="114300" y="450850"/>
                  <a:pt x="104775" y="457200"/>
                </a:cubicBezTo>
                <a:cubicBezTo>
                  <a:pt x="86772" y="452699"/>
                  <a:pt x="50281" y="448115"/>
                  <a:pt x="38100" y="428625"/>
                </a:cubicBezTo>
                <a:cubicBezTo>
                  <a:pt x="27457" y="411597"/>
                  <a:pt x="30189" y="388183"/>
                  <a:pt x="19050" y="371475"/>
                </a:cubicBezTo>
                <a:lnTo>
                  <a:pt x="0" y="342900"/>
                </a:lnTo>
                <a:cubicBezTo>
                  <a:pt x="10119" y="180994"/>
                  <a:pt x="15875" y="200025"/>
                  <a:pt x="19050" y="171450"/>
                </a:cubicBezTo>
                <a:close/>
              </a:path>
            </a:pathLst>
          </a:custGeom>
          <a:solidFill>
            <a:schemeClr val="accent1">
              <a:alpha val="14509"/>
            </a:schemeClr>
          </a:solidFill>
          <a:ln w="9525" cap="flat" cmpd="sng">
            <a:solidFill>
              <a:schemeClr val="dk1">
                <a:alpha val="5725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98" name="Google Shape;798;p12"/>
          <p:cNvSpPr/>
          <p:nvPr/>
        </p:nvSpPr>
        <p:spPr>
          <a:xfrm>
            <a:off x="2133600" y="3513636"/>
            <a:ext cx="386043" cy="220164"/>
          </a:xfrm>
          <a:custGeom>
            <a:avLst/>
            <a:gdLst/>
            <a:ahLst/>
            <a:cxnLst/>
            <a:rect l="l" t="t" r="r" b="b"/>
            <a:pathLst>
              <a:path w="347943" h="143964" extrusionOk="0">
                <a:moveTo>
                  <a:pt x="0" y="10614"/>
                </a:moveTo>
                <a:lnTo>
                  <a:pt x="0" y="10614"/>
                </a:lnTo>
                <a:cubicBezTo>
                  <a:pt x="54722" y="14262"/>
                  <a:pt x="196475" y="22920"/>
                  <a:pt x="257175" y="29664"/>
                </a:cubicBezTo>
                <a:cubicBezTo>
                  <a:pt x="276370" y="31797"/>
                  <a:pt x="295275" y="36014"/>
                  <a:pt x="314325" y="39189"/>
                </a:cubicBezTo>
                <a:cubicBezTo>
                  <a:pt x="323850" y="45539"/>
                  <a:pt x="339755" y="47232"/>
                  <a:pt x="342900" y="58239"/>
                </a:cubicBezTo>
                <a:cubicBezTo>
                  <a:pt x="347943" y="75890"/>
                  <a:pt x="330466" y="121526"/>
                  <a:pt x="314325" y="134439"/>
                </a:cubicBezTo>
                <a:cubicBezTo>
                  <a:pt x="306485" y="140711"/>
                  <a:pt x="295275" y="140789"/>
                  <a:pt x="285750" y="143964"/>
                </a:cubicBezTo>
                <a:cubicBezTo>
                  <a:pt x="260350" y="140789"/>
                  <a:pt x="234735" y="139018"/>
                  <a:pt x="209550" y="134439"/>
                </a:cubicBezTo>
                <a:cubicBezTo>
                  <a:pt x="199672" y="132643"/>
                  <a:pt x="190853" y="126710"/>
                  <a:pt x="180975" y="124914"/>
                </a:cubicBezTo>
                <a:cubicBezTo>
                  <a:pt x="155790" y="120335"/>
                  <a:pt x="130115" y="119009"/>
                  <a:pt x="104775" y="115389"/>
                </a:cubicBezTo>
                <a:cubicBezTo>
                  <a:pt x="85656" y="112658"/>
                  <a:pt x="66675" y="109039"/>
                  <a:pt x="47625" y="105864"/>
                </a:cubicBezTo>
                <a:cubicBezTo>
                  <a:pt x="37993" y="91417"/>
                  <a:pt x="19050" y="68432"/>
                  <a:pt x="19050" y="48714"/>
                </a:cubicBezTo>
                <a:cubicBezTo>
                  <a:pt x="19050" y="26060"/>
                  <a:pt x="35209" y="6574"/>
                  <a:pt x="57150" y="1089"/>
                </a:cubicBezTo>
                <a:cubicBezTo>
                  <a:pt x="61506" y="0"/>
                  <a:pt x="63500" y="7439"/>
                  <a:pt x="66675" y="10614"/>
                </a:cubicBezTo>
                <a:lnTo>
                  <a:pt x="66675" y="20139"/>
                </a:lnTo>
              </a:path>
            </a:pathLst>
          </a:custGeom>
          <a:solidFill>
            <a:schemeClr val="accent1">
              <a:alpha val="14509"/>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799" name="Google Shape;799;p12"/>
          <p:cNvSpPr/>
          <p:nvPr/>
        </p:nvSpPr>
        <p:spPr>
          <a:xfrm>
            <a:off x="2362200" y="3380860"/>
            <a:ext cx="338304" cy="200540"/>
          </a:xfrm>
          <a:custGeom>
            <a:avLst/>
            <a:gdLst/>
            <a:ahLst/>
            <a:cxnLst/>
            <a:rect l="l" t="t" r="r" b="b"/>
            <a:pathLst>
              <a:path w="307444" h="124340" extrusionOk="0">
                <a:moveTo>
                  <a:pt x="16765" y="19565"/>
                </a:moveTo>
                <a:lnTo>
                  <a:pt x="16765" y="19565"/>
                </a:lnTo>
                <a:cubicBezTo>
                  <a:pt x="83440" y="22740"/>
                  <a:pt x="150448" y="21719"/>
                  <a:pt x="216790" y="29090"/>
                </a:cubicBezTo>
                <a:cubicBezTo>
                  <a:pt x="236748" y="31308"/>
                  <a:pt x="273940" y="48140"/>
                  <a:pt x="273940" y="48140"/>
                </a:cubicBezTo>
                <a:cubicBezTo>
                  <a:pt x="277951" y="54157"/>
                  <a:pt x="307444" y="92967"/>
                  <a:pt x="302515" y="105290"/>
                </a:cubicBezTo>
                <a:cubicBezTo>
                  <a:pt x="298263" y="115919"/>
                  <a:pt x="283465" y="117990"/>
                  <a:pt x="273940" y="124340"/>
                </a:cubicBezTo>
                <a:cubicBezTo>
                  <a:pt x="245365" y="121165"/>
                  <a:pt x="216575" y="119542"/>
                  <a:pt x="188215" y="114815"/>
                </a:cubicBezTo>
                <a:cubicBezTo>
                  <a:pt x="178311" y="113164"/>
                  <a:pt x="169579" y="106710"/>
                  <a:pt x="159640" y="105290"/>
                </a:cubicBezTo>
                <a:cubicBezTo>
                  <a:pt x="124923" y="100330"/>
                  <a:pt x="89790" y="98940"/>
                  <a:pt x="54865" y="95765"/>
                </a:cubicBezTo>
                <a:cubicBezTo>
                  <a:pt x="42165" y="92590"/>
                  <a:pt x="26987" y="94418"/>
                  <a:pt x="16765" y="86240"/>
                </a:cubicBezTo>
                <a:cubicBezTo>
                  <a:pt x="0" y="72828"/>
                  <a:pt x="8847" y="31442"/>
                  <a:pt x="16765" y="19565"/>
                </a:cubicBezTo>
                <a:cubicBezTo>
                  <a:pt x="23115" y="10040"/>
                  <a:pt x="35815" y="6865"/>
                  <a:pt x="45340" y="515"/>
                </a:cubicBezTo>
                <a:cubicBezTo>
                  <a:pt x="76927" y="11044"/>
                  <a:pt x="73915" y="0"/>
                  <a:pt x="73915" y="19565"/>
                </a:cubicBezTo>
                <a:lnTo>
                  <a:pt x="73915" y="19565"/>
                </a:lnTo>
              </a:path>
            </a:pathLst>
          </a:custGeom>
          <a:solidFill>
            <a:schemeClr val="accent1">
              <a:alpha val="14509"/>
            </a:schemeClr>
          </a:solidFill>
          <a:ln w="9525" cap="flat" cmpd="sng">
            <a:solidFill>
              <a:schemeClr val="dk1">
                <a:alpha val="5725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00" name="Google Shape;800;p12"/>
          <p:cNvSpPr/>
          <p:nvPr/>
        </p:nvSpPr>
        <p:spPr>
          <a:xfrm>
            <a:off x="2962460" y="2886854"/>
            <a:ext cx="489468" cy="590826"/>
          </a:xfrm>
          <a:custGeom>
            <a:avLst/>
            <a:gdLst/>
            <a:ahLst/>
            <a:cxnLst/>
            <a:rect l="l" t="t" r="r" b="b"/>
            <a:pathLst>
              <a:path w="489468" h="590826" extrusionOk="0">
                <a:moveTo>
                  <a:pt x="76304" y="96491"/>
                </a:moveTo>
                <a:lnTo>
                  <a:pt x="76304" y="96491"/>
                </a:lnTo>
                <a:cubicBezTo>
                  <a:pt x="67068" y="121121"/>
                  <a:pt x="57442" y="145609"/>
                  <a:pt x="48595" y="170382"/>
                </a:cubicBezTo>
                <a:cubicBezTo>
                  <a:pt x="42046" y="188720"/>
                  <a:pt x="30122" y="225801"/>
                  <a:pt x="30122" y="225801"/>
                </a:cubicBezTo>
                <a:cubicBezTo>
                  <a:pt x="27043" y="253510"/>
                  <a:pt x="24570" y="281293"/>
                  <a:pt x="20885" y="308928"/>
                </a:cubicBezTo>
                <a:cubicBezTo>
                  <a:pt x="12485" y="371926"/>
                  <a:pt x="0" y="383614"/>
                  <a:pt x="20885" y="456710"/>
                </a:cubicBezTo>
                <a:cubicBezTo>
                  <a:pt x="28972" y="485012"/>
                  <a:pt x="54740" y="497752"/>
                  <a:pt x="76304" y="512128"/>
                </a:cubicBezTo>
                <a:cubicBezTo>
                  <a:pt x="82461" y="521364"/>
                  <a:pt x="86108" y="532903"/>
                  <a:pt x="94776" y="539837"/>
                </a:cubicBezTo>
                <a:cubicBezTo>
                  <a:pt x="158512" y="590826"/>
                  <a:pt x="88015" y="497369"/>
                  <a:pt x="140958" y="576782"/>
                </a:cubicBezTo>
                <a:cubicBezTo>
                  <a:pt x="171746" y="573703"/>
                  <a:pt x="202910" y="573248"/>
                  <a:pt x="233322" y="567546"/>
                </a:cubicBezTo>
                <a:cubicBezTo>
                  <a:pt x="252460" y="563958"/>
                  <a:pt x="270267" y="555231"/>
                  <a:pt x="288740" y="549073"/>
                </a:cubicBezTo>
                <a:lnTo>
                  <a:pt x="316449" y="539837"/>
                </a:lnTo>
                <a:cubicBezTo>
                  <a:pt x="359984" y="474535"/>
                  <a:pt x="303128" y="553158"/>
                  <a:pt x="371867" y="484419"/>
                </a:cubicBezTo>
                <a:cubicBezTo>
                  <a:pt x="379716" y="476570"/>
                  <a:pt x="384182" y="465946"/>
                  <a:pt x="390340" y="456710"/>
                </a:cubicBezTo>
                <a:cubicBezTo>
                  <a:pt x="393419" y="447474"/>
                  <a:pt x="394848" y="437512"/>
                  <a:pt x="399576" y="429001"/>
                </a:cubicBezTo>
                <a:cubicBezTo>
                  <a:pt x="410358" y="409593"/>
                  <a:pt x="436522" y="373582"/>
                  <a:pt x="436522" y="373582"/>
                </a:cubicBezTo>
                <a:cubicBezTo>
                  <a:pt x="454177" y="320614"/>
                  <a:pt x="438277" y="372134"/>
                  <a:pt x="454995" y="299691"/>
                </a:cubicBezTo>
                <a:cubicBezTo>
                  <a:pt x="460704" y="274953"/>
                  <a:pt x="467310" y="250431"/>
                  <a:pt x="473467" y="225801"/>
                </a:cubicBezTo>
                <a:lnTo>
                  <a:pt x="482704" y="188855"/>
                </a:lnTo>
                <a:cubicBezTo>
                  <a:pt x="479625" y="142673"/>
                  <a:pt x="489468" y="93740"/>
                  <a:pt x="473467" y="50310"/>
                </a:cubicBezTo>
                <a:cubicBezTo>
                  <a:pt x="465792" y="29477"/>
                  <a:pt x="418049" y="13364"/>
                  <a:pt x="418049" y="13364"/>
                </a:cubicBezTo>
                <a:cubicBezTo>
                  <a:pt x="411891" y="22600"/>
                  <a:pt x="404084" y="30929"/>
                  <a:pt x="399576" y="41073"/>
                </a:cubicBezTo>
                <a:cubicBezTo>
                  <a:pt x="391668" y="58867"/>
                  <a:pt x="381104" y="96491"/>
                  <a:pt x="381104" y="96491"/>
                </a:cubicBezTo>
                <a:cubicBezTo>
                  <a:pt x="378025" y="74940"/>
                  <a:pt x="383943" y="49951"/>
                  <a:pt x="371867" y="31837"/>
                </a:cubicBezTo>
                <a:cubicBezTo>
                  <a:pt x="366466" y="23736"/>
                  <a:pt x="352866" y="36719"/>
                  <a:pt x="344158" y="41073"/>
                </a:cubicBezTo>
                <a:cubicBezTo>
                  <a:pt x="334229" y="46037"/>
                  <a:pt x="325685" y="53388"/>
                  <a:pt x="316449" y="59546"/>
                </a:cubicBezTo>
                <a:cubicBezTo>
                  <a:pt x="292435" y="131590"/>
                  <a:pt x="327532" y="44767"/>
                  <a:pt x="288740" y="31837"/>
                </a:cubicBezTo>
                <a:lnTo>
                  <a:pt x="261031" y="22601"/>
                </a:lnTo>
                <a:cubicBezTo>
                  <a:pt x="254873" y="31837"/>
                  <a:pt x="247067" y="40166"/>
                  <a:pt x="242558" y="50310"/>
                </a:cubicBezTo>
                <a:cubicBezTo>
                  <a:pt x="234650" y="68104"/>
                  <a:pt x="224085" y="105728"/>
                  <a:pt x="224085" y="105728"/>
                </a:cubicBezTo>
                <a:cubicBezTo>
                  <a:pt x="214849" y="102649"/>
                  <a:pt x="203260" y="103375"/>
                  <a:pt x="196376" y="96491"/>
                </a:cubicBezTo>
                <a:cubicBezTo>
                  <a:pt x="189492" y="89607"/>
                  <a:pt x="191494" y="77490"/>
                  <a:pt x="187140" y="68782"/>
                </a:cubicBezTo>
                <a:cubicBezTo>
                  <a:pt x="182176" y="58853"/>
                  <a:pt x="174825" y="50309"/>
                  <a:pt x="168667" y="41073"/>
                </a:cubicBezTo>
                <a:cubicBezTo>
                  <a:pt x="159431" y="44152"/>
                  <a:pt x="147842" y="43426"/>
                  <a:pt x="140958" y="50310"/>
                </a:cubicBezTo>
                <a:cubicBezTo>
                  <a:pt x="134074" y="57194"/>
                  <a:pt x="138606" y="84903"/>
                  <a:pt x="131722" y="78019"/>
                </a:cubicBezTo>
                <a:cubicBezTo>
                  <a:pt x="53703" y="0"/>
                  <a:pt x="178850" y="50625"/>
                  <a:pt x="94776" y="22601"/>
                </a:cubicBezTo>
                <a:lnTo>
                  <a:pt x="76304" y="78019"/>
                </a:lnTo>
                <a:lnTo>
                  <a:pt x="76304" y="96491"/>
                </a:lnTo>
                <a:close/>
              </a:path>
            </a:pathLst>
          </a:custGeom>
          <a:solidFill>
            <a:schemeClr val="accent1">
              <a:alpha val="14509"/>
            </a:schemeClr>
          </a:solidFill>
          <a:ln w="9525" cap="flat" cmpd="sng">
            <a:solidFill>
              <a:schemeClr val="dk1">
                <a:alpha val="5725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01" name="Google Shape;801;p12"/>
          <p:cNvSpPr/>
          <p:nvPr/>
        </p:nvSpPr>
        <p:spPr>
          <a:xfrm>
            <a:off x="628073" y="3196001"/>
            <a:ext cx="454446" cy="699455"/>
          </a:xfrm>
          <a:custGeom>
            <a:avLst/>
            <a:gdLst/>
            <a:ahLst/>
            <a:cxnLst/>
            <a:rect l="l" t="t" r="r" b="b"/>
            <a:pathLst>
              <a:path w="454446" h="699455" extrusionOk="0">
                <a:moveTo>
                  <a:pt x="314036" y="82908"/>
                </a:moveTo>
                <a:lnTo>
                  <a:pt x="314036" y="82908"/>
                </a:lnTo>
                <a:cubicBezTo>
                  <a:pt x="197821" y="268852"/>
                  <a:pt x="316774" y="90850"/>
                  <a:pt x="240145" y="184508"/>
                </a:cubicBezTo>
                <a:cubicBezTo>
                  <a:pt x="220649" y="208337"/>
                  <a:pt x="184727" y="258399"/>
                  <a:pt x="184727" y="258399"/>
                </a:cubicBezTo>
                <a:cubicBezTo>
                  <a:pt x="181648" y="267635"/>
                  <a:pt x="180321" y="277655"/>
                  <a:pt x="175491" y="286108"/>
                </a:cubicBezTo>
                <a:cubicBezTo>
                  <a:pt x="159691" y="313758"/>
                  <a:pt x="141912" y="328924"/>
                  <a:pt x="120072" y="350763"/>
                </a:cubicBezTo>
                <a:cubicBezTo>
                  <a:pt x="78163" y="434583"/>
                  <a:pt x="106040" y="409379"/>
                  <a:pt x="55418" y="443126"/>
                </a:cubicBezTo>
                <a:cubicBezTo>
                  <a:pt x="43103" y="461599"/>
                  <a:pt x="25492" y="477482"/>
                  <a:pt x="18472" y="498544"/>
                </a:cubicBezTo>
                <a:lnTo>
                  <a:pt x="0" y="553963"/>
                </a:lnTo>
                <a:cubicBezTo>
                  <a:pt x="3079" y="578593"/>
                  <a:pt x="4796" y="603432"/>
                  <a:pt x="9236" y="627854"/>
                </a:cubicBezTo>
                <a:cubicBezTo>
                  <a:pt x="10978" y="637433"/>
                  <a:pt x="10549" y="649904"/>
                  <a:pt x="18472" y="655563"/>
                </a:cubicBezTo>
                <a:cubicBezTo>
                  <a:pt x="34317" y="666881"/>
                  <a:pt x="73891" y="674035"/>
                  <a:pt x="73891" y="674035"/>
                </a:cubicBezTo>
                <a:cubicBezTo>
                  <a:pt x="222338" y="660540"/>
                  <a:pt x="154413" y="699455"/>
                  <a:pt x="184727" y="618617"/>
                </a:cubicBezTo>
                <a:cubicBezTo>
                  <a:pt x="188625" y="608223"/>
                  <a:pt x="197042" y="600144"/>
                  <a:pt x="203200" y="590908"/>
                </a:cubicBezTo>
                <a:cubicBezTo>
                  <a:pt x="217159" y="535070"/>
                  <a:pt x="208421" y="566009"/>
                  <a:pt x="230909" y="498544"/>
                </a:cubicBezTo>
                <a:cubicBezTo>
                  <a:pt x="230911" y="498539"/>
                  <a:pt x="249379" y="443130"/>
                  <a:pt x="249382" y="443126"/>
                </a:cubicBezTo>
                <a:cubicBezTo>
                  <a:pt x="294393" y="375607"/>
                  <a:pt x="239445" y="460514"/>
                  <a:pt x="286327" y="378472"/>
                </a:cubicBezTo>
                <a:cubicBezTo>
                  <a:pt x="291835" y="368834"/>
                  <a:pt x="298642" y="359999"/>
                  <a:pt x="304800" y="350763"/>
                </a:cubicBezTo>
                <a:cubicBezTo>
                  <a:pt x="312312" y="328226"/>
                  <a:pt x="314604" y="313249"/>
                  <a:pt x="332509" y="295344"/>
                </a:cubicBezTo>
                <a:cubicBezTo>
                  <a:pt x="340358" y="287495"/>
                  <a:pt x="350982" y="283029"/>
                  <a:pt x="360218" y="276872"/>
                </a:cubicBezTo>
                <a:cubicBezTo>
                  <a:pt x="363297" y="267636"/>
                  <a:pt x="364726" y="257674"/>
                  <a:pt x="369454" y="249163"/>
                </a:cubicBezTo>
                <a:cubicBezTo>
                  <a:pt x="380236" y="229755"/>
                  <a:pt x="406400" y="193744"/>
                  <a:pt x="406400" y="193744"/>
                </a:cubicBezTo>
                <a:cubicBezTo>
                  <a:pt x="409479" y="184508"/>
                  <a:pt x="411282" y="174743"/>
                  <a:pt x="415636" y="166035"/>
                </a:cubicBezTo>
                <a:cubicBezTo>
                  <a:pt x="420600" y="156106"/>
                  <a:pt x="429600" y="148470"/>
                  <a:pt x="434109" y="138326"/>
                </a:cubicBezTo>
                <a:cubicBezTo>
                  <a:pt x="442017" y="120532"/>
                  <a:pt x="452582" y="82908"/>
                  <a:pt x="452582" y="82908"/>
                </a:cubicBezTo>
                <a:cubicBezTo>
                  <a:pt x="449503" y="67514"/>
                  <a:pt x="454446" y="47827"/>
                  <a:pt x="443345" y="36726"/>
                </a:cubicBezTo>
                <a:cubicBezTo>
                  <a:pt x="425500" y="18882"/>
                  <a:pt x="397783" y="72742"/>
                  <a:pt x="397163" y="73672"/>
                </a:cubicBezTo>
                <a:cubicBezTo>
                  <a:pt x="394084" y="64436"/>
                  <a:pt x="394811" y="52847"/>
                  <a:pt x="387927" y="45963"/>
                </a:cubicBezTo>
                <a:cubicBezTo>
                  <a:pt x="341965" y="0"/>
                  <a:pt x="362857" y="88625"/>
                  <a:pt x="341745" y="92144"/>
                </a:cubicBezTo>
                <a:lnTo>
                  <a:pt x="286327" y="101381"/>
                </a:lnTo>
                <a:cubicBezTo>
                  <a:pt x="280169" y="110617"/>
                  <a:pt x="272818" y="119161"/>
                  <a:pt x="267854" y="129090"/>
                </a:cubicBezTo>
                <a:cubicBezTo>
                  <a:pt x="263500" y="137798"/>
                  <a:pt x="264018" y="148698"/>
                  <a:pt x="258618" y="156799"/>
                </a:cubicBezTo>
                <a:cubicBezTo>
                  <a:pt x="256910" y="159361"/>
                  <a:pt x="252461" y="156799"/>
                  <a:pt x="249382" y="156799"/>
                </a:cubicBezTo>
                <a:lnTo>
                  <a:pt x="249382" y="156799"/>
                </a:lnTo>
              </a:path>
            </a:pathLst>
          </a:custGeom>
          <a:solidFill>
            <a:schemeClr val="accent1">
              <a:alpha val="14509"/>
            </a:schemeClr>
          </a:solidFill>
          <a:ln w="9525" cap="flat" cmpd="sng">
            <a:solidFill>
              <a:schemeClr val="dk1">
                <a:alpha val="5725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02" name="Google Shape;802;p12"/>
          <p:cNvSpPr/>
          <p:nvPr/>
        </p:nvSpPr>
        <p:spPr>
          <a:xfrm>
            <a:off x="2675298" y="1939636"/>
            <a:ext cx="1500383" cy="1736437"/>
          </a:xfrm>
          <a:custGeom>
            <a:avLst/>
            <a:gdLst/>
            <a:ahLst/>
            <a:cxnLst/>
            <a:rect l="l" t="t" r="r" b="b"/>
            <a:pathLst>
              <a:path w="1500383" h="1736437" extrusionOk="0">
                <a:moveTo>
                  <a:pt x="280338" y="230909"/>
                </a:moveTo>
                <a:lnTo>
                  <a:pt x="280338" y="230909"/>
                </a:lnTo>
                <a:cubicBezTo>
                  <a:pt x="296705" y="223635"/>
                  <a:pt x="372372" y="191513"/>
                  <a:pt x="400411" y="175491"/>
                </a:cubicBezTo>
                <a:cubicBezTo>
                  <a:pt x="410049" y="169984"/>
                  <a:pt x="417726" y="160917"/>
                  <a:pt x="428120" y="157019"/>
                </a:cubicBezTo>
                <a:cubicBezTo>
                  <a:pt x="442819" y="151507"/>
                  <a:pt x="459072" y="151590"/>
                  <a:pt x="474302" y="147782"/>
                </a:cubicBezTo>
                <a:cubicBezTo>
                  <a:pt x="483747" y="145421"/>
                  <a:pt x="492775" y="141625"/>
                  <a:pt x="502011" y="138546"/>
                </a:cubicBezTo>
                <a:cubicBezTo>
                  <a:pt x="511247" y="132388"/>
                  <a:pt x="519576" y="124582"/>
                  <a:pt x="529720" y="120073"/>
                </a:cubicBezTo>
                <a:cubicBezTo>
                  <a:pt x="547514" y="112165"/>
                  <a:pt x="566665" y="107758"/>
                  <a:pt x="585138" y="101600"/>
                </a:cubicBezTo>
                <a:lnTo>
                  <a:pt x="668266" y="73891"/>
                </a:lnTo>
                <a:cubicBezTo>
                  <a:pt x="677502" y="70812"/>
                  <a:pt x="687267" y="69009"/>
                  <a:pt x="695975" y="64655"/>
                </a:cubicBezTo>
                <a:cubicBezTo>
                  <a:pt x="708290" y="58497"/>
                  <a:pt x="720028" y="51016"/>
                  <a:pt x="732920" y="46182"/>
                </a:cubicBezTo>
                <a:cubicBezTo>
                  <a:pt x="744806" y="41725"/>
                  <a:pt x="757707" y="40594"/>
                  <a:pt x="769866" y="36946"/>
                </a:cubicBezTo>
                <a:cubicBezTo>
                  <a:pt x="788517" y="31351"/>
                  <a:pt x="806811" y="24631"/>
                  <a:pt x="825284" y="18473"/>
                </a:cubicBezTo>
                <a:cubicBezTo>
                  <a:pt x="834520" y="15394"/>
                  <a:pt x="843548" y="11598"/>
                  <a:pt x="852993" y="9237"/>
                </a:cubicBezTo>
                <a:lnTo>
                  <a:pt x="889938" y="0"/>
                </a:lnTo>
                <a:cubicBezTo>
                  <a:pt x="929962" y="6158"/>
                  <a:pt x="971594" y="5667"/>
                  <a:pt x="1010011" y="18473"/>
                </a:cubicBezTo>
                <a:cubicBezTo>
                  <a:pt x="1020542" y="21983"/>
                  <a:pt x="1019071" y="40299"/>
                  <a:pt x="1028484" y="46182"/>
                </a:cubicBezTo>
                <a:cubicBezTo>
                  <a:pt x="1044996" y="56502"/>
                  <a:pt x="1083902" y="64655"/>
                  <a:pt x="1083902" y="64655"/>
                </a:cubicBezTo>
                <a:cubicBezTo>
                  <a:pt x="1093138" y="70813"/>
                  <a:pt x="1101467" y="78620"/>
                  <a:pt x="1111611" y="83128"/>
                </a:cubicBezTo>
                <a:cubicBezTo>
                  <a:pt x="1170466" y="109286"/>
                  <a:pt x="1188837" y="102997"/>
                  <a:pt x="1259393" y="110837"/>
                </a:cubicBezTo>
                <a:cubicBezTo>
                  <a:pt x="1284063" y="113578"/>
                  <a:pt x="1308654" y="116994"/>
                  <a:pt x="1333284" y="120073"/>
                </a:cubicBezTo>
                <a:cubicBezTo>
                  <a:pt x="1416620" y="140907"/>
                  <a:pt x="1383089" y="130518"/>
                  <a:pt x="1434884" y="147782"/>
                </a:cubicBezTo>
                <a:cubicBezTo>
                  <a:pt x="1444120" y="153940"/>
                  <a:pt x="1452664" y="161291"/>
                  <a:pt x="1462593" y="166255"/>
                </a:cubicBezTo>
                <a:cubicBezTo>
                  <a:pt x="1471301" y="170609"/>
                  <a:pt x="1486348" y="166594"/>
                  <a:pt x="1490302" y="175491"/>
                </a:cubicBezTo>
                <a:cubicBezTo>
                  <a:pt x="1500383" y="198174"/>
                  <a:pt x="1496459" y="224752"/>
                  <a:pt x="1499538" y="249382"/>
                </a:cubicBezTo>
                <a:cubicBezTo>
                  <a:pt x="1496459" y="314037"/>
                  <a:pt x="1496537" y="378919"/>
                  <a:pt x="1490302" y="443346"/>
                </a:cubicBezTo>
                <a:cubicBezTo>
                  <a:pt x="1487278" y="474597"/>
                  <a:pt x="1475723" y="504554"/>
                  <a:pt x="1471829" y="535709"/>
                </a:cubicBezTo>
                <a:cubicBezTo>
                  <a:pt x="1468750" y="560339"/>
                  <a:pt x="1467167" y="585203"/>
                  <a:pt x="1462593" y="609600"/>
                </a:cubicBezTo>
                <a:cubicBezTo>
                  <a:pt x="1457914" y="634554"/>
                  <a:pt x="1447710" y="658358"/>
                  <a:pt x="1444120" y="683491"/>
                </a:cubicBezTo>
                <a:cubicBezTo>
                  <a:pt x="1433507" y="757784"/>
                  <a:pt x="1441769" y="727493"/>
                  <a:pt x="1425647" y="775855"/>
                </a:cubicBezTo>
                <a:cubicBezTo>
                  <a:pt x="1419638" y="980183"/>
                  <a:pt x="1422016" y="1048526"/>
                  <a:pt x="1407175" y="1219200"/>
                </a:cubicBezTo>
                <a:cubicBezTo>
                  <a:pt x="1404760" y="1246975"/>
                  <a:pt x="1402521" y="1274827"/>
                  <a:pt x="1397938" y="1302328"/>
                </a:cubicBezTo>
                <a:cubicBezTo>
                  <a:pt x="1396337" y="1311931"/>
                  <a:pt x="1391377" y="1320676"/>
                  <a:pt x="1388702" y="1330037"/>
                </a:cubicBezTo>
                <a:cubicBezTo>
                  <a:pt x="1385215" y="1342243"/>
                  <a:pt x="1383114" y="1354823"/>
                  <a:pt x="1379466" y="1366982"/>
                </a:cubicBezTo>
                <a:cubicBezTo>
                  <a:pt x="1373871" y="1385633"/>
                  <a:pt x="1364812" y="1403306"/>
                  <a:pt x="1360993" y="1422400"/>
                </a:cubicBezTo>
                <a:cubicBezTo>
                  <a:pt x="1357914" y="1437794"/>
                  <a:pt x="1355565" y="1453352"/>
                  <a:pt x="1351757" y="1468582"/>
                </a:cubicBezTo>
                <a:cubicBezTo>
                  <a:pt x="1349396" y="1478027"/>
                  <a:pt x="1352024" y="1494179"/>
                  <a:pt x="1342520" y="1496291"/>
                </a:cubicBezTo>
                <a:cubicBezTo>
                  <a:pt x="1291339" y="1507665"/>
                  <a:pt x="1237841" y="1502449"/>
                  <a:pt x="1185502" y="1505528"/>
                </a:cubicBezTo>
                <a:cubicBezTo>
                  <a:pt x="1163950" y="1508607"/>
                  <a:pt x="1142321" y="1511185"/>
                  <a:pt x="1120847" y="1514764"/>
                </a:cubicBezTo>
                <a:cubicBezTo>
                  <a:pt x="1105362" y="1517345"/>
                  <a:pt x="1090227" y="1521925"/>
                  <a:pt x="1074666" y="1524000"/>
                </a:cubicBezTo>
                <a:cubicBezTo>
                  <a:pt x="1043996" y="1528089"/>
                  <a:pt x="1013090" y="1530158"/>
                  <a:pt x="982302" y="1533237"/>
                </a:cubicBezTo>
                <a:cubicBezTo>
                  <a:pt x="973066" y="1536316"/>
                  <a:pt x="964097" y="1540361"/>
                  <a:pt x="954593" y="1542473"/>
                </a:cubicBezTo>
                <a:cubicBezTo>
                  <a:pt x="872931" y="1560619"/>
                  <a:pt x="926645" y="1542541"/>
                  <a:pt x="862229" y="1560946"/>
                </a:cubicBezTo>
                <a:cubicBezTo>
                  <a:pt x="852868" y="1563621"/>
                  <a:pt x="843881" y="1567507"/>
                  <a:pt x="834520" y="1570182"/>
                </a:cubicBezTo>
                <a:cubicBezTo>
                  <a:pt x="822314" y="1573669"/>
                  <a:pt x="809461" y="1574962"/>
                  <a:pt x="797575" y="1579419"/>
                </a:cubicBezTo>
                <a:cubicBezTo>
                  <a:pt x="784683" y="1584254"/>
                  <a:pt x="773285" y="1592467"/>
                  <a:pt x="760629" y="1597891"/>
                </a:cubicBezTo>
                <a:cubicBezTo>
                  <a:pt x="751680" y="1601726"/>
                  <a:pt x="742156" y="1604049"/>
                  <a:pt x="732920" y="1607128"/>
                </a:cubicBezTo>
                <a:cubicBezTo>
                  <a:pt x="703645" y="1651039"/>
                  <a:pt x="724979" y="1631326"/>
                  <a:pt x="659029" y="1653309"/>
                </a:cubicBezTo>
                <a:lnTo>
                  <a:pt x="575902" y="1681019"/>
                </a:lnTo>
                <a:cubicBezTo>
                  <a:pt x="566666" y="1684098"/>
                  <a:pt x="557638" y="1687894"/>
                  <a:pt x="548193" y="1690255"/>
                </a:cubicBezTo>
                <a:cubicBezTo>
                  <a:pt x="535878" y="1693334"/>
                  <a:pt x="523453" y="1696004"/>
                  <a:pt x="511247" y="1699491"/>
                </a:cubicBezTo>
                <a:cubicBezTo>
                  <a:pt x="501886" y="1702166"/>
                  <a:pt x="493042" y="1706616"/>
                  <a:pt x="483538" y="1708728"/>
                </a:cubicBezTo>
                <a:cubicBezTo>
                  <a:pt x="465257" y="1712791"/>
                  <a:pt x="446288" y="1713422"/>
                  <a:pt x="428120" y="1717964"/>
                </a:cubicBezTo>
                <a:cubicBezTo>
                  <a:pt x="409229" y="1722687"/>
                  <a:pt x="372702" y="1736437"/>
                  <a:pt x="372702" y="1736437"/>
                </a:cubicBezTo>
                <a:cubicBezTo>
                  <a:pt x="329599" y="1671782"/>
                  <a:pt x="354230" y="1693334"/>
                  <a:pt x="308047" y="1662546"/>
                </a:cubicBezTo>
                <a:cubicBezTo>
                  <a:pt x="301890" y="1653310"/>
                  <a:pt x="297424" y="1642686"/>
                  <a:pt x="289575" y="1634837"/>
                </a:cubicBezTo>
                <a:cubicBezTo>
                  <a:pt x="281726" y="1626987"/>
                  <a:pt x="272113" y="1620634"/>
                  <a:pt x="261866" y="1616364"/>
                </a:cubicBezTo>
                <a:cubicBezTo>
                  <a:pt x="235068" y="1605198"/>
                  <a:pt x="172151" y="1591867"/>
                  <a:pt x="141793" y="1570182"/>
                </a:cubicBezTo>
                <a:cubicBezTo>
                  <a:pt x="131164" y="1562590"/>
                  <a:pt x="123320" y="1551709"/>
                  <a:pt x="114084" y="1542473"/>
                </a:cubicBezTo>
                <a:cubicBezTo>
                  <a:pt x="93282" y="1480072"/>
                  <a:pt x="122131" y="1547712"/>
                  <a:pt x="77138" y="1496291"/>
                </a:cubicBezTo>
                <a:cubicBezTo>
                  <a:pt x="1708" y="1410085"/>
                  <a:pt x="74829" y="1463964"/>
                  <a:pt x="12484" y="1422400"/>
                </a:cubicBezTo>
                <a:cubicBezTo>
                  <a:pt x="13750" y="1404681"/>
                  <a:pt x="0" y="1297536"/>
                  <a:pt x="40193" y="1265382"/>
                </a:cubicBezTo>
                <a:cubicBezTo>
                  <a:pt x="47796" y="1259300"/>
                  <a:pt x="58666" y="1259225"/>
                  <a:pt x="67902" y="1256146"/>
                </a:cubicBezTo>
                <a:cubicBezTo>
                  <a:pt x="86375" y="1243831"/>
                  <a:pt x="111005" y="1237673"/>
                  <a:pt x="123320" y="1219200"/>
                </a:cubicBezTo>
                <a:cubicBezTo>
                  <a:pt x="147194" y="1183390"/>
                  <a:pt x="131262" y="1195001"/>
                  <a:pt x="169502" y="1182255"/>
                </a:cubicBezTo>
                <a:cubicBezTo>
                  <a:pt x="190587" y="1161170"/>
                  <a:pt x="199700" y="1136217"/>
                  <a:pt x="234157" y="1163782"/>
                </a:cubicBezTo>
                <a:cubicBezTo>
                  <a:pt x="241760" y="1169864"/>
                  <a:pt x="240718" y="1182130"/>
                  <a:pt x="243393" y="1191491"/>
                </a:cubicBezTo>
                <a:cubicBezTo>
                  <a:pt x="262354" y="1257857"/>
                  <a:pt x="242821" y="1198441"/>
                  <a:pt x="261866" y="1274619"/>
                </a:cubicBezTo>
                <a:cubicBezTo>
                  <a:pt x="264227" y="1284064"/>
                  <a:pt x="268741" y="1292883"/>
                  <a:pt x="271102" y="1302328"/>
                </a:cubicBezTo>
                <a:cubicBezTo>
                  <a:pt x="274825" y="1317222"/>
                  <a:pt x="279977" y="1358942"/>
                  <a:pt x="289575" y="1376219"/>
                </a:cubicBezTo>
                <a:cubicBezTo>
                  <a:pt x="300357" y="1395626"/>
                  <a:pt x="319499" y="1410575"/>
                  <a:pt x="326520" y="1431637"/>
                </a:cubicBezTo>
                <a:cubicBezTo>
                  <a:pt x="339268" y="1469877"/>
                  <a:pt x="327656" y="1453945"/>
                  <a:pt x="363466" y="1477819"/>
                </a:cubicBezTo>
                <a:cubicBezTo>
                  <a:pt x="375311" y="1495588"/>
                  <a:pt x="381955" y="1517841"/>
                  <a:pt x="409647" y="1514764"/>
                </a:cubicBezTo>
                <a:cubicBezTo>
                  <a:pt x="429000" y="1512614"/>
                  <a:pt x="446593" y="1502449"/>
                  <a:pt x="465066" y="1496291"/>
                </a:cubicBezTo>
                <a:cubicBezTo>
                  <a:pt x="474302" y="1493212"/>
                  <a:pt x="483330" y="1489416"/>
                  <a:pt x="492775" y="1487055"/>
                </a:cubicBezTo>
                <a:cubicBezTo>
                  <a:pt x="504618" y="1484094"/>
                  <a:pt x="544175" y="1475209"/>
                  <a:pt x="557429" y="1468582"/>
                </a:cubicBezTo>
                <a:cubicBezTo>
                  <a:pt x="567358" y="1463617"/>
                  <a:pt x="574994" y="1454617"/>
                  <a:pt x="585138" y="1450109"/>
                </a:cubicBezTo>
                <a:cubicBezTo>
                  <a:pt x="602932" y="1442201"/>
                  <a:pt x="640557" y="1431637"/>
                  <a:pt x="640557" y="1431637"/>
                </a:cubicBezTo>
                <a:cubicBezTo>
                  <a:pt x="663773" y="1361987"/>
                  <a:pt x="632455" y="1447842"/>
                  <a:pt x="668266" y="1376219"/>
                </a:cubicBezTo>
                <a:cubicBezTo>
                  <a:pt x="672620" y="1367511"/>
                  <a:pt x="672774" y="1357020"/>
                  <a:pt x="677502" y="1348509"/>
                </a:cubicBezTo>
                <a:cubicBezTo>
                  <a:pt x="688284" y="1329101"/>
                  <a:pt x="707426" y="1314153"/>
                  <a:pt x="714447" y="1293091"/>
                </a:cubicBezTo>
                <a:lnTo>
                  <a:pt x="732920" y="1237673"/>
                </a:lnTo>
                <a:cubicBezTo>
                  <a:pt x="735999" y="1213043"/>
                  <a:pt x="738876" y="1188386"/>
                  <a:pt x="742157" y="1163782"/>
                </a:cubicBezTo>
                <a:cubicBezTo>
                  <a:pt x="745034" y="1142203"/>
                  <a:pt x="751393" y="1120898"/>
                  <a:pt x="751393" y="1099128"/>
                </a:cubicBezTo>
                <a:cubicBezTo>
                  <a:pt x="751393" y="1074306"/>
                  <a:pt x="747358" y="1049508"/>
                  <a:pt x="742157" y="1025237"/>
                </a:cubicBezTo>
                <a:cubicBezTo>
                  <a:pt x="738077" y="1006197"/>
                  <a:pt x="737452" y="983588"/>
                  <a:pt x="723684" y="969819"/>
                </a:cubicBezTo>
                <a:lnTo>
                  <a:pt x="695975" y="942109"/>
                </a:lnTo>
                <a:cubicBezTo>
                  <a:pt x="592147" y="976721"/>
                  <a:pt x="702058" y="942935"/>
                  <a:pt x="437357" y="960582"/>
                </a:cubicBezTo>
                <a:cubicBezTo>
                  <a:pt x="421693" y="961626"/>
                  <a:pt x="406569" y="966740"/>
                  <a:pt x="391175" y="969819"/>
                </a:cubicBezTo>
                <a:cubicBezTo>
                  <a:pt x="381939" y="975976"/>
                  <a:pt x="371315" y="980442"/>
                  <a:pt x="363466" y="988291"/>
                </a:cubicBezTo>
                <a:cubicBezTo>
                  <a:pt x="333909" y="1017847"/>
                  <a:pt x="356077" y="1032625"/>
                  <a:pt x="326520" y="988291"/>
                </a:cubicBezTo>
                <a:cubicBezTo>
                  <a:pt x="323441" y="960582"/>
                  <a:pt x="319507" y="932955"/>
                  <a:pt x="317284" y="905164"/>
                </a:cubicBezTo>
                <a:cubicBezTo>
                  <a:pt x="312312" y="843012"/>
                  <a:pt x="322693" y="785398"/>
                  <a:pt x="298811" y="729673"/>
                </a:cubicBezTo>
                <a:cubicBezTo>
                  <a:pt x="293387" y="717018"/>
                  <a:pt x="285762" y="705383"/>
                  <a:pt x="280338" y="692728"/>
                </a:cubicBezTo>
                <a:cubicBezTo>
                  <a:pt x="271608" y="672357"/>
                  <a:pt x="271923" y="652745"/>
                  <a:pt x="252629" y="637309"/>
                </a:cubicBezTo>
                <a:cubicBezTo>
                  <a:pt x="245027" y="631227"/>
                  <a:pt x="234156" y="631152"/>
                  <a:pt x="224920" y="628073"/>
                </a:cubicBezTo>
                <a:cubicBezTo>
                  <a:pt x="217601" y="606116"/>
                  <a:pt x="210312" y="586607"/>
                  <a:pt x="206447" y="563419"/>
                </a:cubicBezTo>
                <a:cubicBezTo>
                  <a:pt x="184822" y="433671"/>
                  <a:pt x="208762" y="535733"/>
                  <a:pt x="187975" y="452582"/>
                </a:cubicBezTo>
                <a:cubicBezTo>
                  <a:pt x="198914" y="310370"/>
                  <a:pt x="174943" y="365911"/>
                  <a:pt x="234157" y="277091"/>
                </a:cubicBezTo>
                <a:cubicBezTo>
                  <a:pt x="252630" y="249382"/>
                  <a:pt x="249549" y="246303"/>
                  <a:pt x="280338" y="230909"/>
                </a:cubicBezTo>
                <a:lnTo>
                  <a:pt x="280338" y="230909"/>
                </a:lnTo>
                <a:close/>
              </a:path>
            </a:pathLst>
          </a:custGeom>
          <a:solidFill>
            <a:schemeClr val="accent1">
              <a:alpha val="14509"/>
            </a:schemeClr>
          </a:solidFill>
          <a:ln w="9525" cap="flat" cmpd="sng">
            <a:solidFill>
              <a:schemeClr val="dk1">
                <a:alpha val="57254"/>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03" name="Google Shape;803;p12"/>
          <p:cNvSpPr txBox="1"/>
          <p:nvPr/>
        </p:nvSpPr>
        <p:spPr>
          <a:xfrm>
            <a:off x="2286000" y="3733800"/>
            <a:ext cx="685800" cy="2616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Times"/>
                <a:ea typeface="Times"/>
                <a:cs typeface="Times"/>
                <a:sym typeface="Times"/>
              </a:rPr>
              <a:t>ALS</a:t>
            </a:r>
            <a:endParaRPr sz="1400" b="0" i="0" u="none" strike="noStrike" cap="none">
              <a:solidFill>
                <a:srgbClr val="000000"/>
              </a:solidFill>
              <a:latin typeface="Arial"/>
              <a:ea typeface="Arial"/>
              <a:cs typeface="Arial"/>
              <a:sym typeface="Arial"/>
            </a:endParaRPr>
          </a:p>
        </p:txBody>
      </p:sp>
      <p:sp>
        <p:nvSpPr>
          <p:cNvPr id="804" name="Google Shape;804;p12"/>
          <p:cNvSpPr txBox="1"/>
          <p:nvPr/>
        </p:nvSpPr>
        <p:spPr>
          <a:xfrm>
            <a:off x="228600" y="3886201"/>
            <a:ext cx="1828800" cy="246221"/>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Ventral Spinocerebellar Tract</a:t>
            </a:r>
            <a:endParaRPr sz="1400" b="0" i="0" u="none" strike="noStrike" cap="none">
              <a:solidFill>
                <a:srgbClr val="000000"/>
              </a:solidFill>
              <a:latin typeface="Arial"/>
              <a:ea typeface="Arial"/>
              <a:cs typeface="Arial"/>
              <a:sym typeface="Arial"/>
            </a:endParaRPr>
          </a:p>
        </p:txBody>
      </p:sp>
      <p:sp>
        <p:nvSpPr>
          <p:cNvPr id="805" name="Google Shape;805;p12"/>
          <p:cNvSpPr txBox="1"/>
          <p:nvPr/>
        </p:nvSpPr>
        <p:spPr>
          <a:xfrm>
            <a:off x="3200400" y="5486400"/>
            <a:ext cx="1219200" cy="261610"/>
          </a:xfrm>
          <a:prstGeom prst="rect">
            <a:avLst/>
          </a:prstGeom>
          <a:solidFill>
            <a:schemeClr val="accent1">
              <a:alpha val="60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Pyramidal Tract</a:t>
            </a:r>
            <a:endParaRPr sz="1400" b="0" i="0" u="none" strike="noStrike" cap="none">
              <a:solidFill>
                <a:srgbClr val="000000"/>
              </a:solidFill>
              <a:latin typeface="Arial"/>
              <a:ea typeface="Arial"/>
              <a:cs typeface="Arial"/>
              <a:sym typeface="Arial"/>
            </a:endParaRPr>
          </a:p>
        </p:txBody>
      </p:sp>
      <p:sp>
        <p:nvSpPr>
          <p:cNvPr id="806" name="Google Shape;806;p12"/>
          <p:cNvSpPr txBox="1"/>
          <p:nvPr/>
        </p:nvSpPr>
        <p:spPr>
          <a:xfrm>
            <a:off x="1295400" y="4191000"/>
            <a:ext cx="914400" cy="40011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Rubrospinal Tract</a:t>
            </a:r>
            <a:endParaRPr sz="1400" b="0" i="0" u="none" strike="noStrike" cap="none">
              <a:solidFill>
                <a:srgbClr val="000000"/>
              </a:solidFill>
              <a:latin typeface="Arial"/>
              <a:ea typeface="Arial"/>
              <a:cs typeface="Arial"/>
              <a:sym typeface="Arial"/>
            </a:endParaRPr>
          </a:p>
        </p:txBody>
      </p:sp>
      <p:sp>
        <p:nvSpPr>
          <p:cNvPr id="807" name="Google Shape;807;p12"/>
          <p:cNvSpPr txBox="1"/>
          <p:nvPr/>
        </p:nvSpPr>
        <p:spPr>
          <a:xfrm>
            <a:off x="4648200" y="1828800"/>
            <a:ext cx="1905000" cy="246221"/>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Prepositus Hypoglossal Nucleus</a:t>
            </a:r>
            <a:endParaRPr sz="1400" b="0" i="0" u="none" strike="noStrike" cap="none">
              <a:solidFill>
                <a:srgbClr val="000000"/>
              </a:solidFill>
              <a:latin typeface="Arial"/>
              <a:ea typeface="Arial"/>
              <a:cs typeface="Arial"/>
              <a:sym typeface="Arial"/>
            </a:endParaRPr>
          </a:p>
        </p:txBody>
      </p:sp>
      <p:sp>
        <p:nvSpPr>
          <p:cNvPr id="808" name="Google Shape;808;p12"/>
          <p:cNvSpPr txBox="1"/>
          <p:nvPr/>
        </p:nvSpPr>
        <p:spPr>
          <a:xfrm>
            <a:off x="4724400" y="2667000"/>
            <a:ext cx="1219200" cy="246221"/>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Techtospinal tract</a:t>
            </a:r>
            <a:endParaRPr sz="1400" b="0" i="0" u="none" strike="noStrike" cap="none">
              <a:solidFill>
                <a:srgbClr val="000000"/>
              </a:solidFill>
              <a:latin typeface="Arial"/>
              <a:ea typeface="Arial"/>
              <a:cs typeface="Arial"/>
              <a:sym typeface="Arial"/>
            </a:endParaRPr>
          </a:p>
        </p:txBody>
      </p:sp>
      <p:sp>
        <p:nvSpPr>
          <p:cNvPr id="809" name="Google Shape;809;p12"/>
          <p:cNvSpPr txBox="1"/>
          <p:nvPr/>
        </p:nvSpPr>
        <p:spPr>
          <a:xfrm>
            <a:off x="1981200" y="2743200"/>
            <a:ext cx="914400" cy="55399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Spinal Trigeminal Tract</a:t>
            </a:r>
            <a:endParaRPr sz="1400" b="0" i="0" u="none" strike="noStrike" cap="none">
              <a:solidFill>
                <a:srgbClr val="000000"/>
              </a:solidFill>
              <a:latin typeface="Arial"/>
              <a:ea typeface="Arial"/>
              <a:cs typeface="Arial"/>
              <a:sym typeface="Arial"/>
            </a:endParaRPr>
          </a:p>
        </p:txBody>
      </p:sp>
      <p:sp>
        <p:nvSpPr>
          <p:cNvPr id="810" name="Google Shape;810;p12"/>
          <p:cNvSpPr txBox="1"/>
          <p:nvPr/>
        </p:nvSpPr>
        <p:spPr>
          <a:xfrm>
            <a:off x="4648200" y="4648200"/>
            <a:ext cx="2057400" cy="40011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Accessory Inferior Olivary Nucleus</a:t>
            </a:r>
            <a:endParaRPr sz="1400" b="0" i="0" u="none" strike="noStrike" cap="none">
              <a:solidFill>
                <a:srgbClr val="000000"/>
              </a:solidFill>
              <a:latin typeface="Arial"/>
              <a:ea typeface="Arial"/>
              <a:cs typeface="Arial"/>
              <a:sym typeface="Arial"/>
            </a:endParaRPr>
          </a:p>
        </p:txBody>
      </p:sp>
      <p:sp>
        <p:nvSpPr>
          <p:cNvPr id="811" name="Google Shape;811;p12"/>
          <p:cNvSpPr txBox="1"/>
          <p:nvPr/>
        </p:nvSpPr>
        <p:spPr>
          <a:xfrm>
            <a:off x="4724400" y="2209800"/>
            <a:ext cx="1981200" cy="246221"/>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Longitudnal Fasciculus</a:t>
            </a:r>
            <a:endParaRPr sz="1400" b="0" i="0" u="none" strike="noStrike" cap="none">
              <a:solidFill>
                <a:srgbClr val="000000"/>
              </a:solidFill>
              <a:latin typeface="Arial"/>
              <a:ea typeface="Arial"/>
              <a:cs typeface="Arial"/>
              <a:sym typeface="Arial"/>
            </a:endParaRPr>
          </a:p>
        </p:txBody>
      </p:sp>
      <p:sp>
        <p:nvSpPr>
          <p:cNvPr id="812" name="Google Shape;812;p12"/>
          <p:cNvSpPr txBox="1"/>
          <p:nvPr/>
        </p:nvSpPr>
        <p:spPr>
          <a:xfrm>
            <a:off x="1143000" y="1371600"/>
            <a:ext cx="990600" cy="600164"/>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Inferior Cerebellar Peduncle</a:t>
            </a:r>
            <a:endParaRPr sz="1400" b="0" i="0" u="none" strike="noStrike" cap="none">
              <a:solidFill>
                <a:srgbClr val="000000"/>
              </a:solidFill>
              <a:latin typeface="Arial"/>
              <a:ea typeface="Arial"/>
              <a:cs typeface="Arial"/>
              <a:sym typeface="Arial"/>
            </a:endParaRPr>
          </a:p>
        </p:txBody>
      </p:sp>
      <p:sp>
        <p:nvSpPr>
          <p:cNvPr id="813" name="Google Shape;813;p12"/>
          <p:cNvSpPr txBox="1"/>
          <p:nvPr/>
        </p:nvSpPr>
        <p:spPr>
          <a:xfrm>
            <a:off x="914400" y="4724400"/>
            <a:ext cx="1143000" cy="40011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Central Tegmental Tract</a:t>
            </a:r>
            <a:endParaRPr sz="1400" b="0" i="0" u="none" strike="noStrike" cap="none">
              <a:solidFill>
                <a:srgbClr val="000000"/>
              </a:solidFill>
              <a:latin typeface="Arial"/>
              <a:ea typeface="Arial"/>
              <a:cs typeface="Arial"/>
              <a:sym typeface="Arial"/>
            </a:endParaRPr>
          </a:p>
        </p:txBody>
      </p:sp>
      <p:sp>
        <p:nvSpPr>
          <p:cNvPr id="814" name="Google Shape;814;p12"/>
          <p:cNvSpPr txBox="1"/>
          <p:nvPr/>
        </p:nvSpPr>
        <p:spPr>
          <a:xfrm>
            <a:off x="1219200" y="5410200"/>
            <a:ext cx="1371600" cy="40011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Principal Inferior Olivary Nucleus</a:t>
            </a:r>
            <a:endParaRPr sz="1400" b="0" i="0" u="none" strike="noStrike" cap="none">
              <a:solidFill>
                <a:srgbClr val="000000"/>
              </a:solidFill>
              <a:latin typeface="Arial"/>
              <a:ea typeface="Arial"/>
              <a:cs typeface="Arial"/>
              <a:sym typeface="Arial"/>
            </a:endParaRPr>
          </a:p>
        </p:txBody>
      </p:sp>
      <p:sp>
        <p:nvSpPr>
          <p:cNvPr id="815" name="Google Shape;815;p12"/>
          <p:cNvSpPr txBox="1"/>
          <p:nvPr/>
        </p:nvSpPr>
        <p:spPr>
          <a:xfrm>
            <a:off x="3962400" y="914400"/>
            <a:ext cx="1676400" cy="40011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Dorsal Longitudnal Fasciculus</a:t>
            </a:r>
            <a:endParaRPr sz="1400" b="0" i="0" u="none" strike="noStrike" cap="none">
              <a:solidFill>
                <a:srgbClr val="000000"/>
              </a:solidFill>
              <a:latin typeface="Arial"/>
              <a:ea typeface="Arial"/>
              <a:cs typeface="Arial"/>
              <a:sym typeface="Arial"/>
            </a:endParaRPr>
          </a:p>
        </p:txBody>
      </p:sp>
      <p:sp>
        <p:nvSpPr>
          <p:cNvPr id="816" name="Google Shape;816;p12"/>
          <p:cNvSpPr txBox="1"/>
          <p:nvPr/>
        </p:nvSpPr>
        <p:spPr>
          <a:xfrm>
            <a:off x="3048000" y="838200"/>
            <a:ext cx="838200" cy="553998"/>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Vestibular Nucleus</a:t>
            </a:r>
            <a:endParaRPr sz="1400" b="0" i="0" u="none" strike="noStrike" cap="none">
              <a:solidFill>
                <a:srgbClr val="000000"/>
              </a:solidFill>
              <a:latin typeface="Arial"/>
              <a:ea typeface="Arial"/>
              <a:cs typeface="Arial"/>
              <a:sym typeface="Arial"/>
            </a:endParaRPr>
          </a:p>
        </p:txBody>
      </p:sp>
      <p:sp>
        <p:nvSpPr>
          <p:cNvPr id="817" name="Google Shape;817;p12"/>
          <p:cNvSpPr txBox="1"/>
          <p:nvPr/>
        </p:nvSpPr>
        <p:spPr>
          <a:xfrm>
            <a:off x="1524000" y="304800"/>
            <a:ext cx="762000" cy="553998"/>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Lateral vestibular Nucleus</a:t>
            </a:r>
            <a:endParaRPr sz="1400" b="0" i="0" u="none" strike="noStrike" cap="none">
              <a:solidFill>
                <a:srgbClr val="000000"/>
              </a:solidFill>
              <a:latin typeface="Arial"/>
              <a:ea typeface="Arial"/>
              <a:cs typeface="Arial"/>
              <a:sym typeface="Arial"/>
            </a:endParaRPr>
          </a:p>
        </p:txBody>
      </p:sp>
      <p:sp>
        <p:nvSpPr>
          <p:cNvPr id="818" name="Google Shape;818;p12"/>
          <p:cNvSpPr txBox="1"/>
          <p:nvPr/>
        </p:nvSpPr>
        <p:spPr>
          <a:xfrm>
            <a:off x="4800600" y="3429000"/>
            <a:ext cx="990600" cy="400110"/>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Raphe Nucleus</a:t>
            </a:r>
            <a:endParaRPr sz="1400" b="0" i="0" u="none" strike="noStrike" cap="none">
              <a:solidFill>
                <a:srgbClr val="000000"/>
              </a:solidFill>
              <a:latin typeface="Arial"/>
              <a:ea typeface="Arial"/>
              <a:cs typeface="Arial"/>
              <a:sym typeface="Arial"/>
            </a:endParaRPr>
          </a:p>
        </p:txBody>
      </p:sp>
      <p:sp>
        <p:nvSpPr>
          <p:cNvPr id="819" name="Google Shape;819;p12"/>
          <p:cNvSpPr txBox="1"/>
          <p:nvPr/>
        </p:nvSpPr>
        <p:spPr>
          <a:xfrm>
            <a:off x="2209800" y="2133600"/>
            <a:ext cx="914400" cy="55399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Spinal Trigeminal Nucleus</a:t>
            </a:r>
            <a:endParaRPr sz="1400" b="0" i="0" u="none" strike="noStrike" cap="none">
              <a:solidFill>
                <a:srgbClr val="000000"/>
              </a:solidFill>
              <a:latin typeface="Arial"/>
              <a:ea typeface="Arial"/>
              <a:cs typeface="Arial"/>
              <a:sym typeface="Arial"/>
            </a:endParaRPr>
          </a:p>
        </p:txBody>
      </p:sp>
      <p:sp>
        <p:nvSpPr>
          <p:cNvPr id="820" name="Google Shape;820;p12"/>
          <p:cNvSpPr txBox="1"/>
          <p:nvPr/>
        </p:nvSpPr>
        <p:spPr>
          <a:xfrm>
            <a:off x="3124200" y="2286000"/>
            <a:ext cx="914400" cy="553998"/>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Pontine Reticular Formation</a:t>
            </a:r>
            <a:endParaRPr sz="1400" b="0" i="0" u="none" strike="noStrike" cap="none">
              <a:solidFill>
                <a:srgbClr val="000000"/>
              </a:solidFill>
              <a:latin typeface="Arial"/>
              <a:ea typeface="Arial"/>
              <a:cs typeface="Arial"/>
              <a:sym typeface="Arial"/>
            </a:endParaRPr>
          </a:p>
        </p:txBody>
      </p:sp>
      <p:sp>
        <p:nvSpPr>
          <p:cNvPr id="821" name="Google Shape;821;p12"/>
          <p:cNvSpPr/>
          <p:nvPr/>
        </p:nvSpPr>
        <p:spPr>
          <a:xfrm>
            <a:off x="2895600" y="2819400"/>
            <a:ext cx="652951" cy="690595"/>
          </a:xfrm>
          <a:custGeom>
            <a:avLst/>
            <a:gdLst/>
            <a:ahLst/>
            <a:cxnLst/>
            <a:rect l="l" t="t" r="r" b="b"/>
            <a:pathLst>
              <a:path w="516908" h="690595" extrusionOk="0">
                <a:moveTo>
                  <a:pt x="30651" y="436595"/>
                </a:moveTo>
                <a:lnTo>
                  <a:pt x="30651" y="436595"/>
                </a:lnTo>
                <a:cubicBezTo>
                  <a:pt x="34884" y="398495"/>
                  <a:pt x="38285" y="360293"/>
                  <a:pt x="43351" y="322295"/>
                </a:cubicBezTo>
                <a:cubicBezTo>
                  <a:pt x="46754" y="296771"/>
                  <a:pt x="52135" y="271546"/>
                  <a:pt x="56051" y="246095"/>
                </a:cubicBezTo>
                <a:cubicBezTo>
                  <a:pt x="67735" y="170146"/>
                  <a:pt x="71699" y="133609"/>
                  <a:pt x="81451" y="55595"/>
                </a:cubicBezTo>
                <a:cubicBezTo>
                  <a:pt x="91060" y="84423"/>
                  <a:pt x="92039" y="113350"/>
                  <a:pt x="132251" y="119095"/>
                </a:cubicBezTo>
                <a:cubicBezTo>
                  <a:pt x="149530" y="121563"/>
                  <a:pt x="166118" y="110628"/>
                  <a:pt x="183051" y="106395"/>
                </a:cubicBezTo>
                <a:cubicBezTo>
                  <a:pt x="191518" y="93695"/>
                  <a:pt x="193971" y="73122"/>
                  <a:pt x="208451" y="68295"/>
                </a:cubicBezTo>
                <a:cubicBezTo>
                  <a:pt x="225010" y="62775"/>
                  <a:pt x="241797" y="80995"/>
                  <a:pt x="259251" y="80995"/>
                </a:cubicBezTo>
                <a:cubicBezTo>
                  <a:pt x="289185" y="80995"/>
                  <a:pt x="318518" y="72528"/>
                  <a:pt x="348151" y="68295"/>
                </a:cubicBezTo>
                <a:cubicBezTo>
                  <a:pt x="360851" y="59828"/>
                  <a:pt x="374525" y="52666"/>
                  <a:pt x="386251" y="42895"/>
                </a:cubicBezTo>
                <a:cubicBezTo>
                  <a:pt x="400049" y="31397"/>
                  <a:pt x="407082" y="9729"/>
                  <a:pt x="424351" y="4795"/>
                </a:cubicBezTo>
                <a:cubicBezTo>
                  <a:pt x="441134" y="0"/>
                  <a:pt x="458218" y="13262"/>
                  <a:pt x="475151" y="17495"/>
                </a:cubicBezTo>
                <a:cubicBezTo>
                  <a:pt x="479384" y="30195"/>
                  <a:pt x="481864" y="43621"/>
                  <a:pt x="487851" y="55595"/>
                </a:cubicBezTo>
                <a:cubicBezTo>
                  <a:pt x="494677" y="69247"/>
                  <a:pt x="512558" y="78447"/>
                  <a:pt x="513251" y="93695"/>
                </a:cubicBezTo>
                <a:cubicBezTo>
                  <a:pt x="516908" y="174157"/>
                  <a:pt x="507843" y="254781"/>
                  <a:pt x="500551" y="334995"/>
                </a:cubicBezTo>
                <a:cubicBezTo>
                  <a:pt x="499339" y="348327"/>
                  <a:pt x="490755" y="360027"/>
                  <a:pt x="487851" y="373095"/>
                </a:cubicBezTo>
                <a:cubicBezTo>
                  <a:pt x="468235" y="461367"/>
                  <a:pt x="484139" y="427801"/>
                  <a:pt x="462451" y="500095"/>
                </a:cubicBezTo>
                <a:cubicBezTo>
                  <a:pt x="454758" y="525740"/>
                  <a:pt x="451903" y="554018"/>
                  <a:pt x="437051" y="576295"/>
                </a:cubicBezTo>
                <a:cubicBezTo>
                  <a:pt x="420118" y="601695"/>
                  <a:pt x="415211" y="642842"/>
                  <a:pt x="386251" y="652495"/>
                </a:cubicBezTo>
                <a:cubicBezTo>
                  <a:pt x="289573" y="684721"/>
                  <a:pt x="336305" y="672644"/>
                  <a:pt x="246551" y="690595"/>
                </a:cubicBezTo>
                <a:cubicBezTo>
                  <a:pt x="155871" y="660368"/>
                  <a:pt x="192628" y="680047"/>
                  <a:pt x="132251" y="639795"/>
                </a:cubicBezTo>
                <a:cubicBezTo>
                  <a:pt x="123784" y="627095"/>
                  <a:pt x="118338" y="611746"/>
                  <a:pt x="106851" y="601695"/>
                </a:cubicBezTo>
                <a:cubicBezTo>
                  <a:pt x="83877" y="581593"/>
                  <a:pt x="30651" y="550895"/>
                  <a:pt x="30651" y="550895"/>
                </a:cubicBezTo>
                <a:cubicBezTo>
                  <a:pt x="22184" y="525495"/>
                  <a:pt x="0" y="500949"/>
                  <a:pt x="5251" y="474695"/>
                </a:cubicBezTo>
                <a:cubicBezTo>
                  <a:pt x="18781" y="407044"/>
                  <a:pt x="26418" y="442945"/>
                  <a:pt x="30651" y="436595"/>
                </a:cubicBezTo>
                <a:close/>
              </a:path>
            </a:pathLst>
          </a:custGeom>
          <a:solidFill>
            <a:srgbClr val="F75766">
              <a:alpha val="75294"/>
            </a:srgb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000"/>
              <a:buFont typeface="Times"/>
              <a:buNone/>
            </a:pPr>
            <a:endParaRPr sz="1000" b="1" i="0" u="none" strike="noStrike" cap="none">
              <a:solidFill>
                <a:schemeClr val="dk1"/>
              </a:solidFill>
              <a:latin typeface="Times"/>
              <a:ea typeface="Times"/>
              <a:cs typeface="Times"/>
              <a:sym typeface="Times"/>
            </a:endParaRPr>
          </a:p>
          <a:p>
            <a:pPr marL="0" marR="0" lvl="0" indent="0" algn="ctr" rtl="0">
              <a:lnSpc>
                <a:spcPct val="100000"/>
              </a:lnSpc>
              <a:spcBef>
                <a:spcPts val="0"/>
              </a:spcBef>
              <a:spcAft>
                <a:spcPts val="0"/>
              </a:spcAft>
              <a:buClr>
                <a:schemeClr val="dk1"/>
              </a:buClr>
              <a:buSzPts val="1000"/>
              <a:buFont typeface="Times"/>
              <a:buNone/>
            </a:pPr>
            <a:r>
              <a:rPr lang="en-US" sz="1000" b="1" i="0" u="none" strike="noStrike" cap="none">
                <a:solidFill>
                  <a:schemeClr val="dk1"/>
                </a:solidFill>
                <a:latin typeface="Times"/>
                <a:ea typeface="Times"/>
                <a:cs typeface="Times"/>
                <a:sym typeface="Times"/>
              </a:rPr>
              <a:t>Facial Nucleus</a:t>
            </a:r>
            <a:endParaRPr sz="1400" b="0" i="0" u="none" strike="noStrike" cap="none">
              <a:solidFill>
                <a:srgbClr val="000000"/>
              </a:solidFill>
              <a:latin typeface="Arial"/>
              <a:ea typeface="Arial"/>
              <a:cs typeface="Arial"/>
              <a:sym typeface="Arial"/>
            </a:endParaRPr>
          </a:p>
        </p:txBody>
      </p:sp>
      <p:sp>
        <p:nvSpPr>
          <p:cNvPr id="822" name="Google Shape;822;p12"/>
          <p:cNvSpPr txBox="1"/>
          <p:nvPr/>
        </p:nvSpPr>
        <p:spPr>
          <a:xfrm>
            <a:off x="228600" y="1219200"/>
            <a:ext cx="914400" cy="553998"/>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Middle Cerebellar Peduncle</a:t>
            </a:r>
            <a:endParaRPr sz="1400" b="0" i="0" u="none" strike="noStrike" cap="none">
              <a:solidFill>
                <a:srgbClr val="000000"/>
              </a:solidFill>
              <a:latin typeface="Arial"/>
              <a:ea typeface="Arial"/>
              <a:cs typeface="Arial"/>
              <a:sym typeface="Arial"/>
            </a:endParaRPr>
          </a:p>
        </p:txBody>
      </p:sp>
      <p:sp>
        <p:nvSpPr>
          <p:cNvPr id="823" name="Google Shape;823;p12"/>
          <p:cNvSpPr txBox="1"/>
          <p:nvPr/>
        </p:nvSpPr>
        <p:spPr>
          <a:xfrm>
            <a:off x="0" y="3505200"/>
            <a:ext cx="533400" cy="246221"/>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CN 8</a:t>
            </a:r>
            <a:endParaRPr sz="1400" b="0" i="0" u="none" strike="noStrike" cap="none">
              <a:solidFill>
                <a:srgbClr val="000000"/>
              </a:solidFill>
              <a:latin typeface="Arial"/>
              <a:ea typeface="Arial"/>
              <a:cs typeface="Arial"/>
              <a:sym typeface="Arial"/>
            </a:endParaRPr>
          </a:p>
        </p:txBody>
      </p:sp>
      <p:sp>
        <p:nvSpPr>
          <p:cNvPr id="824" name="Google Shape;824;p12"/>
          <p:cNvSpPr/>
          <p:nvPr/>
        </p:nvSpPr>
        <p:spPr>
          <a:xfrm>
            <a:off x="838200" y="3276600"/>
            <a:ext cx="1071683" cy="457200"/>
          </a:xfrm>
          <a:custGeom>
            <a:avLst/>
            <a:gdLst/>
            <a:ahLst/>
            <a:cxnLst/>
            <a:rect l="l" t="t" r="r" b="b"/>
            <a:pathLst>
              <a:path w="1071683" h="399453" extrusionOk="0">
                <a:moveTo>
                  <a:pt x="50800" y="348653"/>
                </a:moveTo>
                <a:lnTo>
                  <a:pt x="50800" y="348653"/>
                </a:lnTo>
                <a:cubicBezTo>
                  <a:pt x="42333" y="310553"/>
                  <a:pt x="22159" y="273248"/>
                  <a:pt x="25400" y="234353"/>
                </a:cubicBezTo>
                <a:cubicBezTo>
                  <a:pt x="28540" y="196670"/>
                  <a:pt x="79574" y="194566"/>
                  <a:pt x="101600" y="183553"/>
                </a:cubicBezTo>
                <a:cubicBezTo>
                  <a:pt x="115252" y="176727"/>
                  <a:pt x="125355" y="163369"/>
                  <a:pt x="139700" y="158153"/>
                </a:cubicBezTo>
                <a:cubicBezTo>
                  <a:pt x="172507" y="146223"/>
                  <a:pt x="206866" y="138492"/>
                  <a:pt x="241300" y="132753"/>
                </a:cubicBezTo>
                <a:cubicBezTo>
                  <a:pt x="359466" y="113059"/>
                  <a:pt x="291877" y="122615"/>
                  <a:pt x="444500" y="107353"/>
                </a:cubicBezTo>
                <a:cubicBezTo>
                  <a:pt x="461433" y="103120"/>
                  <a:pt x="478582" y="99669"/>
                  <a:pt x="495300" y="94653"/>
                </a:cubicBezTo>
                <a:cubicBezTo>
                  <a:pt x="520945" y="86960"/>
                  <a:pt x="545525" y="75747"/>
                  <a:pt x="571500" y="69253"/>
                </a:cubicBezTo>
                <a:cubicBezTo>
                  <a:pt x="587776" y="65184"/>
                  <a:pt x="642180" y="52963"/>
                  <a:pt x="660400" y="43853"/>
                </a:cubicBezTo>
                <a:cubicBezTo>
                  <a:pt x="748105" y="0"/>
                  <a:pt x="643574" y="32184"/>
                  <a:pt x="749300" y="5753"/>
                </a:cubicBezTo>
                <a:cubicBezTo>
                  <a:pt x="860101" y="13140"/>
                  <a:pt x="911733" y="8261"/>
                  <a:pt x="1003300" y="31153"/>
                </a:cubicBezTo>
                <a:cubicBezTo>
                  <a:pt x="1016287" y="34400"/>
                  <a:pt x="1028700" y="39620"/>
                  <a:pt x="1041400" y="43853"/>
                </a:cubicBezTo>
                <a:cubicBezTo>
                  <a:pt x="1049867" y="56553"/>
                  <a:pt x="1065629" y="66734"/>
                  <a:pt x="1066800" y="81953"/>
                </a:cubicBezTo>
                <a:cubicBezTo>
                  <a:pt x="1069351" y="115120"/>
                  <a:pt x="1071683" y="212667"/>
                  <a:pt x="1028700" y="247053"/>
                </a:cubicBezTo>
                <a:cubicBezTo>
                  <a:pt x="1018247" y="255416"/>
                  <a:pt x="1002574" y="253766"/>
                  <a:pt x="990600" y="259753"/>
                </a:cubicBezTo>
                <a:cubicBezTo>
                  <a:pt x="976948" y="266579"/>
                  <a:pt x="966152" y="278327"/>
                  <a:pt x="952500" y="285153"/>
                </a:cubicBezTo>
                <a:cubicBezTo>
                  <a:pt x="940526" y="291140"/>
                  <a:pt x="926374" y="291866"/>
                  <a:pt x="914400" y="297853"/>
                </a:cubicBezTo>
                <a:cubicBezTo>
                  <a:pt x="900748" y="304679"/>
                  <a:pt x="889952" y="316427"/>
                  <a:pt x="876300" y="323253"/>
                </a:cubicBezTo>
                <a:cubicBezTo>
                  <a:pt x="852262" y="335272"/>
                  <a:pt x="795632" y="345433"/>
                  <a:pt x="774700" y="348653"/>
                </a:cubicBezTo>
                <a:cubicBezTo>
                  <a:pt x="740967" y="353843"/>
                  <a:pt x="706967" y="357120"/>
                  <a:pt x="673100" y="361353"/>
                </a:cubicBezTo>
                <a:cubicBezTo>
                  <a:pt x="651943" y="368405"/>
                  <a:pt x="604307" y="385366"/>
                  <a:pt x="584200" y="386753"/>
                </a:cubicBezTo>
                <a:cubicBezTo>
                  <a:pt x="478533" y="394040"/>
                  <a:pt x="372533" y="395220"/>
                  <a:pt x="266700" y="399453"/>
                </a:cubicBezTo>
                <a:cubicBezTo>
                  <a:pt x="215900" y="395220"/>
                  <a:pt x="164582" y="395133"/>
                  <a:pt x="114300" y="386753"/>
                </a:cubicBezTo>
                <a:cubicBezTo>
                  <a:pt x="87890" y="382351"/>
                  <a:pt x="38100" y="361353"/>
                  <a:pt x="38100" y="361353"/>
                </a:cubicBezTo>
                <a:cubicBezTo>
                  <a:pt x="9379" y="318272"/>
                  <a:pt x="23493" y="334046"/>
                  <a:pt x="0" y="310553"/>
                </a:cubicBezTo>
                <a:lnTo>
                  <a:pt x="25400" y="297853"/>
                </a:lnTo>
              </a:path>
            </a:pathLst>
          </a:custGeom>
          <a:solidFill>
            <a:srgbClr val="F75766"/>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1" i="0" u="none" strike="noStrike" cap="none">
              <a:solidFill>
                <a:schemeClr val="dk1"/>
              </a:solidFill>
              <a:latin typeface="Times"/>
              <a:ea typeface="Times"/>
              <a:cs typeface="Times"/>
              <a:sym typeface="Times"/>
            </a:endParaRPr>
          </a:p>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Pontobulbar Nuclei</a:t>
            </a:r>
            <a:endParaRPr sz="1400" b="0" i="0" u="none" strike="noStrike" cap="none">
              <a:solidFill>
                <a:srgbClr val="000000"/>
              </a:solidFill>
              <a:latin typeface="Arial"/>
              <a:ea typeface="Arial"/>
              <a:cs typeface="Arial"/>
              <a:sym typeface="Arial"/>
            </a:endParaRPr>
          </a:p>
        </p:txBody>
      </p:sp>
      <p:sp>
        <p:nvSpPr>
          <p:cNvPr id="825" name="Google Shape;825;p12"/>
          <p:cNvSpPr txBox="1"/>
          <p:nvPr/>
        </p:nvSpPr>
        <p:spPr>
          <a:xfrm>
            <a:off x="2286000" y="381000"/>
            <a:ext cx="914400" cy="553998"/>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Superior Vestibular Nucleus</a:t>
            </a:r>
            <a:endParaRPr sz="1400" b="0" i="0" u="none" strike="noStrike" cap="none">
              <a:solidFill>
                <a:srgbClr val="000000"/>
              </a:solidFill>
              <a:latin typeface="Arial"/>
              <a:ea typeface="Arial"/>
              <a:cs typeface="Arial"/>
              <a:sym typeface="Arial"/>
            </a:endParaRPr>
          </a:p>
        </p:txBody>
      </p:sp>
      <p:sp>
        <p:nvSpPr>
          <p:cNvPr id="826" name="Google Shape;826;p12"/>
          <p:cNvSpPr/>
          <p:nvPr/>
        </p:nvSpPr>
        <p:spPr>
          <a:xfrm>
            <a:off x="4546600" y="2171700"/>
            <a:ext cx="177800" cy="2396932"/>
          </a:xfrm>
          <a:custGeom>
            <a:avLst/>
            <a:gdLst/>
            <a:ahLst/>
            <a:cxnLst/>
            <a:rect l="l" t="t" r="r" b="b"/>
            <a:pathLst>
              <a:path w="177800" h="2396932" extrusionOk="0">
                <a:moveTo>
                  <a:pt x="0" y="0"/>
                </a:moveTo>
                <a:lnTo>
                  <a:pt x="0" y="0"/>
                </a:lnTo>
                <a:cubicBezTo>
                  <a:pt x="29633" y="25400"/>
                  <a:pt x="68445" y="42960"/>
                  <a:pt x="88900" y="76200"/>
                </a:cubicBezTo>
                <a:cubicBezTo>
                  <a:pt x="104588" y="101694"/>
                  <a:pt x="95729" y="135747"/>
                  <a:pt x="101600" y="165100"/>
                </a:cubicBezTo>
                <a:cubicBezTo>
                  <a:pt x="104225" y="178227"/>
                  <a:pt x="110067" y="190500"/>
                  <a:pt x="114300" y="203200"/>
                </a:cubicBezTo>
                <a:cubicBezTo>
                  <a:pt x="118533" y="427567"/>
                  <a:pt x="119397" y="652022"/>
                  <a:pt x="127000" y="876300"/>
                </a:cubicBezTo>
                <a:cubicBezTo>
                  <a:pt x="127872" y="902036"/>
                  <a:pt x="136297" y="926976"/>
                  <a:pt x="139700" y="952500"/>
                </a:cubicBezTo>
                <a:cubicBezTo>
                  <a:pt x="144766" y="990498"/>
                  <a:pt x="148167" y="1028700"/>
                  <a:pt x="152400" y="1066800"/>
                </a:cubicBezTo>
                <a:cubicBezTo>
                  <a:pt x="156633" y="1210733"/>
                  <a:pt x="159345" y="1354719"/>
                  <a:pt x="165100" y="1498600"/>
                </a:cubicBezTo>
                <a:cubicBezTo>
                  <a:pt x="167812" y="1566411"/>
                  <a:pt x="177800" y="1633935"/>
                  <a:pt x="177800" y="1701800"/>
                </a:cubicBezTo>
                <a:cubicBezTo>
                  <a:pt x="177800" y="1775900"/>
                  <a:pt x="163515" y="1780365"/>
                  <a:pt x="152400" y="1841500"/>
                </a:cubicBezTo>
                <a:cubicBezTo>
                  <a:pt x="147045" y="1870951"/>
                  <a:pt x="143933" y="1900767"/>
                  <a:pt x="139700" y="1930400"/>
                </a:cubicBezTo>
                <a:cubicBezTo>
                  <a:pt x="135467" y="2070100"/>
                  <a:pt x="142870" y="2210640"/>
                  <a:pt x="127000" y="2349500"/>
                </a:cubicBezTo>
                <a:cubicBezTo>
                  <a:pt x="121579" y="2396932"/>
                  <a:pt x="64949" y="2366916"/>
                  <a:pt x="50800" y="2362200"/>
                </a:cubicBezTo>
                <a:cubicBezTo>
                  <a:pt x="46567" y="2345267"/>
                  <a:pt x="42895" y="2328183"/>
                  <a:pt x="38100" y="2311400"/>
                </a:cubicBezTo>
                <a:cubicBezTo>
                  <a:pt x="34422" y="2298528"/>
                  <a:pt x="25475" y="2286687"/>
                  <a:pt x="25400" y="2273300"/>
                </a:cubicBezTo>
                <a:cubicBezTo>
                  <a:pt x="21238" y="1528245"/>
                  <a:pt x="4233" y="378883"/>
                  <a:pt x="0" y="0"/>
                </a:cubicBezTo>
                <a:close/>
              </a:path>
            </a:pathLst>
          </a:custGeom>
          <a:solidFill>
            <a:schemeClr val="accent1">
              <a:alpha val="9411"/>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27" name="Google Shape;827;p12"/>
          <p:cNvSpPr txBox="1"/>
          <p:nvPr/>
        </p:nvSpPr>
        <p:spPr>
          <a:xfrm>
            <a:off x="4267200" y="1447800"/>
            <a:ext cx="1295400" cy="246221"/>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Abducens Nucleus</a:t>
            </a:r>
            <a:endParaRPr sz="1400" b="0" i="0" u="none" strike="noStrike" cap="none">
              <a:solidFill>
                <a:srgbClr val="000000"/>
              </a:solidFill>
              <a:latin typeface="Arial"/>
              <a:ea typeface="Arial"/>
              <a:cs typeface="Arial"/>
              <a:sym typeface="Arial"/>
            </a:endParaRPr>
          </a:p>
        </p:txBody>
      </p:sp>
      <p:sp>
        <p:nvSpPr>
          <p:cNvPr id="828" name="Google Shape;828;p12"/>
          <p:cNvSpPr txBox="1"/>
          <p:nvPr/>
        </p:nvSpPr>
        <p:spPr>
          <a:xfrm>
            <a:off x="4800600" y="4038600"/>
            <a:ext cx="838200" cy="40011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Lemniscus</a:t>
            </a:r>
            <a:endParaRPr sz="1000" b="1" i="0" u="none" strike="noStrike" cap="none">
              <a:solidFill>
                <a:schemeClr val="dk1"/>
              </a:solidFill>
              <a:latin typeface="Times"/>
              <a:ea typeface="Times"/>
              <a:cs typeface="Times"/>
              <a:sym typeface="Times"/>
            </a:endParaRPr>
          </a:p>
        </p:txBody>
      </p:sp>
      <p:cxnSp>
        <p:nvCxnSpPr>
          <p:cNvPr id="829" name="Google Shape;829;p12"/>
          <p:cNvCxnSpPr/>
          <p:nvPr/>
        </p:nvCxnSpPr>
        <p:spPr>
          <a:xfrm rot="-5400000" flipH="1">
            <a:off x="2019300" y="876300"/>
            <a:ext cx="533400" cy="3048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830" name="Google Shape;830;p12"/>
          <p:cNvCxnSpPr>
            <a:endCxn id="785" idx="7"/>
          </p:cNvCxnSpPr>
          <p:nvPr/>
        </p:nvCxnSpPr>
        <p:spPr>
          <a:xfrm flipH="1">
            <a:off x="2648100" y="914399"/>
            <a:ext cx="323700" cy="1809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831" name="Google Shape;831;p12"/>
          <p:cNvCxnSpPr/>
          <p:nvPr/>
        </p:nvCxnSpPr>
        <p:spPr>
          <a:xfrm rot="5400000">
            <a:off x="2857500" y="1485900"/>
            <a:ext cx="457200" cy="762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832" name="Google Shape;832;p12"/>
          <p:cNvCxnSpPr>
            <a:endCxn id="788" idx="2"/>
          </p:cNvCxnSpPr>
          <p:nvPr/>
        </p:nvCxnSpPr>
        <p:spPr>
          <a:xfrm flipH="1">
            <a:off x="3943500" y="1143000"/>
            <a:ext cx="171300" cy="5334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833" name="Google Shape;833;p12"/>
          <p:cNvCxnSpPr/>
          <p:nvPr/>
        </p:nvCxnSpPr>
        <p:spPr>
          <a:xfrm rot="5400000">
            <a:off x="4076700" y="1714500"/>
            <a:ext cx="304800" cy="2286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834" name="Google Shape;834;p12"/>
          <p:cNvCxnSpPr/>
          <p:nvPr/>
        </p:nvCxnSpPr>
        <p:spPr>
          <a:xfrm rot="5400000" flipH="1">
            <a:off x="4572000" y="3124200"/>
            <a:ext cx="381000" cy="3810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835" name="Google Shape;835;p12"/>
          <p:cNvCxnSpPr>
            <a:endCxn id="793" idx="12"/>
          </p:cNvCxnSpPr>
          <p:nvPr/>
        </p:nvCxnSpPr>
        <p:spPr>
          <a:xfrm rot="10800000">
            <a:off x="4114800" y="4410001"/>
            <a:ext cx="609600" cy="5430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836" name="Google Shape;836;p12"/>
          <p:cNvCxnSpPr/>
          <p:nvPr/>
        </p:nvCxnSpPr>
        <p:spPr>
          <a:xfrm rot="10800000">
            <a:off x="4343400" y="3886200"/>
            <a:ext cx="609600" cy="2286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837" name="Google Shape;837;p12"/>
          <p:cNvCxnSpPr>
            <a:endCxn id="795" idx="76"/>
          </p:cNvCxnSpPr>
          <p:nvPr/>
        </p:nvCxnSpPr>
        <p:spPr>
          <a:xfrm rot="10800000" flipH="1">
            <a:off x="2438400" y="5130301"/>
            <a:ext cx="543000" cy="5847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838" name="Google Shape;838;p12"/>
          <p:cNvCxnSpPr/>
          <p:nvPr/>
        </p:nvCxnSpPr>
        <p:spPr>
          <a:xfrm rot="10800000" flipH="1">
            <a:off x="1905000" y="4114800"/>
            <a:ext cx="838200" cy="6858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839" name="Google Shape;839;p12"/>
          <p:cNvCxnSpPr>
            <a:endCxn id="799" idx="7"/>
          </p:cNvCxnSpPr>
          <p:nvPr/>
        </p:nvCxnSpPr>
        <p:spPr>
          <a:xfrm rot="10800000" flipH="1">
            <a:off x="2133601" y="3550800"/>
            <a:ext cx="404400" cy="7164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840" name="Google Shape;840;p12"/>
          <p:cNvCxnSpPr>
            <a:endCxn id="798" idx="9"/>
          </p:cNvCxnSpPr>
          <p:nvPr/>
        </p:nvCxnSpPr>
        <p:spPr>
          <a:xfrm rot="10800000" flipH="1">
            <a:off x="1905000" y="3690000"/>
            <a:ext cx="344700" cy="2724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841" name="Google Shape;841;p12"/>
          <p:cNvCxnSpPr>
            <a:stCxn id="823" idx="3"/>
            <a:endCxn id="801" idx="6"/>
          </p:cNvCxnSpPr>
          <p:nvPr/>
        </p:nvCxnSpPr>
        <p:spPr>
          <a:xfrm>
            <a:off x="533400" y="3628311"/>
            <a:ext cx="150000" cy="10800"/>
          </a:xfrm>
          <a:prstGeom prst="straightConnector1">
            <a:avLst/>
          </a:prstGeom>
          <a:solidFill>
            <a:schemeClr val="accent1"/>
          </a:solidFill>
          <a:ln w="9525" cap="flat" cmpd="sng">
            <a:solidFill>
              <a:schemeClr val="dk1"/>
            </a:solidFill>
            <a:prstDash val="solid"/>
            <a:round/>
            <a:headEnd type="none" w="sm" len="sm"/>
            <a:tailEnd type="stealth" w="med" len="med"/>
          </a:ln>
        </p:spPr>
      </p:cxnSp>
      <p:pic>
        <p:nvPicPr>
          <p:cNvPr id="842" name="Google Shape;842;p12"/>
          <p:cNvPicPr preferRelativeResize="0"/>
          <p:nvPr/>
        </p:nvPicPr>
        <p:blipFill rotWithShape="1">
          <a:blip r:embed="rId4">
            <a:alphaModFix/>
          </a:blip>
          <a:srcRect/>
          <a:stretch/>
        </p:blipFill>
        <p:spPr>
          <a:xfrm>
            <a:off x="7924800" y="3962400"/>
            <a:ext cx="1066800" cy="125200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8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8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8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3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1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8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83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81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78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83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82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8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80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79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81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79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808"/>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826"/>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834"/>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818"/>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791"/>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836"/>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828"/>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793"/>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835"/>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810"/>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796"/>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805"/>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795"/>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837"/>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814"/>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794"/>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838"/>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813"/>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799"/>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839"/>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806"/>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797"/>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803"/>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798"/>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840"/>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804"/>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780"/>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824"/>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801"/>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823"/>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783"/>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809"/>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782"/>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819"/>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800"/>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nodeType="clickEffect">
                                  <p:stCondLst>
                                    <p:cond delay="0"/>
                                  </p:stCondLst>
                                  <p:childTnLst>
                                    <p:set>
                                      <p:cBhvr>
                                        <p:cTn id="242" dur="1" fill="hold">
                                          <p:stCondLst>
                                            <p:cond delay="0"/>
                                          </p:stCondLst>
                                        </p:cTn>
                                        <p:tgtEl>
                                          <p:spTgt spid="821"/>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nodeType="clickEffect">
                                  <p:stCondLst>
                                    <p:cond delay="0"/>
                                  </p:stCondLst>
                                  <p:childTnLst>
                                    <p:set>
                                      <p:cBhvr>
                                        <p:cTn id="246" dur="1" fill="hold">
                                          <p:stCondLst>
                                            <p:cond delay="0"/>
                                          </p:stCondLst>
                                        </p:cTn>
                                        <p:tgtEl>
                                          <p:spTgt spid="802"/>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8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pic>
        <p:nvPicPr>
          <p:cNvPr id="847" name="Google Shape;847;p13" descr="Plate 13.jpg                                                   00000158WD Passport                    00000000:"/>
          <p:cNvPicPr preferRelativeResize="0"/>
          <p:nvPr/>
        </p:nvPicPr>
        <p:blipFill rotWithShape="1">
          <a:blip r:embed="rId3">
            <a:alphaModFix/>
          </a:blip>
          <a:srcRect/>
          <a:stretch/>
        </p:blipFill>
        <p:spPr>
          <a:xfrm>
            <a:off x="0" y="152400"/>
            <a:ext cx="9144000" cy="6515100"/>
          </a:xfrm>
          <a:prstGeom prst="rect">
            <a:avLst/>
          </a:prstGeom>
          <a:noFill/>
          <a:ln>
            <a:noFill/>
          </a:ln>
        </p:spPr>
      </p:pic>
      <p:sp>
        <p:nvSpPr>
          <p:cNvPr id="848" name="Google Shape;848;p13"/>
          <p:cNvSpPr/>
          <p:nvPr/>
        </p:nvSpPr>
        <p:spPr>
          <a:xfrm>
            <a:off x="3721100" y="3429000"/>
            <a:ext cx="850900" cy="1625600"/>
          </a:xfrm>
          <a:custGeom>
            <a:avLst/>
            <a:gdLst/>
            <a:ahLst/>
            <a:cxnLst/>
            <a:rect l="l" t="t" r="r" b="b"/>
            <a:pathLst>
              <a:path w="850900" h="1625600" extrusionOk="0">
                <a:moveTo>
                  <a:pt x="546100" y="88900"/>
                </a:moveTo>
                <a:lnTo>
                  <a:pt x="546100" y="88900"/>
                </a:lnTo>
                <a:cubicBezTo>
                  <a:pt x="516467" y="118533"/>
                  <a:pt x="484270" y="145808"/>
                  <a:pt x="457200" y="177800"/>
                </a:cubicBezTo>
                <a:cubicBezTo>
                  <a:pt x="437481" y="201104"/>
                  <a:pt x="423333" y="228600"/>
                  <a:pt x="406400" y="254000"/>
                </a:cubicBezTo>
                <a:cubicBezTo>
                  <a:pt x="397933" y="266700"/>
                  <a:pt x="391793" y="281307"/>
                  <a:pt x="381000" y="292100"/>
                </a:cubicBezTo>
                <a:lnTo>
                  <a:pt x="342900" y="330200"/>
                </a:lnTo>
                <a:cubicBezTo>
                  <a:pt x="289386" y="490743"/>
                  <a:pt x="378658" y="234065"/>
                  <a:pt x="304800" y="406400"/>
                </a:cubicBezTo>
                <a:cubicBezTo>
                  <a:pt x="297924" y="422443"/>
                  <a:pt x="296895" y="440417"/>
                  <a:pt x="292100" y="457200"/>
                </a:cubicBezTo>
                <a:cubicBezTo>
                  <a:pt x="280021" y="499476"/>
                  <a:pt x="274640" y="498457"/>
                  <a:pt x="266700" y="546100"/>
                </a:cubicBezTo>
                <a:cubicBezTo>
                  <a:pt x="230309" y="764446"/>
                  <a:pt x="262266" y="661001"/>
                  <a:pt x="228600" y="762000"/>
                </a:cubicBezTo>
                <a:cubicBezTo>
                  <a:pt x="224367" y="884767"/>
                  <a:pt x="222714" y="1007649"/>
                  <a:pt x="215900" y="1130300"/>
                </a:cubicBezTo>
                <a:cubicBezTo>
                  <a:pt x="214437" y="1156626"/>
                  <a:pt x="206794" y="1224712"/>
                  <a:pt x="190500" y="1257300"/>
                </a:cubicBezTo>
                <a:cubicBezTo>
                  <a:pt x="183674" y="1270952"/>
                  <a:pt x="177019" y="1285865"/>
                  <a:pt x="165100" y="1295400"/>
                </a:cubicBezTo>
                <a:cubicBezTo>
                  <a:pt x="154647" y="1303763"/>
                  <a:pt x="139700" y="1303867"/>
                  <a:pt x="127000" y="1308100"/>
                </a:cubicBezTo>
                <a:cubicBezTo>
                  <a:pt x="104008" y="1331092"/>
                  <a:pt x="43530" y="1381607"/>
                  <a:pt x="25400" y="1422400"/>
                </a:cubicBezTo>
                <a:cubicBezTo>
                  <a:pt x="14526" y="1446866"/>
                  <a:pt x="0" y="1498600"/>
                  <a:pt x="0" y="1498600"/>
                </a:cubicBezTo>
                <a:cubicBezTo>
                  <a:pt x="2489" y="1513534"/>
                  <a:pt x="5956" y="1598614"/>
                  <a:pt x="38100" y="1612900"/>
                </a:cubicBezTo>
                <a:cubicBezTo>
                  <a:pt x="65454" y="1625057"/>
                  <a:pt x="97367" y="1621367"/>
                  <a:pt x="127000" y="1625600"/>
                </a:cubicBezTo>
                <a:cubicBezTo>
                  <a:pt x="186267" y="1621367"/>
                  <a:pt x="246040" y="1621714"/>
                  <a:pt x="304800" y="1612900"/>
                </a:cubicBezTo>
                <a:cubicBezTo>
                  <a:pt x="331278" y="1608928"/>
                  <a:pt x="355600" y="1595967"/>
                  <a:pt x="381000" y="1587500"/>
                </a:cubicBezTo>
                <a:cubicBezTo>
                  <a:pt x="448060" y="1565147"/>
                  <a:pt x="407961" y="1582226"/>
                  <a:pt x="495300" y="1524000"/>
                </a:cubicBezTo>
                <a:cubicBezTo>
                  <a:pt x="508000" y="1515533"/>
                  <a:pt x="522607" y="1509393"/>
                  <a:pt x="533400" y="1498600"/>
                </a:cubicBezTo>
                <a:cubicBezTo>
                  <a:pt x="558800" y="1473200"/>
                  <a:pt x="589675" y="1452288"/>
                  <a:pt x="609600" y="1422400"/>
                </a:cubicBezTo>
                <a:cubicBezTo>
                  <a:pt x="643467" y="1371600"/>
                  <a:pt x="622300" y="1392767"/>
                  <a:pt x="673100" y="1358900"/>
                </a:cubicBezTo>
                <a:cubicBezTo>
                  <a:pt x="690033" y="1333500"/>
                  <a:pt x="714247" y="1311660"/>
                  <a:pt x="723900" y="1282700"/>
                </a:cubicBezTo>
                <a:cubicBezTo>
                  <a:pt x="766581" y="1154657"/>
                  <a:pt x="701460" y="1353268"/>
                  <a:pt x="749300" y="1193800"/>
                </a:cubicBezTo>
                <a:cubicBezTo>
                  <a:pt x="756993" y="1168155"/>
                  <a:pt x="769449" y="1143854"/>
                  <a:pt x="774700" y="1117600"/>
                </a:cubicBezTo>
                <a:cubicBezTo>
                  <a:pt x="790025" y="1040973"/>
                  <a:pt x="780574" y="1074578"/>
                  <a:pt x="800100" y="1016000"/>
                </a:cubicBezTo>
                <a:cubicBezTo>
                  <a:pt x="810034" y="926593"/>
                  <a:pt x="813863" y="887374"/>
                  <a:pt x="825500" y="800100"/>
                </a:cubicBezTo>
                <a:cubicBezTo>
                  <a:pt x="829456" y="770428"/>
                  <a:pt x="834702" y="740929"/>
                  <a:pt x="838200" y="711200"/>
                </a:cubicBezTo>
                <a:cubicBezTo>
                  <a:pt x="843171" y="668947"/>
                  <a:pt x="846667" y="626533"/>
                  <a:pt x="850900" y="584200"/>
                </a:cubicBezTo>
                <a:cubicBezTo>
                  <a:pt x="846667" y="457200"/>
                  <a:pt x="848753" y="329832"/>
                  <a:pt x="838200" y="203200"/>
                </a:cubicBezTo>
                <a:cubicBezTo>
                  <a:pt x="835977" y="176519"/>
                  <a:pt x="821267" y="152400"/>
                  <a:pt x="812800" y="127000"/>
                </a:cubicBezTo>
                <a:cubicBezTo>
                  <a:pt x="803741" y="99823"/>
                  <a:pt x="797871" y="71075"/>
                  <a:pt x="774700" y="50800"/>
                </a:cubicBezTo>
                <a:cubicBezTo>
                  <a:pt x="751726" y="30698"/>
                  <a:pt x="698500" y="0"/>
                  <a:pt x="698500" y="0"/>
                </a:cubicBezTo>
                <a:cubicBezTo>
                  <a:pt x="673100" y="4233"/>
                  <a:pt x="646729" y="4557"/>
                  <a:pt x="622300" y="12700"/>
                </a:cubicBezTo>
                <a:cubicBezTo>
                  <a:pt x="579315" y="27028"/>
                  <a:pt x="584851" y="44938"/>
                  <a:pt x="558800" y="76200"/>
                </a:cubicBezTo>
                <a:cubicBezTo>
                  <a:pt x="547302" y="89998"/>
                  <a:pt x="533400" y="101600"/>
                  <a:pt x="520700" y="114300"/>
                </a:cubicBezTo>
                <a:lnTo>
                  <a:pt x="508000" y="127000"/>
                </a:lnTo>
                <a:lnTo>
                  <a:pt x="508000" y="127000"/>
                </a:lnTo>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49" name="Google Shape;849;p13"/>
          <p:cNvSpPr/>
          <p:nvPr/>
        </p:nvSpPr>
        <p:spPr>
          <a:xfrm>
            <a:off x="4557077" y="2123568"/>
            <a:ext cx="170698" cy="1638807"/>
          </a:xfrm>
          <a:custGeom>
            <a:avLst/>
            <a:gdLst/>
            <a:ahLst/>
            <a:cxnLst/>
            <a:rect l="l" t="t" r="r" b="b"/>
            <a:pathLst>
              <a:path w="170698" h="1638807" extrusionOk="0">
                <a:moveTo>
                  <a:pt x="81598" y="10032"/>
                </a:moveTo>
                <a:lnTo>
                  <a:pt x="81598" y="10032"/>
                </a:lnTo>
                <a:cubicBezTo>
                  <a:pt x="78423" y="73532"/>
                  <a:pt x="76770" y="137126"/>
                  <a:pt x="72073" y="200532"/>
                </a:cubicBezTo>
                <a:cubicBezTo>
                  <a:pt x="70415" y="222921"/>
                  <a:pt x="64898" y="244880"/>
                  <a:pt x="62548" y="267207"/>
                </a:cubicBezTo>
                <a:cubicBezTo>
                  <a:pt x="53576" y="352444"/>
                  <a:pt x="57010" y="373863"/>
                  <a:pt x="43498" y="448182"/>
                </a:cubicBezTo>
                <a:cubicBezTo>
                  <a:pt x="41156" y="461062"/>
                  <a:pt x="37148" y="473582"/>
                  <a:pt x="33973" y="486282"/>
                </a:cubicBezTo>
                <a:cubicBezTo>
                  <a:pt x="30798" y="518032"/>
                  <a:pt x="26805" y="549711"/>
                  <a:pt x="24448" y="581532"/>
                </a:cubicBezTo>
                <a:cubicBezTo>
                  <a:pt x="0" y="911586"/>
                  <a:pt x="11579" y="1152255"/>
                  <a:pt x="24448" y="1534032"/>
                </a:cubicBezTo>
                <a:cubicBezTo>
                  <a:pt x="25106" y="1553553"/>
                  <a:pt x="44908" y="1602117"/>
                  <a:pt x="62548" y="1619757"/>
                </a:cubicBezTo>
                <a:cubicBezTo>
                  <a:pt x="70643" y="1627852"/>
                  <a:pt x="81598" y="1632457"/>
                  <a:pt x="91123" y="1638807"/>
                </a:cubicBezTo>
                <a:cubicBezTo>
                  <a:pt x="97473" y="1629282"/>
                  <a:pt x="105053" y="1620471"/>
                  <a:pt x="110173" y="1610232"/>
                </a:cubicBezTo>
                <a:cubicBezTo>
                  <a:pt x="114663" y="1601252"/>
                  <a:pt x="117729" y="1591502"/>
                  <a:pt x="119698" y="1581657"/>
                </a:cubicBezTo>
                <a:cubicBezTo>
                  <a:pt x="141414" y="1473077"/>
                  <a:pt x="139123" y="1462860"/>
                  <a:pt x="148273" y="1353057"/>
                </a:cubicBezTo>
                <a:cubicBezTo>
                  <a:pt x="159220" y="860441"/>
                  <a:pt x="170698" y="553832"/>
                  <a:pt x="148273" y="10032"/>
                </a:cubicBezTo>
                <a:cubicBezTo>
                  <a:pt x="147859" y="0"/>
                  <a:pt x="129223" y="3682"/>
                  <a:pt x="119698" y="507"/>
                </a:cubicBezTo>
                <a:lnTo>
                  <a:pt x="81598" y="10032"/>
                </a:lnTo>
                <a:close/>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50" name="Google Shape;850;p13"/>
          <p:cNvSpPr/>
          <p:nvPr/>
        </p:nvSpPr>
        <p:spPr>
          <a:xfrm>
            <a:off x="4219575" y="1543050"/>
            <a:ext cx="345376" cy="266700"/>
          </a:xfrm>
          <a:custGeom>
            <a:avLst/>
            <a:gdLst/>
            <a:ahLst/>
            <a:cxnLst/>
            <a:rect l="l" t="t" r="r" b="b"/>
            <a:pathLst>
              <a:path w="345376" h="266700" extrusionOk="0">
                <a:moveTo>
                  <a:pt x="38100" y="38100"/>
                </a:moveTo>
                <a:lnTo>
                  <a:pt x="38100" y="38100"/>
                </a:lnTo>
                <a:cubicBezTo>
                  <a:pt x="79375" y="34925"/>
                  <a:pt x="120756" y="32909"/>
                  <a:pt x="161925" y="28575"/>
                </a:cubicBezTo>
                <a:cubicBezTo>
                  <a:pt x="181132" y="26553"/>
                  <a:pt x="199762" y="19050"/>
                  <a:pt x="219075" y="19050"/>
                </a:cubicBezTo>
                <a:cubicBezTo>
                  <a:pt x="254144" y="19050"/>
                  <a:pt x="288925" y="25400"/>
                  <a:pt x="323850" y="28575"/>
                </a:cubicBezTo>
                <a:cubicBezTo>
                  <a:pt x="342899" y="85722"/>
                  <a:pt x="345376" y="78297"/>
                  <a:pt x="314325" y="171450"/>
                </a:cubicBezTo>
                <a:cubicBezTo>
                  <a:pt x="311150" y="180975"/>
                  <a:pt x="311072" y="192185"/>
                  <a:pt x="304800" y="200025"/>
                </a:cubicBezTo>
                <a:cubicBezTo>
                  <a:pt x="297649" y="208964"/>
                  <a:pt x="285019" y="211746"/>
                  <a:pt x="276225" y="219075"/>
                </a:cubicBezTo>
                <a:cubicBezTo>
                  <a:pt x="265877" y="227699"/>
                  <a:pt x="259425" y="241108"/>
                  <a:pt x="247650" y="247650"/>
                </a:cubicBezTo>
                <a:cubicBezTo>
                  <a:pt x="230097" y="257402"/>
                  <a:pt x="190500" y="266700"/>
                  <a:pt x="190500" y="266700"/>
                </a:cubicBezTo>
                <a:cubicBezTo>
                  <a:pt x="168275" y="263525"/>
                  <a:pt x="145701" y="262223"/>
                  <a:pt x="123825" y="257175"/>
                </a:cubicBezTo>
                <a:cubicBezTo>
                  <a:pt x="104259" y="252660"/>
                  <a:pt x="66675" y="238125"/>
                  <a:pt x="66675" y="238125"/>
                </a:cubicBezTo>
                <a:cubicBezTo>
                  <a:pt x="2425" y="173875"/>
                  <a:pt x="18044" y="206533"/>
                  <a:pt x="0" y="152400"/>
                </a:cubicBezTo>
                <a:cubicBezTo>
                  <a:pt x="2732" y="125083"/>
                  <a:pt x="1887" y="62902"/>
                  <a:pt x="19050" y="28575"/>
                </a:cubicBezTo>
                <a:cubicBezTo>
                  <a:pt x="24170" y="18336"/>
                  <a:pt x="31750" y="9525"/>
                  <a:pt x="38100" y="0"/>
                </a:cubicBezTo>
                <a:cubicBezTo>
                  <a:pt x="47625" y="3175"/>
                  <a:pt x="59575" y="2425"/>
                  <a:pt x="66675" y="9525"/>
                </a:cubicBezTo>
                <a:lnTo>
                  <a:pt x="38100" y="38100"/>
                </a:lnTo>
                <a:close/>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51" name="Google Shape;851;p13"/>
          <p:cNvSpPr/>
          <p:nvPr/>
        </p:nvSpPr>
        <p:spPr>
          <a:xfrm>
            <a:off x="4267200" y="1828800"/>
            <a:ext cx="364338" cy="285750"/>
          </a:xfrm>
          <a:custGeom>
            <a:avLst/>
            <a:gdLst/>
            <a:ahLst/>
            <a:cxnLst/>
            <a:rect l="l" t="t" r="r" b="b"/>
            <a:pathLst>
              <a:path w="364338" h="285750" extrusionOk="0">
                <a:moveTo>
                  <a:pt x="30963" y="19050"/>
                </a:moveTo>
                <a:lnTo>
                  <a:pt x="30963" y="19050"/>
                </a:lnTo>
                <a:cubicBezTo>
                  <a:pt x="84938" y="15875"/>
                  <a:pt x="139088" y="14905"/>
                  <a:pt x="192888" y="9525"/>
                </a:cubicBezTo>
                <a:cubicBezTo>
                  <a:pt x="202878" y="8526"/>
                  <a:pt x="211423" y="0"/>
                  <a:pt x="221463" y="0"/>
                </a:cubicBezTo>
                <a:cubicBezTo>
                  <a:pt x="262860" y="0"/>
                  <a:pt x="304013" y="6350"/>
                  <a:pt x="345288" y="9525"/>
                </a:cubicBezTo>
                <a:cubicBezTo>
                  <a:pt x="352804" y="32074"/>
                  <a:pt x="364338" y="62737"/>
                  <a:pt x="364338" y="85725"/>
                </a:cubicBezTo>
                <a:cubicBezTo>
                  <a:pt x="364338" y="127122"/>
                  <a:pt x="359948" y="168473"/>
                  <a:pt x="354813" y="209550"/>
                </a:cubicBezTo>
                <a:cubicBezTo>
                  <a:pt x="353568" y="219513"/>
                  <a:pt x="351560" y="230285"/>
                  <a:pt x="345288" y="238125"/>
                </a:cubicBezTo>
                <a:cubicBezTo>
                  <a:pt x="328821" y="258708"/>
                  <a:pt x="277026" y="270404"/>
                  <a:pt x="259563" y="276225"/>
                </a:cubicBezTo>
                <a:lnTo>
                  <a:pt x="230988" y="285750"/>
                </a:lnTo>
                <a:cubicBezTo>
                  <a:pt x="205588" y="282575"/>
                  <a:pt x="179817" y="281588"/>
                  <a:pt x="154788" y="276225"/>
                </a:cubicBezTo>
                <a:cubicBezTo>
                  <a:pt x="123564" y="269534"/>
                  <a:pt x="87741" y="254241"/>
                  <a:pt x="59538" y="238125"/>
                </a:cubicBezTo>
                <a:cubicBezTo>
                  <a:pt x="49599" y="232445"/>
                  <a:pt x="40488" y="225425"/>
                  <a:pt x="30963" y="219075"/>
                </a:cubicBezTo>
                <a:cubicBezTo>
                  <a:pt x="27788" y="209550"/>
                  <a:pt x="25928" y="199480"/>
                  <a:pt x="21438" y="190500"/>
                </a:cubicBezTo>
                <a:cubicBezTo>
                  <a:pt x="16318" y="180261"/>
                  <a:pt x="3339" y="173333"/>
                  <a:pt x="2388" y="161925"/>
                </a:cubicBezTo>
                <a:cubicBezTo>
                  <a:pt x="0" y="133273"/>
                  <a:pt x="7186" y="104560"/>
                  <a:pt x="11913" y="76200"/>
                </a:cubicBezTo>
                <a:cubicBezTo>
                  <a:pt x="13564" y="66296"/>
                  <a:pt x="27788" y="28575"/>
                  <a:pt x="30963" y="19050"/>
                </a:cubicBezTo>
                <a:close/>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52" name="Google Shape;852;p13"/>
          <p:cNvSpPr/>
          <p:nvPr/>
        </p:nvSpPr>
        <p:spPr>
          <a:xfrm>
            <a:off x="4267200" y="2133600"/>
            <a:ext cx="331669" cy="466725"/>
          </a:xfrm>
          <a:custGeom>
            <a:avLst/>
            <a:gdLst/>
            <a:ahLst/>
            <a:cxnLst/>
            <a:rect l="l" t="t" r="r" b="b"/>
            <a:pathLst>
              <a:path w="331669" h="523875" extrusionOk="0">
                <a:moveTo>
                  <a:pt x="40707" y="0"/>
                </a:moveTo>
                <a:lnTo>
                  <a:pt x="40707" y="0"/>
                </a:lnTo>
                <a:cubicBezTo>
                  <a:pt x="66107" y="9525"/>
                  <a:pt x="90979" y="20597"/>
                  <a:pt x="116907" y="28575"/>
                </a:cubicBezTo>
                <a:cubicBezTo>
                  <a:pt x="166604" y="43866"/>
                  <a:pt x="262965" y="45131"/>
                  <a:pt x="297882" y="47625"/>
                </a:cubicBezTo>
                <a:cubicBezTo>
                  <a:pt x="307407" y="57150"/>
                  <a:pt x="324409" y="62886"/>
                  <a:pt x="326457" y="76200"/>
                </a:cubicBezTo>
                <a:cubicBezTo>
                  <a:pt x="331669" y="110078"/>
                  <a:pt x="312095" y="188753"/>
                  <a:pt x="307407" y="228600"/>
                </a:cubicBezTo>
                <a:cubicBezTo>
                  <a:pt x="297747" y="310710"/>
                  <a:pt x="305995" y="312680"/>
                  <a:pt x="288357" y="371475"/>
                </a:cubicBezTo>
                <a:cubicBezTo>
                  <a:pt x="282587" y="390709"/>
                  <a:pt x="280446" y="411917"/>
                  <a:pt x="269307" y="428625"/>
                </a:cubicBezTo>
                <a:cubicBezTo>
                  <a:pt x="222009" y="499571"/>
                  <a:pt x="282798" y="412436"/>
                  <a:pt x="221682" y="485775"/>
                </a:cubicBezTo>
                <a:cubicBezTo>
                  <a:pt x="214353" y="494569"/>
                  <a:pt x="212571" y="508670"/>
                  <a:pt x="202632" y="514350"/>
                </a:cubicBezTo>
                <a:cubicBezTo>
                  <a:pt x="188576" y="522382"/>
                  <a:pt x="170882" y="520700"/>
                  <a:pt x="155007" y="523875"/>
                </a:cubicBezTo>
                <a:cubicBezTo>
                  <a:pt x="139132" y="520700"/>
                  <a:pt x="121438" y="522382"/>
                  <a:pt x="107382" y="514350"/>
                </a:cubicBezTo>
                <a:cubicBezTo>
                  <a:pt x="86731" y="502550"/>
                  <a:pt x="88471" y="474596"/>
                  <a:pt x="78807" y="457200"/>
                </a:cubicBezTo>
                <a:cubicBezTo>
                  <a:pt x="67688" y="437186"/>
                  <a:pt x="47947" y="421770"/>
                  <a:pt x="40707" y="400050"/>
                </a:cubicBezTo>
                <a:lnTo>
                  <a:pt x="21657" y="342900"/>
                </a:lnTo>
                <a:cubicBezTo>
                  <a:pt x="18482" y="333375"/>
                  <a:pt x="14567" y="324065"/>
                  <a:pt x="12132" y="314325"/>
                </a:cubicBezTo>
                <a:lnTo>
                  <a:pt x="2607" y="276225"/>
                </a:lnTo>
                <a:cubicBezTo>
                  <a:pt x="5782" y="190500"/>
                  <a:pt x="0" y="103972"/>
                  <a:pt x="12132" y="19050"/>
                </a:cubicBezTo>
                <a:cubicBezTo>
                  <a:pt x="13552" y="9111"/>
                  <a:pt x="30967" y="7090"/>
                  <a:pt x="40707" y="9525"/>
                </a:cubicBezTo>
                <a:cubicBezTo>
                  <a:pt x="47595" y="11247"/>
                  <a:pt x="40707" y="1587"/>
                  <a:pt x="40707" y="0"/>
                </a:cubicBezTo>
                <a:close/>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53" name="Google Shape;853;p13"/>
          <p:cNvSpPr/>
          <p:nvPr/>
        </p:nvSpPr>
        <p:spPr>
          <a:xfrm>
            <a:off x="3648075" y="1343025"/>
            <a:ext cx="754659" cy="213495"/>
          </a:xfrm>
          <a:custGeom>
            <a:avLst/>
            <a:gdLst/>
            <a:ahLst/>
            <a:cxnLst/>
            <a:rect l="l" t="t" r="r" b="b"/>
            <a:pathLst>
              <a:path w="754659" h="213495" extrusionOk="0">
                <a:moveTo>
                  <a:pt x="0" y="190500"/>
                </a:moveTo>
                <a:lnTo>
                  <a:pt x="0" y="190500"/>
                </a:lnTo>
                <a:cubicBezTo>
                  <a:pt x="103475" y="118067"/>
                  <a:pt x="58483" y="136081"/>
                  <a:pt x="123825" y="114300"/>
                </a:cubicBezTo>
                <a:cubicBezTo>
                  <a:pt x="130175" y="104775"/>
                  <a:pt x="134260" y="93263"/>
                  <a:pt x="142875" y="85725"/>
                </a:cubicBezTo>
                <a:cubicBezTo>
                  <a:pt x="222962" y="15649"/>
                  <a:pt x="171910" y="66445"/>
                  <a:pt x="228600" y="38100"/>
                </a:cubicBezTo>
                <a:cubicBezTo>
                  <a:pt x="238839" y="32980"/>
                  <a:pt x="246936" y="24170"/>
                  <a:pt x="257175" y="19050"/>
                </a:cubicBezTo>
                <a:cubicBezTo>
                  <a:pt x="280623" y="7326"/>
                  <a:pt x="320950" y="3658"/>
                  <a:pt x="342900" y="0"/>
                </a:cubicBezTo>
                <a:lnTo>
                  <a:pt x="400050" y="9525"/>
                </a:lnTo>
                <a:cubicBezTo>
                  <a:pt x="415978" y="12421"/>
                  <a:pt x="431486" y="19050"/>
                  <a:pt x="447675" y="19050"/>
                </a:cubicBezTo>
                <a:cubicBezTo>
                  <a:pt x="492238" y="19050"/>
                  <a:pt x="536575" y="12700"/>
                  <a:pt x="581025" y="9525"/>
                </a:cubicBezTo>
                <a:cubicBezTo>
                  <a:pt x="582626" y="9658"/>
                  <a:pt x="700675" y="939"/>
                  <a:pt x="723900" y="38100"/>
                </a:cubicBezTo>
                <a:cubicBezTo>
                  <a:pt x="734543" y="55128"/>
                  <a:pt x="736600" y="76200"/>
                  <a:pt x="742950" y="95250"/>
                </a:cubicBezTo>
                <a:lnTo>
                  <a:pt x="752475" y="123825"/>
                </a:lnTo>
                <a:cubicBezTo>
                  <a:pt x="749300" y="136525"/>
                  <a:pt x="754659" y="156071"/>
                  <a:pt x="742950" y="161925"/>
                </a:cubicBezTo>
                <a:cubicBezTo>
                  <a:pt x="732711" y="167045"/>
                  <a:pt x="724836" y="147524"/>
                  <a:pt x="714375" y="142875"/>
                </a:cubicBezTo>
                <a:cubicBezTo>
                  <a:pt x="696025" y="134720"/>
                  <a:pt x="677261" y="125161"/>
                  <a:pt x="657225" y="123825"/>
                </a:cubicBezTo>
                <a:lnTo>
                  <a:pt x="514350" y="114300"/>
                </a:lnTo>
                <a:cubicBezTo>
                  <a:pt x="500875" y="109808"/>
                  <a:pt x="459635" y="95250"/>
                  <a:pt x="447675" y="95250"/>
                </a:cubicBezTo>
                <a:cubicBezTo>
                  <a:pt x="396776" y="95250"/>
                  <a:pt x="346075" y="101600"/>
                  <a:pt x="295275" y="104775"/>
                </a:cubicBezTo>
                <a:lnTo>
                  <a:pt x="238125" y="123825"/>
                </a:lnTo>
                <a:cubicBezTo>
                  <a:pt x="228600" y="127000"/>
                  <a:pt x="217904" y="127781"/>
                  <a:pt x="209550" y="133350"/>
                </a:cubicBezTo>
                <a:cubicBezTo>
                  <a:pt x="190500" y="146050"/>
                  <a:pt x="174120" y="164210"/>
                  <a:pt x="152400" y="171450"/>
                </a:cubicBezTo>
                <a:cubicBezTo>
                  <a:pt x="84390" y="194120"/>
                  <a:pt x="111958" y="179361"/>
                  <a:pt x="66675" y="209550"/>
                </a:cubicBezTo>
                <a:cubicBezTo>
                  <a:pt x="50800" y="206375"/>
                  <a:pt x="28030" y="213495"/>
                  <a:pt x="19050" y="200025"/>
                </a:cubicBezTo>
                <a:cubicBezTo>
                  <a:pt x="10070" y="186555"/>
                  <a:pt x="24648" y="168106"/>
                  <a:pt x="28575" y="152400"/>
                </a:cubicBezTo>
                <a:cubicBezTo>
                  <a:pt x="29345" y="149320"/>
                  <a:pt x="4762" y="184150"/>
                  <a:pt x="0" y="190500"/>
                </a:cubicBezTo>
                <a:close/>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54" name="Google Shape;854;p13"/>
          <p:cNvSpPr/>
          <p:nvPr/>
        </p:nvSpPr>
        <p:spPr>
          <a:xfrm>
            <a:off x="3629025" y="1551010"/>
            <a:ext cx="542925" cy="421818"/>
          </a:xfrm>
          <a:custGeom>
            <a:avLst/>
            <a:gdLst/>
            <a:ahLst/>
            <a:cxnLst/>
            <a:rect l="l" t="t" r="r" b="b"/>
            <a:pathLst>
              <a:path w="542925" h="421818" extrusionOk="0">
                <a:moveTo>
                  <a:pt x="28575" y="220640"/>
                </a:moveTo>
                <a:lnTo>
                  <a:pt x="28575" y="220640"/>
                </a:lnTo>
                <a:cubicBezTo>
                  <a:pt x="38100" y="195240"/>
                  <a:pt x="47879" y="169934"/>
                  <a:pt x="57150" y="144440"/>
                </a:cubicBezTo>
                <a:cubicBezTo>
                  <a:pt x="60581" y="135004"/>
                  <a:pt x="62185" y="124845"/>
                  <a:pt x="66675" y="115865"/>
                </a:cubicBezTo>
                <a:cubicBezTo>
                  <a:pt x="86632" y="75951"/>
                  <a:pt x="81643" y="95454"/>
                  <a:pt x="114300" y="68240"/>
                </a:cubicBezTo>
                <a:cubicBezTo>
                  <a:pt x="124648" y="59616"/>
                  <a:pt x="131100" y="46207"/>
                  <a:pt x="142875" y="39665"/>
                </a:cubicBezTo>
                <a:cubicBezTo>
                  <a:pt x="160428" y="29913"/>
                  <a:pt x="180975" y="26965"/>
                  <a:pt x="200025" y="20615"/>
                </a:cubicBezTo>
                <a:cubicBezTo>
                  <a:pt x="261869" y="0"/>
                  <a:pt x="218601" y="11999"/>
                  <a:pt x="333375" y="1565"/>
                </a:cubicBezTo>
                <a:cubicBezTo>
                  <a:pt x="387350" y="4740"/>
                  <a:pt x="442282" y="486"/>
                  <a:pt x="495300" y="11090"/>
                </a:cubicBezTo>
                <a:cubicBezTo>
                  <a:pt x="508509" y="13732"/>
                  <a:pt x="517333" y="27890"/>
                  <a:pt x="523875" y="39665"/>
                </a:cubicBezTo>
                <a:cubicBezTo>
                  <a:pt x="533627" y="57218"/>
                  <a:pt x="542925" y="96815"/>
                  <a:pt x="542925" y="96815"/>
                </a:cubicBezTo>
                <a:cubicBezTo>
                  <a:pt x="540193" y="124132"/>
                  <a:pt x="541038" y="186313"/>
                  <a:pt x="523875" y="220640"/>
                </a:cubicBezTo>
                <a:cubicBezTo>
                  <a:pt x="518755" y="230879"/>
                  <a:pt x="512154" y="240421"/>
                  <a:pt x="504825" y="249215"/>
                </a:cubicBezTo>
                <a:cubicBezTo>
                  <a:pt x="496201" y="259563"/>
                  <a:pt x="485775" y="268265"/>
                  <a:pt x="476250" y="277790"/>
                </a:cubicBezTo>
                <a:cubicBezTo>
                  <a:pt x="466324" y="307567"/>
                  <a:pt x="456698" y="344800"/>
                  <a:pt x="428625" y="363515"/>
                </a:cubicBezTo>
                <a:lnTo>
                  <a:pt x="371475" y="401615"/>
                </a:lnTo>
                <a:lnTo>
                  <a:pt x="342900" y="420665"/>
                </a:lnTo>
                <a:cubicBezTo>
                  <a:pt x="314325" y="417490"/>
                  <a:pt x="283869" y="421818"/>
                  <a:pt x="257175" y="411140"/>
                </a:cubicBezTo>
                <a:cubicBezTo>
                  <a:pt x="247853" y="407411"/>
                  <a:pt x="253922" y="390405"/>
                  <a:pt x="247650" y="382565"/>
                </a:cubicBezTo>
                <a:cubicBezTo>
                  <a:pt x="240499" y="373626"/>
                  <a:pt x="228600" y="369865"/>
                  <a:pt x="219075" y="363515"/>
                </a:cubicBezTo>
                <a:cubicBezTo>
                  <a:pt x="215900" y="353990"/>
                  <a:pt x="215822" y="342780"/>
                  <a:pt x="209550" y="334940"/>
                </a:cubicBezTo>
                <a:cubicBezTo>
                  <a:pt x="202399" y="326001"/>
                  <a:pt x="191214" y="321010"/>
                  <a:pt x="180975" y="315890"/>
                </a:cubicBezTo>
                <a:cubicBezTo>
                  <a:pt x="133394" y="292099"/>
                  <a:pt x="13981" y="297714"/>
                  <a:pt x="0" y="296840"/>
                </a:cubicBezTo>
                <a:cubicBezTo>
                  <a:pt x="3175" y="280965"/>
                  <a:pt x="3841" y="264374"/>
                  <a:pt x="9525" y="249215"/>
                </a:cubicBezTo>
                <a:cubicBezTo>
                  <a:pt x="13545" y="238496"/>
                  <a:pt x="23455" y="230879"/>
                  <a:pt x="28575" y="220640"/>
                </a:cubicBezTo>
                <a:lnTo>
                  <a:pt x="28575" y="220640"/>
                </a:lnTo>
                <a:close/>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55" name="Google Shape;855;p13"/>
          <p:cNvSpPr/>
          <p:nvPr/>
        </p:nvSpPr>
        <p:spPr>
          <a:xfrm>
            <a:off x="3065976" y="2476500"/>
            <a:ext cx="885421" cy="1684754"/>
          </a:xfrm>
          <a:custGeom>
            <a:avLst/>
            <a:gdLst/>
            <a:ahLst/>
            <a:cxnLst/>
            <a:rect l="l" t="t" r="r" b="b"/>
            <a:pathLst>
              <a:path w="885421" h="1684754" extrusionOk="0">
                <a:moveTo>
                  <a:pt x="39174" y="1438275"/>
                </a:moveTo>
                <a:lnTo>
                  <a:pt x="39174" y="1438275"/>
                </a:lnTo>
                <a:cubicBezTo>
                  <a:pt x="55049" y="1406525"/>
                  <a:pt x="67108" y="1372561"/>
                  <a:pt x="86799" y="1343025"/>
                </a:cubicBezTo>
                <a:cubicBezTo>
                  <a:pt x="93149" y="1333500"/>
                  <a:pt x="107716" y="1332484"/>
                  <a:pt x="115374" y="1323975"/>
                </a:cubicBezTo>
                <a:cubicBezTo>
                  <a:pt x="136614" y="1300375"/>
                  <a:pt x="153474" y="1273175"/>
                  <a:pt x="172524" y="1247775"/>
                </a:cubicBezTo>
                <a:cubicBezTo>
                  <a:pt x="182049" y="1235075"/>
                  <a:pt x="193999" y="1223874"/>
                  <a:pt x="201099" y="1209675"/>
                </a:cubicBezTo>
                <a:cubicBezTo>
                  <a:pt x="264280" y="1083313"/>
                  <a:pt x="187629" y="1241106"/>
                  <a:pt x="229674" y="1143000"/>
                </a:cubicBezTo>
                <a:cubicBezTo>
                  <a:pt x="279771" y="1026108"/>
                  <a:pt x="219945" y="1171984"/>
                  <a:pt x="267774" y="1076325"/>
                </a:cubicBezTo>
                <a:cubicBezTo>
                  <a:pt x="272264" y="1067345"/>
                  <a:pt x="272318" y="1056467"/>
                  <a:pt x="277299" y="1047750"/>
                </a:cubicBezTo>
                <a:cubicBezTo>
                  <a:pt x="285175" y="1033967"/>
                  <a:pt x="296647" y="1022568"/>
                  <a:pt x="305874" y="1009650"/>
                </a:cubicBezTo>
                <a:cubicBezTo>
                  <a:pt x="312528" y="1000335"/>
                  <a:pt x="319244" y="991014"/>
                  <a:pt x="324924" y="981075"/>
                </a:cubicBezTo>
                <a:cubicBezTo>
                  <a:pt x="347247" y="942009"/>
                  <a:pt x="356085" y="915351"/>
                  <a:pt x="363024" y="866775"/>
                </a:cubicBezTo>
                <a:cubicBezTo>
                  <a:pt x="376609" y="771677"/>
                  <a:pt x="374135" y="799329"/>
                  <a:pt x="382074" y="676275"/>
                </a:cubicBezTo>
                <a:cubicBezTo>
                  <a:pt x="385759" y="619156"/>
                  <a:pt x="387035" y="561881"/>
                  <a:pt x="391599" y="504825"/>
                </a:cubicBezTo>
                <a:cubicBezTo>
                  <a:pt x="396388" y="444961"/>
                  <a:pt x="401787" y="443696"/>
                  <a:pt x="410649" y="390525"/>
                </a:cubicBezTo>
                <a:cubicBezTo>
                  <a:pt x="414340" y="368380"/>
                  <a:pt x="415771" y="345865"/>
                  <a:pt x="420174" y="323850"/>
                </a:cubicBezTo>
                <a:cubicBezTo>
                  <a:pt x="422143" y="314005"/>
                  <a:pt x="427521" y="305076"/>
                  <a:pt x="429699" y="295275"/>
                </a:cubicBezTo>
                <a:cubicBezTo>
                  <a:pt x="433889" y="276422"/>
                  <a:pt x="435034" y="256978"/>
                  <a:pt x="439224" y="238125"/>
                </a:cubicBezTo>
                <a:cubicBezTo>
                  <a:pt x="441402" y="228324"/>
                  <a:pt x="445991" y="219204"/>
                  <a:pt x="448749" y="209550"/>
                </a:cubicBezTo>
                <a:cubicBezTo>
                  <a:pt x="452345" y="196963"/>
                  <a:pt x="454678" y="184037"/>
                  <a:pt x="458274" y="171450"/>
                </a:cubicBezTo>
                <a:cubicBezTo>
                  <a:pt x="461032" y="161796"/>
                  <a:pt x="465041" y="152529"/>
                  <a:pt x="467799" y="142875"/>
                </a:cubicBezTo>
                <a:cubicBezTo>
                  <a:pt x="471395" y="130288"/>
                  <a:pt x="472167" y="116807"/>
                  <a:pt x="477324" y="104775"/>
                </a:cubicBezTo>
                <a:cubicBezTo>
                  <a:pt x="489844" y="75562"/>
                  <a:pt x="504756" y="71857"/>
                  <a:pt x="524949" y="47625"/>
                </a:cubicBezTo>
                <a:cubicBezTo>
                  <a:pt x="564636" y="0"/>
                  <a:pt x="520186" y="34925"/>
                  <a:pt x="572574" y="0"/>
                </a:cubicBezTo>
                <a:cubicBezTo>
                  <a:pt x="579724" y="894"/>
                  <a:pt x="665896" y="8561"/>
                  <a:pt x="686874" y="19050"/>
                </a:cubicBezTo>
                <a:cubicBezTo>
                  <a:pt x="708758" y="29992"/>
                  <a:pt x="755178" y="61335"/>
                  <a:pt x="772599" y="85725"/>
                </a:cubicBezTo>
                <a:cubicBezTo>
                  <a:pt x="780852" y="97279"/>
                  <a:pt x="784344" y="111649"/>
                  <a:pt x="791649" y="123825"/>
                </a:cubicBezTo>
                <a:cubicBezTo>
                  <a:pt x="840777" y="205705"/>
                  <a:pt x="820115" y="152073"/>
                  <a:pt x="839274" y="209550"/>
                </a:cubicBezTo>
                <a:cubicBezTo>
                  <a:pt x="842449" y="234950"/>
                  <a:pt x="844591" y="260501"/>
                  <a:pt x="848799" y="285750"/>
                </a:cubicBezTo>
                <a:cubicBezTo>
                  <a:pt x="850951" y="298663"/>
                  <a:pt x="855757" y="311013"/>
                  <a:pt x="858324" y="323850"/>
                </a:cubicBezTo>
                <a:cubicBezTo>
                  <a:pt x="862112" y="342788"/>
                  <a:pt x="864674" y="361950"/>
                  <a:pt x="867849" y="381000"/>
                </a:cubicBezTo>
                <a:cubicBezTo>
                  <a:pt x="874863" y="542323"/>
                  <a:pt x="885421" y="583328"/>
                  <a:pt x="867849" y="723900"/>
                </a:cubicBezTo>
                <a:cubicBezTo>
                  <a:pt x="866604" y="733863"/>
                  <a:pt x="860759" y="742735"/>
                  <a:pt x="858324" y="752475"/>
                </a:cubicBezTo>
                <a:cubicBezTo>
                  <a:pt x="854397" y="768181"/>
                  <a:pt x="852726" y="784394"/>
                  <a:pt x="848799" y="800100"/>
                </a:cubicBezTo>
                <a:cubicBezTo>
                  <a:pt x="846364" y="809840"/>
                  <a:pt x="842032" y="819021"/>
                  <a:pt x="839274" y="828675"/>
                </a:cubicBezTo>
                <a:cubicBezTo>
                  <a:pt x="835678" y="841262"/>
                  <a:pt x="833345" y="854188"/>
                  <a:pt x="829749" y="866775"/>
                </a:cubicBezTo>
                <a:cubicBezTo>
                  <a:pt x="826991" y="876429"/>
                  <a:pt x="822866" y="885664"/>
                  <a:pt x="820224" y="895350"/>
                </a:cubicBezTo>
                <a:cubicBezTo>
                  <a:pt x="813335" y="920609"/>
                  <a:pt x="815697" y="949765"/>
                  <a:pt x="801174" y="971550"/>
                </a:cubicBezTo>
                <a:cubicBezTo>
                  <a:pt x="794824" y="981075"/>
                  <a:pt x="787244" y="989886"/>
                  <a:pt x="782124" y="1000125"/>
                </a:cubicBezTo>
                <a:cubicBezTo>
                  <a:pt x="742709" y="1078955"/>
                  <a:pt x="813010" y="967698"/>
                  <a:pt x="753549" y="1066800"/>
                </a:cubicBezTo>
                <a:cubicBezTo>
                  <a:pt x="741769" y="1086433"/>
                  <a:pt x="722689" y="1102230"/>
                  <a:pt x="715449" y="1123950"/>
                </a:cubicBezTo>
                <a:cubicBezTo>
                  <a:pt x="709099" y="1143000"/>
                  <a:pt x="707538" y="1164392"/>
                  <a:pt x="696399" y="1181100"/>
                </a:cubicBezTo>
                <a:lnTo>
                  <a:pt x="582099" y="1352550"/>
                </a:lnTo>
                <a:cubicBezTo>
                  <a:pt x="527504" y="1434442"/>
                  <a:pt x="592959" y="1330830"/>
                  <a:pt x="553524" y="1409700"/>
                </a:cubicBezTo>
                <a:cubicBezTo>
                  <a:pt x="548404" y="1419939"/>
                  <a:pt x="539594" y="1428036"/>
                  <a:pt x="534474" y="1438275"/>
                </a:cubicBezTo>
                <a:cubicBezTo>
                  <a:pt x="529984" y="1447255"/>
                  <a:pt x="530518" y="1458496"/>
                  <a:pt x="524949" y="1466850"/>
                </a:cubicBezTo>
                <a:cubicBezTo>
                  <a:pt x="517477" y="1478058"/>
                  <a:pt x="504998" y="1485077"/>
                  <a:pt x="496374" y="1495425"/>
                </a:cubicBezTo>
                <a:cubicBezTo>
                  <a:pt x="471802" y="1524911"/>
                  <a:pt x="483124" y="1528021"/>
                  <a:pt x="448749" y="1552575"/>
                </a:cubicBezTo>
                <a:cubicBezTo>
                  <a:pt x="383535" y="1599156"/>
                  <a:pt x="436068" y="1545680"/>
                  <a:pt x="382074" y="1590675"/>
                </a:cubicBezTo>
                <a:cubicBezTo>
                  <a:pt x="371726" y="1599299"/>
                  <a:pt x="363847" y="1610626"/>
                  <a:pt x="353499" y="1619250"/>
                </a:cubicBezTo>
                <a:cubicBezTo>
                  <a:pt x="312553" y="1653372"/>
                  <a:pt x="339307" y="1626346"/>
                  <a:pt x="296349" y="1647825"/>
                </a:cubicBezTo>
                <a:cubicBezTo>
                  <a:pt x="222491" y="1684754"/>
                  <a:pt x="311023" y="1652459"/>
                  <a:pt x="239199" y="1676400"/>
                </a:cubicBezTo>
                <a:cubicBezTo>
                  <a:pt x="201099" y="1673225"/>
                  <a:pt x="162796" y="1671928"/>
                  <a:pt x="124899" y="1666875"/>
                </a:cubicBezTo>
                <a:cubicBezTo>
                  <a:pt x="114947" y="1665548"/>
                  <a:pt x="104678" y="1662919"/>
                  <a:pt x="96324" y="1657350"/>
                </a:cubicBezTo>
                <a:cubicBezTo>
                  <a:pt x="85116" y="1649878"/>
                  <a:pt x="75579" y="1639736"/>
                  <a:pt x="67749" y="1628775"/>
                </a:cubicBezTo>
                <a:cubicBezTo>
                  <a:pt x="50230" y="1604249"/>
                  <a:pt x="38324" y="1559550"/>
                  <a:pt x="29649" y="1533525"/>
                </a:cubicBezTo>
                <a:lnTo>
                  <a:pt x="20124" y="1504950"/>
                </a:lnTo>
                <a:cubicBezTo>
                  <a:pt x="32124" y="1372952"/>
                  <a:pt x="0" y="1424793"/>
                  <a:pt x="58224" y="1381125"/>
                </a:cubicBezTo>
                <a:cubicBezTo>
                  <a:pt x="61816" y="1378431"/>
                  <a:pt x="64574" y="1374775"/>
                  <a:pt x="67749" y="1371600"/>
                </a:cubicBezTo>
                <a:lnTo>
                  <a:pt x="67749" y="1371600"/>
                </a:lnTo>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56" name="Google Shape;856;p13"/>
          <p:cNvSpPr/>
          <p:nvPr/>
        </p:nvSpPr>
        <p:spPr>
          <a:xfrm>
            <a:off x="2667000" y="2729185"/>
            <a:ext cx="595670" cy="734698"/>
          </a:xfrm>
          <a:custGeom>
            <a:avLst/>
            <a:gdLst/>
            <a:ahLst/>
            <a:cxnLst/>
            <a:rect l="l" t="t" r="r" b="b"/>
            <a:pathLst>
              <a:path w="595670" h="734698" extrusionOk="0">
                <a:moveTo>
                  <a:pt x="152400" y="347390"/>
                </a:moveTo>
                <a:lnTo>
                  <a:pt x="152400" y="347390"/>
                </a:lnTo>
                <a:cubicBezTo>
                  <a:pt x="127000" y="360090"/>
                  <a:pt x="101131" y="371892"/>
                  <a:pt x="76200" y="385490"/>
                </a:cubicBezTo>
                <a:cubicBezTo>
                  <a:pt x="66150" y="390972"/>
                  <a:pt x="55163" y="395925"/>
                  <a:pt x="47625" y="404540"/>
                </a:cubicBezTo>
                <a:cubicBezTo>
                  <a:pt x="12354" y="444850"/>
                  <a:pt x="13082" y="451018"/>
                  <a:pt x="0" y="490265"/>
                </a:cubicBezTo>
                <a:cubicBezTo>
                  <a:pt x="3175" y="541065"/>
                  <a:pt x="2648" y="592233"/>
                  <a:pt x="9525" y="642665"/>
                </a:cubicBezTo>
                <a:cubicBezTo>
                  <a:pt x="13654" y="672943"/>
                  <a:pt x="22437" y="710187"/>
                  <a:pt x="57150" y="718865"/>
                </a:cubicBezTo>
                <a:cubicBezTo>
                  <a:pt x="85042" y="725838"/>
                  <a:pt x="114300" y="725215"/>
                  <a:pt x="142875" y="728390"/>
                </a:cubicBezTo>
                <a:cubicBezTo>
                  <a:pt x="156982" y="727648"/>
                  <a:pt x="328676" y="734698"/>
                  <a:pt x="381000" y="699815"/>
                </a:cubicBezTo>
                <a:lnTo>
                  <a:pt x="409575" y="680765"/>
                </a:lnTo>
                <a:cubicBezTo>
                  <a:pt x="415925" y="671240"/>
                  <a:pt x="420530" y="660285"/>
                  <a:pt x="428625" y="652190"/>
                </a:cubicBezTo>
                <a:cubicBezTo>
                  <a:pt x="436720" y="644095"/>
                  <a:pt x="449662" y="641755"/>
                  <a:pt x="457200" y="633140"/>
                </a:cubicBezTo>
                <a:cubicBezTo>
                  <a:pt x="492471" y="592830"/>
                  <a:pt x="491743" y="586662"/>
                  <a:pt x="504825" y="547415"/>
                </a:cubicBezTo>
                <a:cubicBezTo>
                  <a:pt x="508000" y="483915"/>
                  <a:pt x="508842" y="420255"/>
                  <a:pt x="514350" y="356915"/>
                </a:cubicBezTo>
                <a:cubicBezTo>
                  <a:pt x="515220" y="346913"/>
                  <a:pt x="521117" y="337994"/>
                  <a:pt x="523875" y="328340"/>
                </a:cubicBezTo>
                <a:cubicBezTo>
                  <a:pt x="527471" y="315753"/>
                  <a:pt x="529804" y="302827"/>
                  <a:pt x="533400" y="290240"/>
                </a:cubicBezTo>
                <a:cubicBezTo>
                  <a:pt x="536158" y="280586"/>
                  <a:pt x="540167" y="271319"/>
                  <a:pt x="542925" y="261665"/>
                </a:cubicBezTo>
                <a:cubicBezTo>
                  <a:pt x="546521" y="249078"/>
                  <a:pt x="548688" y="236104"/>
                  <a:pt x="552450" y="223565"/>
                </a:cubicBezTo>
                <a:cubicBezTo>
                  <a:pt x="558220" y="204331"/>
                  <a:pt x="560361" y="183123"/>
                  <a:pt x="571500" y="166415"/>
                </a:cubicBezTo>
                <a:cubicBezTo>
                  <a:pt x="577850" y="156890"/>
                  <a:pt x="595670" y="148079"/>
                  <a:pt x="590550" y="137840"/>
                </a:cubicBezTo>
                <a:cubicBezTo>
                  <a:pt x="586060" y="128860"/>
                  <a:pt x="571500" y="144190"/>
                  <a:pt x="561975" y="147365"/>
                </a:cubicBezTo>
                <a:cubicBezTo>
                  <a:pt x="556532" y="155529"/>
                  <a:pt x="532493" y="199526"/>
                  <a:pt x="514350" y="194990"/>
                </a:cubicBezTo>
                <a:cubicBezTo>
                  <a:pt x="504610" y="192555"/>
                  <a:pt x="508000" y="175940"/>
                  <a:pt x="504825" y="166415"/>
                </a:cubicBezTo>
                <a:cubicBezTo>
                  <a:pt x="508000" y="156890"/>
                  <a:pt x="509860" y="146820"/>
                  <a:pt x="514350" y="137840"/>
                </a:cubicBezTo>
                <a:cubicBezTo>
                  <a:pt x="519470" y="127601"/>
                  <a:pt x="528751" y="119726"/>
                  <a:pt x="533400" y="109265"/>
                </a:cubicBezTo>
                <a:cubicBezTo>
                  <a:pt x="541555" y="90915"/>
                  <a:pt x="552450" y="52115"/>
                  <a:pt x="552450" y="52115"/>
                </a:cubicBezTo>
                <a:cubicBezTo>
                  <a:pt x="549275" y="36240"/>
                  <a:pt x="558284" y="9610"/>
                  <a:pt x="542925" y="4490"/>
                </a:cubicBezTo>
                <a:cubicBezTo>
                  <a:pt x="529455" y="0"/>
                  <a:pt x="532128" y="31036"/>
                  <a:pt x="523875" y="42590"/>
                </a:cubicBezTo>
                <a:cubicBezTo>
                  <a:pt x="516045" y="53551"/>
                  <a:pt x="503924" y="60817"/>
                  <a:pt x="495300" y="71165"/>
                </a:cubicBezTo>
                <a:cubicBezTo>
                  <a:pt x="461178" y="112111"/>
                  <a:pt x="488204" y="85357"/>
                  <a:pt x="466725" y="128315"/>
                </a:cubicBezTo>
                <a:cubicBezTo>
                  <a:pt x="448988" y="163788"/>
                  <a:pt x="445432" y="153867"/>
                  <a:pt x="419100" y="185465"/>
                </a:cubicBezTo>
                <a:cubicBezTo>
                  <a:pt x="411771" y="194259"/>
                  <a:pt x="406400" y="204515"/>
                  <a:pt x="400050" y="214040"/>
                </a:cubicBezTo>
                <a:cubicBezTo>
                  <a:pt x="390692" y="176608"/>
                  <a:pt x="384008" y="175272"/>
                  <a:pt x="400050" y="137840"/>
                </a:cubicBezTo>
                <a:cubicBezTo>
                  <a:pt x="404559" y="127318"/>
                  <a:pt x="424220" y="119504"/>
                  <a:pt x="419100" y="109265"/>
                </a:cubicBezTo>
                <a:cubicBezTo>
                  <a:pt x="414610" y="100285"/>
                  <a:pt x="400050" y="115615"/>
                  <a:pt x="390525" y="118790"/>
                </a:cubicBezTo>
                <a:cubicBezTo>
                  <a:pt x="384175" y="128315"/>
                  <a:pt x="376595" y="137126"/>
                  <a:pt x="371475" y="147365"/>
                </a:cubicBezTo>
                <a:cubicBezTo>
                  <a:pt x="366985" y="156345"/>
                  <a:pt x="366826" y="167163"/>
                  <a:pt x="361950" y="175940"/>
                </a:cubicBezTo>
                <a:cubicBezTo>
                  <a:pt x="350831" y="195954"/>
                  <a:pt x="323850" y="233090"/>
                  <a:pt x="323850" y="233090"/>
                </a:cubicBezTo>
                <a:cubicBezTo>
                  <a:pt x="317500" y="223565"/>
                  <a:pt x="305939" y="215906"/>
                  <a:pt x="304800" y="204515"/>
                </a:cubicBezTo>
                <a:cubicBezTo>
                  <a:pt x="302566" y="182176"/>
                  <a:pt x="335624" y="144940"/>
                  <a:pt x="314325" y="137840"/>
                </a:cubicBezTo>
                <a:cubicBezTo>
                  <a:pt x="292605" y="130600"/>
                  <a:pt x="288925" y="175940"/>
                  <a:pt x="276225" y="194990"/>
                </a:cubicBezTo>
                <a:cubicBezTo>
                  <a:pt x="269875" y="204515"/>
                  <a:pt x="260795" y="212705"/>
                  <a:pt x="257175" y="223565"/>
                </a:cubicBezTo>
                <a:cubicBezTo>
                  <a:pt x="249428" y="246806"/>
                  <a:pt x="247064" y="262251"/>
                  <a:pt x="228600" y="280715"/>
                </a:cubicBezTo>
                <a:cubicBezTo>
                  <a:pt x="220505" y="288810"/>
                  <a:pt x="209550" y="293415"/>
                  <a:pt x="200025" y="299765"/>
                </a:cubicBezTo>
                <a:cubicBezTo>
                  <a:pt x="183092" y="325165"/>
                  <a:pt x="177787" y="337170"/>
                  <a:pt x="152400" y="356915"/>
                </a:cubicBezTo>
                <a:cubicBezTo>
                  <a:pt x="134328" y="370971"/>
                  <a:pt x="95250" y="395015"/>
                  <a:pt x="95250" y="395015"/>
                </a:cubicBezTo>
                <a:lnTo>
                  <a:pt x="95250" y="395015"/>
                </a:lnTo>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57" name="Google Shape;857;p13"/>
          <p:cNvSpPr/>
          <p:nvPr/>
        </p:nvSpPr>
        <p:spPr>
          <a:xfrm>
            <a:off x="2550502" y="3492421"/>
            <a:ext cx="428014" cy="222329"/>
          </a:xfrm>
          <a:custGeom>
            <a:avLst/>
            <a:gdLst/>
            <a:ahLst/>
            <a:cxnLst/>
            <a:rect l="l" t="t" r="r" b="b"/>
            <a:pathLst>
              <a:path w="428014" h="222329" extrusionOk="0">
                <a:moveTo>
                  <a:pt x="106973" y="12779"/>
                </a:moveTo>
                <a:lnTo>
                  <a:pt x="106973" y="12779"/>
                </a:lnTo>
                <a:cubicBezTo>
                  <a:pt x="140128" y="16463"/>
                  <a:pt x="216078" y="18841"/>
                  <a:pt x="249848" y="41354"/>
                </a:cubicBezTo>
                <a:cubicBezTo>
                  <a:pt x="259373" y="47704"/>
                  <a:pt x="267962" y="55755"/>
                  <a:pt x="278423" y="60404"/>
                </a:cubicBezTo>
                <a:cubicBezTo>
                  <a:pt x="296773" y="68559"/>
                  <a:pt x="318865" y="68315"/>
                  <a:pt x="335573" y="79454"/>
                </a:cubicBezTo>
                <a:cubicBezTo>
                  <a:pt x="372502" y="104073"/>
                  <a:pt x="353288" y="94884"/>
                  <a:pt x="392723" y="108029"/>
                </a:cubicBezTo>
                <a:cubicBezTo>
                  <a:pt x="399073" y="117554"/>
                  <a:pt x="406653" y="126365"/>
                  <a:pt x="411773" y="136604"/>
                </a:cubicBezTo>
                <a:cubicBezTo>
                  <a:pt x="423473" y="160005"/>
                  <a:pt x="428014" y="188442"/>
                  <a:pt x="411773" y="212804"/>
                </a:cubicBezTo>
                <a:cubicBezTo>
                  <a:pt x="406204" y="221158"/>
                  <a:pt x="392723" y="219154"/>
                  <a:pt x="383198" y="222329"/>
                </a:cubicBezTo>
                <a:cubicBezTo>
                  <a:pt x="338748" y="219154"/>
                  <a:pt x="294106" y="218011"/>
                  <a:pt x="249848" y="212804"/>
                </a:cubicBezTo>
                <a:cubicBezTo>
                  <a:pt x="239877" y="211631"/>
                  <a:pt x="231151" y="205075"/>
                  <a:pt x="221273" y="203279"/>
                </a:cubicBezTo>
                <a:cubicBezTo>
                  <a:pt x="196088" y="198700"/>
                  <a:pt x="170473" y="196929"/>
                  <a:pt x="145073" y="193754"/>
                </a:cubicBezTo>
                <a:cubicBezTo>
                  <a:pt x="121832" y="186007"/>
                  <a:pt x="106387" y="183643"/>
                  <a:pt x="87923" y="165179"/>
                </a:cubicBezTo>
                <a:cubicBezTo>
                  <a:pt x="24423" y="101679"/>
                  <a:pt x="116498" y="168354"/>
                  <a:pt x="40298" y="117554"/>
                </a:cubicBezTo>
                <a:cubicBezTo>
                  <a:pt x="37599" y="109456"/>
                  <a:pt x="0" y="28165"/>
                  <a:pt x="30773" y="12779"/>
                </a:cubicBezTo>
                <a:cubicBezTo>
                  <a:pt x="56331" y="0"/>
                  <a:pt x="94273" y="12779"/>
                  <a:pt x="106973" y="12779"/>
                </a:cubicBezTo>
                <a:close/>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58" name="Google Shape;858;p13"/>
          <p:cNvSpPr/>
          <p:nvPr/>
        </p:nvSpPr>
        <p:spPr>
          <a:xfrm>
            <a:off x="2503922" y="3712054"/>
            <a:ext cx="493278" cy="258592"/>
          </a:xfrm>
          <a:custGeom>
            <a:avLst/>
            <a:gdLst/>
            <a:ahLst/>
            <a:cxnLst/>
            <a:rect l="l" t="t" r="r" b="b"/>
            <a:pathLst>
              <a:path w="493278" h="258592" extrusionOk="0">
                <a:moveTo>
                  <a:pt x="10678" y="40796"/>
                </a:moveTo>
                <a:lnTo>
                  <a:pt x="10678" y="40796"/>
                </a:lnTo>
                <a:cubicBezTo>
                  <a:pt x="39253" y="34446"/>
                  <a:pt x="67164" y="23138"/>
                  <a:pt x="96403" y="21746"/>
                </a:cubicBezTo>
                <a:cubicBezTo>
                  <a:pt x="167717" y="18350"/>
                  <a:pt x="192798" y="26795"/>
                  <a:pt x="248803" y="40796"/>
                </a:cubicBezTo>
                <a:cubicBezTo>
                  <a:pt x="306405" y="79197"/>
                  <a:pt x="248737" y="46905"/>
                  <a:pt x="353578" y="69371"/>
                </a:cubicBezTo>
                <a:cubicBezTo>
                  <a:pt x="373213" y="73578"/>
                  <a:pt x="391678" y="82071"/>
                  <a:pt x="410728" y="88421"/>
                </a:cubicBezTo>
                <a:lnTo>
                  <a:pt x="439303" y="97946"/>
                </a:lnTo>
                <a:lnTo>
                  <a:pt x="467878" y="107471"/>
                </a:lnTo>
                <a:cubicBezTo>
                  <a:pt x="474228" y="126521"/>
                  <a:pt x="493278" y="145571"/>
                  <a:pt x="486928" y="164621"/>
                </a:cubicBezTo>
                <a:cubicBezTo>
                  <a:pt x="483753" y="174146"/>
                  <a:pt x="482972" y="184842"/>
                  <a:pt x="477403" y="193196"/>
                </a:cubicBezTo>
                <a:cubicBezTo>
                  <a:pt x="469931" y="204404"/>
                  <a:pt x="460036" y="214299"/>
                  <a:pt x="448828" y="221771"/>
                </a:cubicBezTo>
                <a:cubicBezTo>
                  <a:pt x="440474" y="227340"/>
                  <a:pt x="430252" y="230387"/>
                  <a:pt x="420253" y="231296"/>
                </a:cubicBezTo>
                <a:cubicBezTo>
                  <a:pt x="360093" y="236765"/>
                  <a:pt x="299603" y="237646"/>
                  <a:pt x="239278" y="240821"/>
                </a:cubicBezTo>
                <a:cubicBezTo>
                  <a:pt x="194657" y="255695"/>
                  <a:pt x="199664" y="258592"/>
                  <a:pt x="134503" y="240821"/>
                </a:cubicBezTo>
                <a:cubicBezTo>
                  <a:pt x="123459" y="237809"/>
                  <a:pt x="116167" y="226891"/>
                  <a:pt x="105928" y="221771"/>
                </a:cubicBezTo>
                <a:cubicBezTo>
                  <a:pt x="96948" y="217281"/>
                  <a:pt x="86878" y="215421"/>
                  <a:pt x="77353" y="212246"/>
                </a:cubicBezTo>
                <a:cubicBezTo>
                  <a:pt x="22758" y="130354"/>
                  <a:pt x="95453" y="226726"/>
                  <a:pt x="29728" y="174146"/>
                </a:cubicBezTo>
                <a:cubicBezTo>
                  <a:pt x="12942" y="160717"/>
                  <a:pt x="7428" y="135820"/>
                  <a:pt x="1153" y="116996"/>
                </a:cubicBezTo>
                <a:cubicBezTo>
                  <a:pt x="4328" y="88421"/>
                  <a:pt x="0" y="57965"/>
                  <a:pt x="10678" y="31271"/>
                </a:cubicBezTo>
                <a:cubicBezTo>
                  <a:pt x="23186" y="0"/>
                  <a:pt x="10678" y="39209"/>
                  <a:pt x="10678" y="40796"/>
                </a:cubicBezTo>
                <a:close/>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59" name="Google Shape;859;p13"/>
          <p:cNvSpPr/>
          <p:nvPr/>
        </p:nvSpPr>
        <p:spPr>
          <a:xfrm>
            <a:off x="2022231" y="3648424"/>
            <a:ext cx="406644" cy="237776"/>
          </a:xfrm>
          <a:custGeom>
            <a:avLst/>
            <a:gdLst/>
            <a:ahLst/>
            <a:cxnLst/>
            <a:rect l="l" t="t" r="r" b="b"/>
            <a:pathLst>
              <a:path w="406644" h="237776" extrusionOk="0">
                <a:moveTo>
                  <a:pt x="54219" y="37751"/>
                </a:moveTo>
                <a:lnTo>
                  <a:pt x="54219" y="37751"/>
                </a:lnTo>
                <a:cubicBezTo>
                  <a:pt x="124069" y="40926"/>
                  <a:pt x="194345" y="38945"/>
                  <a:pt x="263769" y="47276"/>
                </a:cubicBezTo>
                <a:cubicBezTo>
                  <a:pt x="281017" y="49346"/>
                  <a:pt x="310766" y="87004"/>
                  <a:pt x="320919" y="94901"/>
                </a:cubicBezTo>
                <a:cubicBezTo>
                  <a:pt x="338991" y="108957"/>
                  <a:pt x="359019" y="120301"/>
                  <a:pt x="378069" y="133001"/>
                </a:cubicBezTo>
                <a:lnTo>
                  <a:pt x="406644" y="152051"/>
                </a:lnTo>
                <a:cubicBezTo>
                  <a:pt x="403469" y="164751"/>
                  <a:pt x="402276" y="178119"/>
                  <a:pt x="397119" y="190151"/>
                </a:cubicBezTo>
                <a:cubicBezTo>
                  <a:pt x="392610" y="200673"/>
                  <a:pt x="387008" y="211575"/>
                  <a:pt x="378069" y="218726"/>
                </a:cubicBezTo>
                <a:cubicBezTo>
                  <a:pt x="371858" y="223695"/>
                  <a:pt x="313883" y="237154"/>
                  <a:pt x="311394" y="237776"/>
                </a:cubicBezTo>
                <a:cubicBezTo>
                  <a:pt x="298694" y="234601"/>
                  <a:pt x="286174" y="230593"/>
                  <a:pt x="273294" y="228251"/>
                </a:cubicBezTo>
                <a:cubicBezTo>
                  <a:pt x="251205" y="224235"/>
                  <a:pt x="228495" y="223774"/>
                  <a:pt x="206619" y="218726"/>
                </a:cubicBezTo>
                <a:cubicBezTo>
                  <a:pt x="187053" y="214211"/>
                  <a:pt x="166177" y="210815"/>
                  <a:pt x="149469" y="199676"/>
                </a:cubicBezTo>
                <a:lnTo>
                  <a:pt x="92319" y="161576"/>
                </a:lnTo>
                <a:cubicBezTo>
                  <a:pt x="82794" y="155226"/>
                  <a:pt x="74604" y="146146"/>
                  <a:pt x="63744" y="142526"/>
                </a:cubicBezTo>
                <a:lnTo>
                  <a:pt x="35169" y="133001"/>
                </a:lnTo>
                <a:cubicBezTo>
                  <a:pt x="32482" y="124941"/>
                  <a:pt x="0" y="65593"/>
                  <a:pt x="25644" y="47276"/>
                </a:cubicBezTo>
                <a:cubicBezTo>
                  <a:pt x="91830" y="0"/>
                  <a:pt x="49457" y="39338"/>
                  <a:pt x="54219" y="37751"/>
                </a:cubicBezTo>
                <a:close/>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60" name="Google Shape;860;p13"/>
          <p:cNvSpPr/>
          <p:nvPr/>
        </p:nvSpPr>
        <p:spPr>
          <a:xfrm>
            <a:off x="542759" y="2457450"/>
            <a:ext cx="1162216" cy="1590675"/>
          </a:xfrm>
          <a:custGeom>
            <a:avLst/>
            <a:gdLst/>
            <a:ahLst/>
            <a:cxnLst/>
            <a:rect l="l" t="t" r="r" b="b"/>
            <a:pathLst>
              <a:path w="1162216" h="1590675" extrusionOk="0">
                <a:moveTo>
                  <a:pt x="971716" y="0"/>
                </a:moveTo>
                <a:lnTo>
                  <a:pt x="971716" y="0"/>
                </a:lnTo>
                <a:cubicBezTo>
                  <a:pt x="949491" y="19050"/>
                  <a:pt x="929022" y="40364"/>
                  <a:pt x="905041" y="57150"/>
                </a:cubicBezTo>
                <a:cubicBezTo>
                  <a:pt x="896816" y="62908"/>
                  <a:pt x="885243" y="61799"/>
                  <a:pt x="876466" y="66675"/>
                </a:cubicBezTo>
                <a:cubicBezTo>
                  <a:pt x="778210" y="121262"/>
                  <a:pt x="855399" y="92747"/>
                  <a:pt x="790741" y="114300"/>
                </a:cubicBezTo>
                <a:cubicBezTo>
                  <a:pt x="778041" y="123825"/>
                  <a:pt x="765850" y="134069"/>
                  <a:pt x="752641" y="142875"/>
                </a:cubicBezTo>
                <a:cubicBezTo>
                  <a:pt x="747649" y="146203"/>
                  <a:pt x="670439" y="193134"/>
                  <a:pt x="647866" y="209550"/>
                </a:cubicBezTo>
                <a:cubicBezTo>
                  <a:pt x="530499" y="294908"/>
                  <a:pt x="609625" y="241394"/>
                  <a:pt x="543091" y="285750"/>
                </a:cubicBezTo>
                <a:cubicBezTo>
                  <a:pt x="531234" y="303535"/>
                  <a:pt x="514879" y="332115"/>
                  <a:pt x="495466" y="342900"/>
                </a:cubicBezTo>
                <a:cubicBezTo>
                  <a:pt x="477913" y="352652"/>
                  <a:pt x="455024" y="350811"/>
                  <a:pt x="438316" y="361950"/>
                </a:cubicBezTo>
                <a:lnTo>
                  <a:pt x="381166" y="400050"/>
                </a:lnTo>
                <a:lnTo>
                  <a:pt x="352591" y="419100"/>
                </a:lnTo>
                <a:lnTo>
                  <a:pt x="324016" y="438150"/>
                </a:lnTo>
                <a:cubicBezTo>
                  <a:pt x="255943" y="540260"/>
                  <a:pt x="361954" y="385291"/>
                  <a:pt x="276391" y="495300"/>
                </a:cubicBezTo>
                <a:cubicBezTo>
                  <a:pt x="262335" y="513372"/>
                  <a:pt x="256607" y="538713"/>
                  <a:pt x="238291" y="552450"/>
                </a:cubicBezTo>
                <a:cubicBezTo>
                  <a:pt x="225591" y="561975"/>
                  <a:pt x="211416" y="569800"/>
                  <a:pt x="200191" y="581025"/>
                </a:cubicBezTo>
                <a:cubicBezTo>
                  <a:pt x="192096" y="589120"/>
                  <a:pt x="187795" y="600285"/>
                  <a:pt x="181141" y="609600"/>
                </a:cubicBezTo>
                <a:cubicBezTo>
                  <a:pt x="116098" y="700660"/>
                  <a:pt x="184663" y="596292"/>
                  <a:pt x="133516" y="685800"/>
                </a:cubicBezTo>
                <a:cubicBezTo>
                  <a:pt x="127836" y="695739"/>
                  <a:pt x="119586" y="704136"/>
                  <a:pt x="114466" y="714375"/>
                </a:cubicBezTo>
                <a:cubicBezTo>
                  <a:pt x="109976" y="723355"/>
                  <a:pt x="109096" y="733810"/>
                  <a:pt x="104941" y="742950"/>
                </a:cubicBezTo>
                <a:cubicBezTo>
                  <a:pt x="93190" y="768803"/>
                  <a:pt x="75821" y="792209"/>
                  <a:pt x="66841" y="819150"/>
                </a:cubicBezTo>
                <a:cubicBezTo>
                  <a:pt x="60491" y="838200"/>
                  <a:pt x="58930" y="859592"/>
                  <a:pt x="47791" y="876300"/>
                </a:cubicBezTo>
                <a:cubicBezTo>
                  <a:pt x="23172" y="913229"/>
                  <a:pt x="32361" y="894015"/>
                  <a:pt x="19216" y="933450"/>
                </a:cubicBezTo>
                <a:cubicBezTo>
                  <a:pt x="0" y="1067965"/>
                  <a:pt x="3334" y="1015907"/>
                  <a:pt x="19216" y="1238250"/>
                </a:cubicBezTo>
                <a:cubicBezTo>
                  <a:pt x="19931" y="1248265"/>
                  <a:pt x="25983" y="1257171"/>
                  <a:pt x="28741" y="1266825"/>
                </a:cubicBezTo>
                <a:cubicBezTo>
                  <a:pt x="41647" y="1311997"/>
                  <a:pt x="34803" y="1320512"/>
                  <a:pt x="76366" y="1362075"/>
                </a:cubicBezTo>
                <a:cubicBezTo>
                  <a:pt x="85891" y="1371600"/>
                  <a:pt x="96317" y="1380302"/>
                  <a:pt x="104941" y="1390650"/>
                </a:cubicBezTo>
                <a:cubicBezTo>
                  <a:pt x="112270" y="1399444"/>
                  <a:pt x="115052" y="1412074"/>
                  <a:pt x="123991" y="1419225"/>
                </a:cubicBezTo>
                <a:cubicBezTo>
                  <a:pt x="131831" y="1425497"/>
                  <a:pt x="143789" y="1423874"/>
                  <a:pt x="152566" y="1428750"/>
                </a:cubicBezTo>
                <a:cubicBezTo>
                  <a:pt x="172580" y="1439869"/>
                  <a:pt x="190666" y="1454150"/>
                  <a:pt x="209716" y="1466850"/>
                </a:cubicBezTo>
                <a:cubicBezTo>
                  <a:pt x="219241" y="1473200"/>
                  <a:pt x="227431" y="1482280"/>
                  <a:pt x="238291" y="1485900"/>
                </a:cubicBezTo>
                <a:lnTo>
                  <a:pt x="295441" y="1504950"/>
                </a:lnTo>
                <a:lnTo>
                  <a:pt x="324016" y="1514475"/>
                </a:lnTo>
                <a:cubicBezTo>
                  <a:pt x="365291" y="1511300"/>
                  <a:pt x="406739" y="1509882"/>
                  <a:pt x="447841" y="1504950"/>
                </a:cubicBezTo>
                <a:cubicBezTo>
                  <a:pt x="486191" y="1500348"/>
                  <a:pt x="562141" y="1485900"/>
                  <a:pt x="562141" y="1485900"/>
                </a:cubicBezTo>
                <a:cubicBezTo>
                  <a:pt x="635166" y="1489075"/>
                  <a:pt x="708510" y="1487904"/>
                  <a:pt x="781216" y="1495425"/>
                </a:cubicBezTo>
                <a:cubicBezTo>
                  <a:pt x="801190" y="1497491"/>
                  <a:pt x="821658" y="1503336"/>
                  <a:pt x="838366" y="1514475"/>
                </a:cubicBezTo>
                <a:cubicBezTo>
                  <a:pt x="847891" y="1520825"/>
                  <a:pt x="856480" y="1528876"/>
                  <a:pt x="866941" y="1533525"/>
                </a:cubicBezTo>
                <a:cubicBezTo>
                  <a:pt x="885291" y="1541680"/>
                  <a:pt x="905041" y="1546225"/>
                  <a:pt x="924091" y="1552575"/>
                </a:cubicBezTo>
                <a:lnTo>
                  <a:pt x="981241" y="1571625"/>
                </a:lnTo>
                <a:lnTo>
                  <a:pt x="1009816" y="1581150"/>
                </a:lnTo>
                <a:lnTo>
                  <a:pt x="1038391" y="1590675"/>
                </a:lnTo>
                <a:cubicBezTo>
                  <a:pt x="1060616" y="1587500"/>
                  <a:pt x="1083562" y="1587601"/>
                  <a:pt x="1105066" y="1581150"/>
                </a:cubicBezTo>
                <a:cubicBezTo>
                  <a:pt x="1116031" y="1577861"/>
                  <a:pt x="1123402" y="1567220"/>
                  <a:pt x="1133641" y="1562100"/>
                </a:cubicBezTo>
                <a:cubicBezTo>
                  <a:pt x="1142621" y="1557610"/>
                  <a:pt x="1152691" y="1555750"/>
                  <a:pt x="1162216" y="1552575"/>
                </a:cubicBezTo>
                <a:cubicBezTo>
                  <a:pt x="1161594" y="1550086"/>
                  <a:pt x="1148135" y="1492111"/>
                  <a:pt x="1143166" y="1485900"/>
                </a:cubicBezTo>
                <a:cubicBezTo>
                  <a:pt x="1136015" y="1476961"/>
                  <a:pt x="1123385" y="1474179"/>
                  <a:pt x="1114591" y="1466850"/>
                </a:cubicBezTo>
                <a:cubicBezTo>
                  <a:pt x="1104243" y="1458226"/>
                  <a:pt x="1099128" y="1441360"/>
                  <a:pt x="1086016" y="1438275"/>
                </a:cubicBezTo>
                <a:cubicBezTo>
                  <a:pt x="1042637" y="1428068"/>
                  <a:pt x="997116" y="1431925"/>
                  <a:pt x="952666" y="1428750"/>
                </a:cubicBezTo>
                <a:cubicBezTo>
                  <a:pt x="943141" y="1419225"/>
                  <a:pt x="927358" y="1413243"/>
                  <a:pt x="924091" y="1400175"/>
                </a:cubicBezTo>
                <a:cubicBezTo>
                  <a:pt x="919707" y="1382639"/>
                  <a:pt x="941017" y="1328429"/>
                  <a:pt x="952666" y="1314450"/>
                </a:cubicBezTo>
                <a:cubicBezTo>
                  <a:pt x="959995" y="1305656"/>
                  <a:pt x="971716" y="1301750"/>
                  <a:pt x="981241" y="1295400"/>
                </a:cubicBezTo>
                <a:cubicBezTo>
                  <a:pt x="987591" y="1285875"/>
                  <a:pt x="1008386" y="1274920"/>
                  <a:pt x="1000291" y="1266825"/>
                </a:cubicBezTo>
                <a:cubicBezTo>
                  <a:pt x="991034" y="1257568"/>
                  <a:pt x="974970" y="1273510"/>
                  <a:pt x="962191" y="1276350"/>
                </a:cubicBezTo>
                <a:cubicBezTo>
                  <a:pt x="946387" y="1279862"/>
                  <a:pt x="930441" y="1282700"/>
                  <a:pt x="914566" y="1285875"/>
                </a:cubicBezTo>
                <a:cubicBezTo>
                  <a:pt x="905041" y="1292225"/>
                  <a:pt x="896452" y="1300276"/>
                  <a:pt x="885991" y="1304925"/>
                </a:cubicBezTo>
                <a:cubicBezTo>
                  <a:pt x="867641" y="1313080"/>
                  <a:pt x="828841" y="1323975"/>
                  <a:pt x="828841" y="1323975"/>
                </a:cubicBezTo>
                <a:cubicBezTo>
                  <a:pt x="803983" y="1286688"/>
                  <a:pt x="789608" y="1278615"/>
                  <a:pt x="819316" y="1219200"/>
                </a:cubicBezTo>
                <a:cubicBezTo>
                  <a:pt x="831364" y="1195103"/>
                  <a:pt x="854050" y="1176994"/>
                  <a:pt x="876466" y="1162050"/>
                </a:cubicBezTo>
                <a:cubicBezTo>
                  <a:pt x="885991" y="1155700"/>
                  <a:pt x="915901" y="1146620"/>
                  <a:pt x="905041" y="1143000"/>
                </a:cubicBezTo>
                <a:cubicBezTo>
                  <a:pt x="886719" y="1136893"/>
                  <a:pt x="866941" y="1149350"/>
                  <a:pt x="847891" y="1152525"/>
                </a:cubicBezTo>
                <a:cubicBezTo>
                  <a:pt x="828841" y="1165225"/>
                  <a:pt x="806930" y="1174436"/>
                  <a:pt x="790741" y="1190625"/>
                </a:cubicBezTo>
                <a:cubicBezTo>
                  <a:pt x="754071" y="1227295"/>
                  <a:pt x="773374" y="1211728"/>
                  <a:pt x="733591" y="1238250"/>
                </a:cubicBezTo>
                <a:cubicBezTo>
                  <a:pt x="727241" y="1247775"/>
                  <a:pt x="724249" y="1260758"/>
                  <a:pt x="714541" y="1266825"/>
                </a:cubicBezTo>
                <a:cubicBezTo>
                  <a:pt x="699081" y="1276487"/>
                  <a:pt x="641597" y="1289824"/>
                  <a:pt x="619291" y="1295400"/>
                </a:cubicBezTo>
                <a:cubicBezTo>
                  <a:pt x="581191" y="1292225"/>
                  <a:pt x="541828" y="1296108"/>
                  <a:pt x="504991" y="1285875"/>
                </a:cubicBezTo>
                <a:cubicBezTo>
                  <a:pt x="482931" y="1279747"/>
                  <a:pt x="466891" y="1260475"/>
                  <a:pt x="447841" y="1247775"/>
                </a:cubicBezTo>
                <a:lnTo>
                  <a:pt x="419266" y="1228725"/>
                </a:lnTo>
                <a:cubicBezTo>
                  <a:pt x="395325" y="1156901"/>
                  <a:pt x="427620" y="1245433"/>
                  <a:pt x="390691" y="1171575"/>
                </a:cubicBezTo>
                <a:cubicBezTo>
                  <a:pt x="382688" y="1155570"/>
                  <a:pt x="376219" y="1120159"/>
                  <a:pt x="371641" y="1104900"/>
                </a:cubicBezTo>
                <a:cubicBezTo>
                  <a:pt x="365871" y="1085666"/>
                  <a:pt x="352591" y="1047750"/>
                  <a:pt x="352591" y="1047750"/>
                </a:cubicBezTo>
                <a:cubicBezTo>
                  <a:pt x="355766" y="1022350"/>
                  <a:pt x="354021" y="995834"/>
                  <a:pt x="362116" y="971550"/>
                </a:cubicBezTo>
                <a:cubicBezTo>
                  <a:pt x="377299" y="926001"/>
                  <a:pt x="416609" y="926582"/>
                  <a:pt x="447841" y="895350"/>
                </a:cubicBezTo>
                <a:cubicBezTo>
                  <a:pt x="457366" y="885825"/>
                  <a:pt x="464720" y="873458"/>
                  <a:pt x="476416" y="866775"/>
                </a:cubicBezTo>
                <a:cubicBezTo>
                  <a:pt x="487782" y="860280"/>
                  <a:pt x="501977" y="861012"/>
                  <a:pt x="514516" y="857250"/>
                </a:cubicBezTo>
                <a:cubicBezTo>
                  <a:pt x="533750" y="851480"/>
                  <a:pt x="552616" y="844550"/>
                  <a:pt x="571666" y="838200"/>
                </a:cubicBezTo>
                <a:lnTo>
                  <a:pt x="600241" y="828675"/>
                </a:lnTo>
                <a:cubicBezTo>
                  <a:pt x="609766" y="825500"/>
                  <a:pt x="618877" y="820570"/>
                  <a:pt x="628816" y="819150"/>
                </a:cubicBezTo>
                <a:lnTo>
                  <a:pt x="695491" y="809625"/>
                </a:lnTo>
                <a:cubicBezTo>
                  <a:pt x="716628" y="806373"/>
                  <a:pt x="758190" y="802088"/>
                  <a:pt x="781216" y="790575"/>
                </a:cubicBezTo>
                <a:cubicBezTo>
                  <a:pt x="791455" y="785455"/>
                  <a:pt x="799552" y="776645"/>
                  <a:pt x="809791" y="771525"/>
                </a:cubicBezTo>
                <a:cubicBezTo>
                  <a:pt x="852749" y="750046"/>
                  <a:pt x="825995" y="777072"/>
                  <a:pt x="866941" y="742950"/>
                </a:cubicBezTo>
                <a:cubicBezTo>
                  <a:pt x="960566" y="664929"/>
                  <a:pt x="839641" y="760725"/>
                  <a:pt x="914566" y="685800"/>
                </a:cubicBezTo>
                <a:cubicBezTo>
                  <a:pt x="922661" y="677705"/>
                  <a:pt x="933616" y="673100"/>
                  <a:pt x="943141" y="666750"/>
                </a:cubicBezTo>
                <a:cubicBezTo>
                  <a:pt x="946316" y="654050"/>
                  <a:pt x="947509" y="640682"/>
                  <a:pt x="952666" y="628650"/>
                </a:cubicBezTo>
                <a:cubicBezTo>
                  <a:pt x="957778" y="616723"/>
                  <a:pt x="996388" y="567830"/>
                  <a:pt x="1000291" y="561975"/>
                </a:cubicBezTo>
                <a:cubicBezTo>
                  <a:pt x="1010560" y="546571"/>
                  <a:pt x="1018328" y="529571"/>
                  <a:pt x="1028866" y="514350"/>
                </a:cubicBezTo>
                <a:cubicBezTo>
                  <a:pt x="1046938" y="488245"/>
                  <a:pt x="1068404" y="464568"/>
                  <a:pt x="1086016" y="438150"/>
                </a:cubicBezTo>
                <a:lnTo>
                  <a:pt x="1124116" y="381000"/>
                </a:lnTo>
                <a:cubicBezTo>
                  <a:pt x="1130466" y="371475"/>
                  <a:pt x="1139546" y="363285"/>
                  <a:pt x="1143166" y="352425"/>
                </a:cubicBezTo>
                <a:lnTo>
                  <a:pt x="1162216" y="295275"/>
                </a:lnTo>
                <a:cubicBezTo>
                  <a:pt x="1159041" y="247650"/>
                  <a:pt x="1159441" y="199651"/>
                  <a:pt x="1152691" y="152400"/>
                </a:cubicBezTo>
                <a:cubicBezTo>
                  <a:pt x="1150626" y="137942"/>
                  <a:pt x="1133033" y="81429"/>
                  <a:pt x="1114591" y="66675"/>
                </a:cubicBezTo>
                <a:cubicBezTo>
                  <a:pt x="1106751" y="60403"/>
                  <a:pt x="1094996" y="61640"/>
                  <a:pt x="1086016" y="57150"/>
                </a:cubicBezTo>
                <a:cubicBezTo>
                  <a:pt x="1051154" y="39719"/>
                  <a:pt x="1066488" y="35415"/>
                  <a:pt x="1028866" y="28575"/>
                </a:cubicBezTo>
                <a:cubicBezTo>
                  <a:pt x="930756" y="10737"/>
                  <a:pt x="981241" y="4763"/>
                  <a:pt x="971716" y="0"/>
                </a:cubicBezTo>
                <a:close/>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61" name="Google Shape;861;p13"/>
          <p:cNvSpPr/>
          <p:nvPr/>
        </p:nvSpPr>
        <p:spPr>
          <a:xfrm>
            <a:off x="1485900" y="3037604"/>
            <a:ext cx="373674" cy="343771"/>
          </a:xfrm>
          <a:custGeom>
            <a:avLst/>
            <a:gdLst/>
            <a:ahLst/>
            <a:cxnLst/>
            <a:rect l="l" t="t" r="r" b="b"/>
            <a:pathLst>
              <a:path w="373674" h="343771" extrusionOk="0">
                <a:moveTo>
                  <a:pt x="9525" y="210421"/>
                </a:moveTo>
                <a:lnTo>
                  <a:pt x="9525" y="210421"/>
                </a:lnTo>
                <a:cubicBezTo>
                  <a:pt x="14623" y="203624"/>
                  <a:pt x="69737" y="122655"/>
                  <a:pt x="95250" y="105646"/>
                </a:cubicBezTo>
                <a:cubicBezTo>
                  <a:pt x="103604" y="100077"/>
                  <a:pt x="115048" y="100997"/>
                  <a:pt x="123825" y="96121"/>
                </a:cubicBezTo>
                <a:cubicBezTo>
                  <a:pt x="143839" y="85002"/>
                  <a:pt x="161925" y="70721"/>
                  <a:pt x="180975" y="58021"/>
                </a:cubicBezTo>
                <a:cubicBezTo>
                  <a:pt x="190500" y="51671"/>
                  <a:pt x="200392" y="45840"/>
                  <a:pt x="209550" y="38971"/>
                </a:cubicBezTo>
                <a:cubicBezTo>
                  <a:pt x="222250" y="29446"/>
                  <a:pt x="233867" y="18272"/>
                  <a:pt x="247650" y="10396"/>
                </a:cubicBezTo>
                <a:cubicBezTo>
                  <a:pt x="256367" y="5415"/>
                  <a:pt x="266700" y="4046"/>
                  <a:pt x="276225" y="871"/>
                </a:cubicBezTo>
                <a:cubicBezTo>
                  <a:pt x="301625" y="4046"/>
                  <a:pt x="329034" y="0"/>
                  <a:pt x="352425" y="10396"/>
                </a:cubicBezTo>
                <a:cubicBezTo>
                  <a:pt x="373674" y="19840"/>
                  <a:pt x="353269" y="84738"/>
                  <a:pt x="352425" y="86596"/>
                </a:cubicBezTo>
                <a:cubicBezTo>
                  <a:pt x="342951" y="107439"/>
                  <a:pt x="321565" y="122026"/>
                  <a:pt x="314325" y="143746"/>
                </a:cubicBezTo>
                <a:cubicBezTo>
                  <a:pt x="305938" y="168907"/>
                  <a:pt x="291264" y="221283"/>
                  <a:pt x="266700" y="229471"/>
                </a:cubicBezTo>
                <a:lnTo>
                  <a:pt x="238125" y="238996"/>
                </a:lnTo>
                <a:cubicBezTo>
                  <a:pt x="206375" y="286621"/>
                  <a:pt x="228600" y="261221"/>
                  <a:pt x="161925" y="305671"/>
                </a:cubicBezTo>
                <a:cubicBezTo>
                  <a:pt x="152400" y="312021"/>
                  <a:pt x="144210" y="321101"/>
                  <a:pt x="133350" y="324721"/>
                </a:cubicBezTo>
                <a:lnTo>
                  <a:pt x="76200" y="343771"/>
                </a:lnTo>
                <a:cubicBezTo>
                  <a:pt x="57083" y="338992"/>
                  <a:pt x="22681" y="334930"/>
                  <a:pt x="9525" y="315196"/>
                </a:cubicBezTo>
                <a:cubicBezTo>
                  <a:pt x="2263" y="304304"/>
                  <a:pt x="3175" y="289796"/>
                  <a:pt x="0" y="277096"/>
                </a:cubicBezTo>
                <a:cubicBezTo>
                  <a:pt x="3175" y="248521"/>
                  <a:pt x="4798" y="219731"/>
                  <a:pt x="9525" y="191371"/>
                </a:cubicBezTo>
                <a:cubicBezTo>
                  <a:pt x="11176" y="181467"/>
                  <a:pt x="11950" y="169896"/>
                  <a:pt x="19050" y="162796"/>
                </a:cubicBezTo>
                <a:lnTo>
                  <a:pt x="9525" y="210421"/>
                </a:lnTo>
                <a:close/>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62" name="Google Shape;862;p13"/>
          <p:cNvSpPr/>
          <p:nvPr/>
        </p:nvSpPr>
        <p:spPr>
          <a:xfrm>
            <a:off x="898139" y="3231455"/>
            <a:ext cx="585336" cy="502345"/>
          </a:xfrm>
          <a:custGeom>
            <a:avLst/>
            <a:gdLst/>
            <a:ahLst/>
            <a:cxnLst/>
            <a:rect l="l" t="t" r="r" b="b"/>
            <a:pathLst>
              <a:path w="585336" h="502345" extrusionOk="0">
                <a:moveTo>
                  <a:pt x="549661" y="7045"/>
                </a:moveTo>
                <a:lnTo>
                  <a:pt x="549661" y="7045"/>
                </a:lnTo>
                <a:cubicBezTo>
                  <a:pt x="521086" y="13395"/>
                  <a:pt x="491914" y="17487"/>
                  <a:pt x="463936" y="26095"/>
                </a:cubicBezTo>
                <a:cubicBezTo>
                  <a:pt x="450365" y="30271"/>
                  <a:pt x="438887" y="39552"/>
                  <a:pt x="425836" y="45145"/>
                </a:cubicBezTo>
                <a:cubicBezTo>
                  <a:pt x="416608" y="49100"/>
                  <a:pt x="406915" y="51912"/>
                  <a:pt x="397261" y="54670"/>
                </a:cubicBezTo>
                <a:cubicBezTo>
                  <a:pt x="362549" y="64588"/>
                  <a:pt x="339434" y="68374"/>
                  <a:pt x="302011" y="73720"/>
                </a:cubicBezTo>
                <a:cubicBezTo>
                  <a:pt x="276671" y="77340"/>
                  <a:pt x="250970" y="78528"/>
                  <a:pt x="225811" y="83245"/>
                </a:cubicBezTo>
                <a:cubicBezTo>
                  <a:pt x="200078" y="88070"/>
                  <a:pt x="149611" y="102295"/>
                  <a:pt x="149611" y="102295"/>
                </a:cubicBezTo>
                <a:lnTo>
                  <a:pt x="63886" y="159445"/>
                </a:lnTo>
                <a:lnTo>
                  <a:pt x="35311" y="178495"/>
                </a:lnTo>
                <a:cubicBezTo>
                  <a:pt x="0" y="284428"/>
                  <a:pt x="3085" y="252108"/>
                  <a:pt x="25786" y="426145"/>
                </a:cubicBezTo>
                <a:cubicBezTo>
                  <a:pt x="30461" y="461985"/>
                  <a:pt x="51468" y="452055"/>
                  <a:pt x="73411" y="464245"/>
                </a:cubicBezTo>
                <a:cubicBezTo>
                  <a:pt x="93425" y="475364"/>
                  <a:pt x="130561" y="502345"/>
                  <a:pt x="130561" y="502345"/>
                </a:cubicBezTo>
                <a:cubicBezTo>
                  <a:pt x="190931" y="495637"/>
                  <a:pt x="205862" y="497852"/>
                  <a:pt x="254386" y="483295"/>
                </a:cubicBezTo>
                <a:cubicBezTo>
                  <a:pt x="273620" y="477525"/>
                  <a:pt x="294828" y="475384"/>
                  <a:pt x="311536" y="464245"/>
                </a:cubicBezTo>
                <a:cubicBezTo>
                  <a:pt x="330586" y="451545"/>
                  <a:pt x="346966" y="433385"/>
                  <a:pt x="368686" y="426145"/>
                </a:cubicBezTo>
                <a:cubicBezTo>
                  <a:pt x="436696" y="403475"/>
                  <a:pt x="409128" y="418234"/>
                  <a:pt x="454411" y="388045"/>
                </a:cubicBezTo>
                <a:cubicBezTo>
                  <a:pt x="460761" y="378520"/>
                  <a:pt x="465366" y="367565"/>
                  <a:pt x="473461" y="359470"/>
                </a:cubicBezTo>
                <a:cubicBezTo>
                  <a:pt x="488932" y="343999"/>
                  <a:pt x="522705" y="331331"/>
                  <a:pt x="540136" y="321370"/>
                </a:cubicBezTo>
                <a:cubicBezTo>
                  <a:pt x="550075" y="315690"/>
                  <a:pt x="559186" y="308670"/>
                  <a:pt x="568711" y="302320"/>
                </a:cubicBezTo>
                <a:cubicBezTo>
                  <a:pt x="571886" y="292795"/>
                  <a:pt x="585336" y="280845"/>
                  <a:pt x="578236" y="273745"/>
                </a:cubicBezTo>
                <a:cubicBezTo>
                  <a:pt x="564037" y="259546"/>
                  <a:pt x="521086" y="254695"/>
                  <a:pt x="521086" y="254695"/>
                </a:cubicBezTo>
                <a:cubicBezTo>
                  <a:pt x="524261" y="245170"/>
                  <a:pt x="524339" y="233960"/>
                  <a:pt x="530611" y="226120"/>
                </a:cubicBezTo>
                <a:cubicBezTo>
                  <a:pt x="537762" y="217181"/>
                  <a:pt x="551091" y="215165"/>
                  <a:pt x="559186" y="207070"/>
                </a:cubicBezTo>
                <a:cubicBezTo>
                  <a:pt x="567281" y="198975"/>
                  <a:pt x="571886" y="188020"/>
                  <a:pt x="578236" y="178495"/>
                </a:cubicBezTo>
                <a:cubicBezTo>
                  <a:pt x="510226" y="155825"/>
                  <a:pt x="509947" y="176153"/>
                  <a:pt x="540136" y="130870"/>
                </a:cubicBezTo>
                <a:cubicBezTo>
                  <a:pt x="530611" y="127695"/>
                  <a:pt x="518661" y="128445"/>
                  <a:pt x="511561" y="121345"/>
                </a:cubicBezTo>
                <a:cubicBezTo>
                  <a:pt x="494628" y="104412"/>
                  <a:pt x="503094" y="81128"/>
                  <a:pt x="511561" y="64195"/>
                </a:cubicBezTo>
                <a:cubicBezTo>
                  <a:pt x="516681" y="53956"/>
                  <a:pt x="521672" y="42771"/>
                  <a:pt x="530611" y="35620"/>
                </a:cubicBezTo>
                <a:cubicBezTo>
                  <a:pt x="538451" y="29348"/>
                  <a:pt x="549661" y="29270"/>
                  <a:pt x="559186" y="26095"/>
                </a:cubicBezTo>
                <a:cubicBezTo>
                  <a:pt x="520044" y="0"/>
                  <a:pt x="542059" y="7045"/>
                  <a:pt x="492511" y="7045"/>
                </a:cubicBezTo>
                <a:lnTo>
                  <a:pt x="492511" y="16570"/>
                </a:lnTo>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63" name="Google Shape;863;p13"/>
          <p:cNvSpPr/>
          <p:nvPr/>
        </p:nvSpPr>
        <p:spPr>
          <a:xfrm>
            <a:off x="1581150" y="1057275"/>
            <a:ext cx="996789" cy="1447800"/>
          </a:xfrm>
          <a:custGeom>
            <a:avLst/>
            <a:gdLst/>
            <a:ahLst/>
            <a:cxnLst/>
            <a:rect l="l" t="t" r="r" b="b"/>
            <a:pathLst>
              <a:path w="996789" h="1447800" extrusionOk="0">
                <a:moveTo>
                  <a:pt x="104775" y="104775"/>
                </a:moveTo>
                <a:lnTo>
                  <a:pt x="104775" y="104775"/>
                </a:lnTo>
                <a:cubicBezTo>
                  <a:pt x="101600" y="136525"/>
                  <a:pt x="98139" y="168248"/>
                  <a:pt x="95250" y="200025"/>
                </a:cubicBezTo>
                <a:cubicBezTo>
                  <a:pt x="91789" y="238100"/>
                  <a:pt x="89529" y="276283"/>
                  <a:pt x="85725" y="314325"/>
                </a:cubicBezTo>
                <a:cubicBezTo>
                  <a:pt x="68059" y="490982"/>
                  <a:pt x="84518" y="296617"/>
                  <a:pt x="66675" y="457200"/>
                </a:cubicBezTo>
                <a:cubicBezTo>
                  <a:pt x="62802" y="492055"/>
                  <a:pt x="61500" y="527177"/>
                  <a:pt x="57150" y="561975"/>
                </a:cubicBezTo>
                <a:cubicBezTo>
                  <a:pt x="55142" y="578039"/>
                  <a:pt x="49915" y="593573"/>
                  <a:pt x="47625" y="609600"/>
                </a:cubicBezTo>
                <a:cubicBezTo>
                  <a:pt x="43559" y="638062"/>
                  <a:pt x="42166" y="666863"/>
                  <a:pt x="38100" y="695325"/>
                </a:cubicBezTo>
                <a:cubicBezTo>
                  <a:pt x="29782" y="753549"/>
                  <a:pt x="29449" y="729053"/>
                  <a:pt x="19050" y="781050"/>
                </a:cubicBezTo>
                <a:cubicBezTo>
                  <a:pt x="9895" y="826827"/>
                  <a:pt x="5853" y="867576"/>
                  <a:pt x="0" y="914400"/>
                </a:cubicBezTo>
                <a:cubicBezTo>
                  <a:pt x="3175" y="1054100"/>
                  <a:pt x="3584" y="1193890"/>
                  <a:pt x="9525" y="1333500"/>
                </a:cubicBezTo>
                <a:cubicBezTo>
                  <a:pt x="9952" y="1343531"/>
                  <a:pt x="13481" y="1353721"/>
                  <a:pt x="19050" y="1362075"/>
                </a:cubicBezTo>
                <a:cubicBezTo>
                  <a:pt x="28495" y="1376242"/>
                  <a:pt x="59554" y="1402302"/>
                  <a:pt x="76200" y="1409700"/>
                </a:cubicBezTo>
                <a:cubicBezTo>
                  <a:pt x="94550" y="1417855"/>
                  <a:pt x="114300" y="1422400"/>
                  <a:pt x="133350" y="1428750"/>
                </a:cubicBezTo>
                <a:lnTo>
                  <a:pt x="161925" y="1438275"/>
                </a:lnTo>
                <a:lnTo>
                  <a:pt x="190500" y="1447800"/>
                </a:lnTo>
                <a:cubicBezTo>
                  <a:pt x="225425" y="1444625"/>
                  <a:pt x="260740" y="1444369"/>
                  <a:pt x="295275" y="1438275"/>
                </a:cubicBezTo>
                <a:cubicBezTo>
                  <a:pt x="371230" y="1424871"/>
                  <a:pt x="331188" y="1425081"/>
                  <a:pt x="381000" y="1400175"/>
                </a:cubicBezTo>
                <a:cubicBezTo>
                  <a:pt x="389980" y="1395685"/>
                  <a:pt x="400798" y="1395526"/>
                  <a:pt x="409575" y="1390650"/>
                </a:cubicBezTo>
                <a:cubicBezTo>
                  <a:pt x="429589" y="1379531"/>
                  <a:pt x="447675" y="1365250"/>
                  <a:pt x="466725" y="1352550"/>
                </a:cubicBezTo>
                <a:cubicBezTo>
                  <a:pt x="476250" y="1346200"/>
                  <a:pt x="487205" y="1341595"/>
                  <a:pt x="495300" y="1333500"/>
                </a:cubicBezTo>
                <a:cubicBezTo>
                  <a:pt x="504825" y="1323975"/>
                  <a:pt x="513527" y="1313549"/>
                  <a:pt x="523875" y="1304925"/>
                </a:cubicBezTo>
                <a:cubicBezTo>
                  <a:pt x="532669" y="1297596"/>
                  <a:pt x="543656" y="1293204"/>
                  <a:pt x="552450" y="1285875"/>
                </a:cubicBezTo>
                <a:cubicBezTo>
                  <a:pt x="576885" y="1265513"/>
                  <a:pt x="591051" y="1245169"/>
                  <a:pt x="609600" y="1219200"/>
                </a:cubicBezTo>
                <a:cubicBezTo>
                  <a:pt x="616254" y="1209885"/>
                  <a:pt x="621321" y="1199419"/>
                  <a:pt x="628650" y="1190625"/>
                </a:cubicBezTo>
                <a:cubicBezTo>
                  <a:pt x="637274" y="1180277"/>
                  <a:pt x="647700" y="1171575"/>
                  <a:pt x="657225" y="1162050"/>
                </a:cubicBezTo>
                <a:cubicBezTo>
                  <a:pt x="663575" y="1143000"/>
                  <a:pt x="671405" y="1124381"/>
                  <a:pt x="676275" y="1104900"/>
                </a:cubicBezTo>
                <a:cubicBezTo>
                  <a:pt x="679450" y="1092200"/>
                  <a:pt x="682038" y="1079339"/>
                  <a:pt x="685800" y="1066800"/>
                </a:cubicBezTo>
                <a:cubicBezTo>
                  <a:pt x="691570" y="1047566"/>
                  <a:pt x="698500" y="1028700"/>
                  <a:pt x="704850" y="1009650"/>
                </a:cubicBezTo>
                <a:cubicBezTo>
                  <a:pt x="708025" y="1000125"/>
                  <a:pt x="708806" y="989429"/>
                  <a:pt x="714375" y="981075"/>
                </a:cubicBezTo>
                <a:cubicBezTo>
                  <a:pt x="733507" y="952377"/>
                  <a:pt x="737973" y="948237"/>
                  <a:pt x="752475" y="914400"/>
                </a:cubicBezTo>
                <a:cubicBezTo>
                  <a:pt x="756430" y="905172"/>
                  <a:pt x="757510" y="894805"/>
                  <a:pt x="762000" y="885825"/>
                </a:cubicBezTo>
                <a:cubicBezTo>
                  <a:pt x="767120" y="875586"/>
                  <a:pt x="776401" y="867711"/>
                  <a:pt x="781050" y="857250"/>
                </a:cubicBezTo>
                <a:cubicBezTo>
                  <a:pt x="789205" y="838900"/>
                  <a:pt x="788961" y="816808"/>
                  <a:pt x="800100" y="800100"/>
                </a:cubicBezTo>
                <a:cubicBezTo>
                  <a:pt x="854695" y="718208"/>
                  <a:pt x="789240" y="821820"/>
                  <a:pt x="828675" y="742950"/>
                </a:cubicBezTo>
                <a:cubicBezTo>
                  <a:pt x="833795" y="732711"/>
                  <a:pt x="842605" y="724614"/>
                  <a:pt x="847725" y="714375"/>
                </a:cubicBezTo>
                <a:cubicBezTo>
                  <a:pt x="852215" y="705395"/>
                  <a:pt x="853295" y="695028"/>
                  <a:pt x="857250" y="685800"/>
                </a:cubicBezTo>
                <a:cubicBezTo>
                  <a:pt x="862843" y="672749"/>
                  <a:pt x="871314" y="660995"/>
                  <a:pt x="876300" y="647700"/>
                </a:cubicBezTo>
                <a:cubicBezTo>
                  <a:pt x="881100" y="634901"/>
                  <a:pt x="893957" y="571724"/>
                  <a:pt x="895350" y="561975"/>
                </a:cubicBezTo>
                <a:cubicBezTo>
                  <a:pt x="903598" y="504237"/>
                  <a:pt x="909800" y="417156"/>
                  <a:pt x="914400" y="361950"/>
                </a:cubicBezTo>
                <a:cubicBezTo>
                  <a:pt x="910228" y="215935"/>
                  <a:pt x="996789" y="69770"/>
                  <a:pt x="876300" y="9525"/>
                </a:cubicBezTo>
                <a:cubicBezTo>
                  <a:pt x="867320" y="5035"/>
                  <a:pt x="857250" y="3175"/>
                  <a:pt x="847725" y="0"/>
                </a:cubicBezTo>
                <a:lnTo>
                  <a:pt x="371475" y="9525"/>
                </a:lnTo>
                <a:cubicBezTo>
                  <a:pt x="330886" y="10856"/>
                  <a:pt x="255352" y="18760"/>
                  <a:pt x="209550" y="28575"/>
                </a:cubicBezTo>
                <a:cubicBezTo>
                  <a:pt x="183949" y="34061"/>
                  <a:pt x="158188" y="39346"/>
                  <a:pt x="133350" y="47625"/>
                </a:cubicBezTo>
                <a:cubicBezTo>
                  <a:pt x="123825" y="50800"/>
                  <a:pt x="107417" y="47464"/>
                  <a:pt x="104775" y="57150"/>
                </a:cubicBezTo>
                <a:cubicBezTo>
                  <a:pt x="96421" y="87781"/>
                  <a:pt x="104775" y="96838"/>
                  <a:pt x="104775" y="104775"/>
                </a:cubicBezTo>
                <a:close/>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64" name="Google Shape;864;p13"/>
          <p:cNvSpPr/>
          <p:nvPr/>
        </p:nvSpPr>
        <p:spPr>
          <a:xfrm>
            <a:off x="-1173" y="1028700"/>
            <a:ext cx="1525173" cy="2019300"/>
          </a:xfrm>
          <a:custGeom>
            <a:avLst/>
            <a:gdLst/>
            <a:ahLst/>
            <a:cxnLst/>
            <a:rect l="l" t="t" r="r" b="b"/>
            <a:pathLst>
              <a:path w="1372773" h="2019300" extrusionOk="0">
                <a:moveTo>
                  <a:pt x="1363248" y="57150"/>
                </a:moveTo>
                <a:lnTo>
                  <a:pt x="1363248" y="57150"/>
                </a:lnTo>
                <a:cubicBezTo>
                  <a:pt x="1366423" y="241300"/>
                  <a:pt x="1372773" y="425423"/>
                  <a:pt x="1372773" y="609600"/>
                </a:cubicBezTo>
                <a:cubicBezTo>
                  <a:pt x="1372773" y="635198"/>
                  <a:pt x="1367827" y="660615"/>
                  <a:pt x="1363248" y="685800"/>
                </a:cubicBezTo>
                <a:cubicBezTo>
                  <a:pt x="1361452" y="695678"/>
                  <a:pt x="1356481" y="704721"/>
                  <a:pt x="1353723" y="714375"/>
                </a:cubicBezTo>
                <a:cubicBezTo>
                  <a:pt x="1350127" y="726962"/>
                  <a:pt x="1346765" y="739638"/>
                  <a:pt x="1344198" y="752475"/>
                </a:cubicBezTo>
                <a:cubicBezTo>
                  <a:pt x="1329613" y="825402"/>
                  <a:pt x="1340471" y="790848"/>
                  <a:pt x="1325148" y="857250"/>
                </a:cubicBezTo>
                <a:cubicBezTo>
                  <a:pt x="1319261" y="882761"/>
                  <a:pt x="1312448" y="908050"/>
                  <a:pt x="1306098" y="933450"/>
                </a:cubicBezTo>
                <a:cubicBezTo>
                  <a:pt x="1302923" y="946150"/>
                  <a:pt x="1299140" y="958713"/>
                  <a:pt x="1296573" y="971550"/>
                </a:cubicBezTo>
                <a:cubicBezTo>
                  <a:pt x="1293398" y="987425"/>
                  <a:pt x="1289710" y="1003206"/>
                  <a:pt x="1287048" y="1019175"/>
                </a:cubicBezTo>
                <a:cubicBezTo>
                  <a:pt x="1283357" y="1041320"/>
                  <a:pt x="1282968" y="1064070"/>
                  <a:pt x="1277523" y="1085850"/>
                </a:cubicBezTo>
                <a:cubicBezTo>
                  <a:pt x="1273376" y="1102437"/>
                  <a:pt x="1264823" y="1117600"/>
                  <a:pt x="1258473" y="1133475"/>
                </a:cubicBezTo>
                <a:cubicBezTo>
                  <a:pt x="1255298" y="1155700"/>
                  <a:pt x="1253351" y="1178135"/>
                  <a:pt x="1248948" y="1200150"/>
                </a:cubicBezTo>
                <a:cubicBezTo>
                  <a:pt x="1246979" y="1209995"/>
                  <a:pt x="1242308" y="1219108"/>
                  <a:pt x="1239423" y="1228725"/>
                </a:cubicBezTo>
                <a:cubicBezTo>
                  <a:pt x="1232781" y="1250865"/>
                  <a:pt x="1227015" y="1273260"/>
                  <a:pt x="1220373" y="1295400"/>
                </a:cubicBezTo>
                <a:cubicBezTo>
                  <a:pt x="1217488" y="1305017"/>
                  <a:pt x="1216417" y="1315621"/>
                  <a:pt x="1210848" y="1323975"/>
                </a:cubicBezTo>
                <a:cubicBezTo>
                  <a:pt x="1203376" y="1335183"/>
                  <a:pt x="1190103" y="1341589"/>
                  <a:pt x="1182273" y="1352550"/>
                </a:cubicBezTo>
                <a:cubicBezTo>
                  <a:pt x="1138328" y="1414072"/>
                  <a:pt x="1190980" y="1372145"/>
                  <a:pt x="1134648" y="1409700"/>
                </a:cubicBezTo>
                <a:cubicBezTo>
                  <a:pt x="1128298" y="1428750"/>
                  <a:pt x="1126737" y="1450142"/>
                  <a:pt x="1115598" y="1466850"/>
                </a:cubicBezTo>
                <a:cubicBezTo>
                  <a:pt x="1102898" y="1485900"/>
                  <a:pt x="1084738" y="1502280"/>
                  <a:pt x="1077498" y="1524000"/>
                </a:cubicBezTo>
                <a:cubicBezTo>
                  <a:pt x="1074323" y="1533525"/>
                  <a:pt x="1071928" y="1543347"/>
                  <a:pt x="1067973" y="1552575"/>
                </a:cubicBezTo>
                <a:cubicBezTo>
                  <a:pt x="1059753" y="1571756"/>
                  <a:pt x="1043940" y="1602369"/>
                  <a:pt x="1029873" y="1619250"/>
                </a:cubicBezTo>
                <a:cubicBezTo>
                  <a:pt x="1021249" y="1629598"/>
                  <a:pt x="1009922" y="1637477"/>
                  <a:pt x="1001298" y="1647825"/>
                </a:cubicBezTo>
                <a:cubicBezTo>
                  <a:pt x="993969" y="1656619"/>
                  <a:pt x="990343" y="1668305"/>
                  <a:pt x="982248" y="1676400"/>
                </a:cubicBezTo>
                <a:cubicBezTo>
                  <a:pt x="974153" y="1684495"/>
                  <a:pt x="962467" y="1688121"/>
                  <a:pt x="953673" y="1695450"/>
                </a:cubicBezTo>
                <a:cubicBezTo>
                  <a:pt x="943325" y="1704074"/>
                  <a:pt x="935446" y="1715401"/>
                  <a:pt x="925098" y="1724025"/>
                </a:cubicBezTo>
                <a:cubicBezTo>
                  <a:pt x="916304" y="1731354"/>
                  <a:pt x="905215" y="1735625"/>
                  <a:pt x="896523" y="1743075"/>
                </a:cubicBezTo>
                <a:cubicBezTo>
                  <a:pt x="882886" y="1754764"/>
                  <a:pt x="870112" y="1767538"/>
                  <a:pt x="858423" y="1781175"/>
                </a:cubicBezTo>
                <a:cubicBezTo>
                  <a:pt x="850973" y="1789867"/>
                  <a:pt x="847988" y="1802212"/>
                  <a:pt x="839373" y="1809750"/>
                </a:cubicBezTo>
                <a:cubicBezTo>
                  <a:pt x="822143" y="1824827"/>
                  <a:pt x="801273" y="1835150"/>
                  <a:pt x="782223" y="1847850"/>
                </a:cubicBezTo>
                <a:lnTo>
                  <a:pt x="725073" y="1885950"/>
                </a:lnTo>
                <a:cubicBezTo>
                  <a:pt x="715548" y="1892300"/>
                  <a:pt x="707358" y="1901380"/>
                  <a:pt x="696498" y="1905000"/>
                </a:cubicBezTo>
                <a:cubicBezTo>
                  <a:pt x="686973" y="1908175"/>
                  <a:pt x="676700" y="1909649"/>
                  <a:pt x="667923" y="1914525"/>
                </a:cubicBezTo>
                <a:cubicBezTo>
                  <a:pt x="647909" y="1925644"/>
                  <a:pt x="632985" y="1947072"/>
                  <a:pt x="610773" y="1952625"/>
                </a:cubicBezTo>
                <a:cubicBezTo>
                  <a:pt x="585373" y="1958975"/>
                  <a:pt x="559411" y="1963396"/>
                  <a:pt x="534573" y="1971675"/>
                </a:cubicBezTo>
                <a:cubicBezTo>
                  <a:pt x="525048" y="1974850"/>
                  <a:pt x="515961" y="1979955"/>
                  <a:pt x="505998" y="1981200"/>
                </a:cubicBezTo>
                <a:cubicBezTo>
                  <a:pt x="464921" y="1986335"/>
                  <a:pt x="423448" y="1987550"/>
                  <a:pt x="382173" y="1990725"/>
                </a:cubicBezTo>
                <a:cubicBezTo>
                  <a:pt x="369473" y="1993900"/>
                  <a:pt x="357032" y="1998399"/>
                  <a:pt x="344073" y="2000250"/>
                </a:cubicBezTo>
                <a:cubicBezTo>
                  <a:pt x="215154" y="2018667"/>
                  <a:pt x="286545" y="1997201"/>
                  <a:pt x="220248" y="2019300"/>
                </a:cubicBezTo>
                <a:cubicBezTo>
                  <a:pt x="204373" y="2016125"/>
                  <a:pt x="187782" y="2015459"/>
                  <a:pt x="172623" y="2009775"/>
                </a:cubicBezTo>
                <a:cubicBezTo>
                  <a:pt x="161904" y="2005755"/>
                  <a:pt x="154287" y="1995845"/>
                  <a:pt x="144048" y="1990725"/>
                </a:cubicBezTo>
                <a:cubicBezTo>
                  <a:pt x="135068" y="1986235"/>
                  <a:pt x="124998" y="1984375"/>
                  <a:pt x="115473" y="1981200"/>
                </a:cubicBezTo>
                <a:cubicBezTo>
                  <a:pt x="97867" y="1967995"/>
                  <a:pt x="62065" y="1943950"/>
                  <a:pt x="48798" y="1924050"/>
                </a:cubicBezTo>
                <a:cubicBezTo>
                  <a:pt x="43229" y="1915696"/>
                  <a:pt x="42448" y="1905000"/>
                  <a:pt x="39273" y="1895475"/>
                </a:cubicBezTo>
                <a:cubicBezTo>
                  <a:pt x="0" y="1581288"/>
                  <a:pt x="23899" y="1800738"/>
                  <a:pt x="39273" y="1085850"/>
                </a:cubicBezTo>
                <a:cubicBezTo>
                  <a:pt x="40367" y="1034963"/>
                  <a:pt x="45084" y="984213"/>
                  <a:pt x="48798" y="933450"/>
                </a:cubicBezTo>
                <a:cubicBezTo>
                  <a:pt x="54609" y="854034"/>
                  <a:pt x="61581" y="774707"/>
                  <a:pt x="67848" y="695325"/>
                </a:cubicBezTo>
                <a:cubicBezTo>
                  <a:pt x="71106" y="654056"/>
                  <a:pt x="75197" y="612840"/>
                  <a:pt x="77373" y="571500"/>
                </a:cubicBezTo>
                <a:cubicBezTo>
                  <a:pt x="80548" y="511175"/>
                  <a:pt x="82436" y="450768"/>
                  <a:pt x="86898" y="390525"/>
                </a:cubicBezTo>
                <a:cubicBezTo>
                  <a:pt x="88789" y="364997"/>
                  <a:pt x="94297" y="339834"/>
                  <a:pt x="96423" y="314325"/>
                </a:cubicBezTo>
                <a:cubicBezTo>
                  <a:pt x="100650" y="263602"/>
                  <a:pt x="101340" y="212615"/>
                  <a:pt x="105948" y="161925"/>
                </a:cubicBezTo>
                <a:cubicBezTo>
                  <a:pt x="107696" y="142692"/>
                  <a:pt x="104398" y="120597"/>
                  <a:pt x="115473" y="104775"/>
                </a:cubicBezTo>
                <a:cubicBezTo>
                  <a:pt x="128603" y="86018"/>
                  <a:pt x="152145" y="76914"/>
                  <a:pt x="172623" y="66675"/>
                </a:cubicBezTo>
                <a:cubicBezTo>
                  <a:pt x="185323" y="60325"/>
                  <a:pt x="197672" y="53218"/>
                  <a:pt x="210723" y="47625"/>
                </a:cubicBezTo>
                <a:cubicBezTo>
                  <a:pt x="219951" y="43670"/>
                  <a:pt x="230318" y="42590"/>
                  <a:pt x="239298" y="38100"/>
                </a:cubicBezTo>
                <a:cubicBezTo>
                  <a:pt x="249537" y="32980"/>
                  <a:pt x="257013" y="22670"/>
                  <a:pt x="267873" y="19050"/>
                </a:cubicBezTo>
                <a:cubicBezTo>
                  <a:pt x="286195" y="12943"/>
                  <a:pt x="306170" y="13715"/>
                  <a:pt x="325023" y="9525"/>
                </a:cubicBezTo>
                <a:cubicBezTo>
                  <a:pt x="334824" y="7347"/>
                  <a:pt x="344073" y="3175"/>
                  <a:pt x="353598" y="0"/>
                </a:cubicBezTo>
                <a:lnTo>
                  <a:pt x="706023" y="9525"/>
                </a:lnTo>
                <a:cubicBezTo>
                  <a:pt x="1238703" y="21631"/>
                  <a:pt x="1027609" y="807"/>
                  <a:pt x="1277523" y="28575"/>
                </a:cubicBezTo>
                <a:cubicBezTo>
                  <a:pt x="1300764" y="36322"/>
                  <a:pt x="1316209" y="38686"/>
                  <a:pt x="1334673" y="57150"/>
                </a:cubicBezTo>
                <a:cubicBezTo>
                  <a:pt x="1368532" y="91009"/>
                  <a:pt x="1358486" y="57150"/>
                  <a:pt x="1363248" y="57150"/>
                </a:cubicBezTo>
                <a:close/>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65" name="Google Shape;865;p13"/>
          <p:cNvSpPr/>
          <p:nvPr/>
        </p:nvSpPr>
        <p:spPr>
          <a:xfrm>
            <a:off x="2352675" y="1255750"/>
            <a:ext cx="596045" cy="849275"/>
          </a:xfrm>
          <a:custGeom>
            <a:avLst/>
            <a:gdLst/>
            <a:ahLst/>
            <a:cxnLst/>
            <a:rect l="l" t="t" r="r" b="b"/>
            <a:pathLst>
              <a:path w="596045" h="849275" extrusionOk="0">
                <a:moveTo>
                  <a:pt x="9525" y="801650"/>
                </a:moveTo>
                <a:lnTo>
                  <a:pt x="9525" y="801650"/>
                </a:lnTo>
                <a:cubicBezTo>
                  <a:pt x="19050" y="776250"/>
                  <a:pt x="25968" y="749713"/>
                  <a:pt x="38100" y="725450"/>
                </a:cubicBezTo>
                <a:cubicBezTo>
                  <a:pt x="48339" y="704972"/>
                  <a:pt x="68960" y="690020"/>
                  <a:pt x="76200" y="668300"/>
                </a:cubicBezTo>
                <a:lnTo>
                  <a:pt x="95250" y="611150"/>
                </a:lnTo>
                <a:cubicBezTo>
                  <a:pt x="98425" y="601625"/>
                  <a:pt x="99206" y="590929"/>
                  <a:pt x="104775" y="582575"/>
                </a:cubicBezTo>
                <a:cubicBezTo>
                  <a:pt x="129794" y="545046"/>
                  <a:pt x="129273" y="551258"/>
                  <a:pt x="142875" y="496850"/>
                </a:cubicBezTo>
                <a:cubicBezTo>
                  <a:pt x="149225" y="471450"/>
                  <a:pt x="156790" y="446323"/>
                  <a:pt x="161925" y="420650"/>
                </a:cubicBezTo>
                <a:cubicBezTo>
                  <a:pt x="171593" y="372309"/>
                  <a:pt x="175068" y="359515"/>
                  <a:pt x="180975" y="306350"/>
                </a:cubicBezTo>
                <a:cubicBezTo>
                  <a:pt x="184848" y="271495"/>
                  <a:pt x="185540" y="236292"/>
                  <a:pt x="190500" y="201575"/>
                </a:cubicBezTo>
                <a:cubicBezTo>
                  <a:pt x="191920" y="191636"/>
                  <a:pt x="197590" y="182740"/>
                  <a:pt x="200025" y="173000"/>
                </a:cubicBezTo>
                <a:cubicBezTo>
                  <a:pt x="207182" y="144373"/>
                  <a:pt x="212253" y="92746"/>
                  <a:pt x="228600" y="68225"/>
                </a:cubicBezTo>
                <a:cubicBezTo>
                  <a:pt x="234950" y="58700"/>
                  <a:pt x="239555" y="47745"/>
                  <a:pt x="247650" y="39650"/>
                </a:cubicBezTo>
                <a:cubicBezTo>
                  <a:pt x="255745" y="31555"/>
                  <a:pt x="265764" y="25249"/>
                  <a:pt x="276225" y="20600"/>
                </a:cubicBezTo>
                <a:cubicBezTo>
                  <a:pt x="294575" y="12445"/>
                  <a:pt x="333375" y="1550"/>
                  <a:pt x="333375" y="1550"/>
                </a:cubicBezTo>
                <a:cubicBezTo>
                  <a:pt x="352425" y="4725"/>
                  <a:pt x="374703" y="0"/>
                  <a:pt x="390525" y="11075"/>
                </a:cubicBezTo>
                <a:cubicBezTo>
                  <a:pt x="409282" y="24205"/>
                  <a:pt x="415925" y="49175"/>
                  <a:pt x="428625" y="68225"/>
                </a:cubicBezTo>
                <a:cubicBezTo>
                  <a:pt x="483220" y="150117"/>
                  <a:pt x="417765" y="46505"/>
                  <a:pt x="457200" y="125375"/>
                </a:cubicBezTo>
                <a:cubicBezTo>
                  <a:pt x="462320" y="135614"/>
                  <a:pt x="471601" y="143489"/>
                  <a:pt x="476250" y="153950"/>
                </a:cubicBezTo>
                <a:cubicBezTo>
                  <a:pt x="484405" y="172300"/>
                  <a:pt x="488950" y="192050"/>
                  <a:pt x="495300" y="211100"/>
                </a:cubicBezTo>
                <a:lnTo>
                  <a:pt x="504825" y="239675"/>
                </a:lnTo>
                <a:cubicBezTo>
                  <a:pt x="513749" y="328913"/>
                  <a:pt x="523875" y="416015"/>
                  <a:pt x="523875" y="506375"/>
                </a:cubicBezTo>
                <a:cubicBezTo>
                  <a:pt x="523875" y="774130"/>
                  <a:pt x="596045" y="743126"/>
                  <a:pt x="476250" y="773075"/>
                </a:cubicBezTo>
                <a:cubicBezTo>
                  <a:pt x="450888" y="789983"/>
                  <a:pt x="423217" y="815670"/>
                  <a:pt x="390525" y="820700"/>
                </a:cubicBezTo>
                <a:cubicBezTo>
                  <a:pt x="358988" y="825552"/>
                  <a:pt x="327025" y="827050"/>
                  <a:pt x="295275" y="830225"/>
                </a:cubicBezTo>
                <a:cubicBezTo>
                  <a:pt x="250565" y="845128"/>
                  <a:pt x="244778" y="849275"/>
                  <a:pt x="180975" y="849275"/>
                </a:cubicBezTo>
                <a:cubicBezTo>
                  <a:pt x="152224" y="849275"/>
                  <a:pt x="123825" y="842925"/>
                  <a:pt x="95250" y="839750"/>
                </a:cubicBezTo>
                <a:cubicBezTo>
                  <a:pt x="76200" y="833400"/>
                  <a:pt x="57581" y="825570"/>
                  <a:pt x="38100" y="820700"/>
                </a:cubicBezTo>
                <a:cubicBezTo>
                  <a:pt x="25400" y="817525"/>
                  <a:pt x="9257" y="820432"/>
                  <a:pt x="0" y="811175"/>
                </a:cubicBezTo>
                <a:lnTo>
                  <a:pt x="9525" y="801650"/>
                </a:lnTo>
                <a:close/>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66" name="Google Shape;866;p13"/>
          <p:cNvSpPr/>
          <p:nvPr/>
        </p:nvSpPr>
        <p:spPr>
          <a:xfrm>
            <a:off x="2838450" y="1162050"/>
            <a:ext cx="600075" cy="724270"/>
          </a:xfrm>
          <a:custGeom>
            <a:avLst/>
            <a:gdLst/>
            <a:ahLst/>
            <a:cxnLst/>
            <a:rect l="l" t="t" r="r" b="b"/>
            <a:pathLst>
              <a:path w="600075" h="724270" extrusionOk="0">
                <a:moveTo>
                  <a:pt x="0" y="238125"/>
                </a:moveTo>
                <a:lnTo>
                  <a:pt x="0" y="238125"/>
                </a:lnTo>
                <a:cubicBezTo>
                  <a:pt x="3018" y="210963"/>
                  <a:pt x="3093" y="155740"/>
                  <a:pt x="19050" y="123825"/>
                </a:cubicBezTo>
                <a:cubicBezTo>
                  <a:pt x="24170" y="113586"/>
                  <a:pt x="32980" y="105489"/>
                  <a:pt x="38100" y="95250"/>
                </a:cubicBezTo>
                <a:cubicBezTo>
                  <a:pt x="42590" y="86270"/>
                  <a:pt x="40525" y="73775"/>
                  <a:pt x="47625" y="66675"/>
                </a:cubicBezTo>
                <a:cubicBezTo>
                  <a:pt x="84554" y="29746"/>
                  <a:pt x="115444" y="25019"/>
                  <a:pt x="161925" y="9525"/>
                </a:cubicBezTo>
                <a:lnTo>
                  <a:pt x="190500" y="0"/>
                </a:lnTo>
                <a:cubicBezTo>
                  <a:pt x="203200" y="3175"/>
                  <a:pt x="217234" y="3030"/>
                  <a:pt x="228600" y="9525"/>
                </a:cubicBezTo>
                <a:cubicBezTo>
                  <a:pt x="276891" y="37120"/>
                  <a:pt x="244691" y="47948"/>
                  <a:pt x="276225" y="95250"/>
                </a:cubicBezTo>
                <a:lnTo>
                  <a:pt x="314325" y="152400"/>
                </a:lnTo>
                <a:lnTo>
                  <a:pt x="333375" y="180975"/>
                </a:lnTo>
                <a:cubicBezTo>
                  <a:pt x="336427" y="193182"/>
                  <a:pt x="345593" y="233985"/>
                  <a:pt x="352425" y="247650"/>
                </a:cubicBezTo>
                <a:cubicBezTo>
                  <a:pt x="357545" y="257889"/>
                  <a:pt x="366826" y="265764"/>
                  <a:pt x="371475" y="276225"/>
                </a:cubicBezTo>
                <a:cubicBezTo>
                  <a:pt x="386565" y="310178"/>
                  <a:pt x="383707" y="336082"/>
                  <a:pt x="409575" y="361950"/>
                </a:cubicBezTo>
                <a:cubicBezTo>
                  <a:pt x="417670" y="370045"/>
                  <a:pt x="427185" y="377711"/>
                  <a:pt x="438150" y="381000"/>
                </a:cubicBezTo>
                <a:cubicBezTo>
                  <a:pt x="459654" y="387451"/>
                  <a:pt x="482600" y="387350"/>
                  <a:pt x="504825" y="390525"/>
                </a:cubicBezTo>
                <a:cubicBezTo>
                  <a:pt x="514350" y="393700"/>
                  <a:pt x="525046" y="394481"/>
                  <a:pt x="533400" y="400050"/>
                </a:cubicBezTo>
                <a:cubicBezTo>
                  <a:pt x="555402" y="414718"/>
                  <a:pt x="566968" y="436115"/>
                  <a:pt x="581025" y="457200"/>
                </a:cubicBezTo>
                <a:cubicBezTo>
                  <a:pt x="587319" y="482376"/>
                  <a:pt x="600075" y="529096"/>
                  <a:pt x="600075" y="552450"/>
                </a:cubicBezTo>
                <a:cubicBezTo>
                  <a:pt x="600075" y="568639"/>
                  <a:pt x="594477" y="584369"/>
                  <a:pt x="590550" y="600075"/>
                </a:cubicBezTo>
                <a:cubicBezTo>
                  <a:pt x="588115" y="609815"/>
                  <a:pt x="585901" y="619873"/>
                  <a:pt x="581025" y="628650"/>
                </a:cubicBezTo>
                <a:cubicBezTo>
                  <a:pt x="559044" y="668215"/>
                  <a:pt x="550740" y="686655"/>
                  <a:pt x="514350" y="704850"/>
                </a:cubicBezTo>
                <a:cubicBezTo>
                  <a:pt x="505370" y="709340"/>
                  <a:pt x="495746" y="713202"/>
                  <a:pt x="485775" y="714375"/>
                </a:cubicBezTo>
                <a:cubicBezTo>
                  <a:pt x="441517" y="719582"/>
                  <a:pt x="396875" y="720725"/>
                  <a:pt x="352425" y="723900"/>
                </a:cubicBezTo>
                <a:cubicBezTo>
                  <a:pt x="317500" y="720725"/>
                  <a:pt x="281294" y="724270"/>
                  <a:pt x="247650" y="714375"/>
                </a:cubicBezTo>
                <a:cubicBezTo>
                  <a:pt x="225685" y="707915"/>
                  <a:pt x="190500" y="676275"/>
                  <a:pt x="190500" y="676275"/>
                </a:cubicBezTo>
                <a:cubicBezTo>
                  <a:pt x="184150" y="663575"/>
                  <a:pt x="178975" y="650216"/>
                  <a:pt x="171450" y="638175"/>
                </a:cubicBezTo>
                <a:cubicBezTo>
                  <a:pt x="160664" y="620917"/>
                  <a:pt x="133900" y="591650"/>
                  <a:pt x="123825" y="571500"/>
                </a:cubicBezTo>
                <a:cubicBezTo>
                  <a:pt x="119335" y="562520"/>
                  <a:pt x="118790" y="551905"/>
                  <a:pt x="114300" y="542925"/>
                </a:cubicBezTo>
                <a:cubicBezTo>
                  <a:pt x="109180" y="532686"/>
                  <a:pt x="99899" y="524811"/>
                  <a:pt x="95250" y="514350"/>
                </a:cubicBezTo>
                <a:cubicBezTo>
                  <a:pt x="87095" y="496000"/>
                  <a:pt x="82550" y="476250"/>
                  <a:pt x="76200" y="457200"/>
                </a:cubicBezTo>
                <a:cubicBezTo>
                  <a:pt x="53362" y="388687"/>
                  <a:pt x="81070" y="474246"/>
                  <a:pt x="57150" y="390525"/>
                </a:cubicBezTo>
                <a:cubicBezTo>
                  <a:pt x="54392" y="380871"/>
                  <a:pt x="50060" y="371690"/>
                  <a:pt x="47625" y="361950"/>
                </a:cubicBezTo>
                <a:cubicBezTo>
                  <a:pt x="36401" y="317055"/>
                  <a:pt x="36640" y="296037"/>
                  <a:pt x="28575" y="247650"/>
                </a:cubicBezTo>
                <a:cubicBezTo>
                  <a:pt x="18427" y="186764"/>
                  <a:pt x="19050" y="218205"/>
                  <a:pt x="19050" y="190500"/>
                </a:cubicBezTo>
                <a:lnTo>
                  <a:pt x="19050" y="190500"/>
                </a:lnTo>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67" name="Google Shape;867;p13"/>
          <p:cNvSpPr/>
          <p:nvPr/>
        </p:nvSpPr>
        <p:spPr>
          <a:xfrm>
            <a:off x="2667000" y="607677"/>
            <a:ext cx="312653" cy="621048"/>
          </a:xfrm>
          <a:custGeom>
            <a:avLst/>
            <a:gdLst/>
            <a:ahLst/>
            <a:cxnLst/>
            <a:rect l="l" t="t" r="r" b="b"/>
            <a:pathLst>
              <a:path w="255478" h="621048" extrusionOk="0">
                <a:moveTo>
                  <a:pt x="76175" y="621048"/>
                </a:moveTo>
                <a:lnTo>
                  <a:pt x="76175" y="621048"/>
                </a:lnTo>
                <a:cubicBezTo>
                  <a:pt x="66650" y="595648"/>
                  <a:pt x="56871" y="570342"/>
                  <a:pt x="47600" y="544848"/>
                </a:cubicBezTo>
                <a:cubicBezTo>
                  <a:pt x="44169" y="535412"/>
                  <a:pt x="40253" y="526074"/>
                  <a:pt x="38075" y="516273"/>
                </a:cubicBezTo>
                <a:cubicBezTo>
                  <a:pt x="26110" y="462429"/>
                  <a:pt x="27279" y="431177"/>
                  <a:pt x="19025" y="373398"/>
                </a:cubicBezTo>
                <a:cubicBezTo>
                  <a:pt x="16735" y="357371"/>
                  <a:pt x="12675" y="341648"/>
                  <a:pt x="9500" y="325773"/>
                </a:cubicBezTo>
                <a:cubicBezTo>
                  <a:pt x="27701" y="34550"/>
                  <a:pt x="0" y="268521"/>
                  <a:pt x="38075" y="116223"/>
                </a:cubicBezTo>
                <a:cubicBezTo>
                  <a:pt x="44359" y="91088"/>
                  <a:pt x="45601" y="67966"/>
                  <a:pt x="66650" y="49548"/>
                </a:cubicBezTo>
                <a:cubicBezTo>
                  <a:pt x="106960" y="14277"/>
                  <a:pt x="113128" y="15005"/>
                  <a:pt x="152375" y="1923"/>
                </a:cubicBezTo>
                <a:cubicBezTo>
                  <a:pt x="168250" y="5098"/>
                  <a:pt x="188552" y="0"/>
                  <a:pt x="200000" y="11448"/>
                </a:cubicBezTo>
                <a:cubicBezTo>
                  <a:pt x="214199" y="25647"/>
                  <a:pt x="215112" y="48907"/>
                  <a:pt x="219050" y="68598"/>
                </a:cubicBezTo>
                <a:cubicBezTo>
                  <a:pt x="222225" y="84473"/>
                  <a:pt x="225063" y="100419"/>
                  <a:pt x="228575" y="116223"/>
                </a:cubicBezTo>
                <a:cubicBezTo>
                  <a:pt x="255478" y="237287"/>
                  <a:pt x="218897" y="58309"/>
                  <a:pt x="247625" y="201948"/>
                </a:cubicBezTo>
                <a:cubicBezTo>
                  <a:pt x="244450" y="274973"/>
                  <a:pt x="243706" y="348144"/>
                  <a:pt x="238100" y="421023"/>
                </a:cubicBezTo>
                <a:cubicBezTo>
                  <a:pt x="237330" y="431034"/>
                  <a:pt x="231010" y="439858"/>
                  <a:pt x="228575" y="449598"/>
                </a:cubicBezTo>
                <a:cubicBezTo>
                  <a:pt x="224713" y="465045"/>
                  <a:pt x="212261" y="546199"/>
                  <a:pt x="200000" y="554373"/>
                </a:cubicBezTo>
                <a:cubicBezTo>
                  <a:pt x="180950" y="567073"/>
                  <a:pt x="164570" y="585233"/>
                  <a:pt x="142850" y="592473"/>
                </a:cubicBezTo>
                <a:lnTo>
                  <a:pt x="85700" y="611523"/>
                </a:lnTo>
                <a:lnTo>
                  <a:pt x="76175" y="621048"/>
                </a:lnTo>
                <a:close/>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68" name="Google Shape;868;p13"/>
          <p:cNvSpPr/>
          <p:nvPr/>
        </p:nvSpPr>
        <p:spPr>
          <a:xfrm>
            <a:off x="2333183" y="164841"/>
            <a:ext cx="519053" cy="549534"/>
          </a:xfrm>
          <a:custGeom>
            <a:avLst/>
            <a:gdLst/>
            <a:ahLst/>
            <a:cxnLst/>
            <a:rect l="l" t="t" r="r" b="b"/>
            <a:pathLst>
              <a:path w="519053" h="549534" extrusionOk="0">
                <a:moveTo>
                  <a:pt x="486217" y="54234"/>
                </a:moveTo>
                <a:lnTo>
                  <a:pt x="486217" y="54234"/>
                </a:lnTo>
                <a:cubicBezTo>
                  <a:pt x="470316" y="197343"/>
                  <a:pt x="484269" y="85946"/>
                  <a:pt x="467167" y="197109"/>
                </a:cubicBezTo>
                <a:cubicBezTo>
                  <a:pt x="463753" y="219299"/>
                  <a:pt x="462690" y="241908"/>
                  <a:pt x="457642" y="263784"/>
                </a:cubicBezTo>
                <a:cubicBezTo>
                  <a:pt x="430160" y="382874"/>
                  <a:pt x="445201" y="263688"/>
                  <a:pt x="429067" y="368559"/>
                </a:cubicBezTo>
                <a:cubicBezTo>
                  <a:pt x="419813" y="428708"/>
                  <a:pt x="423121" y="439970"/>
                  <a:pt x="410017" y="492384"/>
                </a:cubicBezTo>
                <a:cubicBezTo>
                  <a:pt x="407582" y="502124"/>
                  <a:pt x="406061" y="512605"/>
                  <a:pt x="400492" y="520959"/>
                </a:cubicBezTo>
                <a:cubicBezTo>
                  <a:pt x="393020" y="532167"/>
                  <a:pt x="381442" y="540009"/>
                  <a:pt x="371917" y="549534"/>
                </a:cubicBezTo>
                <a:cubicBezTo>
                  <a:pt x="311592" y="546359"/>
                  <a:pt x="251102" y="545478"/>
                  <a:pt x="190942" y="540009"/>
                </a:cubicBezTo>
                <a:cubicBezTo>
                  <a:pt x="180943" y="539100"/>
                  <a:pt x="171144" y="535360"/>
                  <a:pt x="162367" y="530484"/>
                </a:cubicBezTo>
                <a:cubicBezTo>
                  <a:pt x="142353" y="519365"/>
                  <a:pt x="105217" y="492384"/>
                  <a:pt x="105217" y="492384"/>
                </a:cubicBezTo>
                <a:cubicBezTo>
                  <a:pt x="61856" y="362302"/>
                  <a:pt x="109162" y="495240"/>
                  <a:pt x="67117" y="397134"/>
                </a:cubicBezTo>
                <a:cubicBezTo>
                  <a:pt x="56447" y="372237"/>
                  <a:pt x="56123" y="357312"/>
                  <a:pt x="48067" y="330459"/>
                </a:cubicBezTo>
                <a:cubicBezTo>
                  <a:pt x="42297" y="311225"/>
                  <a:pt x="35367" y="292359"/>
                  <a:pt x="29017" y="273309"/>
                </a:cubicBezTo>
                <a:lnTo>
                  <a:pt x="19492" y="244734"/>
                </a:lnTo>
                <a:lnTo>
                  <a:pt x="9967" y="216159"/>
                </a:lnTo>
                <a:cubicBezTo>
                  <a:pt x="6792" y="165359"/>
                  <a:pt x="442" y="114658"/>
                  <a:pt x="442" y="63759"/>
                </a:cubicBezTo>
                <a:cubicBezTo>
                  <a:pt x="442" y="53719"/>
                  <a:pt x="0" y="36392"/>
                  <a:pt x="9967" y="35184"/>
                </a:cubicBezTo>
                <a:cubicBezTo>
                  <a:pt x="110878" y="22952"/>
                  <a:pt x="213167" y="28834"/>
                  <a:pt x="314767" y="25659"/>
                </a:cubicBezTo>
                <a:cubicBezTo>
                  <a:pt x="345087" y="21869"/>
                  <a:pt x="476004" y="0"/>
                  <a:pt x="495742" y="25659"/>
                </a:cubicBezTo>
                <a:cubicBezTo>
                  <a:pt x="519053" y="55963"/>
                  <a:pt x="486217" y="139959"/>
                  <a:pt x="486217" y="139959"/>
                </a:cubicBezTo>
                <a:lnTo>
                  <a:pt x="486217" y="139959"/>
                </a:lnTo>
              </a:path>
            </a:pathLst>
          </a:custGeom>
          <a:solidFill>
            <a:schemeClr val="accent1">
              <a:alpha val="9411"/>
            </a:scheme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69" name="Google Shape;869;p13"/>
          <p:cNvSpPr/>
          <p:nvPr/>
        </p:nvSpPr>
        <p:spPr>
          <a:xfrm>
            <a:off x="3274310" y="5153025"/>
            <a:ext cx="1180215" cy="1038225"/>
          </a:xfrm>
          <a:custGeom>
            <a:avLst/>
            <a:gdLst/>
            <a:ahLst/>
            <a:cxnLst/>
            <a:rect l="l" t="t" r="r" b="b"/>
            <a:pathLst>
              <a:path w="1180215" h="1038225" extrusionOk="0">
                <a:moveTo>
                  <a:pt x="2290" y="276225"/>
                </a:moveTo>
                <a:lnTo>
                  <a:pt x="2290" y="276225"/>
                </a:lnTo>
                <a:cubicBezTo>
                  <a:pt x="5465" y="247650"/>
                  <a:pt x="7088" y="218860"/>
                  <a:pt x="11815" y="190500"/>
                </a:cubicBezTo>
                <a:cubicBezTo>
                  <a:pt x="13466" y="180596"/>
                  <a:pt x="17385" y="171153"/>
                  <a:pt x="21340" y="161925"/>
                </a:cubicBezTo>
                <a:cubicBezTo>
                  <a:pt x="34069" y="132225"/>
                  <a:pt x="42062" y="114467"/>
                  <a:pt x="68965" y="95250"/>
                </a:cubicBezTo>
                <a:cubicBezTo>
                  <a:pt x="80519" y="86997"/>
                  <a:pt x="94365" y="82550"/>
                  <a:pt x="107065" y="76200"/>
                </a:cubicBezTo>
                <a:cubicBezTo>
                  <a:pt x="113415" y="66675"/>
                  <a:pt x="118020" y="55720"/>
                  <a:pt x="126115" y="47625"/>
                </a:cubicBezTo>
                <a:cubicBezTo>
                  <a:pt x="134210" y="39530"/>
                  <a:pt x="144751" y="34255"/>
                  <a:pt x="154690" y="28575"/>
                </a:cubicBezTo>
                <a:cubicBezTo>
                  <a:pt x="187646" y="9743"/>
                  <a:pt x="189307" y="10686"/>
                  <a:pt x="221365" y="0"/>
                </a:cubicBezTo>
                <a:cubicBezTo>
                  <a:pt x="268990" y="3175"/>
                  <a:pt x="316724" y="5000"/>
                  <a:pt x="364240" y="9525"/>
                </a:cubicBezTo>
                <a:cubicBezTo>
                  <a:pt x="392307" y="12198"/>
                  <a:pt x="431120" y="20469"/>
                  <a:pt x="459490" y="28575"/>
                </a:cubicBezTo>
                <a:cubicBezTo>
                  <a:pt x="469144" y="31333"/>
                  <a:pt x="478540" y="34925"/>
                  <a:pt x="488065" y="38100"/>
                </a:cubicBezTo>
                <a:lnTo>
                  <a:pt x="545215" y="95250"/>
                </a:lnTo>
                <a:cubicBezTo>
                  <a:pt x="554740" y="104775"/>
                  <a:pt x="562582" y="116353"/>
                  <a:pt x="573790" y="123825"/>
                </a:cubicBezTo>
                <a:lnTo>
                  <a:pt x="602365" y="142875"/>
                </a:lnTo>
                <a:cubicBezTo>
                  <a:pt x="698660" y="287318"/>
                  <a:pt x="594433" y="139071"/>
                  <a:pt x="669040" y="228600"/>
                </a:cubicBezTo>
                <a:cubicBezTo>
                  <a:pt x="676369" y="237394"/>
                  <a:pt x="680640" y="248483"/>
                  <a:pt x="688090" y="257175"/>
                </a:cubicBezTo>
                <a:cubicBezTo>
                  <a:pt x="699779" y="270812"/>
                  <a:pt x="714363" y="281758"/>
                  <a:pt x="726190" y="295275"/>
                </a:cubicBezTo>
                <a:cubicBezTo>
                  <a:pt x="736644" y="307222"/>
                  <a:pt x="744434" y="321322"/>
                  <a:pt x="754765" y="333375"/>
                </a:cubicBezTo>
                <a:cubicBezTo>
                  <a:pt x="763531" y="343602"/>
                  <a:pt x="774574" y="351723"/>
                  <a:pt x="783340" y="361950"/>
                </a:cubicBezTo>
                <a:cubicBezTo>
                  <a:pt x="793671" y="374003"/>
                  <a:pt x="799719" y="389887"/>
                  <a:pt x="811915" y="400050"/>
                </a:cubicBezTo>
                <a:cubicBezTo>
                  <a:pt x="819628" y="406478"/>
                  <a:pt x="831510" y="405085"/>
                  <a:pt x="840490" y="409575"/>
                </a:cubicBezTo>
                <a:cubicBezTo>
                  <a:pt x="850729" y="414695"/>
                  <a:pt x="858826" y="423505"/>
                  <a:pt x="869065" y="428625"/>
                </a:cubicBezTo>
                <a:cubicBezTo>
                  <a:pt x="878045" y="433115"/>
                  <a:pt x="888660" y="433660"/>
                  <a:pt x="897640" y="438150"/>
                </a:cubicBezTo>
                <a:cubicBezTo>
                  <a:pt x="907879" y="443270"/>
                  <a:pt x="915976" y="452080"/>
                  <a:pt x="926215" y="457200"/>
                </a:cubicBezTo>
                <a:cubicBezTo>
                  <a:pt x="935195" y="461690"/>
                  <a:pt x="945810" y="462235"/>
                  <a:pt x="954790" y="466725"/>
                </a:cubicBezTo>
                <a:cubicBezTo>
                  <a:pt x="965029" y="471845"/>
                  <a:pt x="972646" y="481755"/>
                  <a:pt x="983365" y="485775"/>
                </a:cubicBezTo>
                <a:cubicBezTo>
                  <a:pt x="994015" y="489769"/>
                  <a:pt x="1081721" y="503755"/>
                  <a:pt x="1088140" y="504825"/>
                </a:cubicBezTo>
                <a:cubicBezTo>
                  <a:pt x="1097665" y="511175"/>
                  <a:pt x="1108620" y="515780"/>
                  <a:pt x="1116715" y="523875"/>
                </a:cubicBezTo>
                <a:cubicBezTo>
                  <a:pt x="1180215" y="587375"/>
                  <a:pt x="1088140" y="520700"/>
                  <a:pt x="1164340" y="571500"/>
                </a:cubicBezTo>
                <a:cubicBezTo>
                  <a:pt x="1161165" y="606425"/>
                  <a:pt x="1159450" y="641514"/>
                  <a:pt x="1154815" y="676275"/>
                </a:cubicBezTo>
                <a:cubicBezTo>
                  <a:pt x="1147900" y="728137"/>
                  <a:pt x="1145560" y="698872"/>
                  <a:pt x="1135765" y="742950"/>
                </a:cubicBezTo>
                <a:cubicBezTo>
                  <a:pt x="1131575" y="761803"/>
                  <a:pt x="1130924" y="781364"/>
                  <a:pt x="1126240" y="800100"/>
                </a:cubicBezTo>
                <a:lnTo>
                  <a:pt x="1097665" y="885825"/>
                </a:lnTo>
                <a:lnTo>
                  <a:pt x="1088140" y="914400"/>
                </a:lnTo>
                <a:cubicBezTo>
                  <a:pt x="1081346" y="934783"/>
                  <a:pt x="1076943" y="956344"/>
                  <a:pt x="1059565" y="971550"/>
                </a:cubicBezTo>
                <a:cubicBezTo>
                  <a:pt x="1042335" y="986627"/>
                  <a:pt x="1024627" y="1004097"/>
                  <a:pt x="1002415" y="1009650"/>
                </a:cubicBezTo>
                <a:cubicBezTo>
                  <a:pt x="967498" y="1018379"/>
                  <a:pt x="944891" y="1025107"/>
                  <a:pt x="907165" y="1028700"/>
                </a:cubicBezTo>
                <a:cubicBezTo>
                  <a:pt x="859649" y="1033225"/>
                  <a:pt x="811915" y="1035050"/>
                  <a:pt x="764290" y="1038225"/>
                </a:cubicBezTo>
                <a:cubicBezTo>
                  <a:pt x="732540" y="1035050"/>
                  <a:pt x="700131" y="1035875"/>
                  <a:pt x="669040" y="1028700"/>
                </a:cubicBezTo>
                <a:cubicBezTo>
                  <a:pt x="657886" y="1026126"/>
                  <a:pt x="650926" y="1014299"/>
                  <a:pt x="640465" y="1009650"/>
                </a:cubicBezTo>
                <a:cubicBezTo>
                  <a:pt x="622115" y="1001495"/>
                  <a:pt x="602365" y="996950"/>
                  <a:pt x="583315" y="990600"/>
                </a:cubicBezTo>
                <a:cubicBezTo>
                  <a:pt x="573790" y="987425"/>
                  <a:pt x="563094" y="986644"/>
                  <a:pt x="554740" y="981075"/>
                </a:cubicBezTo>
                <a:cubicBezTo>
                  <a:pt x="545215" y="974725"/>
                  <a:pt x="536404" y="967145"/>
                  <a:pt x="526165" y="962025"/>
                </a:cubicBezTo>
                <a:cubicBezTo>
                  <a:pt x="517185" y="957535"/>
                  <a:pt x="507244" y="955258"/>
                  <a:pt x="497590" y="952500"/>
                </a:cubicBezTo>
                <a:cubicBezTo>
                  <a:pt x="483348" y="948431"/>
                  <a:pt x="446140" y="941063"/>
                  <a:pt x="430915" y="933450"/>
                </a:cubicBezTo>
                <a:cubicBezTo>
                  <a:pt x="420676" y="928330"/>
                  <a:pt x="412862" y="918909"/>
                  <a:pt x="402340" y="914400"/>
                </a:cubicBezTo>
                <a:cubicBezTo>
                  <a:pt x="390308" y="909243"/>
                  <a:pt x="376827" y="908471"/>
                  <a:pt x="364240" y="904875"/>
                </a:cubicBezTo>
                <a:cubicBezTo>
                  <a:pt x="354586" y="902117"/>
                  <a:pt x="344893" y="899305"/>
                  <a:pt x="335665" y="895350"/>
                </a:cubicBezTo>
                <a:cubicBezTo>
                  <a:pt x="253275" y="860040"/>
                  <a:pt x="336003" y="889113"/>
                  <a:pt x="268990" y="866775"/>
                </a:cubicBezTo>
                <a:lnTo>
                  <a:pt x="183265" y="781050"/>
                </a:lnTo>
                <a:cubicBezTo>
                  <a:pt x="173740" y="771525"/>
                  <a:pt x="162162" y="763683"/>
                  <a:pt x="154690" y="752475"/>
                </a:cubicBezTo>
                <a:cubicBezTo>
                  <a:pt x="148340" y="742950"/>
                  <a:pt x="142969" y="732694"/>
                  <a:pt x="135640" y="723900"/>
                </a:cubicBezTo>
                <a:cubicBezTo>
                  <a:pt x="127016" y="713552"/>
                  <a:pt x="115335" y="705958"/>
                  <a:pt x="107065" y="695325"/>
                </a:cubicBezTo>
                <a:cubicBezTo>
                  <a:pt x="93009" y="677253"/>
                  <a:pt x="81665" y="657225"/>
                  <a:pt x="68965" y="638175"/>
                </a:cubicBezTo>
                <a:cubicBezTo>
                  <a:pt x="62615" y="628650"/>
                  <a:pt x="53535" y="620460"/>
                  <a:pt x="49915" y="609600"/>
                </a:cubicBezTo>
                <a:lnTo>
                  <a:pt x="40390" y="581025"/>
                </a:lnTo>
                <a:cubicBezTo>
                  <a:pt x="37215" y="555625"/>
                  <a:pt x="35444" y="530010"/>
                  <a:pt x="30865" y="504825"/>
                </a:cubicBezTo>
                <a:cubicBezTo>
                  <a:pt x="29069" y="494947"/>
                  <a:pt x="23136" y="486128"/>
                  <a:pt x="21340" y="476250"/>
                </a:cubicBezTo>
                <a:cubicBezTo>
                  <a:pt x="16761" y="451065"/>
                  <a:pt x="15707" y="425350"/>
                  <a:pt x="11815" y="400050"/>
                </a:cubicBezTo>
                <a:cubicBezTo>
                  <a:pt x="9353" y="384049"/>
                  <a:pt x="3188" y="368589"/>
                  <a:pt x="2290" y="352425"/>
                </a:cubicBezTo>
                <a:cubicBezTo>
                  <a:pt x="0" y="311214"/>
                  <a:pt x="2290" y="288925"/>
                  <a:pt x="2290" y="276225"/>
                </a:cubicBezTo>
                <a:close/>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70" name="Google Shape;870;p13"/>
          <p:cNvSpPr/>
          <p:nvPr/>
        </p:nvSpPr>
        <p:spPr>
          <a:xfrm>
            <a:off x="3959624" y="4914900"/>
            <a:ext cx="450451" cy="714375"/>
          </a:xfrm>
          <a:custGeom>
            <a:avLst/>
            <a:gdLst/>
            <a:ahLst/>
            <a:cxnLst/>
            <a:rect l="l" t="t" r="r" b="b"/>
            <a:pathLst>
              <a:path w="450451" h="714375" extrusionOk="0">
                <a:moveTo>
                  <a:pt x="421876" y="114300"/>
                </a:moveTo>
                <a:lnTo>
                  <a:pt x="421876" y="114300"/>
                </a:lnTo>
                <a:cubicBezTo>
                  <a:pt x="429143" y="346828"/>
                  <a:pt x="439132" y="402529"/>
                  <a:pt x="421876" y="609600"/>
                </a:cubicBezTo>
                <a:cubicBezTo>
                  <a:pt x="420789" y="622646"/>
                  <a:pt x="415191" y="634921"/>
                  <a:pt x="412351" y="647700"/>
                </a:cubicBezTo>
                <a:cubicBezTo>
                  <a:pt x="408839" y="663504"/>
                  <a:pt x="410858" y="681269"/>
                  <a:pt x="402826" y="695325"/>
                </a:cubicBezTo>
                <a:cubicBezTo>
                  <a:pt x="397146" y="705264"/>
                  <a:pt x="383776" y="708025"/>
                  <a:pt x="374251" y="714375"/>
                </a:cubicBezTo>
                <a:cubicBezTo>
                  <a:pt x="364726" y="711200"/>
                  <a:pt x="354030" y="710419"/>
                  <a:pt x="345676" y="704850"/>
                </a:cubicBezTo>
                <a:cubicBezTo>
                  <a:pt x="322041" y="689093"/>
                  <a:pt x="306132" y="658716"/>
                  <a:pt x="288526" y="638175"/>
                </a:cubicBezTo>
                <a:cubicBezTo>
                  <a:pt x="264080" y="609654"/>
                  <a:pt x="260771" y="610147"/>
                  <a:pt x="231376" y="590550"/>
                </a:cubicBezTo>
                <a:cubicBezTo>
                  <a:pt x="225026" y="581025"/>
                  <a:pt x="222565" y="567095"/>
                  <a:pt x="212326" y="561975"/>
                </a:cubicBezTo>
                <a:cubicBezTo>
                  <a:pt x="188908" y="550266"/>
                  <a:pt x="136126" y="542925"/>
                  <a:pt x="136126" y="542925"/>
                </a:cubicBezTo>
                <a:cubicBezTo>
                  <a:pt x="126601" y="536575"/>
                  <a:pt x="117790" y="528995"/>
                  <a:pt x="107551" y="523875"/>
                </a:cubicBezTo>
                <a:cubicBezTo>
                  <a:pt x="98571" y="519385"/>
                  <a:pt x="87753" y="519226"/>
                  <a:pt x="78976" y="514350"/>
                </a:cubicBezTo>
                <a:cubicBezTo>
                  <a:pt x="58962" y="503231"/>
                  <a:pt x="21826" y="476250"/>
                  <a:pt x="21826" y="476250"/>
                </a:cubicBezTo>
                <a:cubicBezTo>
                  <a:pt x="15476" y="466725"/>
                  <a:pt x="0" y="458781"/>
                  <a:pt x="2776" y="447675"/>
                </a:cubicBezTo>
                <a:cubicBezTo>
                  <a:pt x="5211" y="437935"/>
                  <a:pt x="21311" y="438150"/>
                  <a:pt x="31351" y="438150"/>
                </a:cubicBezTo>
                <a:cubicBezTo>
                  <a:pt x="64878" y="438150"/>
                  <a:pt x="87609" y="447378"/>
                  <a:pt x="117076" y="457200"/>
                </a:cubicBezTo>
                <a:cubicBezTo>
                  <a:pt x="138517" y="450053"/>
                  <a:pt x="171736" y="449190"/>
                  <a:pt x="126601" y="419100"/>
                </a:cubicBezTo>
                <a:cubicBezTo>
                  <a:pt x="115709" y="411838"/>
                  <a:pt x="101040" y="413337"/>
                  <a:pt x="88501" y="409575"/>
                </a:cubicBezTo>
                <a:cubicBezTo>
                  <a:pt x="69267" y="403805"/>
                  <a:pt x="31351" y="390525"/>
                  <a:pt x="31351" y="390525"/>
                </a:cubicBezTo>
                <a:cubicBezTo>
                  <a:pt x="21719" y="376078"/>
                  <a:pt x="2776" y="353093"/>
                  <a:pt x="2776" y="333375"/>
                </a:cubicBezTo>
                <a:cubicBezTo>
                  <a:pt x="2776" y="323335"/>
                  <a:pt x="4131" y="310636"/>
                  <a:pt x="12301" y="304800"/>
                </a:cubicBezTo>
                <a:cubicBezTo>
                  <a:pt x="28641" y="293128"/>
                  <a:pt x="69451" y="285750"/>
                  <a:pt x="69451" y="285750"/>
                </a:cubicBezTo>
                <a:cubicBezTo>
                  <a:pt x="78976" y="288925"/>
                  <a:pt x="93536" y="304255"/>
                  <a:pt x="98026" y="295275"/>
                </a:cubicBezTo>
                <a:cubicBezTo>
                  <a:pt x="138711" y="213904"/>
                  <a:pt x="51021" y="277831"/>
                  <a:pt x="98026" y="219075"/>
                </a:cubicBezTo>
                <a:cubicBezTo>
                  <a:pt x="129708" y="179473"/>
                  <a:pt x="228510" y="192186"/>
                  <a:pt x="250426" y="190500"/>
                </a:cubicBezTo>
                <a:cubicBezTo>
                  <a:pt x="256776" y="180975"/>
                  <a:pt x="261381" y="170020"/>
                  <a:pt x="269476" y="161925"/>
                </a:cubicBezTo>
                <a:cubicBezTo>
                  <a:pt x="282939" y="148462"/>
                  <a:pt x="321210" y="131296"/>
                  <a:pt x="336151" y="123825"/>
                </a:cubicBezTo>
                <a:cubicBezTo>
                  <a:pt x="354694" y="68195"/>
                  <a:pt x="331167" y="119284"/>
                  <a:pt x="374251" y="76200"/>
                </a:cubicBezTo>
                <a:cubicBezTo>
                  <a:pt x="382346" y="68105"/>
                  <a:pt x="385972" y="56419"/>
                  <a:pt x="393301" y="47625"/>
                </a:cubicBezTo>
                <a:cubicBezTo>
                  <a:pt x="416220" y="20123"/>
                  <a:pt x="422354" y="18731"/>
                  <a:pt x="450451" y="0"/>
                </a:cubicBezTo>
                <a:cubicBezTo>
                  <a:pt x="447276" y="12700"/>
                  <a:pt x="444522" y="25513"/>
                  <a:pt x="440926" y="38100"/>
                </a:cubicBezTo>
                <a:cubicBezTo>
                  <a:pt x="433172" y="65240"/>
                  <a:pt x="426130" y="74998"/>
                  <a:pt x="421876" y="104775"/>
                </a:cubicBezTo>
                <a:cubicBezTo>
                  <a:pt x="420529" y="114204"/>
                  <a:pt x="421876" y="112713"/>
                  <a:pt x="421876" y="114300"/>
                </a:cubicBezTo>
                <a:close/>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71" name="Google Shape;871;p13"/>
          <p:cNvSpPr/>
          <p:nvPr/>
        </p:nvSpPr>
        <p:spPr>
          <a:xfrm>
            <a:off x="3447750" y="4391025"/>
            <a:ext cx="409875" cy="390525"/>
          </a:xfrm>
          <a:custGeom>
            <a:avLst/>
            <a:gdLst/>
            <a:ahLst/>
            <a:cxnLst/>
            <a:rect l="l" t="t" r="r" b="b"/>
            <a:pathLst>
              <a:path w="409875" h="390525" extrusionOk="0">
                <a:moveTo>
                  <a:pt x="333675" y="57150"/>
                </a:moveTo>
                <a:lnTo>
                  <a:pt x="333675" y="57150"/>
                </a:lnTo>
                <a:cubicBezTo>
                  <a:pt x="327998" y="53095"/>
                  <a:pt x="267484" y="0"/>
                  <a:pt x="238425" y="0"/>
                </a:cubicBezTo>
                <a:cubicBezTo>
                  <a:pt x="219112" y="0"/>
                  <a:pt x="200213" y="5737"/>
                  <a:pt x="181275" y="9525"/>
                </a:cubicBezTo>
                <a:cubicBezTo>
                  <a:pt x="168438" y="12092"/>
                  <a:pt x="155875" y="15875"/>
                  <a:pt x="143175" y="19050"/>
                </a:cubicBezTo>
                <a:cubicBezTo>
                  <a:pt x="133650" y="25400"/>
                  <a:pt x="122695" y="30005"/>
                  <a:pt x="114600" y="38100"/>
                </a:cubicBezTo>
                <a:cubicBezTo>
                  <a:pt x="43713" y="108987"/>
                  <a:pt x="124793" y="50355"/>
                  <a:pt x="57450" y="95250"/>
                </a:cubicBezTo>
                <a:cubicBezTo>
                  <a:pt x="29073" y="137816"/>
                  <a:pt x="19884" y="140739"/>
                  <a:pt x="9825" y="180975"/>
                </a:cubicBezTo>
                <a:cubicBezTo>
                  <a:pt x="5898" y="196681"/>
                  <a:pt x="3475" y="212725"/>
                  <a:pt x="300" y="228600"/>
                </a:cubicBezTo>
                <a:cubicBezTo>
                  <a:pt x="3475" y="257175"/>
                  <a:pt x="0" y="287305"/>
                  <a:pt x="9825" y="314325"/>
                </a:cubicBezTo>
                <a:cubicBezTo>
                  <a:pt x="13737" y="325083"/>
                  <a:pt x="30305" y="325280"/>
                  <a:pt x="38400" y="333375"/>
                </a:cubicBezTo>
                <a:cubicBezTo>
                  <a:pt x="46495" y="341470"/>
                  <a:pt x="48511" y="354799"/>
                  <a:pt x="57450" y="361950"/>
                </a:cubicBezTo>
                <a:cubicBezTo>
                  <a:pt x="65290" y="368222"/>
                  <a:pt x="77045" y="366985"/>
                  <a:pt x="86025" y="371475"/>
                </a:cubicBezTo>
                <a:cubicBezTo>
                  <a:pt x="96264" y="376595"/>
                  <a:pt x="105075" y="384175"/>
                  <a:pt x="114600" y="390525"/>
                </a:cubicBezTo>
                <a:cubicBezTo>
                  <a:pt x="133650" y="384175"/>
                  <a:pt x="153789" y="380455"/>
                  <a:pt x="171750" y="371475"/>
                </a:cubicBezTo>
                <a:cubicBezTo>
                  <a:pt x="220089" y="347305"/>
                  <a:pt x="198036" y="360301"/>
                  <a:pt x="238425" y="333375"/>
                </a:cubicBezTo>
                <a:cubicBezTo>
                  <a:pt x="293020" y="251483"/>
                  <a:pt x="220325" y="347855"/>
                  <a:pt x="286050" y="295275"/>
                </a:cubicBezTo>
                <a:cubicBezTo>
                  <a:pt x="294989" y="288124"/>
                  <a:pt x="296161" y="273851"/>
                  <a:pt x="305100" y="266700"/>
                </a:cubicBezTo>
                <a:cubicBezTo>
                  <a:pt x="311311" y="261731"/>
                  <a:pt x="369286" y="248272"/>
                  <a:pt x="371775" y="247650"/>
                </a:cubicBezTo>
                <a:cubicBezTo>
                  <a:pt x="381300" y="241300"/>
                  <a:pt x="393199" y="237539"/>
                  <a:pt x="400350" y="228600"/>
                </a:cubicBezTo>
                <a:cubicBezTo>
                  <a:pt x="406622" y="220760"/>
                  <a:pt x="409875" y="210065"/>
                  <a:pt x="409875" y="200025"/>
                </a:cubicBezTo>
                <a:cubicBezTo>
                  <a:pt x="409875" y="178899"/>
                  <a:pt x="405728" y="115532"/>
                  <a:pt x="390825" y="85725"/>
                </a:cubicBezTo>
                <a:cubicBezTo>
                  <a:pt x="385705" y="75486"/>
                  <a:pt x="380390" y="64688"/>
                  <a:pt x="371775" y="57150"/>
                </a:cubicBezTo>
                <a:cubicBezTo>
                  <a:pt x="354545" y="42073"/>
                  <a:pt x="337520" y="19050"/>
                  <a:pt x="314625" y="19050"/>
                </a:cubicBezTo>
                <a:lnTo>
                  <a:pt x="267000" y="19050"/>
                </a:lnTo>
                <a:lnTo>
                  <a:pt x="267000" y="19050"/>
                </a:lnTo>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72" name="Google Shape;872;p13"/>
          <p:cNvSpPr/>
          <p:nvPr/>
        </p:nvSpPr>
        <p:spPr>
          <a:xfrm>
            <a:off x="2105025" y="2285482"/>
            <a:ext cx="885825" cy="1098042"/>
          </a:xfrm>
          <a:custGeom>
            <a:avLst/>
            <a:gdLst/>
            <a:ahLst/>
            <a:cxnLst/>
            <a:rect l="l" t="t" r="r" b="b"/>
            <a:pathLst>
              <a:path w="885825" h="1098042" extrusionOk="0">
                <a:moveTo>
                  <a:pt x="19050" y="953018"/>
                </a:moveTo>
                <a:lnTo>
                  <a:pt x="19050" y="953018"/>
                </a:lnTo>
                <a:cubicBezTo>
                  <a:pt x="15875" y="924443"/>
                  <a:pt x="9525" y="896044"/>
                  <a:pt x="9525" y="867293"/>
                </a:cubicBezTo>
                <a:cubicBezTo>
                  <a:pt x="9525" y="793625"/>
                  <a:pt x="12271" y="792379"/>
                  <a:pt x="28575" y="743468"/>
                </a:cubicBezTo>
                <a:cubicBezTo>
                  <a:pt x="31750" y="711718"/>
                  <a:pt x="32220" y="679580"/>
                  <a:pt x="38100" y="648218"/>
                </a:cubicBezTo>
                <a:cubicBezTo>
                  <a:pt x="41801" y="628481"/>
                  <a:pt x="50800" y="610118"/>
                  <a:pt x="57150" y="591068"/>
                </a:cubicBezTo>
                <a:lnTo>
                  <a:pt x="66675" y="562493"/>
                </a:lnTo>
                <a:cubicBezTo>
                  <a:pt x="69850" y="552968"/>
                  <a:pt x="71710" y="542898"/>
                  <a:pt x="76200" y="533918"/>
                </a:cubicBezTo>
                <a:lnTo>
                  <a:pt x="114300" y="457718"/>
                </a:lnTo>
                <a:cubicBezTo>
                  <a:pt x="120650" y="445018"/>
                  <a:pt x="126045" y="431794"/>
                  <a:pt x="133350" y="419618"/>
                </a:cubicBezTo>
                <a:cubicBezTo>
                  <a:pt x="142875" y="403743"/>
                  <a:pt x="153646" y="388552"/>
                  <a:pt x="161925" y="371993"/>
                </a:cubicBezTo>
                <a:cubicBezTo>
                  <a:pt x="198288" y="299267"/>
                  <a:pt x="130929" y="397446"/>
                  <a:pt x="200025" y="305318"/>
                </a:cubicBezTo>
                <a:cubicBezTo>
                  <a:pt x="204035" y="293289"/>
                  <a:pt x="214397" y="253849"/>
                  <a:pt x="228600" y="248168"/>
                </a:cubicBezTo>
                <a:cubicBezTo>
                  <a:pt x="237922" y="244439"/>
                  <a:pt x="247650" y="254518"/>
                  <a:pt x="257175" y="257693"/>
                </a:cubicBezTo>
                <a:cubicBezTo>
                  <a:pt x="266700" y="248168"/>
                  <a:pt x="273975" y="235660"/>
                  <a:pt x="285750" y="229118"/>
                </a:cubicBezTo>
                <a:cubicBezTo>
                  <a:pt x="303303" y="219366"/>
                  <a:pt x="324939" y="219048"/>
                  <a:pt x="342900" y="210068"/>
                </a:cubicBezTo>
                <a:cubicBezTo>
                  <a:pt x="355600" y="203718"/>
                  <a:pt x="368824" y="198323"/>
                  <a:pt x="381000" y="191018"/>
                </a:cubicBezTo>
                <a:cubicBezTo>
                  <a:pt x="400633" y="179238"/>
                  <a:pt x="416430" y="160158"/>
                  <a:pt x="438150" y="152918"/>
                </a:cubicBezTo>
                <a:cubicBezTo>
                  <a:pt x="447675" y="149743"/>
                  <a:pt x="457948" y="148269"/>
                  <a:pt x="466725" y="143393"/>
                </a:cubicBezTo>
                <a:cubicBezTo>
                  <a:pt x="486739" y="132274"/>
                  <a:pt x="504825" y="117993"/>
                  <a:pt x="523875" y="105293"/>
                </a:cubicBezTo>
                <a:cubicBezTo>
                  <a:pt x="533400" y="98943"/>
                  <a:pt x="542211" y="91363"/>
                  <a:pt x="552450" y="86243"/>
                </a:cubicBezTo>
                <a:cubicBezTo>
                  <a:pt x="678812" y="23062"/>
                  <a:pt x="521019" y="99713"/>
                  <a:pt x="619125" y="57668"/>
                </a:cubicBezTo>
                <a:cubicBezTo>
                  <a:pt x="632176" y="52075"/>
                  <a:pt x="644174" y="44211"/>
                  <a:pt x="657225" y="38618"/>
                </a:cubicBezTo>
                <a:cubicBezTo>
                  <a:pt x="666453" y="34663"/>
                  <a:pt x="676820" y="33583"/>
                  <a:pt x="685800" y="29093"/>
                </a:cubicBezTo>
                <a:cubicBezTo>
                  <a:pt x="696039" y="23973"/>
                  <a:pt x="703515" y="13663"/>
                  <a:pt x="714375" y="10043"/>
                </a:cubicBezTo>
                <a:cubicBezTo>
                  <a:pt x="732697" y="3936"/>
                  <a:pt x="752475" y="3693"/>
                  <a:pt x="771525" y="518"/>
                </a:cubicBezTo>
                <a:cubicBezTo>
                  <a:pt x="784737" y="2170"/>
                  <a:pt x="859675" y="0"/>
                  <a:pt x="876300" y="29093"/>
                </a:cubicBezTo>
                <a:cubicBezTo>
                  <a:pt x="884332" y="43149"/>
                  <a:pt x="882650" y="60843"/>
                  <a:pt x="885825" y="76718"/>
                </a:cubicBezTo>
                <a:cubicBezTo>
                  <a:pt x="882650" y="162443"/>
                  <a:pt x="882006" y="248299"/>
                  <a:pt x="876300" y="333893"/>
                </a:cubicBezTo>
                <a:cubicBezTo>
                  <a:pt x="874458" y="361518"/>
                  <a:pt x="859456" y="367580"/>
                  <a:pt x="847725" y="391043"/>
                </a:cubicBezTo>
                <a:cubicBezTo>
                  <a:pt x="843235" y="400023"/>
                  <a:pt x="842690" y="410638"/>
                  <a:pt x="838200" y="419618"/>
                </a:cubicBezTo>
                <a:cubicBezTo>
                  <a:pt x="833080" y="429857"/>
                  <a:pt x="824270" y="437954"/>
                  <a:pt x="819150" y="448193"/>
                </a:cubicBezTo>
                <a:cubicBezTo>
                  <a:pt x="814660" y="457173"/>
                  <a:pt x="814501" y="467991"/>
                  <a:pt x="809625" y="476768"/>
                </a:cubicBezTo>
                <a:cubicBezTo>
                  <a:pt x="798506" y="496782"/>
                  <a:pt x="778765" y="512198"/>
                  <a:pt x="771525" y="533918"/>
                </a:cubicBezTo>
                <a:cubicBezTo>
                  <a:pt x="765175" y="552968"/>
                  <a:pt x="757345" y="571587"/>
                  <a:pt x="752475" y="591068"/>
                </a:cubicBezTo>
                <a:cubicBezTo>
                  <a:pt x="749300" y="603768"/>
                  <a:pt x="748107" y="617136"/>
                  <a:pt x="742950" y="629168"/>
                </a:cubicBezTo>
                <a:cubicBezTo>
                  <a:pt x="738441" y="639690"/>
                  <a:pt x="729020" y="647504"/>
                  <a:pt x="723900" y="657743"/>
                </a:cubicBezTo>
                <a:cubicBezTo>
                  <a:pt x="719410" y="666723"/>
                  <a:pt x="718865" y="677338"/>
                  <a:pt x="714375" y="686318"/>
                </a:cubicBezTo>
                <a:cubicBezTo>
                  <a:pt x="709255" y="696557"/>
                  <a:pt x="703940" y="707355"/>
                  <a:pt x="695325" y="714893"/>
                </a:cubicBezTo>
                <a:cubicBezTo>
                  <a:pt x="678095" y="729970"/>
                  <a:pt x="638175" y="752993"/>
                  <a:pt x="638175" y="752993"/>
                </a:cubicBezTo>
                <a:cubicBezTo>
                  <a:pt x="570102" y="855103"/>
                  <a:pt x="676113" y="700134"/>
                  <a:pt x="590550" y="810143"/>
                </a:cubicBezTo>
                <a:cubicBezTo>
                  <a:pt x="576494" y="828215"/>
                  <a:pt x="565150" y="848243"/>
                  <a:pt x="552450" y="867293"/>
                </a:cubicBezTo>
                <a:lnTo>
                  <a:pt x="533400" y="895868"/>
                </a:lnTo>
                <a:lnTo>
                  <a:pt x="514350" y="924443"/>
                </a:lnTo>
                <a:lnTo>
                  <a:pt x="495300" y="953018"/>
                </a:lnTo>
                <a:cubicBezTo>
                  <a:pt x="492125" y="965718"/>
                  <a:pt x="491629" y="979409"/>
                  <a:pt x="485775" y="991118"/>
                </a:cubicBezTo>
                <a:cubicBezTo>
                  <a:pt x="469220" y="1024229"/>
                  <a:pt x="452778" y="1052350"/>
                  <a:pt x="419100" y="1067318"/>
                </a:cubicBezTo>
                <a:cubicBezTo>
                  <a:pt x="400750" y="1075473"/>
                  <a:pt x="381000" y="1080018"/>
                  <a:pt x="361950" y="1086368"/>
                </a:cubicBezTo>
                <a:lnTo>
                  <a:pt x="333375" y="1095893"/>
                </a:lnTo>
                <a:cubicBezTo>
                  <a:pt x="276225" y="1092718"/>
                  <a:pt x="217960" y="1098042"/>
                  <a:pt x="161925" y="1086368"/>
                </a:cubicBezTo>
                <a:cubicBezTo>
                  <a:pt x="139511" y="1081698"/>
                  <a:pt x="104775" y="1048268"/>
                  <a:pt x="104775" y="1048268"/>
                </a:cubicBezTo>
                <a:cubicBezTo>
                  <a:pt x="98425" y="1038743"/>
                  <a:pt x="93820" y="1027788"/>
                  <a:pt x="85725" y="1019693"/>
                </a:cubicBezTo>
                <a:cubicBezTo>
                  <a:pt x="77630" y="1011598"/>
                  <a:pt x="64688" y="1009258"/>
                  <a:pt x="57150" y="1000643"/>
                </a:cubicBezTo>
                <a:cubicBezTo>
                  <a:pt x="42073" y="983413"/>
                  <a:pt x="19050" y="943493"/>
                  <a:pt x="19050" y="943493"/>
                </a:cubicBezTo>
                <a:cubicBezTo>
                  <a:pt x="9003" y="883211"/>
                  <a:pt x="28838" y="886343"/>
                  <a:pt x="0" y="886343"/>
                </a:cubicBezTo>
                <a:lnTo>
                  <a:pt x="0" y="886343"/>
                </a:lnTo>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73" name="Google Shape;873;p13"/>
          <p:cNvSpPr/>
          <p:nvPr/>
        </p:nvSpPr>
        <p:spPr>
          <a:xfrm>
            <a:off x="2537274" y="1924050"/>
            <a:ext cx="1951411" cy="2400300"/>
          </a:xfrm>
          <a:custGeom>
            <a:avLst/>
            <a:gdLst/>
            <a:ahLst/>
            <a:cxnLst/>
            <a:rect l="l" t="t" r="r" b="b"/>
            <a:pathLst>
              <a:path w="1951411" h="2400300" extrusionOk="0">
                <a:moveTo>
                  <a:pt x="15426" y="400050"/>
                </a:moveTo>
                <a:lnTo>
                  <a:pt x="15426" y="400050"/>
                </a:lnTo>
                <a:cubicBezTo>
                  <a:pt x="34476" y="377825"/>
                  <a:pt x="54290" y="356233"/>
                  <a:pt x="72576" y="333375"/>
                </a:cubicBezTo>
                <a:cubicBezTo>
                  <a:pt x="79727" y="324436"/>
                  <a:pt x="83011" y="312338"/>
                  <a:pt x="91626" y="304800"/>
                </a:cubicBezTo>
                <a:cubicBezTo>
                  <a:pt x="108856" y="289723"/>
                  <a:pt x="129726" y="279400"/>
                  <a:pt x="148776" y="266700"/>
                </a:cubicBezTo>
                <a:lnTo>
                  <a:pt x="177351" y="247650"/>
                </a:lnTo>
                <a:cubicBezTo>
                  <a:pt x="209101" y="200025"/>
                  <a:pt x="186876" y="225425"/>
                  <a:pt x="253551" y="180975"/>
                </a:cubicBezTo>
                <a:lnTo>
                  <a:pt x="282126" y="161925"/>
                </a:lnTo>
                <a:cubicBezTo>
                  <a:pt x="288476" y="152400"/>
                  <a:pt x="293081" y="141445"/>
                  <a:pt x="301176" y="133350"/>
                </a:cubicBezTo>
                <a:cubicBezTo>
                  <a:pt x="376101" y="58425"/>
                  <a:pt x="280305" y="179350"/>
                  <a:pt x="358326" y="85725"/>
                </a:cubicBezTo>
                <a:cubicBezTo>
                  <a:pt x="365655" y="76931"/>
                  <a:pt x="368761" y="64688"/>
                  <a:pt x="377376" y="57150"/>
                </a:cubicBezTo>
                <a:cubicBezTo>
                  <a:pt x="394606" y="42073"/>
                  <a:pt x="415476" y="31750"/>
                  <a:pt x="434526" y="19050"/>
                </a:cubicBezTo>
                <a:lnTo>
                  <a:pt x="463101" y="0"/>
                </a:lnTo>
                <a:cubicBezTo>
                  <a:pt x="488501" y="3175"/>
                  <a:pt x="513819" y="7098"/>
                  <a:pt x="539301" y="9525"/>
                </a:cubicBezTo>
                <a:cubicBezTo>
                  <a:pt x="692377" y="24104"/>
                  <a:pt x="617843" y="7729"/>
                  <a:pt x="701226" y="28575"/>
                </a:cubicBezTo>
                <a:cubicBezTo>
                  <a:pt x="767901" y="25400"/>
                  <a:pt x="834909" y="26421"/>
                  <a:pt x="901251" y="19050"/>
                </a:cubicBezTo>
                <a:cubicBezTo>
                  <a:pt x="921209" y="16832"/>
                  <a:pt x="958401" y="0"/>
                  <a:pt x="958401" y="0"/>
                </a:cubicBezTo>
                <a:cubicBezTo>
                  <a:pt x="996501" y="3175"/>
                  <a:pt x="1034892" y="3854"/>
                  <a:pt x="1072701" y="9525"/>
                </a:cubicBezTo>
                <a:cubicBezTo>
                  <a:pt x="1176614" y="25112"/>
                  <a:pt x="1115803" y="28010"/>
                  <a:pt x="1196526" y="38100"/>
                </a:cubicBezTo>
                <a:cubicBezTo>
                  <a:pt x="1231324" y="42450"/>
                  <a:pt x="1266376" y="44450"/>
                  <a:pt x="1301301" y="47625"/>
                </a:cubicBezTo>
                <a:cubicBezTo>
                  <a:pt x="1341428" y="57657"/>
                  <a:pt x="1371006" y="66675"/>
                  <a:pt x="1415601" y="66675"/>
                </a:cubicBezTo>
                <a:cubicBezTo>
                  <a:pt x="1438052" y="66675"/>
                  <a:pt x="1459937" y="59384"/>
                  <a:pt x="1482276" y="57150"/>
                </a:cubicBezTo>
                <a:cubicBezTo>
                  <a:pt x="1523467" y="53031"/>
                  <a:pt x="1564826" y="50800"/>
                  <a:pt x="1606101" y="47625"/>
                </a:cubicBezTo>
                <a:cubicBezTo>
                  <a:pt x="1638941" y="129725"/>
                  <a:pt x="1614168" y="61573"/>
                  <a:pt x="1634676" y="133350"/>
                </a:cubicBezTo>
                <a:cubicBezTo>
                  <a:pt x="1642774" y="161692"/>
                  <a:pt x="1649024" y="168681"/>
                  <a:pt x="1653726" y="200025"/>
                </a:cubicBezTo>
                <a:cubicBezTo>
                  <a:pt x="1661320" y="250654"/>
                  <a:pt x="1664360" y="301926"/>
                  <a:pt x="1672776" y="352425"/>
                </a:cubicBezTo>
                <a:cubicBezTo>
                  <a:pt x="1675951" y="371475"/>
                  <a:pt x="1679570" y="390456"/>
                  <a:pt x="1682301" y="409575"/>
                </a:cubicBezTo>
                <a:cubicBezTo>
                  <a:pt x="1685921" y="434915"/>
                  <a:pt x="1683217" y="461669"/>
                  <a:pt x="1691826" y="485775"/>
                </a:cubicBezTo>
                <a:cubicBezTo>
                  <a:pt x="1709881" y="536330"/>
                  <a:pt x="1729926" y="537210"/>
                  <a:pt x="1758501" y="571500"/>
                </a:cubicBezTo>
                <a:cubicBezTo>
                  <a:pt x="1824806" y="651066"/>
                  <a:pt x="1722644" y="545168"/>
                  <a:pt x="1806126" y="628650"/>
                </a:cubicBezTo>
                <a:cubicBezTo>
                  <a:pt x="1809301" y="638175"/>
                  <a:pt x="1810775" y="648448"/>
                  <a:pt x="1815651" y="657225"/>
                </a:cubicBezTo>
                <a:lnTo>
                  <a:pt x="1872801" y="742950"/>
                </a:lnTo>
                <a:cubicBezTo>
                  <a:pt x="1879151" y="752475"/>
                  <a:pt x="1888231" y="760665"/>
                  <a:pt x="1891851" y="771525"/>
                </a:cubicBezTo>
                <a:lnTo>
                  <a:pt x="1910901" y="828675"/>
                </a:lnTo>
                <a:lnTo>
                  <a:pt x="1920426" y="857250"/>
                </a:lnTo>
                <a:cubicBezTo>
                  <a:pt x="1929850" y="932641"/>
                  <a:pt x="1939476" y="997731"/>
                  <a:pt x="1939476" y="1076325"/>
                </a:cubicBezTo>
                <a:cubicBezTo>
                  <a:pt x="1939476" y="1231707"/>
                  <a:pt x="1951411" y="1195331"/>
                  <a:pt x="1910901" y="1276350"/>
                </a:cubicBezTo>
                <a:cubicBezTo>
                  <a:pt x="1904354" y="1309086"/>
                  <a:pt x="1900819" y="1330688"/>
                  <a:pt x="1891851" y="1362075"/>
                </a:cubicBezTo>
                <a:cubicBezTo>
                  <a:pt x="1889093" y="1371729"/>
                  <a:pt x="1884504" y="1380849"/>
                  <a:pt x="1882326" y="1390650"/>
                </a:cubicBezTo>
                <a:cubicBezTo>
                  <a:pt x="1880597" y="1398430"/>
                  <a:pt x="1873997" y="1460293"/>
                  <a:pt x="1863276" y="1476375"/>
                </a:cubicBezTo>
                <a:cubicBezTo>
                  <a:pt x="1855804" y="1487583"/>
                  <a:pt x="1843325" y="1494602"/>
                  <a:pt x="1834701" y="1504950"/>
                </a:cubicBezTo>
                <a:cubicBezTo>
                  <a:pt x="1827372" y="1513744"/>
                  <a:pt x="1823746" y="1525430"/>
                  <a:pt x="1815651" y="1533525"/>
                </a:cubicBezTo>
                <a:cubicBezTo>
                  <a:pt x="1807556" y="1541620"/>
                  <a:pt x="1795632" y="1544970"/>
                  <a:pt x="1787076" y="1552575"/>
                </a:cubicBezTo>
                <a:cubicBezTo>
                  <a:pt x="1766940" y="1570473"/>
                  <a:pt x="1752342" y="1594781"/>
                  <a:pt x="1729926" y="1609725"/>
                </a:cubicBezTo>
                <a:cubicBezTo>
                  <a:pt x="1704526" y="1626658"/>
                  <a:pt x="1692521" y="1631963"/>
                  <a:pt x="1672776" y="1657350"/>
                </a:cubicBezTo>
                <a:cubicBezTo>
                  <a:pt x="1658720" y="1675422"/>
                  <a:pt x="1647376" y="1695450"/>
                  <a:pt x="1634676" y="1714500"/>
                </a:cubicBezTo>
                <a:cubicBezTo>
                  <a:pt x="1628326" y="1724025"/>
                  <a:pt x="1625151" y="1736725"/>
                  <a:pt x="1615626" y="1743075"/>
                </a:cubicBezTo>
                <a:lnTo>
                  <a:pt x="1587051" y="1762125"/>
                </a:lnTo>
                <a:cubicBezTo>
                  <a:pt x="1574351" y="1781175"/>
                  <a:pt x="1565140" y="1803086"/>
                  <a:pt x="1548951" y="1819275"/>
                </a:cubicBezTo>
                <a:cubicBezTo>
                  <a:pt x="1507151" y="1861075"/>
                  <a:pt x="1506714" y="1858818"/>
                  <a:pt x="1463226" y="1924050"/>
                </a:cubicBezTo>
                <a:cubicBezTo>
                  <a:pt x="1456876" y="1933575"/>
                  <a:pt x="1449856" y="1942686"/>
                  <a:pt x="1444176" y="1952625"/>
                </a:cubicBezTo>
                <a:cubicBezTo>
                  <a:pt x="1437131" y="1964953"/>
                  <a:pt x="1432171" y="1978397"/>
                  <a:pt x="1425126" y="1990725"/>
                </a:cubicBezTo>
                <a:cubicBezTo>
                  <a:pt x="1419446" y="2000664"/>
                  <a:pt x="1410725" y="2008839"/>
                  <a:pt x="1406076" y="2019300"/>
                </a:cubicBezTo>
                <a:cubicBezTo>
                  <a:pt x="1397921" y="2037650"/>
                  <a:pt x="1393376" y="2057400"/>
                  <a:pt x="1387026" y="2076450"/>
                </a:cubicBezTo>
                <a:cubicBezTo>
                  <a:pt x="1383851" y="2085975"/>
                  <a:pt x="1383070" y="2096671"/>
                  <a:pt x="1377501" y="2105025"/>
                </a:cubicBezTo>
                <a:lnTo>
                  <a:pt x="1358451" y="2133600"/>
                </a:lnTo>
                <a:cubicBezTo>
                  <a:pt x="1355276" y="2155825"/>
                  <a:pt x="1353329" y="2178260"/>
                  <a:pt x="1348926" y="2200275"/>
                </a:cubicBezTo>
                <a:cubicBezTo>
                  <a:pt x="1340946" y="2240177"/>
                  <a:pt x="1339082" y="2219963"/>
                  <a:pt x="1320351" y="2257425"/>
                </a:cubicBezTo>
                <a:cubicBezTo>
                  <a:pt x="1315861" y="2266405"/>
                  <a:pt x="1315316" y="2277020"/>
                  <a:pt x="1310826" y="2286000"/>
                </a:cubicBezTo>
                <a:cubicBezTo>
                  <a:pt x="1305706" y="2296239"/>
                  <a:pt x="1299381" y="2306019"/>
                  <a:pt x="1291776" y="2314575"/>
                </a:cubicBezTo>
                <a:cubicBezTo>
                  <a:pt x="1271581" y="2337295"/>
                  <a:pt x="1237900" y="2374851"/>
                  <a:pt x="1206051" y="2390775"/>
                </a:cubicBezTo>
                <a:cubicBezTo>
                  <a:pt x="1197071" y="2395265"/>
                  <a:pt x="1187001" y="2397125"/>
                  <a:pt x="1177476" y="2400300"/>
                </a:cubicBezTo>
                <a:lnTo>
                  <a:pt x="1072701" y="2390775"/>
                </a:lnTo>
                <a:cubicBezTo>
                  <a:pt x="1055021" y="2381255"/>
                  <a:pt x="1060001" y="2352675"/>
                  <a:pt x="1053651" y="2333625"/>
                </a:cubicBezTo>
                <a:lnTo>
                  <a:pt x="1044126" y="2305050"/>
                </a:lnTo>
                <a:cubicBezTo>
                  <a:pt x="1046226" y="2288248"/>
                  <a:pt x="1052070" y="2216664"/>
                  <a:pt x="1063176" y="2190750"/>
                </a:cubicBezTo>
                <a:cubicBezTo>
                  <a:pt x="1067685" y="2180228"/>
                  <a:pt x="1075876" y="2171700"/>
                  <a:pt x="1082226" y="2162175"/>
                </a:cubicBezTo>
                <a:cubicBezTo>
                  <a:pt x="1107422" y="2061389"/>
                  <a:pt x="1073213" y="2180073"/>
                  <a:pt x="1110801" y="2095500"/>
                </a:cubicBezTo>
                <a:cubicBezTo>
                  <a:pt x="1128644" y="2055354"/>
                  <a:pt x="1128344" y="2010905"/>
                  <a:pt x="1167951" y="1981200"/>
                </a:cubicBezTo>
                <a:cubicBezTo>
                  <a:pt x="1180651" y="1971675"/>
                  <a:pt x="1194826" y="1963850"/>
                  <a:pt x="1206051" y="1952625"/>
                </a:cubicBezTo>
                <a:cubicBezTo>
                  <a:pt x="1214146" y="1944530"/>
                  <a:pt x="1218447" y="1933365"/>
                  <a:pt x="1225101" y="1924050"/>
                </a:cubicBezTo>
                <a:cubicBezTo>
                  <a:pt x="1234328" y="1911132"/>
                  <a:pt x="1242451" y="1897175"/>
                  <a:pt x="1253676" y="1885950"/>
                </a:cubicBezTo>
                <a:cubicBezTo>
                  <a:pt x="1261771" y="1877855"/>
                  <a:pt x="1272726" y="1873250"/>
                  <a:pt x="1282251" y="1866900"/>
                </a:cubicBezTo>
                <a:cubicBezTo>
                  <a:pt x="1336846" y="1785008"/>
                  <a:pt x="1271391" y="1888620"/>
                  <a:pt x="1310826" y="1809750"/>
                </a:cubicBezTo>
                <a:cubicBezTo>
                  <a:pt x="1315946" y="1799511"/>
                  <a:pt x="1324756" y="1791414"/>
                  <a:pt x="1329876" y="1781175"/>
                </a:cubicBezTo>
                <a:cubicBezTo>
                  <a:pt x="1337522" y="1765882"/>
                  <a:pt x="1341280" y="1748843"/>
                  <a:pt x="1348926" y="1733550"/>
                </a:cubicBezTo>
                <a:cubicBezTo>
                  <a:pt x="1367113" y="1697175"/>
                  <a:pt x="1382792" y="1684517"/>
                  <a:pt x="1396551" y="1647825"/>
                </a:cubicBezTo>
                <a:cubicBezTo>
                  <a:pt x="1422911" y="1577531"/>
                  <a:pt x="1386520" y="1639058"/>
                  <a:pt x="1425126" y="1581150"/>
                </a:cubicBezTo>
                <a:cubicBezTo>
                  <a:pt x="1428301" y="1539875"/>
                  <a:pt x="1430532" y="1498516"/>
                  <a:pt x="1434651" y="1457325"/>
                </a:cubicBezTo>
                <a:cubicBezTo>
                  <a:pt x="1436885" y="1434986"/>
                  <a:pt x="1441553" y="1412947"/>
                  <a:pt x="1444176" y="1390650"/>
                </a:cubicBezTo>
                <a:cubicBezTo>
                  <a:pt x="1447904" y="1358960"/>
                  <a:pt x="1450526" y="1327150"/>
                  <a:pt x="1453701" y="1295400"/>
                </a:cubicBezTo>
                <a:cubicBezTo>
                  <a:pt x="1450526" y="1174750"/>
                  <a:pt x="1449917" y="1054005"/>
                  <a:pt x="1444176" y="933450"/>
                </a:cubicBezTo>
                <a:cubicBezTo>
                  <a:pt x="1443553" y="920374"/>
                  <a:pt x="1437491" y="908129"/>
                  <a:pt x="1434651" y="895350"/>
                </a:cubicBezTo>
                <a:cubicBezTo>
                  <a:pt x="1419326" y="826386"/>
                  <a:pt x="1432622" y="870212"/>
                  <a:pt x="1415601" y="819150"/>
                </a:cubicBezTo>
                <a:cubicBezTo>
                  <a:pt x="1411571" y="786907"/>
                  <a:pt x="1407907" y="717121"/>
                  <a:pt x="1387026" y="685800"/>
                </a:cubicBezTo>
                <a:cubicBezTo>
                  <a:pt x="1374326" y="666750"/>
                  <a:pt x="1356166" y="650370"/>
                  <a:pt x="1348926" y="628650"/>
                </a:cubicBezTo>
                <a:cubicBezTo>
                  <a:pt x="1342132" y="608267"/>
                  <a:pt x="1337729" y="586706"/>
                  <a:pt x="1320351" y="571500"/>
                </a:cubicBezTo>
                <a:cubicBezTo>
                  <a:pt x="1280041" y="536229"/>
                  <a:pt x="1273873" y="536957"/>
                  <a:pt x="1234626" y="523875"/>
                </a:cubicBezTo>
                <a:cubicBezTo>
                  <a:pt x="1177476" y="527050"/>
                  <a:pt x="1120179" y="528218"/>
                  <a:pt x="1063176" y="533400"/>
                </a:cubicBezTo>
                <a:cubicBezTo>
                  <a:pt x="1046731" y="534895"/>
                  <a:pt x="1013416" y="546812"/>
                  <a:pt x="996501" y="552450"/>
                </a:cubicBezTo>
                <a:cubicBezTo>
                  <a:pt x="983801" y="571500"/>
                  <a:pt x="963954" y="587388"/>
                  <a:pt x="958401" y="609600"/>
                </a:cubicBezTo>
                <a:cubicBezTo>
                  <a:pt x="946441" y="657440"/>
                  <a:pt x="953016" y="635281"/>
                  <a:pt x="939351" y="676275"/>
                </a:cubicBezTo>
                <a:cubicBezTo>
                  <a:pt x="936176" y="742950"/>
                  <a:pt x="934266" y="809697"/>
                  <a:pt x="929826" y="876300"/>
                </a:cubicBezTo>
                <a:cubicBezTo>
                  <a:pt x="922099" y="992208"/>
                  <a:pt x="922387" y="926284"/>
                  <a:pt x="910776" y="1019175"/>
                </a:cubicBezTo>
                <a:cubicBezTo>
                  <a:pt x="894535" y="1149106"/>
                  <a:pt x="911211" y="1074585"/>
                  <a:pt x="891726" y="1152525"/>
                </a:cubicBezTo>
                <a:cubicBezTo>
                  <a:pt x="888551" y="1184275"/>
                  <a:pt x="887053" y="1216238"/>
                  <a:pt x="882201" y="1247775"/>
                </a:cubicBezTo>
                <a:cubicBezTo>
                  <a:pt x="880674" y="1257698"/>
                  <a:pt x="875111" y="1266610"/>
                  <a:pt x="872676" y="1276350"/>
                </a:cubicBezTo>
                <a:cubicBezTo>
                  <a:pt x="868749" y="1292056"/>
                  <a:pt x="865813" y="1308006"/>
                  <a:pt x="863151" y="1323975"/>
                </a:cubicBezTo>
                <a:cubicBezTo>
                  <a:pt x="852516" y="1387788"/>
                  <a:pt x="856048" y="1402434"/>
                  <a:pt x="834576" y="1466850"/>
                </a:cubicBezTo>
                <a:lnTo>
                  <a:pt x="815526" y="1524000"/>
                </a:lnTo>
                <a:cubicBezTo>
                  <a:pt x="807779" y="1547241"/>
                  <a:pt x="805415" y="1562686"/>
                  <a:pt x="786951" y="1581150"/>
                </a:cubicBezTo>
                <a:cubicBezTo>
                  <a:pt x="778856" y="1589245"/>
                  <a:pt x="767901" y="1593850"/>
                  <a:pt x="758376" y="1600200"/>
                </a:cubicBezTo>
                <a:cubicBezTo>
                  <a:pt x="745676" y="1593850"/>
                  <a:pt x="727581" y="1593326"/>
                  <a:pt x="720276" y="1581150"/>
                </a:cubicBezTo>
                <a:cubicBezTo>
                  <a:pt x="706806" y="1558699"/>
                  <a:pt x="701226" y="1504950"/>
                  <a:pt x="701226" y="1504950"/>
                </a:cubicBezTo>
                <a:cubicBezTo>
                  <a:pt x="704401" y="1374775"/>
                  <a:pt x="705215" y="1244521"/>
                  <a:pt x="710751" y="1114425"/>
                </a:cubicBezTo>
                <a:cubicBezTo>
                  <a:pt x="712718" y="1068199"/>
                  <a:pt x="722174" y="1059853"/>
                  <a:pt x="729801" y="1019175"/>
                </a:cubicBezTo>
                <a:cubicBezTo>
                  <a:pt x="736919" y="981211"/>
                  <a:pt x="748851" y="904875"/>
                  <a:pt x="748851" y="904875"/>
                </a:cubicBezTo>
                <a:cubicBezTo>
                  <a:pt x="746384" y="877741"/>
                  <a:pt x="756136" y="800213"/>
                  <a:pt x="720276" y="771525"/>
                </a:cubicBezTo>
                <a:cubicBezTo>
                  <a:pt x="712436" y="765253"/>
                  <a:pt x="701226" y="765175"/>
                  <a:pt x="691701" y="762000"/>
                </a:cubicBezTo>
                <a:cubicBezTo>
                  <a:pt x="682176" y="768350"/>
                  <a:pt x="671221" y="772955"/>
                  <a:pt x="663126" y="781050"/>
                </a:cubicBezTo>
                <a:cubicBezTo>
                  <a:pt x="655031" y="789145"/>
                  <a:pt x="652691" y="802087"/>
                  <a:pt x="644076" y="809625"/>
                </a:cubicBezTo>
                <a:cubicBezTo>
                  <a:pt x="626846" y="824702"/>
                  <a:pt x="586926" y="847725"/>
                  <a:pt x="586926" y="847725"/>
                </a:cubicBezTo>
                <a:cubicBezTo>
                  <a:pt x="564701" y="844550"/>
                  <a:pt x="530291" y="858280"/>
                  <a:pt x="520251" y="838200"/>
                </a:cubicBezTo>
                <a:cubicBezTo>
                  <a:pt x="510830" y="819359"/>
                  <a:pt x="532321" y="720699"/>
                  <a:pt x="539301" y="685800"/>
                </a:cubicBezTo>
                <a:cubicBezTo>
                  <a:pt x="525838" y="618484"/>
                  <a:pt x="534896" y="653534"/>
                  <a:pt x="510726" y="581025"/>
                </a:cubicBezTo>
                <a:lnTo>
                  <a:pt x="501201" y="552450"/>
                </a:lnTo>
                <a:lnTo>
                  <a:pt x="491676" y="523875"/>
                </a:lnTo>
                <a:cubicBezTo>
                  <a:pt x="490814" y="512673"/>
                  <a:pt x="489134" y="400469"/>
                  <a:pt x="472626" y="361950"/>
                </a:cubicBezTo>
                <a:cubicBezTo>
                  <a:pt x="468117" y="351428"/>
                  <a:pt x="462515" y="340526"/>
                  <a:pt x="453576" y="333375"/>
                </a:cubicBezTo>
                <a:cubicBezTo>
                  <a:pt x="445736" y="327103"/>
                  <a:pt x="434526" y="327025"/>
                  <a:pt x="425001" y="323850"/>
                </a:cubicBezTo>
                <a:cubicBezTo>
                  <a:pt x="399601" y="327025"/>
                  <a:pt x="374101" y="329483"/>
                  <a:pt x="348801" y="333375"/>
                </a:cubicBezTo>
                <a:cubicBezTo>
                  <a:pt x="330197" y="336237"/>
                  <a:pt x="283036" y="346437"/>
                  <a:pt x="263076" y="352425"/>
                </a:cubicBezTo>
                <a:cubicBezTo>
                  <a:pt x="243842" y="358195"/>
                  <a:pt x="222634" y="360336"/>
                  <a:pt x="205926" y="371475"/>
                </a:cubicBezTo>
                <a:cubicBezTo>
                  <a:pt x="196401" y="377825"/>
                  <a:pt x="187812" y="385876"/>
                  <a:pt x="177351" y="390525"/>
                </a:cubicBezTo>
                <a:cubicBezTo>
                  <a:pt x="159001" y="398680"/>
                  <a:pt x="136909" y="398436"/>
                  <a:pt x="120201" y="409575"/>
                </a:cubicBezTo>
                <a:cubicBezTo>
                  <a:pt x="83272" y="434194"/>
                  <a:pt x="102486" y="425005"/>
                  <a:pt x="63051" y="438150"/>
                </a:cubicBezTo>
                <a:cubicBezTo>
                  <a:pt x="50351" y="434975"/>
                  <a:pt x="35843" y="435887"/>
                  <a:pt x="24951" y="428625"/>
                </a:cubicBezTo>
                <a:cubicBezTo>
                  <a:pt x="0" y="411991"/>
                  <a:pt x="1569" y="385045"/>
                  <a:pt x="15426" y="361950"/>
                </a:cubicBezTo>
                <a:cubicBezTo>
                  <a:pt x="19079" y="355862"/>
                  <a:pt x="28126" y="355600"/>
                  <a:pt x="34476" y="352425"/>
                </a:cubicBezTo>
                <a:lnTo>
                  <a:pt x="34476" y="352425"/>
                </a:lnTo>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74" name="Google Shape;874;p13"/>
          <p:cNvSpPr/>
          <p:nvPr/>
        </p:nvSpPr>
        <p:spPr>
          <a:xfrm>
            <a:off x="5991225" y="1600200"/>
            <a:ext cx="571763" cy="838200"/>
          </a:xfrm>
          <a:custGeom>
            <a:avLst/>
            <a:gdLst/>
            <a:ahLst/>
            <a:cxnLst/>
            <a:rect l="l" t="t" r="r" b="b"/>
            <a:pathLst>
              <a:path w="571763" h="838200" extrusionOk="0">
                <a:moveTo>
                  <a:pt x="0" y="0"/>
                </a:moveTo>
                <a:lnTo>
                  <a:pt x="0" y="0"/>
                </a:lnTo>
                <a:cubicBezTo>
                  <a:pt x="38100" y="19050"/>
                  <a:pt x="73889" y="43680"/>
                  <a:pt x="114300" y="57150"/>
                </a:cubicBezTo>
                <a:cubicBezTo>
                  <a:pt x="133350" y="63500"/>
                  <a:pt x="154742" y="65061"/>
                  <a:pt x="171450" y="76200"/>
                </a:cubicBezTo>
                <a:cubicBezTo>
                  <a:pt x="190500" y="88900"/>
                  <a:pt x="212411" y="98111"/>
                  <a:pt x="228600" y="114300"/>
                </a:cubicBezTo>
                <a:cubicBezTo>
                  <a:pt x="238125" y="123825"/>
                  <a:pt x="245967" y="135403"/>
                  <a:pt x="257175" y="142875"/>
                </a:cubicBezTo>
                <a:cubicBezTo>
                  <a:pt x="265529" y="148444"/>
                  <a:pt x="276770" y="147910"/>
                  <a:pt x="285750" y="152400"/>
                </a:cubicBezTo>
                <a:cubicBezTo>
                  <a:pt x="295989" y="157520"/>
                  <a:pt x="304800" y="165100"/>
                  <a:pt x="314325" y="171450"/>
                </a:cubicBezTo>
                <a:cubicBezTo>
                  <a:pt x="320675" y="180975"/>
                  <a:pt x="328255" y="189786"/>
                  <a:pt x="333375" y="200025"/>
                </a:cubicBezTo>
                <a:cubicBezTo>
                  <a:pt x="337865" y="209005"/>
                  <a:pt x="338024" y="219823"/>
                  <a:pt x="342900" y="228600"/>
                </a:cubicBezTo>
                <a:cubicBezTo>
                  <a:pt x="354019" y="248614"/>
                  <a:pt x="368300" y="266700"/>
                  <a:pt x="381000" y="285750"/>
                </a:cubicBezTo>
                <a:lnTo>
                  <a:pt x="400050" y="314325"/>
                </a:lnTo>
                <a:cubicBezTo>
                  <a:pt x="406400" y="323850"/>
                  <a:pt x="415480" y="332040"/>
                  <a:pt x="419100" y="342900"/>
                </a:cubicBezTo>
                <a:cubicBezTo>
                  <a:pt x="422275" y="352425"/>
                  <a:pt x="424135" y="362495"/>
                  <a:pt x="428625" y="371475"/>
                </a:cubicBezTo>
                <a:cubicBezTo>
                  <a:pt x="433745" y="381714"/>
                  <a:pt x="443026" y="389589"/>
                  <a:pt x="447675" y="400050"/>
                </a:cubicBezTo>
                <a:cubicBezTo>
                  <a:pt x="455830" y="418400"/>
                  <a:pt x="455586" y="440492"/>
                  <a:pt x="466725" y="457200"/>
                </a:cubicBezTo>
                <a:cubicBezTo>
                  <a:pt x="473075" y="466725"/>
                  <a:pt x="481126" y="475314"/>
                  <a:pt x="485775" y="485775"/>
                </a:cubicBezTo>
                <a:cubicBezTo>
                  <a:pt x="523071" y="569690"/>
                  <a:pt x="481244" y="519344"/>
                  <a:pt x="533400" y="571500"/>
                </a:cubicBezTo>
                <a:cubicBezTo>
                  <a:pt x="553427" y="671634"/>
                  <a:pt x="533609" y="563750"/>
                  <a:pt x="552450" y="723900"/>
                </a:cubicBezTo>
                <a:cubicBezTo>
                  <a:pt x="554707" y="743080"/>
                  <a:pt x="558800" y="762000"/>
                  <a:pt x="561975" y="781050"/>
                </a:cubicBezTo>
                <a:cubicBezTo>
                  <a:pt x="558800" y="800100"/>
                  <a:pt x="571763" y="838200"/>
                  <a:pt x="552450" y="838200"/>
                </a:cubicBezTo>
                <a:cubicBezTo>
                  <a:pt x="529555" y="838200"/>
                  <a:pt x="527050" y="800100"/>
                  <a:pt x="514350" y="781050"/>
                </a:cubicBezTo>
                <a:lnTo>
                  <a:pt x="495300" y="752475"/>
                </a:lnTo>
                <a:cubicBezTo>
                  <a:pt x="488950" y="742950"/>
                  <a:pt x="479870" y="734760"/>
                  <a:pt x="476250" y="723900"/>
                </a:cubicBezTo>
                <a:cubicBezTo>
                  <a:pt x="452940" y="653971"/>
                  <a:pt x="471399" y="680949"/>
                  <a:pt x="428625" y="638175"/>
                </a:cubicBezTo>
                <a:cubicBezTo>
                  <a:pt x="404684" y="566351"/>
                  <a:pt x="436979" y="654883"/>
                  <a:pt x="400050" y="581025"/>
                </a:cubicBezTo>
                <a:cubicBezTo>
                  <a:pt x="395560" y="572045"/>
                  <a:pt x="395015" y="561430"/>
                  <a:pt x="390525" y="552450"/>
                </a:cubicBezTo>
                <a:cubicBezTo>
                  <a:pt x="385405" y="542211"/>
                  <a:pt x="376595" y="534114"/>
                  <a:pt x="371475" y="523875"/>
                </a:cubicBezTo>
                <a:cubicBezTo>
                  <a:pt x="366985" y="514895"/>
                  <a:pt x="366440" y="504280"/>
                  <a:pt x="361950" y="495300"/>
                </a:cubicBezTo>
                <a:cubicBezTo>
                  <a:pt x="356830" y="485061"/>
                  <a:pt x="348020" y="476964"/>
                  <a:pt x="342900" y="466725"/>
                </a:cubicBezTo>
                <a:cubicBezTo>
                  <a:pt x="338410" y="457745"/>
                  <a:pt x="337865" y="447130"/>
                  <a:pt x="333375" y="438150"/>
                </a:cubicBezTo>
                <a:cubicBezTo>
                  <a:pt x="328255" y="427911"/>
                  <a:pt x="319445" y="419814"/>
                  <a:pt x="314325" y="409575"/>
                </a:cubicBezTo>
                <a:cubicBezTo>
                  <a:pt x="309835" y="400595"/>
                  <a:pt x="309290" y="389980"/>
                  <a:pt x="304800" y="381000"/>
                </a:cubicBezTo>
                <a:cubicBezTo>
                  <a:pt x="291539" y="354478"/>
                  <a:pt x="278241" y="344916"/>
                  <a:pt x="257175" y="323850"/>
                </a:cubicBezTo>
                <a:cubicBezTo>
                  <a:pt x="254000" y="314325"/>
                  <a:pt x="252140" y="304255"/>
                  <a:pt x="247650" y="295275"/>
                </a:cubicBezTo>
                <a:cubicBezTo>
                  <a:pt x="239908" y="279791"/>
                  <a:pt x="207575" y="239386"/>
                  <a:pt x="200025" y="228600"/>
                </a:cubicBezTo>
                <a:cubicBezTo>
                  <a:pt x="186895" y="209843"/>
                  <a:pt x="178114" y="187639"/>
                  <a:pt x="161925" y="171450"/>
                </a:cubicBezTo>
                <a:cubicBezTo>
                  <a:pt x="152400" y="161925"/>
                  <a:pt x="141974" y="153223"/>
                  <a:pt x="133350" y="142875"/>
                </a:cubicBezTo>
                <a:cubicBezTo>
                  <a:pt x="93663" y="95250"/>
                  <a:pt x="138113" y="130175"/>
                  <a:pt x="85725" y="95250"/>
                </a:cubicBezTo>
                <a:cubicBezTo>
                  <a:pt x="79375" y="85725"/>
                  <a:pt x="75290" y="74213"/>
                  <a:pt x="66675" y="66675"/>
                </a:cubicBezTo>
                <a:cubicBezTo>
                  <a:pt x="49445" y="51598"/>
                  <a:pt x="9525" y="51470"/>
                  <a:pt x="9525" y="28575"/>
                </a:cubicBezTo>
                <a:lnTo>
                  <a:pt x="0" y="0"/>
                </a:lnTo>
                <a:close/>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75" name="Google Shape;875;p13"/>
          <p:cNvSpPr/>
          <p:nvPr/>
        </p:nvSpPr>
        <p:spPr>
          <a:xfrm>
            <a:off x="6086475" y="1724025"/>
            <a:ext cx="410283" cy="352425"/>
          </a:xfrm>
          <a:custGeom>
            <a:avLst/>
            <a:gdLst/>
            <a:ahLst/>
            <a:cxnLst/>
            <a:rect l="l" t="t" r="r" b="b"/>
            <a:pathLst>
              <a:path w="410283" h="352425" extrusionOk="0">
                <a:moveTo>
                  <a:pt x="0" y="161925"/>
                </a:moveTo>
                <a:lnTo>
                  <a:pt x="0" y="161925"/>
                </a:lnTo>
                <a:cubicBezTo>
                  <a:pt x="15875" y="136525"/>
                  <a:pt x="28658" y="108907"/>
                  <a:pt x="47625" y="85725"/>
                </a:cubicBezTo>
                <a:cubicBezTo>
                  <a:pt x="57678" y="73438"/>
                  <a:pt x="72807" y="66377"/>
                  <a:pt x="85725" y="57150"/>
                </a:cubicBezTo>
                <a:cubicBezTo>
                  <a:pt x="95040" y="50496"/>
                  <a:pt x="103839" y="42749"/>
                  <a:pt x="114300" y="38100"/>
                </a:cubicBezTo>
                <a:cubicBezTo>
                  <a:pt x="132650" y="29945"/>
                  <a:pt x="152400" y="25400"/>
                  <a:pt x="171450" y="19050"/>
                </a:cubicBezTo>
                <a:cubicBezTo>
                  <a:pt x="215384" y="4405"/>
                  <a:pt x="190180" y="11494"/>
                  <a:pt x="247650" y="0"/>
                </a:cubicBezTo>
                <a:cubicBezTo>
                  <a:pt x="285750" y="3175"/>
                  <a:pt x="324460" y="2027"/>
                  <a:pt x="361950" y="9525"/>
                </a:cubicBezTo>
                <a:cubicBezTo>
                  <a:pt x="390400" y="15215"/>
                  <a:pt x="394342" y="34317"/>
                  <a:pt x="400050" y="57150"/>
                </a:cubicBezTo>
                <a:cubicBezTo>
                  <a:pt x="403977" y="72856"/>
                  <a:pt x="406400" y="88900"/>
                  <a:pt x="409575" y="104775"/>
                </a:cubicBezTo>
                <a:cubicBezTo>
                  <a:pt x="406400" y="142875"/>
                  <a:pt x="410283" y="182238"/>
                  <a:pt x="400050" y="219075"/>
                </a:cubicBezTo>
                <a:cubicBezTo>
                  <a:pt x="385618" y="271030"/>
                  <a:pt x="344632" y="287770"/>
                  <a:pt x="304800" y="314325"/>
                </a:cubicBezTo>
                <a:cubicBezTo>
                  <a:pt x="295275" y="320675"/>
                  <a:pt x="287085" y="329755"/>
                  <a:pt x="276225" y="333375"/>
                </a:cubicBezTo>
                <a:cubicBezTo>
                  <a:pt x="232291" y="348020"/>
                  <a:pt x="257495" y="340931"/>
                  <a:pt x="200025" y="352425"/>
                </a:cubicBezTo>
                <a:cubicBezTo>
                  <a:pt x="184150" y="349250"/>
                  <a:pt x="165870" y="351880"/>
                  <a:pt x="152400" y="342900"/>
                </a:cubicBezTo>
                <a:cubicBezTo>
                  <a:pt x="144046" y="337331"/>
                  <a:pt x="149147" y="322165"/>
                  <a:pt x="142875" y="314325"/>
                </a:cubicBezTo>
                <a:cubicBezTo>
                  <a:pt x="135724" y="305386"/>
                  <a:pt x="123825" y="301625"/>
                  <a:pt x="114300" y="295275"/>
                </a:cubicBezTo>
                <a:cubicBezTo>
                  <a:pt x="107950" y="276225"/>
                  <a:pt x="106389" y="254833"/>
                  <a:pt x="95250" y="238125"/>
                </a:cubicBezTo>
                <a:cubicBezTo>
                  <a:pt x="88900" y="228600"/>
                  <a:pt x="81320" y="219789"/>
                  <a:pt x="76200" y="209550"/>
                </a:cubicBezTo>
                <a:cubicBezTo>
                  <a:pt x="71710" y="200570"/>
                  <a:pt x="71165" y="189955"/>
                  <a:pt x="66675" y="180975"/>
                </a:cubicBezTo>
                <a:cubicBezTo>
                  <a:pt x="61555" y="170736"/>
                  <a:pt x="52745" y="162639"/>
                  <a:pt x="47625" y="152400"/>
                </a:cubicBezTo>
                <a:cubicBezTo>
                  <a:pt x="25735" y="108620"/>
                  <a:pt x="50094" y="135819"/>
                  <a:pt x="28575" y="114300"/>
                </a:cubicBezTo>
                <a:lnTo>
                  <a:pt x="28575" y="95250"/>
                </a:lnTo>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76" name="Google Shape;876;p13"/>
          <p:cNvSpPr/>
          <p:nvPr/>
        </p:nvSpPr>
        <p:spPr>
          <a:xfrm>
            <a:off x="6705600" y="1981200"/>
            <a:ext cx="476250" cy="400050"/>
          </a:xfrm>
          <a:custGeom>
            <a:avLst/>
            <a:gdLst/>
            <a:ahLst/>
            <a:cxnLst/>
            <a:rect l="l" t="t" r="r" b="b"/>
            <a:pathLst>
              <a:path w="619125" h="419100" extrusionOk="0">
                <a:moveTo>
                  <a:pt x="95250" y="28575"/>
                </a:moveTo>
                <a:lnTo>
                  <a:pt x="95250" y="28575"/>
                </a:lnTo>
                <a:cubicBezTo>
                  <a:pt x="127000" y="34925"/>
                  <a:pt x="159088" y="39772"/>
                  <a:pt x="190500" y="47625"/>
                </a:cubicBezTo>
                <a:cubicBezTo>
                  <a:pt x="209981" y="52495"/>
                  <a:pt x="227959" y="62737"/>
                  <a:pt x="247650" y="66675"/>
                </a:cubicBezTo>
                <a:cubicBezTo>
                  <a:pt x="263525" y="69850"/>
                  <a:pt x="279471" y="72688"/>
                  <a:pt x="295275" y="76200"/>
                </a:cubicBezTo>
                <a:cubicBezTo>
                  <a:pt x="308054" y="79040"/>
                  <a:pt x="320575" y="82982"/>
                  <a:pt x="333375" y="85725"/>
                </a:cubicBezTo>
                <a:cubicBezTo>
                  <a:pt x="462108" y="113311"/>
                  <a:pt x="389354" y="91685"/>
                  <a:pt x="485775" y="123825"/>
                </a:cubicBezTo>
                <a:cubicBezTo>
                  <a:pt x="495300" y="127000"/>
                  <a:pt x="505996" y="127781"/>
                  <a:pt x="514350" y="133350"/>
                </a:cubicBezTo>
                <a:lnTo>
                  <a:pt x="542925" y="152400"/>
                </a:lnTo>
                <a:lnTo>
                  <a:pt x="581025" y="209550"/>
                </a:lnTo>
                <a:cubicBezTo>
                  <a:pt x="587375" y="219075"/>
                  <a:pt x="596455" y="227265"/>
                  <a:pt x="600075" y="238125"/>
                </a:cubicBezTo>
                <a:cubicBezTo>
                  <a:pt x="613740" y="279119"/>
                  <a:pt x="607165" y="256960"/>
                  <a:pt x="619125" y="304800"/>
                </a:cubicBezTo>
                <a:cubicBezTo>
                  <a:pt x="615950" y="330200"/>
                  <a:pt x="619107" y="357233"/>
                  <a:pt x="609600" y="381000"/>
                </a:cubicBezTo>
                <a:cubicBezTo>
                  <a:pt x="605348" y="391629"/>
                  <a:pt x="591547" y="395541"/>
                  <a:pt x="581025" y="400050"/>
                </a:cubicBezTo>
                <a:cubicBezTo>
                  <a:pt x="568993" y="405207"/>
                  <a:pt x="555512" y="405979"/>
                  <a:pt x="542925" y="409575"/>
                </a:cubicBezTo>
                <a:cubicBezTo>
                  <a:pt x="533271" y="412333"/>
                  <a:pt x="523875" y="415925"/>
                  <a:pt x="514350" y="419100"/>
                </a:cubicBezTo>
                <a:cubicBezTo>
                  <a:pt x="476250" y="415925"/>
                  <a:pt x="437987" y="414317"/>
                  <a:pt x="400050" y="409575"/>
                </a:cubicBezTo>
                <a:cubicBezTo>
                  <a:pt x="352633" y="403648"/>
                  <a:pt x="374044" y="399563"/>
                  <a:pt x="333375" y="390525"/>
                </a:cubicBezTo>
                <a:cubicBezTo>
                  <a:pt x="314522" y="386335"/>
                  <a:pt x="295226" y="384455"/>
                  <a:pt x="276225" y="381000"/>
                </a:cubicBezTo>
                <a:cubicBezTo>
                  <a:pt x="174087" y="362429"/>
                  <a:pt x="289694" y="380203"/>
                  <a:pt x="161925" y="361950"/>
                </a:cubicBezTo>
                <a:cubicBezTo>
                  <a:pt x="142875" y="355600"/>
                  <a:pt x="121483" y="354039"/>
                  <a:pt x="104775" y="342900"/>
                </a:cubicBezTo>
                <a:cubicBezTo>
                  <a:pt x="36417" y="297328"/>
                  <a:pt x="63814" y="320989"/>
                  <a:pt x="19050" y="276225"/>
                </a:cubicBezTo>
                <a:cubicBezTo>
                  <a:pt x="15875" y="263525"/>
                  <a:pt x="13121" y="250712"/>
                  <a:pt x="9525" y="238125"/>
                </a:cubicBezTo>
                <a:cubicBezTo>
                  <a:pt x="6767" y="228471"/>
                  <a:pt x="0" y="219590"/>
                  <a:pt x="0" y="209550"/>
                </a:cubicBezTo>
                <a:cubicBezTo>
                  <a:pt x="0" y="158651"/>
                  <a:pt x="4197" y="107769"/>
                  <a:pt x="9525" y="57150"/>
                </a:cubicBezTo>
                <a:cubicBezTo>
                  <a:pt x="10576" y="47165"/>
                  <a:pt x="12778" y="36415"/>
                  <a:pt x="19050" y="28575"/>
                </a:cubicBezTo>
                <a:cubicBezTo>
                  <a:pt x="32479" y="11789"/>
                  <a:pt x="57376" y="6275"/>
                  <a:pt x="76200" y="0"/>
                </a:cubicBezTo>
                <a:cubicBezTo>
                  <a:pt x="126938" y="10148"/>
                  <a:pt x="92075" y="23813"/>
                  <a:pt x="95250" y="28575"/>
                </a:cubicBezTo>
                <a:close/>
              </a:path>
            </a:pathLst>
          </a:custGeom>
          <a:solidFill>
            <a:schemeClr val="accent1">
              <a:alpha val="10588"/>
            </a:schemeClr>
          </a:solidFill>
          <a:ln w="9525" cap="flat" cmpd="sng">
            <a:solidFill>
              <a:schemeClr val="dk1">
                <a:alpha val="5843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877" name="Google Shape;877;p13"/>
          <p:cNvSpPr txBox="1"/>
          <p:nvPr/>
        </p:nvSpPr>
        <p:spPr>
          <a:xfrm>
            <a:off x="2438400" y="3733800"/>
            <a:ext cx="685800" cy="2616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Times"/>
                <a:ea typeface="Times"/>
                <a:cs typeface="Times"/>
                <a:sym typeface="Times"/>
              </a:rPr>
              <a:t>ALS</a:t>
            </a:r>
            <a:endParaRPr sz="1400" b="0" i="0" u="none" strike="noStrike" cap="none">
              <a:solidFill>
                <a:srgbClr val="000000"/>
              </a:solidFill>
              <a:latin typeface="Arial"/>
              <a:ea typeface="Arial"/>
              <a:cs typeface="Arial"/>
              <a:sym typeface="Arial"/>
            </a:endParaRPr>
          </a:p>
        </p:txBody>
      </p:sp>
      <p:sp>
        <p:nvSpPr>
          <p:cNvPr id="878" name="Google Shape;878;p13"/>
          <p:cNvSpPr txBox="1"/>
          <p:nvPr/>
        </p:nvSpPr>
        <p:spPr>
          <a:xfrm>
            <a:off x="381000" y="4495800"/>
            <a:ext cx="1828800" cy="246221"/>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Ventral Spinocerebellar Tract</a:t>
            </a:r>
            <a:endParaRPr sz="1400" b="0" i="0" u="none" strike="noStrike" cap="none">
              <a:solidFill>
                <a:srgbClr val="000000"/>
              </a:solidFill>
              <a:latin typeface="Arial"/>
              <a:ea typeface="Arial"/>
              <a:cs typeface="Arial"/>
              <a:sym typeface="Arial"/>
            </a:endParaRPr>
          </a:p>
        </p:txBody>
      </p:sp>
      <p:sp>
        <p:nvSpPr>
          <p:cNvPr id="879" name="Google Shape;879;p13"/>
          <p:cNvSpPr txBox="1"/>
          <p:nvPr/>
        </p:nvSpPr>
        <p:spPr>
          <a:xfrm>
            <a:off x="3276600" y="5715000"/>
            <a:ext cx="1219200" cy="261610"/>
          </a:xfrm>
          <a:prstGeom prst="rect">
            <a:avLst/>
          </a:prstGeom>
          <a:solidFill>
            <a:schemeClr val="accent1">
              <a:alpha val="60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Pyramidal Tract</a:t>
            </a:r>
            <a:endParaRPr sz="1400" b="0" i="0" u="none" strike="noStrike" cap="none">
              <a:solidFill>
                <a:srgbClr val="000000"/>
              </a:solidFill>
              <a:latin typeface="Arial"/>
              <a:ea typeface="Arial"/>
              <a:cs typeface="Arial"/>
              <a:sym typeface="Arial"/>
            </a:endParaRPr>
          </a:p>
        </p:txBody>
      </p:sp>
      <p:sp>
        <p:nvSpPr>
          <p:cNvPr id="880" name="Google Shape;880;p13"/>
          <p:cNvSpPr txBox="1"/>
          <p:nvPr/>
        </p:nvSpPr>
        <p:spPr>
          <a:xfrm>
            <a:off x="1524000" y="5410200"/>
            <a:ext cx="914400" cy="40011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Rubrospinal Tract</a:t>
            </a:r>
            <a:endParaRPr sz="1400" b="0" i="0" u="none" strike="noStrike" cap="none">
              <a:solidFill>
                <a:srgbClr val="000000"/>
              </a:solidFill>
              <a:latin typeface="Arial"/>
              <a:ea typeface="Arial"/>
              <a:cs typeface="Arial"/>
              <a:sym typeface="Arial"/>
            </a:endParaRPr>
          </a:p>
        </p:txBody>
      </p:sp>
      <p:sp>
        <p:nvSpPr>
          <p:cNvPr id="881" name="Google Shape;881;p13"/>
          <p:cNvSpPr txBox="1"/>
          <p:nvPr/>
        </p:nvSpPr>
        <p:spPr>
          <a:xfrm>
            <a:off x="4572000" y="1143000"/>
            <a:ext cx="1143000" cy="553998"/>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Prepositus Hypoglossal Nucleus</a:t>
            </a:r>
            <a:endParaRPr sz="1400" b="0" i="0" u="none" strike="noStrike" cap="none">
              <a:solidFill>
                <a:srgbClr val="000000"/>
              </a:solidFill>
              <a:latin typeface="Arial"/>
              <a:ea typeface="Arial"/>
              <a:cs typeface="Arial"/>
              <a:sym typeface="Arial"/>
            </a:endParaRPr>
          </a:p>
        </p:txBody>
      </p:sp>
      <p:sp>
        <p:nvSpPr>
          <p:cNvPr id="882" name="Google Shape;882;p13"/>
          <p:cNvSpPr txBox="1"/>
          <p:nvPr/>
        </p:nvSpPr>
        <p:spPr>
          <a:xfrm>
            <a:off x="4724400" y="2362200"/>
            <a:ext cx="1219200" cy="246221"/>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Techtospinal tract</a:t>
            </a:r>
            <a:endParaRPr sz="1400" b="0" i="0" u="none" strike="noStrike" cap="none">
              <a:solidFill>
                <a:srgbClr val="000000"/>
              </a:solidFill>
              <a:latin typeface="Arial"/>
              <a:ea typeface="Arial"/>
              <a:cs typeface="Arial"/>
              <a:sym typeface="Arial"/>
            </a:endParaRPr>
          </a:p>
        </p:txBody>
      </p:sp>
      <p:sp>
        <p:nvSpPr>
          <p:cNvPr id="883" name="Google Shape;883;p13"/>
          <p:cNvSpPr txBox="1"/>
          <p:nvPr/>
        </p:nvSpPr>
        <p:spPr>
          <a:xfrm>
            <a:off x="1905000" y="2667000"/>
            <a:ext cx="914400" cy="55399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Spinal Trigeminal Tract</a:t>
            </a:r>
            <a:endParaRPr sz="1400" b="0" i="0" u="none" strike="noStrike" cap="none">
              <a:solidFill>
                <a:srgbClr val="000000"/>
              </a:solidFill>
              <a:latin typeface="Arial"/>
              <a:ea typeface="Arial"/>
              <a:cs typeface="Arial"/>
              <a:sym typeface="Arial"/>
            </a:endParaRPr>
          </a:p>
        </p:txBody>
      </p:sp>
      <p:sp>
        <p:nvSpPr>
          <p:cNvPr id="884" name="Google Shape;884;p13"/>
          <p:cNvSpPr txBox="1"/>
          <p:nvPr/>
        </p:nvSpPr>
        <p:spPr>
          <a:xfrm>
            <a:off x="4572000" y="5105400"/>
            <a:ext cx="838200" cy="400110"/>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Arcuate Nucleus</a:t>
            </a:r>
            <a:endParaRPr sz="1400" b="0" i="0" u="none" strike="noStrike" cap="none">
              <a:solidFill>
                <a:srgbClr val="000000"/>
              </a:solidFill>
              <a:latin typeface="Arial"/>
              <a:ea typeface="Arial"/>
              <a:cs typeface="Arial"/>
              <a:sym typeface="Arial"/>
            </a:endParaRPr>
          </a:p>
        </p:txBody>
      </p:sp>
      <p:sp>
        <p:nvSpPr>
          <p:cNvPr id="885" name="Google Shape;885;p13"/>
          <p:cNvSpPr txBox="1"/>
          <p:nvPr/>
        </p:nvSpPr>
        <p:spPr>
          <a:xfrm>
            <a:off x="4724400" y="1752600"/>
            <a:ext cx="1066800" cy="553998"/>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Longitudnal Fasciculus</a:t>
            </a:r>
            <a:endParaRPr sz="1400" b="0" i="0" u="none" strike="noStrike" cap="none">
              <a:solidFill>
                <a:srgbClr val="000000"/>
              </a:solidFill>
              <a:latin typeface="Arial"/>
              <a:ea typeface="Arial"/>
              <a:cs typeface="Arial"/>
              <a:sym typeface="Arial"/>
            </a:endParaRPr>
          </a:p>
        </p:txBody>
      </p:sp>
      <p:sp>
        <p:nvSpPr>
          <p:cNvPr id="886" name="Google Shape;886;p13"/>
          <p:cNvSpPr txBox="1"/>
          <p:nvPr/>
        </p:nvSpPr>
        <p:spPr>
          <a:xfrm>
            <a:off x="1524000" y="1295400"/>
            <a:ext cx="914400" cy="600164"/>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Inferior Cerebellar Peduncle</a:t>
            </a:r>
            <a:endParaRPr sz="1400" b="0" i="0" u="none" strike="noStrike" cap="none">
              <a:solidFill>
                <a:srgbClr val="000000"/>
              </a:solidFill>
              <a:latin typeface="Arial"/>
              <a:ea typeface="Arial"/>
              <a:cs typeface="Arial"/>
              <a:sym typeface="Arial"/>
            </a:endParaRPr>
          </a:p>
        </p:txBody>
      </p:sp>
      <p:sp>
        <p:nvSpPr>
          <p:cNvPr id="887" name="Google Shape;887;p13"/>
          <p:cNvSpPr txBox="1"/>
          <p:nvPr/>
        </p:nvSpPr>
        <p:spPr>
          <a:xfrm>
            <a:off x="4114800" y="685800"/>
            <a:ext cx="1676400" cy="40011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Dorsal Longitudnal Fasciculus</a:t>
            </a:r>
            <a:endParaRPr sz="1400" b="0" i="0" u="none" strike="noStrike" cap="none">
              <a:solidFill>
                <a:srgbClr val="000000"/>
              </a:solidFill>
              <a:latin typeface="Arial"/>
              <a:ea typeface="Arial"/>
              <a:cs typeface="Arial"/>
              <a:sym typeface="Arial"/>
            </a:endParaRPr>
          </a:p>
        </p:txBody>
      </p:sp>
      <p:sp>
        <p:nvSpPr>
          <p:cNvPr id="888" name="Google Shape;888;p13"/>
          <p:cNvSpPr txBox="1"/>
          <p:nvPr/>
        </p:nvSpPr>
        <p:spPr>
          <a:xfrm>
            <a:off x="3124200" y="762000"/>
            <a:ext cx="838200" cy="553998"/>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Vestibular Nucleus</a:t>
            </a:r>
            <a:endParaRPr sz="1400" b="0" i="0" u="none" strike="noStrike" cap="none">
              <a:solidFill>
                <a:srgbClr val="000000"/>
              </a:solidFill>
              <a:latin typeface="Arial"/>
              <a:ea typeface="Arial"/>
              <a:cs typeface="Arial"/>
              <a:sym typeface="Arial"/>
            </a:endParaRPr>
          </a:p>
        </p:txBody>
      </p:sp>
      <p:sp>
        <p:nvSpPr>
          <p:cNvPr id="889" name="Google Shape;889;p13"/>
          <p:cNvSpPr txBox="1"/>
          <p:nvPr/>
        </p:nvSpPr>
        <p:spPr>
          <a:xfrm>
            <a:off x="2362200" y="1524000"/>
            <a:ext cx="685800" cy="5078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chemeClr val="lt1"/>
                </a:solidFill>
                <a:latin typeface="Times"/>
                <a:ea typeface="Times"/>
                <a:cs typeface="Times"/>
                <a:sym typeface="Times"/>
              </a:rPr>
              <a:t>Lateral vestibular Nucleus</a:t>
            </a:r>
            <a:endParaRPr sz="1400" b="0" i="0" u="none" strike="noStrike" cap="none">
              <a:solidFill>
                <a:srgbClr val="000000"/>
              </a:solidFill>
              <a:latin typeface="Arial"/>
              <a:ea typeface="Arial"/>
              <a:cs typeface="Arial"/>
              <a:sym typeface="Arial"/>
            </a:endParaRPr>
          </a:p>
        </p:txBody>
      </p:sp>
      <p:sp>
        <p:nvSpPr>
          <p:cNvPr id="890" name="Google Shape;890;p13"/>
          <p:cNvSpPr txBox="1"/>
          <p:nvPr/>
        </p:nvSpPr>
        <p:spPr>
          <a:xfrm>
            <a:off x="4876800" y="2971800"/>
            <a:ext cx="990600" cy="400110"/>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Raphe Nucleus</a:t>
            </a:r>
            <a:endParaRPr sz="1400" b="0" i="0" u="none" strike="noStrike" cap="none">
              <a:solidFill>
                <a:srgbClr val="000000"/>
              </a:solidFill>
              <a:latin typeface="Arial"/>
              <a:ea typeface="Arial"/>
              <a:cs typeface="Arial"/>
              <a:sym typeface="Arial"/>
            </a:endParaRPr>
          </a:p>
        </p:txBody>
      </p:sp>
      <p:sp>
        <p:nvSpPr>
          <p:cNvPr id="891" name="Google Shape;891;p13"/>
          <p:cNvSpPr txBox="1"/>
          <p:nvPr/>
        </p:nvSpPr>
        <p:spPr>
          <a:xfrm>
            <a:off x="2286000" y="2209800"/>
            <a:ext cx="914400" cy="55399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Spinal Trigeminal Nucleus</a:t>
            </a:r>
            <a:endParaRPr sz="1400" b="0" i="0" u="none" strike="noStrike" cap="none">
              <a:solidFill>
                <a:srgbClr val="000000"/>
              </a:solidFill>
              <a:latin typeface="Arial"/>
              <a:ea typeface="Arial"/>
              <a:cs typeface="Arial"/>
              <a:sym typeface="Arial"/>
            </a:endParaRPr>
          </a:p>
        </p:txBody>
      </p:sp>
      <p:sp>
        <p:nvSpPr>
          <p:cNvPr id="892" name="Google Shape;892;p13"/>
          <p:cNvSpPr txBox="1"/>
          <p:nvPr/>
        </p:nvSpPr>
        <p:spPr>
          <a:xfrm rot="528071">
            <a:off x="3048000" y="2057400"/>
            <a:ext cx="1066800" cy="400110"/>
          </a:xfrm>
          <a:prstGeom prst="rect">
            <a:avLst/>
          </a:prstGeom>
          <a:solidFill>
            <a:srgbClr val="BBE0E3">
              <a:alpha val="46274"/>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Pontine Reticulo Fibers</a:t>
            </a:r>
            <a:endParaRPr sz="1400" b="0" i="0" u="none" strike="noStrike" cap="none">
              <a:solidFill>
                <a:srgbClr val="000000"/>
              </a:solidFill>
              <a:latin typeface="Arial"/>
              <a:ea typeface="Arial"/>
              <a:cs typeface="Arial"/>
              <a:sym typeface="Arial"/>
            </a:endParaRPr>
          </a:p>
        </p:txBody>
      </p:sp>
      <p:sp>
        <p:nvSpPr>
          <p:cNvPr id="893" name="Google Shape;893;p13"/>
          <p:cNvSpPr/>
          <p:nvPr/>
        </p:nvSpPr>
        <p:spPr>
          <a:xfrm>
            <a:off x="2667000" y="2819400"/>
            <a:ext cx="685801" cy="685800"/>
          </a:xfrm>
          <a:custGeom>
            <a:avLst/>
            <a:gdLst/>
            <a:ahLst/>
            <a:cxnLst/>
            <a:rect l="l" t="t" r="r" b="b"/>
            <a:pathLst>
              <a:path w="516908" h="690595" extrusionOk="0">
                <a:moveTo>
                  <a:pt x="30651" y="436595"/>
                </a:moveTo>
                <a:lnTo>
                  <a:pt x="30651" y="436595"/>
                </a:lnTo>
                <a:cubicBezTo>
                  <a:pt x="34884" y="398495"/>
                  <a:pt x="38285" y="360293"/>
                  <a:pt x="43351" y="322295"/>
                </a:cubicBezTo>
                <a:cubicBezTo>
                  <a:pt x="46754" y="296771"/>
                  <a:pt x="52135" y="271546"/>
                  <a:pt x="56051" y="246095"/>
                </a:cubicBezTo>
                <a:cubicBezTo>
                  <a:pt x="67735" y="170146"/>
                  <a:pt x="71699" y="133609"/>
                  <a:pt x="81451" y="55595"/>
                </a:cubicBezTo>
                <a:cubicBezTo>
                  <a:pt x="91060" y="84423"/>
                  <a:pt x="92039" y="113350"/>
                  <a:pt x="132251" y="119095"/>
                </a:cubicBezTo>
                <a:cubicBezTo>
                  <a:pt x="149530" y="121563"/>
                  <a:pt x="166118" y="110628"/>
                  <a:pt x="183051" y="106395"/>
                </a:cubicBezTo>
                <a:cubicBezTo>
                  <a:pt x="191518" y="93695"/>
                  <a:pt x="193971" y="73122"/>
                  <a:pt x="208451" y="68295"/>
                </a:cubicBezTo>
                <a:cubicBezTo>
                  <a:pt x="225010" y="62775"/>
                  <a:pt x="241797" y="80995"/>
                  <a:pt x="259251" y="80995"/>
                </a:cubicBezTo>
                <a:cubicBezTo>
                  <a:pt x="289185" y="80995"/>
                  <a:pt x="318518" y="72528"/>
                  <a:pt x="348151" y="68295"/>
                </a:cubicBezTo>
                <a:cubicBezTo>
                  <a:pt x="360851" y="59828"/>
                  <a:pt x="374525" y="52666"/>
                  <a:pt x="386251" y="42895"/>
                </a:cubicBezTo>
                <a:cubicBezTo>
                  <a:pt x="400049" y="31397"/>
                  <a:pt x="407082" y="9729"/>
                  <a:pt x="424351" y="4795"/>
                </a:cubicBezTo>
                <a:cubicBezTo>
                  <a:pt x="441134" y="0"/>
                  <a:pt x="458218" y="13262"/>
                  <a:pt x="475151" y="17495"/>
                </a:cubicBezTo>
                <a:cubicBezTo>
                  <a:pt x="479384" y="30195"/>
                  <a:pt x="481864" y="43621"/>
                  <a:pt x="487851" y="55595"/>
                </a:cubicBezTo>
                <a:cubicBezTo>
                  <a:pt x="494677" y="69247"/>
                  <a:pt x="512558" y="78447"/>
                  <a:pt x="513251" y="93695"/>
                </a:cubicBezTo>
                <a:cubicBezTo>
                  <a:pt x="516908" y="174157"/>
                  <a:pt x="507843" y="254781"/>
                  <a:pt x="500551" y="334995"/>
                </a:cubicBezTo>
                <a:cubicBezTo>
                  <a:pt x="499339" y="348327"/>
                  <a:pt x="490755" y="360027"/>
                  <a:pt x="487851" y="373095"/>
                </a:cubicBezTo>
                <a:cubicBezTo>
                  <a:pt x="468235" y="461367"/>
                  <a:pt x="484139" y="427801"/>
                  <a:pt x="462451" y="500095"/>
                </a:cubicBezTo>
                <a:cubicBezTo>
                  <a:pt x="454758" y="525740"/>
                  <a:pt x="451903" y="554018"/>
                  <a:pt x="437051" y="576295"/>
                </a:cubicBezTo>
                <a:cubicBezTo>
                  <a:pt x="420118" y="601695"/>
                  <a:pt x="415211" y="642842"/>
                  <a:pt x="386251" y="652495"/>
                </a:cubicBezTo>
                <a:cubicBezTo>
                  <a:pt x="289573" y="684721"/>
                  <a:pt x="336305" y="672644"/>
                  <a:pt x="246551" y="690595"/>
                </a:cubicBezTo>
                <a:cubicBezTo>
                  <a:pt x="155871" y="660368"/>
                  <a:pt x="192628" y="680047"/>
                  <a:pt x="132251" y="639795"/>
                </a:cubicBezTo>
                <a:cubicBezTo>
                  <a:pt x="123784" y="627095"/>
                  <a:pt x="118338" y="611746"/>
                  <a:pt x="106851" y="601695"/>
                </a:cubicBezTo>
                <a:cubicBezTo>
                  <a:pt x="83877" y="581593"/>
                  <a:pt x="30651" y="550895"/>
                  <a:pt x="30651" y="550895"/>
                </a:cubicBezTo>
                <a:cubicBezTo>
                  <a:pt x="22184" y="525495"/>
                  <a:pt x="0" y="500949"/>
                  <a:pt x="5251" y="474695"/>
                </a:cubicBezTo>
                <a:cubicBezTo>
                  <a:pt x="18781" y="407044"/>
                  <a:pt x="26418" y="442945"/>
                  <a:pt x="30651" y="436595"/>
                </a:cubicBezTo>
                <a:close/>
              </a:path>
            </a:pathLst>
          </a:custGeom>
          <a:solidFill>
            <a:srgbClr val="BBE0E3">
              <a:alpha val="75294"/>
            </a:srgb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000"/>
              <a:buFont typeface="Times"/>
              <a:buNone/>
            </a:pPr>
            <a:endParaRPr sz="1000" b="1" i="0" u="none" strike="noStrike" cap="none">
              <a:solidFill>
                <a:schemeClr val="dk1"/>
              </a:solidFill>
              <a:latin typeface="Times"/>
              <a:ea typeface="Times"/>
              <a:cs typeface="Times"/>
              <a:sym typeface="Times"/>
            </a:endParaRPr>
          </a:p>
          <a:p>
            <a:pPr marL="0" marR="0" lvl="0" indent="0" algn="ctr" rtl="0">
              <a:lnSpc>
                <a:spcPct val="100000"/>
              </a:lnSpc>
              <a:spcBef>
                <a:spcPts val="0"/>
              </a:spcBef>
              <a:spcAft>
                <a:spcPts val="0"/>
              </a:spcAft>
              <a:buClr>
                <a:schemeClr val="dk1"/>
              </a:buClr>
              <a:buSzPts val="1000"/>
              <a:buFont typeface="Times"/>
              <a:buNone/>
            </a:pPr>
            <a:r>
              <a:rPr lang="en-US" sz="1000" b="1" i="0" u="none" strike="noStrike" cap="none">
                <a:solidFill>
                  <a:schemeClr val="dk1"/>
                </a:solidFill>
                <a:latin typeface="Times"/>
                <a:ea typeface="Times"/>
                <a:cs typeface="Times"/>
                <a:sym typeface="Times"/>
              </a:rPr>
              <a:t>Facial Nucleus</a:t>
            </a:r>
            <a:endParaRPr sz="1400" b="0" i="0" u="none" strike="noStrike" cap="none">
              <a:solidFill>
                <a:srgbClr val="000000"/>
              </a:solidFill>
              <a:latin typeface="Arial"/>
              <a:ea typeface="Arial"/>
              <a:cs typeface="Arial"/>
              <a:sym typeface="Arial"/>
            </a:endParaRPr>
          </a:p>
        </p:txBody>
      </p:sp>
      <p:sp>
        <p:nvSpPr>
          <p:cNvPr id="894" name="Google Shape;894;p13"/>
          <p:cNvSpPr txBox="1"/>
          <p:nvPr/>
        </p:nvSpPr>
        <p:spPr>
          <a:xfrm>
            <a:off x="228600" y="1219200"/>
            <a:ext cx="838200" cy="553998"/>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Middle Cerebellar Peduncle</a:t>
            </a:r>
            <a:endParaRPr sz="1400" b="0" i="0" u="none" strike="noStrike" cap="none">
              <a:solidFill>
                <a:srgbClr val="000000"/>
              </a:solidFill>
              <a:latin typeface="Arial"/>
              <a:ea typeface="Arial"/>
              <a:cs typeface="Arial"/>
              <a:sym typeface="Arial"/>
            </a:endParaRPr>
          </a:p>
        </p:txBody>
      </p:sp>
      <p:sp>
        <p:nvSpPr>
          <p:cNvPr id="895" name="Google Shape;895;p13"/>
          <p:cNvSpPr txBox="1"/>
          <p:nvPr/>
        </p:nvSpPr>
        <p:spPr>
          <a:xfrm>
            <a:off x="3048000" y="152400"/>
            <a:ext cx="838200" cy="553998"/>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Superior Vestibular Nucleus</a:t>
            </a:r>
            <a:endParaRPr sz="1400" b="0" i="0" u="none" strike="noStrike" cap="none">
              <a:solidFill>
                <a:srgbClr val="000000"/>
              </a:solidFill>
              <a:latin typeface="Arial"/>
              <a:ea typeface="Arial"/>
              <a:cs typeface="Arial"/>
              <a:sym typeface="Arial"/>
            </a:endParaRPr>
          </a:p>
        </p:txBody>
      </p:sp>
      <p:sp>
        <p:nvSpPr>
          <p:cNvPr id="896" name="Google Shape;896;p13"/>
          <p:cNvSpPr txBox="1"/>
          <p:nvPr/>
        </p:nvSpPr>
        <p:spPr>
          <a:xfrm>
            <a:off x="3581400" y="1524000"/>
            <a:ext cx="7620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Abducens Nucleus</a:t>
            </a:r>
            <a:endParaRPr sz="1400" b="0" i="0" u="none" strike="noStrike" cap="none">
              <a:solidFill>
                <a:srgbClr val="000000"/>
              </a:solidFill>
              <a:latin typeface="Arial"/>
              <a:ea typeface="Arial"/>
              <a:cs typeface="Arial"/>
              <a:sym typeface="Arial"/>
            </a:endParaRPr>
          </a:p>
        </p:txBody>
      </p:sp>
      <p:sp>
        <p:nvSpPr>
          <p:cNvPr id="897" name="Google Shape;897;p13"/>
          <p:cNvSpPr txBox="1"/>
          <p:nvPr/>
        </p:nvSpPr>
        <p:spPr>
          <a:xfrm>
            <a:off x="3886200" y="4191000"/>
            <a:ext cx="7620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Medial Lemniscus</a:t>
            </a:r>
            <a:endParaRPr sz="1000" b="1" i="0" u="none" strike="noStrike" cap="none">
              <a:solidFill>
                <a:schemeClr val="lt1"/>
              </a:solidFill>
              <a:latin typeface="Times"/>
              <a:ea typeface="Times"/>
              <a:cs typeface="Times"/>
              <a:sym typeface="Times"/>
            </a:endParaRPr>
          </a:p>
        </p:txBody>
      </p:sp>
      <p:sp>
        <p:nvSpPr>
          <p:cNvPr id="898" name="Google Shape;898;p13"/>
          <p:cNvSpPr txBox="1"/>
          <p:nvPr/>
        </p:nvSpPr>
        <p:spPr>
          <a:xfrm>
            <a:off x="1295400" y="228600"/>
            <a:ext cx="914400" cy="553998"/>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Superior Cerebellar Peduncle</a:t>
            </a:r>
            <a:endParaRPr sz="1400" b="0" i="0" u="none" strike="noStrike" cap="none">
              <a:solidFill>
                <a:srgbClr val="000000"/>
              </a:solidFill>
              <a:latin typeface="Arial"/>
              <a:ea typeface="Arial"/>
              <a:cs typeface="Arial"/>
              <a:sym typeface="Arial"/>
            </a:endParaRPr>
          </a:p>
        </p:txBody>
      </p:sp>
      <p:sp>
        <p:nvSpPr>
          <p:cNvPr id="899" name="Google Shape;899;p13"/>
          <p:cNvSpPr txBox="1"/>
          <p:nvPr/>
        </p:nvSpPr>
        <p:spPr>
          <a:xfrm>
            <a:off x="2438400" y="4648200"/>
            <a:ext cx="762000" cy="553998"/>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Inferior Olivary Nucleus</a:t>
            </a:r>
            <a:endParaRPr sz="1400" b="0" i="0" u="none" strike="noStrike" cap="none">
              <a:solidFill>
                <a:srgbClr val="000000"/>
              </a:solidFill>
              <a:latin typeface="Arial"/>
              <a:ea typeface="Arial"/>
              <a:cs typeface="Arial"/>
              <a:sym typeface="Arial"/>
            </a:endParaRPr>
          </a:p>
        </p:txBody>
      </p:sp>
      <p:sp>
        <p:nvSpPr>
          <p:cNvPr id="900" name="Google Shape;900;p13"/>
          <p:cNvSpPr txBox="1"/>
          <p:nvPr/>
        </p:nvSpPr>
        <p:spPr>
          <a:xfrm>
            <a:off x="3276600" y="2895600"/>
            <a:ext cx="838200" cy="55399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Central Tegmental Tract</a:t>
            </a:r>
            <a:endParaRPr sz="1400" b="0" i="0" u="none" strike="noStrike" cap="none">
              <a:solidFill>
                <a:srgbClr val="000000"/>
              </a:solidFill>
              <a:latin typeface="Arial"/>
              <a:ea typeface="Arial"/>
              <a:cs typeface="Arial"/>
              <a:sym typeface="Arial"/>
            </a:endParaRPr>
          </a:p>
        </p:txBody>
      </p:sp>
      <p:sp>
        <p:nvSpPr>
          <p:cNvPr id="901" name="Google Shape;901;p13"/>
          <p:cNvSpPr txBox="1"/>
          <p:nvPr/>
        </p:nvSpPr>
        <p:spPr>
          <a:xfrm>
            <a:off x="1066800" y="4038600"/>
            <a:ext cx="1219200" cy="369332"/>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chemeClr val="dk1"/>
                </a:solidFill>
                <a:latin typeface="Times"/>
                <a:ea typeface="Times"/>
                <a:cs typeface="Times"/>
                <a:sym typeface="Times"/>
              </a:rPr>
              <a:t>Vestibulocochlear nucleus</a:t>
            </a:r>
            <a:endParaRPr sz="1400" b="0" i="0" u="none" strike="noStrike" cap="none">
              <a:solidFill>
                <a:srgbClr val="000000"/>
              </a:solidFill>
              <a:latin typeface="Arial"/>
              <a:ea typeface="Arial"/>
              <a:cs typeface="Arial"/>
              <a:sym typeface="Arial"/>
            </a:endParaRPr>
          </a:p>
        </p:txBody>
      </p:sp>
      <p:sp>
        <p:nvSpPr>
          <p:cNvPr id="902" name="Google Shape;902;p13"/>
          <p:cNvSpPr txBox="1"/>
          <p:nvPr/>
        </p:nvSpPr>
        <p:spPr>
          <a:xfrm>
            <a:off x="685800" y="2819400"/>
            <a:ext cx="9906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Pontobulbar Nuclei</a:t>
            </a:r>
            <a:endParaRPr sz="1400" b="0" i="0" u="none" strike="noStrike" cap="none">
              <a:solidFill>
                <a:srgbClr val="000000"/>
              </a:solidFill>
              <a:latin typeface="Arial"/>
              <a:ea typeface="Arial"/>
              <a:cs typeface="Arial"/>
              <a:sym typeface="Arial"/>
            </a:endParaRPr>
          </a:p>
        </p:txBody>
      </p:sp>
      <p:sp>
        <p:nvSpPr>
          <p:cNvPr id="903" name="Google Shape;903;p13"/>
          <p:cNvSpPr txBox="1"/>
          <p:nvPr/>
        </p:nvSpPr>
        <p:spPr>
          <a:xfrm>
            <a:off x="0" y="4038600"/>
            <a:ext cx="1143000" cy="369332"/>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chemeClr val="dk1"/>
                </a:solidFill>
                <a:latin typeface="Times"/>
                <a:ea typeface="Times"/>
                <a:cs typeface="Times"/>
                <a:sym typeface="Times"/>
              </a:rPr>
              <a:t>Vestibulocochlear Nerve Root</a:t>
            </a:r>
            <a:endParaRPr sz="1400" b="0" i="0" u="none" strike="noStrike" cap="none">
              <a:solidFill>
                <a:srgbClr val="000000"/>
              </a:solidFill>
              <a:latin typeface="Arial"/>
              <a:ea typeface="Arial"/>
              <a:cs typeface="Arial"/>
              <a:sym typeface="Arial"/>
            </a:endParaRPr>
          </a:p>
        </p:txBody>
      </p:sp>
      <p:cxnSp>
        <p:nvCxnSpPr>
          <p:cNvPr id="904" name="Google Shape;904;p13"/>
          <p:cNvCxnSpPr>
            <a:stCxn id="898" idx="3"/>
          </p:cNvCxnSpPr>
          <p:nvPr/>
        </p:nvCxnSpPr>
        <p:spPr>
          <a:xfrm rot="10800000" flipH="1">
            <a:off x="2209800" y="457299"/>
            <a:ext cx="304800" cy="483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905" name="Google Shape;905;p13"/>
          <p:cNvCxnSpPr/>
          <p:nvPr/>
        </p:nvCxnSpPr>
        <p:spPr>
          <a:xfrm rot="5400000">
            <a:off x="2781300" y="571500"/>
            <a:ext cx="381000" cy="3048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906" name="Google Shape;906;p13"/>
          <p:cNvCxnSpPr/>
          <p:nvPr/>
        </p:nvCxnSpPr>
        <p:spPr>
          <a:xfrm rot="10800000">
            <a:off x="4648200" y="3048000"/>
            <a:ext cx="304800" cy="762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907" name="Google Shape;907;p13"/>
          <p:cNvCxnSpPr>
            <a:stCxn id="899" idx="3"/>
          </p:cNvCxnSpPr>
          <p:nvPr/>
        </p:nvCxnSpPr>
        <p:spPr>
          <a:xfrm rot="10800000" flipH="1">
            <a:off x="3200400" y="4648299"/>
            <a:ext cx="381000" cy="2769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908" name="Google Shape;908;p13"/>
          <p:cNvCxnSpPr>
            <a:stCxn id="880" idx="0"/>
            <a:endCxn id="857" idx="13"/>
          </p:cNvCxnSpPr>
          <p:nvPr/>
        </p:nvCxnSpPr>
        <p:spPr>
          <a:xfrm rot="10800000" flipH="1">
            <a:off x="1981200" y="3609900"/>
            <a:ext cx="609600" cy="18003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909" name="Google Shape;909;p13"/>
          <p:cNvCxnSpPr/>
          <p:nvPr/>
        </p:nvCxnSpPr>
        <p:spPr>
          <a:xfrm rot="10800000" flipH="1">
            <a:off x="2209800" y="3867150"/>
            <a:ext cx="171450" cy="751761"/>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910" name="Google Shape;910;p13"/>
          <p:cNvCxnSpPr/>
          <p:nvPr/>
        </p:nvCxnSpPr>
        <p:spPr>
          <a:xfrm rot="5400000" flipH="1">
            <a:off x="1333500" y="3619500"/>
            <a:ext cx="838200" cy="1524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911" name="Google Shape;911;p13"/>
          <p:cNvCxnSpPr/>
          <p:nvPr/>
        </p:nvCxnSpPr>
        <p:spPr>
          <a:xfrm rot="-5400000">
            <a:off x="685800" y="3657600"/>
            <a:ext cx="609600" cy="3048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912" name="Google Shape;912;p13"/>
          <p:cNvCxnSpPr>
            <a:endCxn id="853" idx="9"/>
          </p:cNvCxnSpPr>
          <p:nvPr/>
        </p:nvCxnSpPr>
        <p:spPr>
          <a:xfrm flipH="1">
            <a:off x="4229100" y="990600"/>
            <a:ext cx="266700" cy="3621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913" name="Google Shape;913;p13"/>
          <p:cNvCxnSpPr/>
          <p:nvPr/>
        </p:nvCxnSpPr>
        <p:spPr>
          <a:xfrm rot="10800000">
            <a:off x="4267200" y="5257800"/>
            <a:ext cx="381000" cy="152400"/>
          </a:xfrm>
          <a:prstGeom prst="straightConnector1">
            <a:avLst/>
          </a:prstGeom>
          <a:solidFill>
            <a:schemeClr val="accent1"/>
          </a:solidFill>
          <a:ln w="28575" cap="flat" cmpd="sng">
            <a:solidFill>
              <a:schemeClr val="dk1"/>
            </a:solidFill>
            <a:prstDash val="solid"/>
            <a:round/>
            <a:headEnd type="none" w="sm" len="sm"/>
            <a:tailEnd type="stealth" w="med" len="med"/>
          </a:ln>
        </p:spPr>
      </p:cxnSp>
      <p:sp>
        <p:nvSpPr>
          <p:cNvPr id="914" name="Google Shape;914;p13"/>
          <p:cNvSpPr txBox="1"/>
          <p:nvPr/>
        </p:nvSpPr>
        <p:spPr>
          <a:xfrm>
            <a:off x="6477000" y="1066800"/>
            <a:ext cx="838200" cy="553998"/>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Superior Salivary Nucleau</a:t>
            </a:r>
            <a:endParaRPr sz="1000" b="1" i="0" u="none" strike="noStrike" cap="none">
              <a:solidFill>
                <a:schemeClr val="dk1"/>
              </a:solidFill>
              <a:latin typeface="Times"/>
              <a:ea typeface="Times"/>
              <a:cs typeface="Times"/>
              <a:sym typeface="Times"/>
            </a:endParaRPr>
          </a:p>
        </p:txBody>
      </p:sp>
      <p:sp>
        <p:nvSpPr>
          <p:cNvPr id="915" name="Google Shape;915;p13"/>
          <p:cNvSpPr txBox="1"/>
          <p:nvPr/>
        </p:nvSpPr>
        <p:spPr>
          <a:xfrm>
            <a:off x="7315200" y="1981200"/>
            <a:ext cx="990600" cy="553998"/>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Mesencephalic Trigeminal Nucleau</a:t>
            </a:r>
            <a:endParaRPr sz="1000" b="1" i="0" u="none" strike="noStrike" cap="none">
              <a:solidFill>
                <a:schemeClr val="dk1"/>
              </a:solidFill>
              <a:latin typeface="Times"/>
              <a:ea typeface="Times"/>
              <a:cs typeface="Times"/>
              <a:sym typeface="Times"/>
            </a:endParaRPr>
          </a:p>
        </p:txBody>
      </p:sp>
      <p:sp>
        <p:nvSpPr>
          <p:cNvPr id="916" name="Google Shape;916;p13"/>
          <p:cNvSpPr txBox="1"/>
          <p:nvPr/>
        </p:nvSpPr>
        <p:spPr>
          <a:xfrm>
            <a:off x="6172200" y="3733800"/>
            <a:ext cx="990600" cy="400110"/>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Facial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Nerve</a:t>
            </a:r>
            <a:endParaRPr sz="1400" b="0" i="0" u="none" strike="noStrike" cap="none">
              <a:solidFill>
                <a:srgbClr val="000000"/>
              </a:solidFill>
              <a:latin typeface="Arial"/>
              <a:ea typeface="Arial"/>
              <a:cs typeface="Arial"/>
              <a:sym typeface="Arial"/>
            </a:endParaRPr>
          </a:p>
        </p:txBody>
      </p:sp>
      <p:cxnSp>
        <p:nvCxnSpPr>
          <p:cNvPr id="917" name="Google Shape;917;p13"/>
          <p:cNvCxnSpPr>
            <a:endCxn id="874" idx="24"/>
          </p:cNvCxnSpPr>
          <p:nvPr/>
        </p:nvCxnSpPr>
        <p:spPr>
          <a:xfrm rot="10800000">
            <a:off x="6419702" y="2238300"/>
            <a:ext cx="209700" cy="17241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918" name="Google Shape;918;p13"/>
          <p:cNvCxnSpPr>
            <a:stCxn id="914" idx="1"/>
          </p:cNvCxnSpPr>
          <p:nvPr/>
        </p:nvCxnSpPr>
        <p:spPr>
          <a:xfrm flipH="1">
            <a:off x="6324600" y="1343799"/>
            <a:ext cx="152400" cy="485100"/>
          </a:xfrm>
          <a:prstGeom prst="straightConnector1">
            <a:avLst/>
          </a:prstGeom>
          <a:solidFill>
            <a:schemeClr val="accent1"/>
          </a:solidFill>
          <a:ln w="28575" cap="flat" cmpd="sng">
            <a:solidFill>
              <a:schemeClr val="dk1"/>
            </a:solidFill>
            <a:prstDash val="solid"/>
            <a:round/>
            <a:headEnd type="none" w="sm" len="sm"/>
            <a:tailEnd type="stealth" w="med" len="med"/>
          </a:ln>
        </p:spPr>
      </p:cxnSp>
      <p:pic>
        <p:nvPicPr>
          <p:cNvPr id="919" name="Google Shape;919;p13"/>
          <p:cNvPicPr preferRelativeResize="0"/>
          <p:nvPr/>
        </p:nvPicPr>
        <p:blipFill rotWithShape="1">
          <a:blip r:embed="rId4">
            <a:alphaModFix/>
          </a:blip>
          <a:srcRect/>
          <a:stretch/>
        </p:blipFill>
        <p:spPr>
          <a:xfrm>
            <a:off x="7620000" y="4648200"/>
            <a:ext cx="1135380" cy="12192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8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6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0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9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6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0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9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6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8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6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8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85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91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88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85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89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850"/>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88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85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885"/>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85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882"/>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849"/>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906"/>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890"/>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848"/>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897"/>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870"/>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913"/>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884"/>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869"/>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879"/>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871"/>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907"/>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899"/>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855"/>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900"/>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856"/>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893"/>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873"/>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892"/>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872"/>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883"/>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891"/>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858"/>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877"/>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857"/>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908"/>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880"/>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859"/>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909"/>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878"/>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861"/>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910"/>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901"/>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862"/>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nodeType="clickEffect">
                                  <p:stCondLst>
                                    <p:cond delay="0"/>
                                  </p:stCondLst>
                                  <p:childTnLst>
                                    <p:set>
                                      <p:cBhvr>
                                        <p:cTn id="242" dur="1" fill="hold">
                                          <p:stCondLst>
                                            <p:cond delay="0"/>
                                          </p:stCondLst>
                                        </p:cTn>
                                        <p:tgtEl>
                                          <p:spTgt spid="911"/>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nodeType="clickEffect">
                                  <p:stCondLst>
                                    <p:cond delay="0"/>
                                  </p:stCondLst>
                                  <p:childTnLst>
                                    <p:set>
                                      <p:cBhvr>
                                        <p:cTn id="246" dur="1" fill="hold">
                                          <p:stCondLst>
                                            <p:cond delay="0"/>
                                          </p:stCondLst>
                                        </p:cTn>
                                        <p:tgtEl>
                                          <p:spTgt spid="903"/>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860"/>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902"/>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nodeType="clickEffect">
                                  <p:stCondLst>
                                    <p:cond delay="0"/>
                                  </p:stCondLst>
                                  <p:childTnLst>
                                    <p:set>
                                      <p:cBhvr>
                                        <p:cTn id="258" dur="1" fill="hold">
                                          <p:stCondLst>
                                            <p:cond delay="0"/>
                                          </p:stCondLst>
                                        </p:cTn>
                                        <p:tgtEl>
                                          <p:spTgt spid="874"/>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nodeType="clickEffect">
                                  <p:stCondLst>
                                    <p:cond delay="0"/>
                                  </p:stCondLst>
                                  <p:childTnLst>
                                    <p:set>
                                      <p:cBhvr>
                                        <p:cTn id="262" dur="1" fill="hold">
                                          <p:stCondLst>
                                            <p:cond delay="0"/>
                                          </p:stCondLst>
                                        </p:cTn>
                                        <p:tgtEl>
                                          <p:spTgt spid="917"/>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presetID="1" presetClass="entr" presetSubtype="0" fill="hold" nodeType="clickEffect">
                                  <p:stCondLst>
                                    <p:cond delay="0"/>
                                  </p:stCondLst>
                                  <p:childTnLst>
                                    <p:set>
                                      <p:cBhvr>
                                        <p:cTn id="266" dur="1" fill="hold">
                                          <p:stCondLst>
                                            <p:cond delay="0"/>
                                          </p:stCondLst>
                                        </p:cTn>
                                        <p:tgtEl>
                                          <p:spTgt spid="916"/>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nodeType="clickEffect">
                                  <p:stCondLst>
                                    <p:cond delay="0"/>
                                  </p:stCondLst>
                                  <p:childTnLst>
                                    <p:set>
                                      <p:cBhvr>
                                        <p:cTn id="270" dur="1" fill="hold">
                                          <p:stCondLst>
                                            <p:cond delay="0"/>
                                          </p:stCondLst>
                                        </p:cTn>
                                        <p:tgtEl>
                                          <p:spTgt spid="875"/>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nodeType="clickEffect">
                                  <p:stCondLst>
                                    <p:cond delay="0"/>
                                  </p:stCondLst>
                                  <p:childTnLst>
                                    <p:set>
                                      <p:cBhvr>
                                        <p:cTn id="274" dur="1" fill="hold">
                                          <p:stCondLst>
                                            <p:cond delay="0"/>
                                          </p:stCondLst>
                                        </p:cTn>
                                        <p:tgtEl>
                                          <p:spTgt spid="918"/>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nodeType="clickEffect">
                                  <p:stCondLst>
                                    <p:cond delay="0"/>
                                  </p:stCondLst>
                                  <p:childTnLst>
                                    <p:set>
                                      <p:cBhvr>
                                        <p:cTn id="278" dur="1" fill="hold">
                                          <p:stCondLst>
                                            <p:cond delay="0"/>
                                          </p:stCondLst>
                                        </p:cTn>
                                        <p:tgtEl>
                                          <p:spTgt spid="914"/>
                                        </p:tgtEl>
                                        <p:attrNameLst>
                                          <p:attrName>style.visibility</p:attrName>
                                        </p:attrNameLst>
                                      </p:cBhvr>
                                      <p:to>
                                        <p:strVal val="visible"/>
                                      </p:to>
                                    </p:set>
                                  </p:childTnLst>
                                </p:cTn>
                              </p:par>
                            </p:childTnLst>
                          </p:cTn>
                        </p:par>
                      </p:childTnLst>
                    </p:cTn>
                  </p:par>
                  <p:par>
                    <p:cTn id="279" fill="hold">
                      <p:stCondLst>
                        <p:cond delay="indefinite"/>
                      </p:stCondLst>
                      <p:childTnLst>
                        <p:par>
                          <p:cTn id="280" fill="hold">
                            <p:stCondLst>
                              <p:cond delay="0"/>
                            </p:stCondLst>
                            <p:childTnLst>
                              <p:par>
                                <p:cTn id="281" presetID="1" presetClass="entr" presetSubtype="0" fill="hold" nodeType="clickEffect">
                                  <p:stCondLst>
                                    <p:cond delay="0"/>
                                  </p:stCondLst>
                                  <p:childTnLst>
                                    <p:set>
                                      <p:cBhvr>
                                        <p:cTn id="282" dur="1" fill="hold">
                                          <p:stCondLst>
                                            <p:cond delay="0"/>
                                          </p:stCondLst>
                                        </p:cTn>
                                        <p:tgtEl>
                                          <p:spTgt spid="876"/>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nodeType="clickEffect">
                                  <p:stCondLst>
                                    <p:cond delay="0"/>
                                  </p:stCondLst>
                                  <p:childTnLst>
                                    <p:set>
                                      <p:cBhvr>
                                        <p:cTn id="286" dur="1" fill="hold">
                                          <p:stCondLst>
                                            <p:cond delay="0"/>
                                          </p:stCondLst>
                                        </p:cTn>
                                        <p:tgtEl>
                                          <p:spTgt spid="9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p14"/>
          <p:cNvSpPr/>
          <p:nvPr/>
        </p:nvSpPr>
        <p:spPr>
          <a:xfrm>
            <a:off x="5880100" y="393700"/>
            <a:ext cx="411986" cy="495300"/>
          </a:xfrm>
          <a:custGeom>
            <a:avLst/>
            <a:gdLst/>
            <a:ahLst/>
            <a:cxnLst/>
            <a:rect l="l" t="t" r="r" b="b"/>
            <a:pathLst>
              <a:path w="411986" h="495300" extrusionOk="0">
                <a:moveTo>
                  <a:pt x="38100" y="0"/>
                </a:moveTo>
                <a:lnTo>
                  <a:pt x="38100" y="0"/>
                </a:lnTo>
                <a:cubicBezTo>
                  <a:pt x="33867" y="42333"/>
                  <a:pt x="31023" y="84829"/>
                  <a:pt x="25400" y="127000"/>
                </a:cubicBezTo>
                <a:cubicBezTo>
                  <a:pt x="22547" y="148396"/>
                  <a:pt x="15753" y="169131"/>
                  <a:pt x="12700" y="190500"/>
                </a:cubicBezTo>
                <a:cubicBezTo>
                  <a:pt x="7279" y="228449"/>
                  <a:pt x="4233" y="266700"/>
                  <a:pt x="0" y="304800"/>
                </a:cubicBezTo>
                <a:cubicBezTo>
                  <a:pt x="4233" y="338667"/>
                  <a:pt x="5549" y="373027"/>
                  <a:pt x="12700" y="406400"/>
                </a:cubicBezTo>
                <a:cubicBezTo>
                  <a:pt x="18310" y="432580"/>
                  <a:pt x="12700" y="474133"/>
                  <a:pt x="38100" y="482600"/>
                </a:cubicBezTo>
                <a:lnTo>
                  <a:pt x="76200" y="495300"/>
                </a:lnTo>
                <a:cubicBezTo>
                  <a:pt x="127000" y="491067"/>
                  <a:pt x="178071" y="489337"/>
                  <a:pt x="228600" y="482600"/>
                </a:cubicBezTo>
                <a:cubicBezTo>
                  <a:pt x="241870" y="480831"/>
                  <a:pt x="253828" y="473578"/>
                  <a:pt x="266700" y="469900"/>
                </a:cubicBezTo>
                <a:cubicBezTo>
                  <a:pt x="283483" y="465105"/>
                  <a:pt x="300567" y="461433"/>
                  <a:pt x="317500" y="457200"/>
                </a:cubicBezTo>
                <a:cubicBezTo>
                  <a:pt x="324298" y="452102"/>
                  <a:pt x="402862" y="396920"/>
                  <a:pt x="406400" y="381000"/>
                </a:cubicBezTo>
                <a:cubicBezTo>
                  <a:pt x="411986" y="355863"/>
                  <a:pt x="399286" y="329937"/>
                  <a:pt x="393700" y="304800"/>
                </a:cubicBezTo>
                <a:cubicBezTo>
                  <a:pt x="390796" y="291732"/>
                  <a:pt x="387501" y="278402"/>
                  <a:pt x="381000" y="266700"/>
                </a:cubicBezTo>
                <a:cubicBezTo>
                  <a:pt x="353438" y="217088"/>
                  <a:pt x="300996" y="145631"/>
                  <a:pt x="254000" y="114300"/>
                </a:cubicBezTo>
                <a:cubicBezTo>
                  <a:pt x="228600" y="97367"/>
                  <a:pt x="206760" y="73153"/>
                  <a:pt x="177800" y="63500"/>
                </a:cubicBezTo>
                <a:cubicBezTo>
                  <a:pt x="95920" y="36207"/>
                  <a:pt x="120532" y="57032"/>
                  <a:pt x="88900" y="25400"/>
                </a:cubicBezTo>
                <a:lnTo>
                  <a:pt x="38100" y="0"/>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pic>
        <p:nvPicPr>
          <p:cNvPr id="925" name="Google Shape;925;p14" descr="Plate 14.jpg                                                   00000158WD Passport                    00000000:"/>
          <p:cNvPicPr preferRelativeResize="0"/>
          <p:nvPr/>
        </p:nvPicPr>
        <p:blipFill rotWithShape="1">
          <a:blip r:embed="rId3">
            <a:alphaModFix/>
          </a:blip>
          <a:srcRect/>
          <a:stretch/>
        </p:blipFill>
        <p:spPr>
          <a:xfrm>
            <a:off x="-12700" y="379413"/>
            <a:ext cx="9170988" cy="6097587"/>
          </a:xfrm>
          <a:prstGeom prst="rect">
            <a:avLst/>
          </a:prstGeom>
          <a:noFill/>
          <a:ln>
            <a:noFill/>
          </a:ln>
        </p:spPr>
      </p:pic>
      <p:sp>
        <p:nvSpPr>
          <p:cNvPr id="926" name="Google Shape;926;p14"/>
          <p:cNvSpPr/>
          <p:nvPr/>
        </p:nvSpPr>
        <p:spPr>
          <a:xfrm>
            <a:off x="2381250" y="4236180"/>
            <a:ext cx="2305050" cy="1840770"/>
          </a:xfrm>
          <a:custGeom>
            <a:avLst/>
            <a:gdLst/>
            <a:ahLst/>
            <a:cxnLst/>
            <a:rect l="l" t="t" r="r" b="b"/>
            <a:pathLst>
              <a:path w="2305050" h="1840770" extrusionOk="0">
                <a:moveTo>
                  <a:pt x="47625" y="421545"/>
                </a:moveTo>
                <a:lnTo>
                  <a:pt x="47625" y="421545"/>
                </a:lnTo>
                <a:cubicBezTo>
                  <a:pt x="60325" y="396145"/>
                  <a:pt x="69440" y="368610"/>
                  <a:pt x="85725" y="345345"/>
                </a:cubicBezTo>
                <a:cubicBezTo>
                  <a:pt x="92290" y="335967"/>
                  <a:pt x="104985" y="332949"/>
                  <a:pt x="114300" y="326295"/>
                </a:cubicBezTo>
                <a:cubicBezTo>
                  <a:pt x="164757" y="290254"/>
                  <a:pt x="134604" y="303652"/>
                  <a:pt x="180975" y="288195"/>
                </a:cubicBezTo>
                <a:cubicBezTo>
                  <a:pt x="206375" y="269145"/>
                  <a:pt x="238125" y="256445"/>
                  <a:pt x="257175" y="231045"/>
                </a:cubicBezTo>
                <a:cubicBezTo>
                  <a:pt x="266700" y="218345"/>
                  <a:pt x="274003" y="203624"/>
                  <a:pt x="285750" y="192945"/>
                </a:cubicBezTo>
                <a:cubicBezTo>
                  <a:pt x="309243" y="171588"/>
                  <a:pt x="335532" y="153407"/>
                  <a:pt x="361950" y="135795"/>
                </a:cubicBezTo>
                <a:cubicBezTo>
                  <a:pt x="390648" y="116663"/>
                  <a:pt x="394788" y="112197"/>
                  <a:pt x="428625" y="97695"/>
                </a:cubicBezTo>
                <a:cubicBezTo>
                  <a:pt x="437853" y="93740"/>
                  <a:pt x="447972" y="92125"/>
                  <a:pt x="457200" y="88170"/>
                </a:cubicBezTo>
                <a:cubicBezTo>
                  <a:pt x="502690" y="68674"/>
                  <a:pt x="485507" y="67577"/>
                  <a:pt x="533400" y="59595"/>
                </a:cubicBezTo>
                <a:cubicBezTo>
                  <a:pt x="613081" y="46315"/>
                  <a:pt x="690017" y="45340"/>
                  <a:pt x="771525" y="40545"/>
                </a:cubicBezTo>
                <a:cubicBezTo>
                  <a:pt x="790575" y="34195"/>
                  <a:pt x="808750" y="23986"/>
                  <a:pt x="828675" y="21495"/>
                </a:cubicBezTo>
                <a:cubicBezTo>
                  <a:pt x="936537" y="8012"/>
                  <a:pt x="879404" y="14517"/>
                  <a:pt x="1000125" y="2445"/>
                </a:cubicBezTo>
                <a:cubicBezTo>
                  <a:pt x="1114425" y="5620"/>
                  <a:pt x="1229309" y="0"/>
                  <a:pt x="1343025" y="11970"/>
                </a:cubicBezTo>
                <a:cubicBezTo>
                  <a:pt x="1354410" y="13168"/>
                  <a:pt x="1352187" y="34777"/>
                  <a:pt x="1362075" y="40545"/>
                </a:cubicBezTo>
                <a:cubicBezTo>
                  <a:pt x="1391613" y="57775"/>
                  <a:pt x="1425575" y="65945"/>
                  <a:pt x="1457325" y="78645"/>
                </a:cubicBezTo>
                <a:cubicBezTo>
                  <a:pt x="1477946" y="86894"/>
                  <a:pt x="1510061" y="100821"/>
                  <a:pt x="1533525" y="107220"/>
                </a:cubicBezTo>
                <a:cubicBezTo>
                  <a:pt x="1558784" y="114109"/>
                  <a:pt x="1583673" y="123665"/>
                  <a:pt x="1609725" y="126270"/>
                </a:cubicBezTo>
                <a:cubicBezTo>
                  <a:pt x="1641475" y="129445"/>
                  <a:pt x="1673347" y="131578"/>
                  <a:pt x="1704975" y="135795"/>
                </a:cubicBezTo>
                <a:cubicBezTo>
                  <a:pt x="1721022" y="137935"/>
                  <a:pt x="1736796" y="141808"/>
                  <a:pt x="1752600" y="145320"/>
                </a:cubicBezTo>
                <a:cubicBezTo>
                  <a:pt x="1765379" y="148160"/>
                  <a:pt x="1777699" y="153315"/>
                  <a:pt x="1790700" y="154845"/>
                </a:cubicBezTo>
                <a:cubicBezTo>
                  <a:pt x="1831813" y="159682"/>
                  <a:pt x="1873315" y="160445"/>
                  <a:pt x="1914525" y="164370"/>
                </a:cubicBezTo>
                <a:cubicBezTo>
                  <a:pt x="1944201" y="167196"/>
                  <a:pt x="2005209" y="174382"/>
                  <a:pt x="2038350" y="183420"/>
                </a:cubicBezTo>
                <a:cubicBezTo>
                  <a:pt x="2057723" y="188704"/>
                  <a:pt x="2076450" y="196120"/>
                  <a:pt x="2095500" y="202470"/>
                </a:cubicBezTo>
                <a:cubicBezTo>
                  <a:pt x="2105025" y="205645"/>
                  <a:pt x="2115721" y="206426"/>
                  <a:pt x="2124075" y="211995"/>
                </a:cubicBezTo>
                <a:cubicBezTo>
                  <a:pt x="2133600" y="218345"/>
                  <a:pt x="2143856" y="223716"/>
                  <a:pt x="2152650" y="231045"/>
                </a:cubicBezTo>
                <a:cubicBezTo>
                  <a:pt x="2225989" y="292161"/>
                  <a:pt x="2138854" y="231372"/>
                  <a:pt x="2209800" y="278670"/>
                </a:cubicBezTo>
                <a:cubicBezTo>
                  <a:pt x="2212975" y="300895"/>
                  <a:pt x="2215309" y="323256"/>
                  <a:pt x="2219325" y="345345"/>
                </a:cubicBezTo>
                <a:cubicBezTo>
                  <a:pt x="2222857" y="364772"/>
                  <a:pt x="2231174" y="392818"/>
                  <a:pt x="2238375" y="412020"/>
                </a:cubicBezTo>
                <a:cubicBezTo>
                  <a:pt x="2244378" y="428029"/>
                  <a:pt x="2251075" y="443770"/>
                  <a:pt x="2257425" y="459645"/>
                </a:cubicBezTo>
                <a:cubicBezTo>
                  <a:pt x="2260600" y="491395"/>
                  <a:pt x="2262437" y="523307"/>
                  <a:pt x="2266950" y="554895"/>
                </a:cubicBezTo>
                <a:cubicBezTo>
                  <a:pt x="2274870" y="610337"/>
                  <a:pt x="2282268" y="583858"/>
                  <a:pt x="2295525" y="650145"/>
                </a:cubicBezTo>
                <a:lnTo>
                  <a:pt x="2305050" y="697770"/>
                </a:lnTo>
                <a:cubicBezTo>
                  <a:pt x="2301875" y="773970"/>
                  <a:pt x="2301159" y="850312"/>
                  <a:pt x="2295525" y="926370"/>
                </a:cubicBezTo>
                <a:cubicBezTo>
                  <a:pt x="2294783" y="936383"/>
                  <a:pt x="2288178" y="945144"/>
                  <a:pt x="2286000" y="954945"/>
                </a:cubicBezTo>
                <a:cubicBezTo>
                  <a:pt x="2270013" y="1026886"/>
                  <a:pt x="2284084" y="1008317"/>
                  <a:pt x="2257425" y="1088295"/>
                </a:cubicBezTo>
                <a:cubicBezTo>
                  <a:pt x="2201836" y="1255061"/>
                  <a:pt x="2272340" y="1047278"/>
                  <a:pt x="2219325" y="1193070"/>
                </a:cubicBezTo>
                <a:cubicBezTo>
                  <a:pt x="2212463" y="1211941"/>
                  <a:pt x="2209255" y="1232259"/>
                  <a:pt x="2200275" y="1250220"/>
                </a:cubicBezTo>
                <a:cubicBezTo>
                  <a:pt x="2193925" y="1262920"/>
                  <a:pt x="2186211" y="1275025"/>
                  <a:pt x="2181225" y="1288320"/>
                </a:cubicBezTo>
                <a:cubicBezTo>
                  <a:pt x="2165636" y="1329891"/>
                  <a:pt x="2178623" y="1318809"/>
                  <a:pt x="2162175" y="1354995"/>
                </a:cubicBezTo>
                <a:cubicBezTo>
                  <a:pt x="2127647" y="1430956"/>
                  <a:pt x="2128692" y="1424269"/>
                  <a:pt x="2085975" y="1488345"/>
                </a:cubicBezTo>
                <a:cubicBezTo>
                  <a:pt x="2079625" y="1497870"/>
                  <a:pt x="2075020" y="1508825"/>
                  <a:pt x="2066925" y="1516920"/>
                </a:cubicBezTo>
                <a:cubicBezTo>
                  <a:pt x="2047875" y="1535970"/>
                  <a:pt x="2035333" y="1565551"/>
                  <a:pt x="2009775" y="1574070"/>
                </a:cubicBezTo>
                <a:cubicBezTo>
                  <a:pt x="2000250" y="1577245"/>
                  <a:pt x="1989977" y="1578719"/>
                  <a:pt x="1981200" y="1583595"/>
                </a:cubicBezTo>
                <a:cubicBezTo>
                  <a:pt x="1961186" y="1594714"/>
                  <a:pt x="1924050" y="1621695"/>
                  <a:pt x="1924050" y="1621695"/>
                </a:cubicBezTo>
                <a:cubicBezTo>
                  <a:pt x="1920875" y="1631220"/>
                  <a:pt x="1921625" y="1643170"/>
                  <a:pt x="1914525" y="1650270"/>
                </a:cubicBezTo>
                <a:cubicBezTo>
                  <a:pt x="1840803" y="1723992"/>
                  <a:pt x="1882699" y="1667951"/>
                  <a:pt x="1828800" y="1697895"/>
                </a:cubicBezTo>
                <a:cubicBezTo>
                  <a:pt x="1771296" y="1729842"/>
                  <a:pt x="1785021" y="1734457"/>
                  <a:pt x="1733550" y="1755045"/>
                </a:cubicBezTo>
                <a:cubicBezTo>
                  <a:pt x="1651311" y="1787941"/>
                  <a:pt x="1703936" y="1763122"/>
                  <a:pt x="1628775" y="1783620"/>
                </a:cubicBezTo>
                <a:cubicBezTo>
                  <a:pt x="1609402" y="1788904"/>
                  <a:pt x="1590675" y="1796320"/>
                  <a:pt x="1571625" y="1802670"/>
                </a:cubicBezTo>
                <a:cubicBezTo>
                  <a:pt x="1562100" y="1805845"/>
                  <a:pt x="1552790" y="1809760"/>
                  <a:pt x="1543050" y="1812195"/>
                </a:cubicBezTo>
                <a:cubicBezTo>
                  <a:pt x="1517650" y="1818545"/>
                  <a:pt x="1492872" y="1828354"/>
                  <a:pt x="1466850" y="1831245"/>
                </a:cubicBezTo>
                <a:lnTo>
                  <a:pt x="1381125" y="1840770"/>
                </a:lnTo>
                <a:cubicBezTo>
                  <a:pt x="1317625" y="1837595"/>
                  <a:pt x="1254043" y="1835775"/>
                  <a:pt x="1190625" y="1831245"/>
                </a:cubicBezTo>
                <a:cubicBezTo>
                  <a:pt x="1165092" y="1829421"/>
                  <a:pt x="1139866" y="1824547"/>
                  <a:pt x="1114425" y="1821720"/>
                </a:cubicBezTo>
                <a:cubicBezTo>
                  <a:pt x="1082712" y="1818196"/>
                  <a:pt x="1050925" y="1815370"/>
                  <a:pt x="1019175" y="1812195"/>
                </a:cubicBezTo>
                <a:cubicBezTo>
                  <a:pt x="1009650" y="1809020"/>
                  <a:pt x="1000571" y="1803843"/>
                  <a:pt x="990600" y="1802670"/>
                </a:cubicBezTo>
                <a:cubicBezTo>
                  <a:pt x="883000" y="1790011"/>
                  <a:pt x="889083" y="1804600"/>
                  <a:pt x="819150" y="1783620"/>
                </a:cubicBezTo>
                <a:cubicBezTo>
                  <a:pt x="799916" y="1777850"/>
                  <a:pt x="781050" y="1770920"/>
                  <a:pt x="762000" y="1764570"/>
                </a:cubicBezTo>
                <a:lnTo>
                  <a:pt x="733425" y="1755045"/>
                </a:lnTo>
                <a:cubicBezTo>
                  <a:pt x="682625" y="1678845"/>
                  <a:pt x="749300" y="1770920"/>
                  <a:pt x="685800" y="1707420"/>
                </a:cubicBezTo>
                <a:cubicBezTo>
                  <a:pt x="677705" y="1699325"/>
                  <a:pt x="675365" y="1686383"/>
                  <a:pt x="666750" y="1678845"/>
                </a:cubicBezTo>
                <a:cubicBezTo>
                  <a:pt x="649520" y="1663768"/>
                  <a:pt x="628650" y="1653445"/>
                  <a:pt x="609600" y="1640745"/>
                </a:cubicBezTo>
                <a:lnTo>
                  <a:pt x="581025" y="1621695"/>
                </a:lnTo>
                <a:cubicBezTo>
                  <a:pt x="571500" y="1615345"/>
                  <a:pt x="560545" y="1610740"/>
                  <a:pt x="552450" y="1602645"/>
                </a:cubicBezTo>
                <a:cubicBezTo>
                  <a:pt x="468968" y="1519163"/>
                  <a:pt x="571130" y="1625061"/>
                  <a:pt x="504825" y="1545495"/>
                </a:cubicBezTo>
                <a:cubicBezTo>
                  <a:pt x="496201" y="1535147"/>
                  <a:pt x="484874" y="1527268"/>
                  <a:pt x="476250" y="1516920"/>
                </a:cubicBezTo>
                <a:cubicBezTo>
                  <a:pt x="436562" y="1469295"/>
                  <a:pt x="481012" y="1504220"/>
                  <a:pt x="428625" y="1469295"/>
                </a:cubicBezTo>
                <a:cubicBezTo>
                  <a:pt x="374030" y="1387403"/>
                  <a:pt x="446725" y="1483775"/>
                  <a:pt x="381000" y="1431195"/>
                </a:cubicBezTo>
                <a:cubicBezTo>
                  <a:pt x="372061" y="1424044"/>
                  <a:pt x="368604" y="1411935"/>
                  <a:pt x="361950" y="1402620"/>
                </a:cubicBezTo>
                <a:cubicBezTo>
                  <a:pt x="352723" y="1389702"/>
                  <a:pt x="344054" y="1376267"/>
                  <a:pt x="333375" y="1364520"/>
                </a:cubicBezTo>
                <a:cubicBezTo>
                  <a:pt x="312232" y="1341263"/>
                  <a:pt x="284135" y="1323997"/>
                  <a:pt x="266700" y="1297845"/>
                </a:cubicBezTo>
                <a:cubicBezTo>
                  <a:pt x="260350" y="1288320"/>
                  <a:pt x="255745" y="1277365"/>
                  <a:pt x="247650" y="1269270"/>
                </a:cubicBezTo>
                <a:cubicBezTo>
                  <a:pt x="236425" y="1258045"/>
                  <a:pt x="220775" y="1251920"/>
                  <a:pt x="209550" y="1240695"/>
                </a:cubicBezTo>
                <a:cubicBezTo>
                  <a:pt x="205236" y="1236381"/>
                  <a:pt x="167333" y="1184837"/>
                  <a:pt x="161925" y="1174020"/>
                </a:cubicBezTo>
                <a:cubicBezTo>
                  <a:pt x="157435" y="1165040"/>
                  <a:pt x="156355" y="1154673"/>
                  <a:pt x="152400" y="1145445"/>
                </a:cubicBezTo>
                <a:cubicBezTo>
                  <a:pt x="146807" y="1132394"/>
                  <a:pt x="138336" y="1120640"/>
                  <a:pt x="133350" y="1107345"/>
                </a:cubicBezTo>
                <a:cubicBezTo>
                  <a:pt x="128753" y="1095088"/>
                  <a:pt x="128982" y="1081277"/>
                  <a:pt x="123825" y="1069245"/>
                </a:cubicBezTo>
                <a:cubicBezTo>
                  <a:pt x="119316" y="1058723"/>
                  <a:pt x="109895" y="1050909"/>
                  <a:pt x="104775" y="1040670"/>
                </a:cubicBezTo>
                <a:cubicBezTo>
                  <a:pt x="100285" y="1031690"/>
                  <a:pt x="99740" y="1021075"/>
                  <a:pt x="95250" y="1012095"/>
                </a:cubicBezTo>
                <a:cubicBezTo>
                  <a:pt x="90130" y="1001856"/>
                  <a:pt x="81880" y="993459"/>
                  <a:pt x="76200" y="983520"/>
                </a:cubicBezTo>
                <a:cubicBezTo>
                  <a:pt x="69155" y="971192"/>
                  <a:pt x="63500" y="958120"/>
                  <a:pt x="57150" y="945420"/>
                </a:cubicBezTo>
                <a:cubicBezTo>
                  <a:pt x="34799" y="811313"/>
                  <a:pt x="50314" y="867763"/>
                  <a:pt x="19050" y="773970"/>
                </a:cubicBezTo>
                <a:lnTo>
                  <a:pt x="19050" y="773970"/>
                </a:lnTo>
                <a:cubicBezTo>
                  <a:pt x="7556" y="716500"/>
                  <a:pt x="14645" y="741704"/>
                  <a:pt x="0" y="697770"/>
                </a:cubicBezTo>
                <a:cubicBezTo>
                  <a:pt x="3175" y="602520"/>
                  <a:pt x="3760" y="507148"/>
                  <a:pt x="9525" y="412020"/>
                </a:cubicBezTo>
                <a:cubicBezTo>
                  <a:pt x="10132" y="401998"/>
                  <a:pt x="12778" y="391285"/>
                  <a:pt x="19050" y="383445"/>
                </a:cubicBezTo>
                <a:cubicBezTo>
                  <a:pt x="32479" y="366659"/>
                  <a:pt x="57376" y="361145"/>
                  <a:pt x="76200" y="354870"/>
                </a:cubicBezTo>
                <a:lnTo>
                  <a:pt x="85725" y="383445"/>
                </a:lnTo>
                <a:lnTo>
                  <a:pt x="85725" y="383445"/>
                </a:lnTo>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27" name="Google Shape;927;p14"/>
          <p:cNvSpPr/>
          <p:nvPr/>
        </p:nvSpPr>
        <p:spPr>
          <a:xfrm>
            <a:off x="3048000" y="4517891"/>
            <a:ext cx="1238250" cy="1123884"/>
          </a:xfrm>
          <a:custGeom>
            <a:avLst/>
            <a:gdLst/>
            <a:ahLst/>
            <a:cxnLst/>
            <a:rect l="l" t="t" r="r" b="b"/>
            <a:pathLst>
              <a:path w="1238250" h="1123884" extrusionOk="0">
                <a:moveTo>
                  <a:pt x="523875" y="720859"/>
                </a:moveTo>
                <a:lnTo>
                  <a:pt x="523875" y="720859"/>
                </a:lnTo>
                <a:cubicBezTo>
                  <a:pt x="590418" y="898308"/>
                  <a:pt x="529766" y="727797"/>
                  <a:pt x="561975" y="835159"/>
                </a:cubicBezTo>
                <a:cubicBezTo>
                  <a:pt x="567745" y="854393"/>
                  <a:pt x="576155" y="872828"/>
                  <a:pt x="581025" y="892309"/>
                </a:cubicBezTo>
                <a:cubicBezTo>
                  <a:pt x="583267" y="901277"/>
                  <a:pt x="593864" y="947804"/>
                  <a:pt x="600075" y="958984"/>
                </a:cubicBezTo>
                <a:cubicBezTo>
                  <a:pt x="611194" y="978998"/>
                  <a:pt x="625475" y="997084"/>
                  <a:pt x="638175" y="1016134"/>
                </a:cubicBezTo>
                <a:cubicBezTo>
                  <a:pt x="644525" y="1025659"/>
                  <a:pt x="647700" y="1038359"/>
                  <a:pt x="657225" y="1044709"/>
                </a:cubicBezTo>
                <a:cubicBezTo>
                  <a:pt x="678128" y="1058644"/>
                  <a:pt x="699730" y="1074752"/>
                  <a:pt x="723900" y="1082809"/>
                </a:cubicBezTo>
                <a:cubicBezTo>
                  <a:pt x="739259" y="1087929"/>
                  <a:pt x="755906" y="1088074"/>
                  <a:pt x="771525" y="1092334"/>
                </a:cubicBezTo>
                <a:cubicBezTo>
                  <a:pt x="790898" y="1097618"/>
                  <a:pt x="809625" y="1105034"/>
                  <a:pt x="828675" y="1111384"/>
                </a:cubicBezTo>
                <a:lnTo>
                  <a:pt x="857250" y="1120909"/>
                </a:lnTo>
                <a:cubicBezTo>
                  <a:pt x="1033256" y="1098908"/>
                  <a:pt x="873927" y="1123884"/>
                  <a:pt x="962025" y="1101859"/>
                </a:cubicBezTo>
                <a:cubicBezTo>
                  <a:pt x="977731" y="1097932"/>
                  <a:pt x="994031" y="1096594"/>
                  <a:pt x="1009650" y="1092334"/>
                </a:cubicBezTo>
                <a:cubicBezTo>
                  <a:pt x="1029023" y="1087050"/>
                  <a:pt x="1050092" y="1084423"/>
                  <a:pt x="1066800" y="1073284"/>
                </a:cubicBezTo>
                <a:cubicBezTo>
                  <a:pt x="1106583" y="1046762"/>
                  <a:pt x="1087280" y="1062329"/>
                  <a:pt x="1123950" y="1025659"/>
                </a:cubicBezTo>
                <a:cubicBezTo>
                  <a:pt x="1127125" y="1016134"/>
                  <a:pt x="1131040" y="1006824"/>
                  <a:pt x="1133475" y="997084"/>
                </a:cubicBezTo>
                <a:cubicBezTo>
                  <a:pt x="1144384" y="953449"/>
                  <a:pt x="1146741" y="919528"/>
                  <a:pt x="1152525" y="873259"/>
                </a:cubicBezTo>
                <a:cubicBezTo>
                  <a:pt x="1150707" y="849625"/>
                  <a:pt x="1154035" y="761979"/>
                  <a:pt x="1133475" y="720859"/>
                </a:cubicBezTo>
                <a:cubicBezTo>
                  <a:pt x="1128355" y="710620"/>
                  <a:pt x="1119074" y="702745"/>
                  <a:pt x="1114425" y="692284"/>
                </a:cubicBezTo>
                <a:cubicBezTo>
                  <a:pt x="1106270" y="673934"/>
                  <a:pt x="1101725" y="654184"/>
                  <a:pt x="1095375" y="635134"/>
                </a:cubicBezTo>
                <a:lnTo>
                  <a:pt x="1085850" y="606559"/>
                </a:lnTo>
                <a:lnTo>
                  <a:pt x="1076325" y="577984"/>
                </a:lnTo>
                <a:cubicBezTo>
                  <a:pt x="1079500" y="562109"/>
                  <a:pt x="1071056" y="536934"/>
                  <a:pt x="1085850" y="530359"/>
                </a:cubicBezTo>
                <a:cubicBezTo>
                  <a:pt x="1108929" y="520102"/>
                  <a:pt x="1162509" y="540037"/>
                  <a:pt x="1190625" y="549409"/>
                </a:cubicBezTo>
                <a:cubicBezTo>
                  <a:pt x="1234294" y="483905"/>
                  <a:pt x="1221485" y="513979"/>
                  <a:pt x="1238250" y="463684"/>
                </a:cubicBezTo>
                <a:cubicBezTo>
                  <a:pt x="1231395" y="422552"/>
                  <a:pt x="1231811" y="376841"/>
                  <a:pt x="1190625" y="349384"/>
                </a:cubicBezTo>
                <a:lnTo>
                  <a:pt x="1133475" y="311284"/>
                </a:lnTo>
                <a:cubicBezTo>
                  <a:pt x="1117600" y="314459"/>
                  <a:pt x="1101959" y="319198"/>
                  <a:pt x="1085850" y="320809"/>
                </a:cubicBezTo>
                <a:cubicBezTo>
                  <a:pt x="911115" y="338282"/>
                  <a:pt x="992851" y="313709"/>
                  <a:pt x="914400" y="339859"/>
                </a:cubicBezTo>
                <a:cubicBezTo>
                  <a:pt x="879475" y="336684"/>
                  <a:pt x="843143" y="340647"/>
                  <a:pt x="809625" y="330334"/>
                </a:cubicBezTo>
                <a:cubicBezTo>
                  <a:pt x="788283" y="323767"/>
                  <a:pt x="787669" y="275242"/>
                  <a:pt x="781050" y="263659"/>
                </a:cubicBezTo>
                <a:cubicBezTo>
                  <a:pt x="774367" y="251963"/>
                  <a:pt x="761099" y="245432"/>
                  <a:pt x="752475" y="235084"/>
                </a:cubicBezTo>
                <a:cubicBezTo>
                  <a:pt x="717855" y="193540"/>
                  <a:pt x="754032" y="211661"/>
                  <a:pt x="695325" y="196984"/>
                </a:cubicBezTo>
                <a:cubicBezTo>
                  <a:pt x="613433" y="142389"/>
                  <a:pt x="717045" y="207844"/>
                  <a:pt x="638175" y="168409"/>
                </a:cubicBezTo>
                <a:cubicBezTo>
                  <a:pt x="627936" y="163289"/>
                  <a:pt x="619125" y="155709"/>
                  <a:pt x="609600" y="149359"/>
                </a:cubicBezTo>
                <a:cubicBezTo>
                  <a:pt x="603250" y="139834"/>
                  <a:pt x="592795" y="132009"/>
                  <a:pt x="590550" y="120784"/>
                </a:cubicBezTo>
                <a:cubicBezTo>
                  <a:pt x="583052" y="83294"/>
                  <a:pt x="599333" y="40048"/>
                  <a:pt x="581025" y="6484"/>
                </a:cubicBezTo>
                <a:cubicBezTo>
                  <a:pt x="577488" y="0"/>
                  <a:pt x="515310" y="22039"/>
                  <a:pt x="504825" y="25534"/>
                </a:cubicBezTo>
                <a:cubicBezTo>
                  <a:pt x="450230" y="107426"/>
                  <a:pt x="515685" y="3814"/>
                  <a:pt x="476250" y="82684"/>
                </a:cubicBezTo>
                <a:cubicBezTo>
                  <a:pt x="471130" y="92923"/>
                  <a:pt x="463550" y="101734"/>
                  <a:pt x="457200" y="111259"/>
                </a:cubicBezTo>
                <a:cubicBezTo>
                  <a:pt x="452414" y="221331"/>
                  <a:pt x="487400" y="288379"/>
                  <a:pt x="428625" y="358909"/>
                </a:cubicBezTo>
                <a:cubicBezTo>
                  <a:pt x="420001" y="369257"/>
                  <a:pt x="409575" y="377959"/>
                  <a:pt x="400050" y="387484"/>
                </a:cubicBezTo>
                <a:cubicBezTo>
                  <a:pt x="396875" y="397009"/>
                  <a:pt x="390525" y="406019"/>
                  <a:pt x="390525" y="416059"/>
                </a:cubicBezTo>
                <a:cubicBezTo>
                  <a:pt x="390525" y="466828"/>
                  <a:pt x="396804" y="447773"/>
                  <a:pt x="428625" y="463684"/>
                </a:cubicBezTo>
                <a:cubicBezTo>
                  <a:pt x="438864" y="468804"/>
                  <a:pt x="447675" y="476384"/>
                  <a:pt x="457200" y="482734"/>
                </a:cubicBezTo>
                <a:cubicBezTo>
                  <a:pt x="460375" y="492259"/>
                  <a:pt x="468376" y="501405"/>
                  <a:pt x="466725" y="511309"/>
                </a:cubicBezTo>
                <a:cubicBezTo>
                  <a:pt x="464843" y="522601"/>
                  <a:pt x="455004" y="531090"/>
                  <a:pt x="447675" y="539884"/>
                </a:cubicBezTo>
                <a:cubicBezTo>
                  <a:pt x="386559" y="613223"/>
                  <a:pt x="447348" y="526088"/>
                  <a:pt x="400050" y="597034"/>
                </a:cubicBezTo>
                <a:cubicBezTo>
                  <a:pt x="403225" y="616084"/>
                  <a:pt x="395919" y="640528"/>
                  <a:pt x="409575" y="654184"/>
                </a:cubicBezTo>
                <a:cubicBezTo>
                  <a:pt x="423231" y="667840"/>
                  <a:pt x="447872" y="659519"/>
                  <a:pt x="466725" y="663709"/>
                </a:cubicBezTo>
                <a:cubicBezTo>
                  <a:pt x="476526" y="665887"/>
                  <a:pt x="485775" y="670059"/>
                  <a:pt x="495300" y="673234"/>
                </a:cubicBezTo>
                <a:cubicBezTo>
                  <a:pt x="501650" y="692284"/>
                  <a:pt x="533400" y="724034"/>
                  <a:pt x="514350" y="730384"/>
                </a:cubicBezTo>
                <a:lnTo>
                  <a:pt x="457200" y="749434"/>
                </a:lnTo>
                <a:lnTo>
                  <a:pt x="428625" y="758959"/>
                </a:lnTo>
                <a:cubicBezTo>
                  <a:pt x="384175" y="755784"/>
                  <a:pt x="333488" y="772362"/>
                  <a:pt x="295275" y="749434"/>
                </a:cubicBezTo>
                <a:cubicBezTo>
                  <a:pt x="273325" y="736264"/>
                  <a:pt x="294359" y="697340"/>
                  <a:pt x="285750" y="673234"/>
                </a:cubicBezTo>
                <a:cubicBezTo>
                  <a:pt x="278049" y="651673"/>
                  <a:pt x="247650" y="616084"/>
                  <a:pt x="247650" y="616084"/>
                </a:cubicBezTo>
                <a:cubicBezTo>
                  <a:pt x="212725" y="619259"/>
                  <a:pt x="177592" y="620649"/>
                  <a:pt x="142875" y="625609"/>
                </a:cubicBezTo>
                <a:cubicBezTo>
                  <a:pt x="132936" y="627029"/>
                  <a:pt x="122654" y="629565"/>
                  <a:pt x="114300" y="635134"/>
                </a:cubicBezTo>
                <a:cubicBezTo>
                  <a:pt x="103092" y="642606"/>
                  <a:pt x="96073" y="655085"/>
                  <a:pt x="85725" y="663709"/>
                </a:cubicBezTo>
                <a:cubicBezTo>
                  <a:pt x="76931" y="671038"/>
                  <a:pt x="66675" y="676409"/>
                  <a:pt x="57150" y="682759"/>
                </a:cubicBezTo>
                <a:cubicBezTo>
                  <a:pt x="50800" y="692284"/>
                  <a:pt x="45429" y="702540"/>
                  <a:pt x="38100" y="711334"/>
                </a:cubicBezTo>
                <a:cubicBezTo>
                  <a:pt x="29476" y="721682"/>
                  <a:pt x="16997" y="728701"/>
                  <a:pt x="9525" y="739909"/>
                </a:cubicBezTo>
                <a:cubicBezTo>
                  <a:pt x="3956" y="748263"/>
                  <a:pt x="3175" y="758959"/>
                  <a:pt x="0" y="768484"/>
                </a:cubicBezTo>
                <a:cubicBezTo>
                  <a:pt x="1374" y="775354"/>
                  <a:pt x="10682" y="832132"/>
                  <a:pt x="19050" y="844684"/>
                </a:cubicBezTo>
                <a:cubicBezTo>
                  <a:pt x="33718" y="866686"/>
                  <a:pt x="55115" y="878252"/>
                  <a:pt x="76200" y="892309"/>
                </a:cubicBezTo>
                <a:cubicBezTo>
                  <a:pt x="121897" y="960855"/>
                  <a:pt x="57186" y="876458"/>
                  <a:pt x="152400" y="939934"/>
                </a:cubicBezTo>
                <a:cubicBezTo>
                  <a:pt x="217904" y="983603"/>
                  <a:pt x="187830" y="970794"/>
                  <a:pt x="238125" y="987559"/>
                </a:cubicBezTo>
                <a:cubicBezTo>
                  <a:pt x="267859" y="983842"/>
                  <a:pt x="318887" y="989000"/>
                  <a:pt x="342900" y="958984"/>
                </a:cubicBezTo>
                <a:cubicBezTo>
                  <a:pt x="349172" y="951144"/>
                  <a:pt x="349250" y="939934"/>
                  <a:pt x="352425" y="930409"/>
                </a:cubicBezTo>
                <a:cubicBezTo>
                  <a:pt x="344695" y="868566"/>
                  <a:pt x="347360" y="865057"/>
                  <a:pt x="333375" y="816109"/>
                </a:cubicBezTo>
                <a:cubicBezTo>
                  <a:pt x="330617" y="806455"/>
                  <a:pt x="330122" y="795374"/>
                  <a:pt x="323850" y="787534"/>
                </a:cubicBezTo>
                <a:cubicBezTo>
                  <a:pt x="316699" y="778595"/>
                  <a:pt x="304800" y="774834"/>
                  <a:pt x="295275" y="768484"/>
                </a:cubicBezTo>
                <a:cubicBezTo>
                  <a:pt x="292100" y="755784"/>
                  <a:pt x="289346" y="742971"/>
                  <a:pt x="285750" y="730384"/>
                </a:cubicBezTo>
                <a:cubicBezTo>
                  <a:pt x="282992" y="720730"/>
                  <a:pt x="276225" y="711849"/>
                  <a:pt x="276225" y="701809"/>
                </a:cubicBezTo>
                <a:cubicBezTo>
                  <a:pt x="276225" y="683506"/>
                  <a:pt x="289246" y="647577"/>
                  <a:pt x="304800" y="635134"/>
                </a:cubicBezTo>
                <a:cubicBezTo>
                  <a:pt x="312640" y="628862"/>
                  <a:pt x="323850" y="628784"/>
                  <a:pt x="333375" y="625609"/>
                </a:cubicBezTo>
                <a:cubicBezTo>
                  <a:pt x="343007" y="611162"/>
                  <a:pt x="361950" y="588177"/>
                  <a:pt x="361950" y="568459"/>
                </a:cubicBezTo>
                <a:cubicBezTo>
                  <a:pt x="361950" y="508381"/>
                  <a:pt x="351094" y="488265"/>
                  <a:pt x="333375" y="435109"/>
                </a:cubicBezTo>
                <a:cubicBezTo>
                  <a:pt x="330200" y="425584"/>
                  <a:pt x="332204" y="412103"/>
                  <a:pt x="323850" y="406534"/>
                </a:cubicBezTo>
                <a:cubicBezTo>
                  <a:pt x="281805" y="378504"/>
                  <a:pt x="306500" y="389729"/>
                  <a:pt x="247650" y="377959"/>
                </a:cubicBezTo>
                <a:cubicBezTo>
                  <a:pt x="241300" y="358909"/>
                  <a:pt x="233470" y="340290"/>
                  <a:pt x="228600" y="320809"/>
                </a:cubicBezTo>
                <a:cubicBezTo>
                  <a:pt x="225425" y="308109"/>
                  <a:pt x="226337" y="293601"/>
                  <a:pt x="219075" y="282709"/>
                </a:cubicBezTo>
                <a:cubicBezTo>
                  <a:pt x="212725" y="273184"/>
                  <a:pt x="200025" y="270009"/>
                  <a:pt x="190500" y="263659"/>
                </a:cubicBezTo>
                <a:cubicBezTo>
                  <a:pt x="156623" y="268499"/>
                  <a:pt x="120003" y="263945"/>
                  <a:pt x="95250" y="292234"/>
                </a:cubicBezTo>
                <a:cubicBezTo>
                  <a:pt x="80173" y="309464"/>
                  <a:pt x="57150" y="349384"/>
                  <a:pt x="57150" y="349384"/>
                </a:cubicBezTo>
                <a:cubicBezTo>
                  <a:pt x="60325" y="390659"/>
                  <a:pt x="55302" y="433405"/>
                  <a:pt x="66675" y="473209"/>
                </a:cubicBezTo>
                <a:cubicBezTo>
                  <a:pt x="69433" y="482863"/>
                  <a:pt x="85210" y="482734"/>
                  <a:pt x="95250" y="482734"/>
                </a:cubicBezTo>
                <a:cubicBezTo>
                  <a:pt x="124001" y="482734"/>
                  <a:pt x="152400" y="476384"/>
                  <a:pt x="180975" y="473209"/>
                </a:cubicBezTo>
                <a:cubicBezTo>
                  <a:pt x="231270" y="456444"/>
                  <a:pt x="203981" y="472038"/>
                  <a:pt x="247650" y="406534"/>
                </a:cubicBezTo>
                <a:cubicBezTo>
                  <a:pt x="254000" y="397009"/>
                  <a:pt x="266700" y="366511"/>
                  <a:pt x="266700" y="377959"/>
                </a:cubicBezTo>
                <a:lnTo>
                  <a:pt x="266700" y="387484"/>
                </a:lnTo>
                <a:lnTo>
                  <a:pt x="266700" y="387484"/>
                </a:lnTo>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28" name="Google Shape;928;p14"/>
          <p:cNvSpPr/>
          <p:nvPr/>
        </p:nvSpPr>
        <p:spPr>
          <a:xfrm>
            <a:off x="1860108" y="3419475"/>
            <a:ext cx="2788092" cy="1076625"/>
          </a:xfrm>
          <a:custGeom>
            <a:avLst/>
            <a:gdLst/>
            <a:ahLst/>
            <a:cxnLst/>
            <a:rect l="l" t="t" r="r" b="b"/>
            <a:pathLst>
              <a:path w="2788092" h="1076625" extrusionOk="0">
                <a:moveTo>
                  <a:pt x="2788092" y="523875"/>
                </a:moveTo>
                <a:lnTo>
                  <a:pt x="2788092" y="523875"/>
                </a:lnTo>
                <a:cubicBezTo>
                  <a:pt x="2787618" y="533837"/>
                  <a:pt x="2776852" y="800862"/>
                  <a:pt x="2769042" y="847725"/>
                </a:cubicBezTo>
                <a:cubicBezTo>
                  <a:pt x="2764665" y="873985"/>
                  <a:pt x="2746580" y="909945"/>
                  <a:pt x="2721417" y="923925"/>
                </a:cubicBezTo>
                <a:cubicBezTo>
                  <a:pt x="2703864" y="933677"/>
                  <a:pt x="2664267" y="942975"/>
                  <a:pt x="2664267" y="942975"/>
                </a:cubicBezTo>
                <a:cubicBezTo>
                  <a:pt x="2600767" y="939800"/>
                  <a:pt x="2537107" y="938958"/>
                  <a:pt x="2473767" y="933450"/>
                </a:cubicBezTo>
                <a:cubicBezTo>
                  <a:pt x="2463765" y="932580"/>
                  <a:pt x="2454846" y="926683"/>
                  <a:pt x="2445192" y="923925"/>
                </a:cubicBezTo>
                <a:cubicBezTo>
                  <a:pt x="2344425" y="895135"/>
                  <a:pt x="2485755" y="940621"/>
                  <a:pt x="2349942" y="895350"/>
                </a:cubicBezTo>
                <a:cubicBezTo>
                  <a:pt x="2340417" y="892175"/>
                  <a:pt x="2329721" y="891394"/>
                  <a:pt x="2321367" y="885825"/>
                </a:cubicBezTo>
                <a:cubicBezTo>
                  <a:pt x="2311842" y="879475"/>
                  <a:pt x="2303757" y="870064"/>
                  <a:pt x="2292792" y="866775"/>
                </a:cubicBezTo>
                <a:cubicBezTo>
                  <a:pt x="2271288" y="860324"/>
                  <a:pt x="2248502" y="858972"/>
                  <a:pt x="2226117" y="857250"/>
                </a:cubicBezTo>
                <a:cubicBezTo>
                  <a:pt x="2165886" y="852617"/>
                  <a:pt x="2105467" y="850900"/>
                  <a:pt x="2045142" y="847725"/>
                </a:cubicBezTo>
                <a:cubicBezTo>
                  <a:pt x="2035617" y="844550"/>
                  <a:pt x="2026253" y="840842"/>
                  <a:pt x="2016567" y="838200"/>
                </a:cubicBezTo>
                <a:cubicBezTo>
                  <a:pt x="1991308" y="831311"/>
                  <a:pt x="1965205" y="827429"/>
                  <a:pt x="1940367" y="819150"/>
                </a:cubicBezTo>
                <a:cubicBezTo>
                  <a:pt x="1871854" y="796312"/>
                  <a:pt x="1957413" y="824020"/>
                  <a:pt x="1873692" y="800100"/>
                </a:cubicBezTo>
                <a:cubicBezTo>
                  <a:pt x="1864038" y="797342"/>
                  <a:pt x="1854857" y="793010"/>
                  <a:pt x="1845117" y="790575"/>
                </a:cubicBezTo>
                <a:cubicBezTo>
                  <a:pt x="1829411" y="786648"/>
                  <a:pt x="1813111" y="785310"/>
                  <a:pt x="1797492" y="781050"/>
                </a:cubicBezTo>
                <a:cubicBezTo>
                  <a:pt x="1778119" y="775766"/>
                  <a:pt x="1760267" y="764491"/>
                  <a:pt x="1740342" y="762000"/>
                </a:cubicBezTo>
                <a:cubicBezTo>
                  <a:pt x="1641865" y="749690"/>
                  <a:pt x="1689482" y="756095"/>
                  <a:pt x="1597467" y="742950"/>
                </a:cubicBezTo>
                <a:cubicBezTo>
                  <a:pt x="1508567" y="746125"/>
                  <a:pt x="1419550" y="746926"/>
                  <a:pt x="1330767" y="752475"/>
                </a:cubicBezTo>
                <a:cubicBezTo>
                  <a:pt x="1313050" y="753582"/>
                  <a:pt x="1243938" y="778243"/>
                  <a:pt x="1235517" y="781050"/>
                </a:cubicBezTo>
                <a:lnTo>
                  <a:pt x="1206942" y="790575"/>
                </a:lnTo>
                <a:cubicBezTo>
                  <a:pt x="1197417" y="793750"/>
                  <a:pt x="1186721" y="794531"/>
                  <a:pt x="1178367" y="800100"/>
                </a:cubicBezTo>
                <a:cubicBezTo>
                  <a:pt x="1168842" y="806450"/>
                  <a:pt x="1160652" y="815530"/>
                  <a:pt x="1149792" y="819150"/>
                </a:cubicBezTo>
                <a:cubicBezTo>
                  <a:pt x="1131470" y="825257"/>
                  <a:pt x="1111495" y="824485"/>
                  <a:pt x="1092642" y="828675"/>
                </a:cubicBezTo>
                <a:cubicBezTo>
                  <a:pt x="1082841" y="830853"/>
                  <a:pt x="1073721" y="835442"/>
                  <a:pt x="1064067" y="838200"/>
                </a:cubicBezTo>
                <a:cubicBezTo>
                  <a:pt x="1051480" y="841796"/>
                  <a:pt x="1038506" y="843963"/>
                  <a:pt x="1025967" y="847725"/>
                </a:cubicBezTo>
                <a:cubicBezTo>
                  <a:pt x="1006733" y="853495"/>
                  <a:pt x="985525" y="855636"/>
                  <a:pt x="968817" y="866775"/>
                </a:cubicBezTo>
                <a:cubicBezTo>
                  <a:pt x="949767" y="879475"/>
                  <a:pt x="927856" y="888686"/>
                  <a:pt x="911667" y="904875"/>
                </a:cubicBezTo>
                <a:cubicBezTo>
                  <a:pt x="885140" y="931402"/>
                  <a:pt x="837150" y="986864"/>
                  <a:pt x="797367" y="1000125"/>
                </a:cubicBezTo>
                <a:lnTo>
                  <a:pt x="768792" y="1009650"/>
                </a:lnTo>
                <a:cubicBezTo>
                  <a:pt x="759267" y="1019175"/>
                  <a:pt x="751425" y="1030753"/>
                  <a:pt x="740217" y="1038225"/>
                </a:cubicBezTo>
                <a:cubicBezTo>
                  <a:pt x="731487" y="1044045"/>
                  <a:pt x="679315" y="1055543"/>
                  <a:pt x="673542" y="1057275"/>
                </a:cubicBezTo>
                <a:cubicBezTo>
                  <a:pt x="654308" y="1063045"/>
                  <a:pt x="616392" y="1076325"/>
                  <a:pt x="616392" y="1076325"/>
                </a:cubicBezTo>
                <a:cubicBezTo>
                  <a:pt x="587817" y="1073150"/>
                  <a:pt x="557687" y="1076625"/>
                  <a:pt x="530667" y="1066800"/>
                </a:cubicBezTo>
                <a:cubicBezTo>
                  <a:pt x="519909" y="1062888"/>
                  <a:pt x="519222" y="1046781"/>
                  <a:pt x="511617" y="1038225"/>
                </a:cubicBezTo>
                <a:cubicBezTo>
                  <a:pt x="493719" y="1018089"/>
                  <a:pt x="469411" y="1003491"/>
                  <a:pt x="454467" y="981075"/>
                </a:cubicBezTo>
                <a:lnTo>
                  <a:pt x="416367" y="923925"/>
                </a:lnTo>
                <a:cubicBezTo>
                  <a:pt x="413192" y="892175"/>
                  <a:pt x="411694" y="860212"/>
                  <a:pt x="406842" y="828675"/>
                </a:cubicBezTo>
                <a:cubicBezTo>
                  <a:pt x="405315" y="818752"/>
                  <a:pt x="397317" y="810140"/>
                  <a:pt x="397317" y="800100"/>
                </a:cubicBezTo>
                <a:cubicBezTo>
                  <a:pt x="397317" y="756320"/>
                  <a:pt x="404637" y="740039"/>
                  <a:pt x="416367" y="704850"/>
                </a:cubicBezTo>
                <a:cubicBezTo>
                  <a:pt x="392290" y="584463"/>
                  <a:pt x="439299" y="740578"/>
                  <a:pt x="311592" y="647700"/>
                </a:cubicBezTo>
                <a:cubicBezTo>
                  <a:pt x="293435" y="634495"/>
                  <a:pt x="305242" y="603250"/>
                  <a:pt x="302067" y="581025"/>
                </a:cubicBezTo>
                <a:cubicBezTo>
                  <a:pt x="279842" y="584200"/>
                  <a:pt x="257537" y="586859"/>
                  <a:pt x="235392" y="590550"/>
                </a:cubicBezTo>
                <a:cubicBezTo>
                  <a:pt x="219423" y="593212"/>
                  <a:pt x="203890" y="601541"/>
                  <a:pt x="187767" y="600075"/>
                </a:cubicBezTo>
                <a:cubicBezTo>
                  <a:pt x="167769" y="598257"/>
                  <a:pt x="130617" y="581025"/>
                  <a:pt x="130617" y="581025"/>
                </a:cubicBezTo>
                <a:cubicBezTo>
                  <a:pt x="82255" y="532663"/>
                  <a:pt x="115543" y="575752"/>
                  <a:pt x="92517" y="514350"/>
                </a:cubicBezTo>
                <a:cubicBezTo>
                  <a:pt x="79442" y="479484"/>
                  <a:pt x="67368" y="468119"/>
                  <a:pt x="44892" y="438150"/>
                </a:cubicBezTo>
                <a:cubicBezTo>
                  <a:pt x="0" y="303475"/>
                  <a:pt x="4785" y="339905"/>
                  <a:pt x="35367" y="95250"/>
                </a:cubicBezTo>
                <a:cubicBezTo>
                  <a:pt x="36973" y="82405"/>
                  <a:pt x="84062" y="69493"/>
                  <a:pt x="92517" y="66675"/>
                </a:cubicBezTo>
                <a:cubicBezTo>
                  <a:pt x="124267" y="69850"/>
                  <a:pt x="155953" y="78647"/>
                  <a:pt x="187767" y="76200"/>
                </a:cubicBezTo>
                <a:cubicBezTo>
                  <a:pt x="221165" y="73631"/>
                  <a:pt x="215819" y="48671"/>
                  <a:pt x="225867" y="28575"/>
                </a:cubicBezTo>
                <a:cubicBezTo>
                  <a:pt x="230987" y="18336"/>
                  <a:pt x="238567" y="9525"/>
                  <a:pt x="244917" y="0"/>
                </a:cubicBezTo>
                <a:cubicBezTo>
                  <a:pt x="260792" y="3175"/>
                  <a:pt x="278486" y="1493"/>
                  <a:pt x="292542" y="9525"/>
                </a:cubicBezTo>
                <a:cubicBezTo>
                  <a:pt x="311650" y="20444"/>
                  <a:pt x="312806" y="50052"/>
                  <a:pt x="321117" y="66675"/>
                </a:cubicBezTo>
                <a:cubicBezTo>
                  <a:pt x="326237" y="76914"/>
                  <a:pt x="334487" y="85311"/>
                  <a:pt x="340167" y="95250"/>
                </a:cubicBezTo>
                <a:cubicBezTo>
                  <a:pt x="347212" y="107578"/>
                  <a:pt x="352172" y="121022"/>
                  <a:pt x="359217" y="133350"/>
                </a:cubicBezTo>
                <a:cubicBezTo>
                  <a:pt x="364897" y="143289"/>
                  <a:pt x="368742" y="155575"/>
                  <a:pt x="378267" y="161925"/>
                </a:cubicBezTo>
                <a:cubicBezTo>
                  <a:pt x="389159" y="169187"/>
                  <a:pt x="403828" y="167688"/>
                  <a:pt x="416367" y="171450"/>
                </a:cubicBezTo>
                <a:cubicBezTo>
                  <a:pt x="532315" y="206235"/>
                  <a:pt x="423800" y="178071"/>
                  <a:pt x="511617" y="200025"/>
                </a:cubicBezTo>
                <a:cubicBezTo>
                  <a:pt x="549717" y="196850"/>
                  <a:pt x="587980" y="195242"/>
                  <a:pt x="625917" y="190500"/>
                </a:cubicBezTo>
                <a:cubicBezTo>
                  <a:pt x="638907" y="188876"/>
                  <a:pt x="650926" y="180975"/>
                  <a:pt x="664017" y="180975"/>
                </a:cubicBezTo>
                <a:cubicBezTo>
                  <a:pt x="689615" y="180975"/>
                  <a:pt x="714817" y="187325"/>
                  <a:pt x="740217" y="190500"/>
                </a:cubicBezTo>
                <a:cubicBezTo>
                  <a:pt x="848661" y="226648"/>
                  <a:pt x="777321" y="210729"/>
                  <a:pt x="959292" y="200025"/>
                </a:cubicBezTo>
                <a:cubicBezTo>
                  <a:pt x="1037741" y="173875"/>
                  <a:pt x="996563" y="183815"/>
                  <a:pt x="1083117" y="171450"/>
                </a:cubicBezTo>
                <a:cubicBezTo>
                  <a:pt x="1156142" y="174625"/>
                  <a:pt x="1229313" y="175369"/>
                  <a:pt x="1302192" y="180975"/>
                </a:cubicBezTo>
                <a:cubicBezTo>
                  <a:pt x="1312203" y="181745"/>
                  <a:pt x="1321027" y="188065"/>
                  <a:pt x="1330767" y="190500"/>
                </a:cubicBezTo>
                <a:cubicBezTo>
                  <a:pt x="1346473" y="194427"/>
                  <a:pt x="1362686" y="196098"/>
                  <a:pt x="1378392" y="200025"/>
                </a:cubicBezTo>
                <a:cubicBezTo>
                  <a:pt x="1388132" y="202460"/>
                  <a:pt x="1397313" y="206792"/>
                  <a:pt x="1406967" y="209550"/>
                </a:cubicBezTo>
                <a:cubicBezTo>
                  <a:pt x="1419554" y="213146"/>
                  <a:pt x="1432528" y="215313"/>
                  <a:pt x="1445067" y="219075"/>
                </a:cubicBezTo>
                <a:cubicBezTo>
                  <a:pt x="1464301" y="224845"/>
                  <a:pt x="1483167" y="231775"/>
                  <a:pt x="1502217" y="238125"/>
                </a:cubicBezTo>
                <a:cubicBezTo>
                  <a:pt x="1511742" y="241300"/>
                  <a:pt x="1520888" y="245999"/>
                  <a:pt x="1530792" y="247650"/>
                </a:cubicBezTo>
                <a:cubicBezTo>
                  <a:pt x="1549842" y="250825"/>
                  <a:pt x="1568799" y="254623"/>
                  <a:pt x="1587942" y="257175"/>
                </a:cubicBezTo>
                <a:cubicBezTo>
                  <a:pt x="1664186" y="267341"/>
                  <a:pt x="1664570" y="262976"/>
                  <a:pt x="1730817" y="276225"/>
                </a:cubicBezTo>
                <a:cubicBezTo>
                  <a:pt x="1740990" y="278260"/>
                  <a:pt x="1785388" y="289223"/>
                  <a:pt x="1797492" y="295275"/>
                </a:cubicBezTo>
                <a:cubicBezTo>
                  <a:pt x="1807731" y="300395"/>
                  <a:pt x="1815102" y="311036"/>
                  <a:pt x="1826067" y="314325"/>
                </a:cubicBezTo>
                <a:cubicBezTo>
                  <a:pt x="1847571" y="320776"/>
                  <a:pt x="1870517" y="320675"/>
                  <a:pt x="1892742" y="323850"/>
                </a:cubicBezTo>
                <a:lnTo>
                  <a:pt x="1949892" y="342900"/>
                </a:lnTo>
                <a:cubicBezTo>
                  <a:pt x="1959417" y="346075"/>
                  <a:pt x="1968461" y="351591"/>
                  <a:pt x="1978467" y="352425"/>
                </a:cubicBezTo>
                <a:lnTo>
                  <a:pt x="2092767" y="361950"/>
                </a:lnTo>
                <a:cubicBezTo>
                  <a:pt x="2111817" y="368300"/>
                  <a:pt x="2130110" y="377699"/>
                  <a:pt x="2149917" y="381000"/>
                </a:cubicBezTo>
                <a:cubicBezTo>
                  <a:pt x="2191274" y="387893"/>
                  <a:pt x="2214754" y="391175"/>
                  <a:pt x="2254692" y="400050"/>
                </a:cubicBezTo>
                <a:cubicBezTo>
                  <a:pt x="2267471" y="402890"/>
                  <a:pt x="2279755" y="408390"/>
                  <a:pt x="2292792" y="409575"/>
                </a:cubicBezTo>
                <a:cubicBezTo>
                  <a:pt x="2349795" y="414757"/>
                  <a:pt x="2407092" y="415925"/>
                  <a:pt x="2464242" y="419100"/>
                </a:cubicBezTo>
                <a:cubicBezTo>
                  <a:pt x="2483292" y="422275"/>
                  <a:pt x="2502539" y="424435"/>
                  <a:pt x="2521392" y="428625"/>
                </a:cubicBezTo>
                <a:cubicBezTo>
                  <a:pt x="2531193" y="430803"/>
                  <a:pt x="2540063" y="436499"/>
                  <a:pt x="2549967" y="438150"/>
                </a:cubicBezTo>
                <a:cubicBezTo>
                  <a:pt x="2578327" y="442877"/>
                  <a:pt x="2607230" y="443609"/>
                  <a:pt x="2635692" y="447675"/>
                </a:cubicBezTo>
                <a:cubicBezTo>
                  <a:pt x="2693788" y="455974"/>
                  <a:pt x="2667570" y="454062"/>
                  <a:pt x="2711892" y="466725"/>
                </a:cubicBezTo>
                <a:cubicBezTo>
                  <a:pt x="2724479" y="470321"/>
                  <a:pt x="2737292" y="473075"/>
                  <a:pt x="2749992" y="476250"/>
                </a:cubicBezTo>
                <a:cubicBezTo>
                  <a:pt x="2768616" y="504186"/>
                  <a:pt x="2770680" y="501852"/>
                  <a:pt x="2778567" y="533400"/>
                </a:cubicBezTo>
                <a:cubicBezTo>
                  <a:pt x="2779337" y="536480"/>
                  <a:pt x="2786505" y="525462"/>
                  <a:pt x="2788092" y="523875"/>
                </a:cubicBezTo>
                <a:close/>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29" name="Google Shape;929;p14"/>
          <p:cNvSpPr/>
          <p:nvPr/>
        </p:nvSpPr>
        <p:spPr>
          <a:xfrm>
            <a:off x="3492" y="410992"/>
            <a:ext cx="1779571" cy="4122908"/>
          </a:xfrm>
          <a:custGeom>
            <a:avLst/>
            <a:gdLst/>
            <a:ahLst/>
            <a:cxnLst/>
            <a:rect l="l" t="t" r="r" b="b"/>
            <a:pathLst>
              <a:path w="1779571" h="4122908" extrusionOk="0">
                <a:moveTo>
                  <a:pt x="6033" y="17633"/>
                </a:moveTo>
                <a:lnTo>
                  <a:pt x="6033" y="17633"/>
                </a:lnTo>
                <a:cubicBezTo>
                  <a:pt x="164732" y="0"/>
                  <a:pt x="99681" y="2971"/>
                  <a:pt x="348933" y="17633"/>
                </a:cubicBezTo>
                <a:cubicBezTo>
                  <a:pt x="454125" y="23821"/>
                  <a:pt x="377924" y="27792"/>
                  <a:pt x="482283" y="46208"/>
                </a:cubicBezTo>
                <a:cubicBezTo>
                  <a:pt x="513706" y="51753"/>
                  <a:pt x="545783" y="52558"/>
                  <a:pt x="577533" y="55733"/>
                </a:cubicBezTo>
                <a:lnTo>
                  <a:pt x="758508" y="93833"/>
                </a:lnTo>
                <a:cubicBezTo>
                  <a:pt x="818833" y="106533"/>
                  <a:pt x="878312" y="124287"/>
                  <a:pt x="939483" y="131933"/>
                </a:cubicBezTo>
                <a:lnTo>
                  <a:pt x="1015683" y="141458"/>
                </a:lnTo>
                <a:cubicBezTo>
                  <a:pt x="1060133" y="154158"/>
                  <a:pt x="1103161" y="173824"/>
                  <a:pt x="1149033" y="179558"/>
                </a:cubicBezTo>
                <a:lnTo>
                  <a:pt x="1301433" y="198608"/>
                </a:lnTo>
                <a:cubicBezTo>
                  <a:pt x="1353291" y="218055"/>
                  <a:pt x="1394577" y="232201"/>
                  <a:pt x="1444308" y="255758"/>
                </a:cubicBezTo>
                <a:cubicBezTo>
                  <a:pt x="1533125" y="297829"/>
                  <a:pt x="1535425" y="306209"/>
                  <a:pt x="1606233" y="331958"/>
                </a:cubicBezTo>
                <a:cubicBezTo>
                  <a:pt x="1712072" y="370445"/>
                  <a:pt x="1620257" y="336165"/>
                  <a:pt x="1701483" y="360533"/>
                </a:cubicBezTo>
                <a:cubicBezTo>
                  <a:pt x="1720717" y="366303"/>
                  <a:pt x="1758633" y="379583"/>
                  <a:pt x="1758633" y="379583"/>
                </a:cubicBezTo>
                <a:cubicBezTo>
                  <a:pt x="1764983" y="395458"/>
                  <a:pt x="1779571" y="410215"/>
                  <a:pt x="1777683" y="427208"/>
                </a:cubicBezTo>
                <a:cubicBezTo>
                  <a:pt x="1775930" y="442986"/>
                  <a:pt x="1755555" y="450801"/>
                  <a:pt x="1749108" y="465308"/>
                </a:cubicBezTo>
                <a:cubicBezTo>
                  <a:pt x="1742533" y="480102"/>
                  <a:pt x="1743510" y="497227"/>
                  <a:pt x="1739583" y="512933"/>
                </a:cubicBezTo>
                <a:cubicBezTo>
                  <a:pt x="1716135" y="606726"/>
                  <a:pt x="1746743" y="441397"/>
                  <a:pt x="1720533" y="598658"/>
                </a:cubicBezTo>
                <a:cubicBezTo>
                  <a:pt x="1718242" y="635308"/>
                  <a:pt x="1705867" y="840570"/>
                  <a:pt x="1701483" y="884408"/>
                </a:cubicBezTo>
                <a:cubicBezTo>
                  <a:pt x="1699561" y="903625"/>
                  <a:pt x="1694510" y="922415"/>
                  <a:pt x="1691958" y="941558"/>
                </a:cubicBezTo>
                <a:cubicBezTo>
                  <a:pt x="1681742" y="1018177"/>
                  <a:pt x="1682150" y="1043977"/>
                  <a:pt x="1672908" y="1122533"/>
                </a:cubicBezTo>
                <a:cubicBezTo>
                  <a:pt x="1670285" y="1144830"/>
                  <a:pt x="1665733" y="1166881"/>
                  <a:pt x="1663383" y="1189208"/>
                </a:cubicBezTo>
                <a:cubicBezTo>
                  <a:pt x="1655587" y="1263272"/>
                  <a:pt x="1656019" y="1309590"/>
                  <a:pt x="1644333" y="1379708"/>
                </a:cubicBezTo>
                <a:cubicBezTo>
                  <a:pt x="1639010" y="1411646"/>
                  <a:pt x="1635522" y="1444241"/>
                  <a:pt x="1625283" y="1474958"/>
                </a:cubicBezTo>
                <a:cubicBezTo>
                  <a:pt x="1614676" y="1506779"/>
                  <a:pt x="1614206" y="1505753"/>
                  <a:pt x="1606233" y="1541633"/>
                </a:cubicBezTo>
                <a:cubicBezTo>
                  <a:pt x="1602721" y="1557437"/>
                  <a:pt x="1598848" y="1573211"/>
                  <a:pt x="1596708" y="1589258"/>
                </a:cubicBezTo>
                <a:cubicBezTo>
                  <a:pt x="1592491" y="1620886"/>
                  <a:pt x="1592429" y="1653034"/>
                  <a:pt x="1587183" y="1684508"/>
                </a:cubicBezTo>
                <a:cubicBezTo>
                  <a:pt x="1582879" y="1710333"/>
                  <a:pt x="1568133" y="1760708"/>
                  <a:pt x="1568133" y="1760708"/>
                </a:cubicBezTo>
                <a:cubicBezTo>
                  <a:pt x="1564958" y="1792458"/>
                  <a:pt x="1562566" y="1824296"/>
                  <a:pt x="1558608" y="1855958"/>
                </a:cubicBezTo>
                <a:cubicBezTo>
                  <a:pt x="1556213" y="1875122"/>
                  <a:pt x="1551216" y="1893913"/>
                  <a:pt x="1549083" y="1913108"/>
                </a:cubicBezTo>
                <a:cubicBezTo>
                  <a:pt x="1536494" y="2026406"/>
                  <a:pt x="1540977" y="2049895"/>
                  <a:pt x="1530033" y="2170283"/>
                </a:cubicBezTo>
                <a:cubicBezTo>
                  <a:pt x="1528000" y="2192641"/>
                  <a:pt x="1522987" y="2214645"/>
                  <a:pt x="1520508" y="2236958"/>
                </a:cubicBezTo>
                <a:cubicBezTo>
                  <a:pt x="1516635" y="2271813"/>
                  <a:pt x="1513574" y="2306760"/>
                  <a:pt x="1510983" y="2341733"/>
                </a:cubicBezTo>
                <a:cubicBezTo>
                  <a:pt x="1496586" y="2536097"/>
                  <a:pt x="1504118" y="2487782"/>
                  <a:pt x="1491933" y="2713208"/>
                </a:cubicBezTo>
                <a:cubicBezTo>
                  <a:pt x="1489528" y="2757706"/>
                  <a:pt x="1485583" y="2802108"/>
                  <a:pt x="1482408" y="2846558"/>
                </a:cubicBezTo>
                <a:cubicBezTo>
                  <a:pt x="1485583" y="2986258"/>
                  <a:pt x="1486664" y="3126021"/>
                  <a:pt x="1491933" y="3265658"/>
                </a:cubicBezTo>
                <a:cubicBezTo>
                  <a:pt x="1495204" y="3352327"/>
                  <a:pt x="1502365" y="3335283"/>
                  <a:pt x="1510983" y="3408533"/>
                </a:cubicBezTo>
                <a:cubicBezTo>
                  <a:pt x="1527643" y="3550146"/>
                  <a:pt x="1509781" y="3470402"/>
                  <a:pt x="1530033" y="3551408"/>
                </a:cubicBezTo>
                <a:cubicBezTo>
                  <a:pt x="1526858" y="3621258"/>
                  <a:pt x="1525871" y="3691242"/>
                  <a:pt x="1520508" y="3760958"/>
                </a:cubicBezTo>
                <a:cubicBezTo>
                  <a:pt x="1519504" y="3774010"/>
                  <a:pt x="1513550" y="3786221"/>
                  <a:pt x="1510983" y="3799058"/>
                </a:cubicBezTo>
                <a:cubicBezTo>
                  <a:pt x="1507195" y="3817996"/>
                  <a:pt x="1504189" y="3837089"/>
                  <a:pt x="1501458" y="3856208"/>
                </a:cubicBezTo>
                <a:cubicBezTo>
                  <a:pt x="1495691" y="3896578"/>
                  <a:pt x="1491499" y="3948650"/>
                  <a:pt x="1482408" y="3989558"/>
                </a:cubicBezTo>
                <a:cubicBezTo>
                  <a:pt x="1480230" y="3999359"/>
                  <a:pt x="1475641" y="4008479"/>
                  <a:pt x="1472883" y="4018133"/>
                </a:cubicBezTo>
                <a:cubicBezTo>
                  <a:pt x="1469287" y="4030720"/>
                  <a:pt x="1468515" y="4044201"/>
                  <a:pt x="1463358" y="4056233"/>
                </a:cubicBezTo>
                <a:cubicBezTo>
                  <a:pt x="1456330" y="4072633"/>
                  <a:pt x="1429465" y="4104229"/>
                  <a:pt x="1415733" y="4113383"/>
                </a:cubicBezTo>
                <a:cubicBezTo>
                  <a:pt x="1407379" y="4118952"/>
                  <a:pt x="1396683" y="4119733"/>
                  <a:pt x="1387158" y="4122908"/>
                </a:cubicBezTo>
                <a:cubicBezTo>
                  <a:pt x="1333183" y="4116558"/>
                  <a:pt x="1278525" y="4114516"/>
                  <a:pt x="1225233" y="4103858"/>
                </a:cubicBezTo>
                <a:cubicBezTo>
                  <a:pt x="1214008" y="4101613"/>
                  <a:pt x="1207764" y="4087584"/>
                  <a:pt x="1196658" y="4084808"/>
                </a:cubicBezTo>
                <a:cubicBezTo>
                  <a:pt x="1168766" y="4077835"/>
                  <a:pt x="1139508" y="4078458"/>
                  <a:pt x="1110933" y="4075283"/>
                </a:cubicBezTo>
                <a:cubicBezTo>
                  <a:pt x="1091883" y="4068933"/>
                  <a:pt x="1070491" y="4067372"/>
                  <a:pt x="1053783" y="4056233"/>
                </a:cubicBezTo>
                <a:cubicBezTo>
                  <a:pt x="1014316" y="4029921"/>
                  <a:pt x="1036314" y="4039959"/>
                  <a:pt x="987108" y="4027658"/>
                </a:cubicBezTo>
                <a:cubicBezTo>
                  <a:pt x="977583" y="4021308"/>
                  <a:pt x="968472" y="4014288"/>
                  <a:pt x="958533" y="4008608"/>
                </a:cubicBezTo>
                <a:cubicBezTo>
                  <a:pt x="923457" y="3988565"/>
                  <a:pt x="894351" y="3982526"/>
                  <a:pt x="863283" y="3951458"/>
                </a:cubicBezTo>
                <a:cubicBezTo>
                  <a:pt x="827608" y="3915783"/>
                  <a:pt x="847487" y="3927143"/>
                  <a:pt x="806133" y="3913358"/>
                </a:cubicBezTo>
                <a:cubicBezTo>
                  <a:pt x="694717" y="3829796"/>
                  <a:pt x="832325" y="3935809"/>
                  <a:pt x="739458" y="3856208"/>
                </a:cubicBezTo>
                <a:cubicBezTo>
                  <a:pt x="727405" y="3845877"/>
                  <a:pt x="713158" y="3838253"/>
                  <a:pt x="701358" y="3827633"/>
                </a:cubicBezTo>
                <a:cubicBezTo>
                  <a:pt x="681333" y="3809611"/>
                  <a:pt x="663258" y="3789533"/>
                  <a:pt x="644208" y="3770483"/>
                </a:cubicBezTo>
                <a:cubicBezTo>
                  <a:pt x="634683" y="3760958"/>
                  <a:pt x="626841" y="3749380"/>
                  <a:pt x="615633" y="3741908"/>
                </a:cubicBezTo>
                <a:cubicBezTo>
                  <a:pt x="596583" y="3729208"/>
                  <a:pt x="578961" y="3714047"/>
                  <a:pt x="558483" y="3703808"/>
                </a:cubicBezTo>
                <a:cubicBezTo>
                  <a:pt x="545783" y="3697458"/>
                  <a:pt x="532424" y="3692283"/>
                  <a:pt x="520383" y="3684758"/>
                </a:cubicBezTo>
                <a:cubicBezTo>
                  <a:pt x="460712" y="3647464"/>
                  <a:pt x="505615" y="3663461"/>
                  <a:pt x="444183" y="3637133"/>
                </a:cubicBezTo>
                <a:cubicBezTo>
                  <a:pt x="405766" y="3620669"/>
                  <a:pt x="376226" y="3626326"/>
                  <a:pt x="339408" y="3589508"/>
                </a:cubicBezTo>
                <a:cubicBezTo>
                  <a:pt x="313432" y="3563532"/>
                  <a:pt x="305317" y="3552723"/>
                  <a:pt x="272733" y="3532358"/>
                </a:cubicBezTo>
                <a:cubicBezTo>
                  <a:pt x="240698" y="3512336"/>
                  <a:pt x="214126" y="3506472"/>
                  <a:pt x="177483" y="3494258"/>
                </a:cubicBezTo>
                <a:cubicBezTo>
                  <a:pt x="167958" y="3491083"/>
                  <a:pt x="157262" y="3490302"/>
                  <a:pt x="148908" y="3484733"/>
                </a:cubicBezTo>
                <a:lnTo>
                  <a:pt x="91758" y="3446633"/>
                </a:lnTo>
                <a:cubicBezTo>
                  <a:pt x="82233" y="3440283"/>
                  <a:pt x="74043" y="3431203"/>
                  <a:pt x="63183" y="3427583"/>
                </a:cubicBezTo>
                <a:lnTo>
                  <a:pt x="34608" y="3418058"/>
                </a:lnTo>
                <a:cubicBezTo>
                  <a:pt x="31433" y="3408533"/>
                  <a:pt x="26610" y="3399406"/>
                  <a:pt x="25083" y="3389483"/>
                </a:cubicBezTo>
                <a:cubicBezTo>
                  <a:pt x="0" y="3226444"/>
                  <a:pt x="20841" y="2992861"/>
                  <a:pt x="25083" y="2865608"/>
                </a:cubicBezTo>
                <a:cubicBezTo>
                  <a:pt x="28751" y="2755577"/>
                  <a:pt x="34017" y="2733108"/>
                  <a:pt x="44133" y="2637008"/>
                </a:cubicBezTo>
                <a:cubicBezTo>
                  <a:pt x="47473" y="2605275"/>
                  <a:pt x="50483" y="2573508"/>
                  <a:pt x="53658" y="2541758"/>
                </a:cubicBezTo>
                <a:cubicBezTo>
                  <a:pt x="38164" y="2510770"/>
                  <a:pt x="25083" y="2492962"/>
                  <a:pt x="25083" y="2456033"/>
                </a:cubicBezTo>
                <a:cubicBezTo>
                  <a:pt x="25083" y="1938498"/>
                  <a:pt x="31433" y="1420983"/>
                  <a:pt x="34608" y="903458"/>
                </a:cubicBezTo>
                <a:cubicBezTo>
                  <a:pt x="26447" y="878975"/>
                  <a:pt x="20342" y="863095"/>
                  <a:pt x="15558" y="836783"/>
                </a:cubicBezTo>
                <a:cubicBezTo>
                  <a:pt x="11542" y="814694"/>
                  <a:pt x="9208" y="792333"/>
                  <a:pt x="6033" y="770108"/>
                </a:cubicBezTo>
                <a:cubicBezTo>
                  <a:pt x="16050" y="58911"/>
                  <a:pt x="6033" y="143045"/>
                  <a:pt x="6033" y="17633"/>
                </a:cubicBezTo>
                <a:close/>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30" name="Google Shape;930;p14"/>
          <p:cNvSpPr/>
          <p:nvPr/>
        </p:nvSpPr>
        <p:spPr>
          <a:xfrm>
            <a:off x="1838325" y="371475"/>
            <a:ext cx="526660" cy="762000"/>
          </a:xfrm>
          <a:custGeom>
            <a:avLst/>
            <a:gdLst/>
            <a:ahLst/>
            <a:cxnLst/>
            <a:rect l="l" t="t" r="r" b="b"/>
            <a:pathLst>
              <a:path w="526660" h="762000" extrusionOk="0">
                <a:moveTo>
                  <a:pt x="28575" y="28575"/>
                </a:moveTo>
                <a:lnTo>
                  <a:pt x="28575" y="28575"/>
                </a:lnTo>
                <a:cubicBezTo>
                  <a:pt x="25400" y="60325"/>
                  <a:pt x="23902" y="92288"/>
                  <a:pt x="19050" y="123825"/>
                </a:cubicBezTo>
                <a:cubicBezTo>
                  <a:pt x="17523" y="133748"/>
                  <a:pt x="11494" y="142555"/>
                  <a:pt x="9525" y="152400"/>
                </a:cubicBezTo>
                <a:cubicBezTo>
                  <a:pt x="5122" y="174415"/>
                  <a:pt x="3175" y="196850"/>
                  <a:pt x="0" y="219075"/>
                </a:cubicBezTo>
                <a:cubicBezTo>
                  <a:pt x="3175" y="333375"/>
                  <a:pt x="1378" y="447921"/>
                  <a:pt x="9525" y="561975"/>
                </a:cubicBezTo>
                <a:cubicBezTo>
                  <a:pt x="10956" y="582004"/>
                  <a:pt x="22225" y="600075"/>
                  <a:pt x="28575" y="619125"/>
                </a:cubicBezTo>
                <a:cubicBezTo>
                  <a:pt x="31750" y="628650"/>
                  <a:pt x="31000" y="640600"/>
                  <a:pt x="38100" y="647700"/>
                </a:cubicBezTo>
                <a:cubicBezTo>
                  <a:pt x="47625" y="657225"/>
                  <a:pt x="58051" y="665927"/>
                  <a:pt x="66675" y="676275"/>
                </a:cubicBezTo>
                <a:cubicBezTo>
                  <a:pt x="74004" y="685069"/>
                  <a:pt x="78396" y="696056"/>
                  <a:pt x="85725" y="704850"/>
                </a:cubicBezTo>
                <a:cubicBezTo>
                  <a:pt x="100772" y="722906"/>
                  <a:pt x="121468" y="741771"/>
                  <a:pt x="142875" y="752475"/>
                </a:cubicBezTo>
                <a:cubicBezTo>
                  <a:pt x="151855" y="756965"/>
                  <a:pt x="161925" y="758825"/>
                  <a:pt x="171450" y="762000"/>
                </a:cubicBezTo>
                <a:cubicBezTo>
                  <a:pt x="196850" y="758825"/>
                  <a:pt x="223544" y="761084"/>
                  <a:pt x="247650" y="752475"/>
                </a:cubicBezTo>
                <a:cubicBezTo>
                  <a:pt x="269211" y="744774"/>
                  <a:pt x="285750" y="727075"/>
                  <a:pt x="304800" y="714375"/>
                </a:cubicBezTo>
                <a:lnTo>
                  <a:pt x="333375" y="695325"/>
                </a:lnTo>
                <a:cubicBezTo>
                  <a:pt x="339725" y="685800"/>
                  <a:pt x="345096" y="675544"/>
                  <a:pt x="352425" y="666750"/>
                </a:cubicBezTo>
                <a:cubicBezTo>
                  <a:pt x="361049" y="656402"/>
                  <a:pt x="373528" y="649383"/>
                  <a:pt x="381000" y="638175"/>
                </a:cubicBezTo>
                <a:cubicBezTo>
                  <a:pt x="386569" y="629821"/>
                  <a:pt x="386035" y="618580"/>
                  <a:pt x="390525" y="609600"/>
                </a:cubicBezTo>
                <a:cubicBezTo>
                  <a:pt x="395645" y="599361"/>
                  <a:pt x="404926" y="591486"/>
                  <a:pt x="409575" y="581025"/>
                </a:cubicBezTo>
                <a:cubicBezTo>
                  <a:pt x="454915" y="479010"/>
                  <a:pt x="404562" y="559969"/>
                  <a:pt x="447675" y="495300"/>
                </a:cubicBezTo>
                <a:cubicBezTo>
                  <a:pt x="450850" y="476250"/>
                  <a:pt x="453010" y="457003"/>
                  <a:pt x="457200" y="438150"/>
                </a:cubicBezTo>
                <a:cubicBezTo>
                  <a:pt x="459378" y="428349"/>
                  <a:pt x="464756" y="419420"/>
                  <a:pt x="466725" y="409575"/>
                </a:cubicBezTo>
                <a:cubicBezTo>
                  <a:pt x="471128" y="387560"/>
                  <a:pt x="473465" y="365177"/>
                  <a:pt x="476250" y="342900"/>
                </a:cubicBezTo>
                <a:cubicBezTo>
                  <a:pt x="482146" y="295733"/>
                  <a:pt x="484919" y="246740"/>
                  <a:pt x="495300" y="200025"/>
                </a:cubicBezTo>
                <a:cubicBezTo>
                  <a:pt x="497478" y="190224"/>
                  <a:pt x="501650" y="180975"/>
                  <a:pt x="504825" y="171450"/>
                </a:cubicBezTo>
                <a:cubicBezTo>
                  <a:pt x="508390" y="146496"/>
                  <a:pt x="526660" y="63054"/>
                  <a:pt x="504825" y="38100"/>
                </a:cubicBezTo>
                <a:cubicBezTo>
                  <a:pt x="492107" y="23566"/>
                  <a:pt x="466411" y="33259"/>
                  <a:pt x="447675" y="28575"/>
                </a:cubicBezTo>
                <a:cubicBezTo>
                  <a:pt x="428194" y="23705"/>
                  <a:pt x="409575" y="15875"/>
                  <a:pt x="390525" y="9525"/>
                </a:cubicBezTo>
                <a:lnTo>
                  <a:pt x="361950" y="0"/>
                </a:lnTo>
                <a:cubicBezTo>
                  <a:pt x="307975" y="3175"/>
                  <a:pt x="253871" y="4630"/>
                  <a:pt x="200025" y="9525"/>
                </a:cubicBezTo>
                <a:cubicBezTo>
                  <a:pt x="183902" y="10991"/>
                  <a:pt x="168204" y="15538"/>
                  <a:pt x="152400" y="19050"/>
                </a:cubicBezTo>
                <a:cubicBezTo>
                  <a:pt x="85402" y="33938"/>
                  <a:pt x="141412" y="22189"/>
                  <a:pt x="85725" y="38100"/>
                </a:cubicBezTo>
                <a:cubicBezTo>
                  <a:pt x="73138" y="41696"/>
                  <a:pt x="60325" y="44450"/>
                  <a:pt x="47625" y="47625"/>
                </a:cubicBezTo>
                <a:cubicBezTo>
                  <a:pt x="16408" y="26814"/>
                  <a:pt x="31750" y="31750"/>
                  <a:pt x="28575" y="28575"/>
                </a:cubicBezTo>
                <a:close/>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31" name="Google Shape;931;p14"/>
          <p:cNvSpPr/>
          <p:nvPr/>
        </p:nvSpPr>
        <p:spPr>
          <a:xfrm>
            <a:off x="2368532" y="361950"/>
            <a:ext cx="717568" cy="657225"/>
          </a:xfrm>
          <a:custGeom>
            <a:avLst/>
            <a:gdLst/>
            <a:ahLst/>
            <a:cxnLst/>
            <a:rect l="l" t="t" r="r" b="b"/>
            <a:pathLst>
              <a:path w="717568" h="657225" extrusionOk="0">
                <a:moveTo>
                  <a:pt x="260368" y="0"/>
                </a:moveTo>
                <a:lnTo>
                  <a:pt x="260368" y="0"/>
                </a:lnTo>
                <a:cubicBezTo>
                  <a:pt x="244493" y="22225"/>
                  <a:pt x="226795" y="43255"/>
                  <a:pt x="212743" y="66675"/>
                </a:cubicBezTo>
                <a:cubicBezTo>
                  <a:pt x="207577" y="75284"/>
                  <a:pt x="207708" y="86270"/>
                  <a:pt x="203218" y="95250"/>
                </a:cubicBezTo>
                <a:cubicBezTo>
                  <a:pt x="198098" y="105489"/>
                  <a:pt x="188817" y="113364"/>
                  <a:pt x="184168" y="123825"/>
                </a:cubicBezTo>
                <a:cubicBezTo>
                  <a:pt x="148604" y="203844"/>
                  <a:pt x="182033" y="156670"/>
                  <a:pt x="146068" y="228600"/>
                </a:cubicBezTo>
                <a:cubicBezTo>
                  <a:pt x="140948" y="238839"/>
                  <a:pt x="132138" y="246936"/>
                  <a:pt x="127018" y="257175"/>
                </a:cubicBezTo>
                <a:cubicBezTo>
                  <a:pt x="119372" y="272468"/>
                  <a:pt x="114912" y="289176"/>
                  <a:pt x="107968" y="304800"/>
                </a:cubicBezTo>
                <a:cubicBezTo>
                  <a:pt x="91855" y="341054"/>
                  <a:pt x="90299" y="340829"/>
                  <a:pt x="69868" y="371475"/>
                </a:cubicBezTo>
                <a:cubicBezTo>
                  <a:pt x="66693" y="384175"/>
                  <a:pt x="63183" y="396796"/>
                  <a:pt x="60343" y="409575"/>
                </a:cubicBezTo>
                <a:cubicBezTo>
                  <a:pt x="56831" y="425379"/>
                  <a:pt x="56502" y="442041"/>
                  <a:pt x="50818" y="457200"/>
                </a:cubicBezTo>
                <a:cubicBezTo>
                  <a:pt x="46798" y="467919"/>
                  <a:pt x="36888" y="475536"/>
                  <a:pt x="31768" y="485775"/>
                </a:cubicBezTo>
                <a:cubicBezTo>
                  <a:pt x="24155" y="501000"/>
                  <a:pt x="16787" y="538208"/>
                  <a:pt x="12718" y="552450"/>
                </a:cubicBezTo>
                <a:cubicBezTo>
                  <a:pt x="9960" y="562104"/>
                  <a:pt x="6368" y="571500"/>
                  <a:pt x="3193" y="581025"/>
                </a:cubicBezTo>
                <a:cubicBezTo>
                  <a:pt x="6368" y="600075"/>
                  <a:pt x="0" y="623641"/>
                  <a:pt x="12718" y="638175"/>
                </a:cubicBezTo>
                <a:cubicBezTo>
                  <a:pt x="25941" y="653287"/>
                  <a:pt x="69868" y="657225"/>
                  <a:pt x="69868" y="657225"/>
                </a:cubicBezTo>
                <a:cubicBezTo>
                  <a:pt x="107968" y="654050"/>
                  <a:pt x="146678" y="655198"/>
                  <a:pt x="184168" y="647700"/>
                </a:cubicBezTo>
                <a:cubicBezTo>
                  <a:pt x="195393" y="645455"/>
                  <a:pt x="202504" y="633770"/>
                  <a:pt x="212743" y="628650"/>
                </a:cubicBezTo>
                <a:cubicBezTo>
                  <a:pt x="249716" y="610164"/>
                  <a:pt x="235771" y="630784"/>
                  <a:pt x="269893" y="600075"/>
                </a:cubicBezTo>
                <a:cubicBezTo>
                  <a:pt x="293255" y="579049"/>
                  <a:pt x="310416" y="550835"/>
                  <a:pt x="336568" y="533400"/>
                </a:cubicBezTo>
                <a:cubicBezTo>
                  <a:pt x="346093" y="527050"/>
                  <a:pt x="356349" y="521679"/>
                  <a:pt x="365143" y="514350"/>
                </a:cubicBezTo>
                <a:cubicBezTo>
                  <a:pt x="375491" y="505726"/>
                  <a:pt x="382942" y="493857"/>
                  <a:pt x="393718" y="485775"/>
                </a:cubicBezTo>
                <a:cubicBezTo>
                  <a:pt x="408529" y="474667"/>
                  <a:pt x="425939" y="467469"/>
                  <a:pt x="441343" y="457200"/>
                </a:cubicBezTo>
                <a:cubicBezTo>
                  <a:pt x="454552" y="448394"/>
                  <a:pt x="466525" y="437852"/>
                  <a:pt x="479443" y="428625"/>
                </a:cubicBezTo>
                <a:cubicBezTo>
                  <a:pt x="515882" y="402597"/>
                  <a:pt x="534170" y="398922"/>
                  <a:pt x="565168" y="352425"/>
                </a:cubicBezTo>
                <a:cubicBezTo>
                  <a:pt x="627102" y="259524"/>
                  <a:pt x="530091" y="403895"/>
                  <a:pt x="612793" y="285750"/>
                </a:cubicBezTo>
                <a:cubicBezTo>
                  <a:pt x="625923" y="266993"/>
                  <a:pt x="643653" y="250320"/>
                  <a:pt x="650893" y="228600"/>
                </a:cubicBezTo>
                <a:cubicBezTo>
                  <a:pt x="661579" y="196542"/>
                  <a:pt x="660636" y="194881"/>
                  <a:pt x="679468" y="161925"/>
                </a:cubicBezTo>
                <a:cubicBezTo>
                  <a:pt x="685148" y="151986"/>
                  <a:pt x="693869" y="143811"/>
                  <a:pt x="698518" y="133350"/>
                </a:cubicBezTo>
                <a:cubicBezTo>
                  <a:pt x="706673" y="115000"/>
                  <a:pt x="717568" y="76200"/>
                  <a:pt x="717568" y="76200"/>
                </a:cubicBezTo>
                <a:cubicBezTo>
                  <a:pt x="708043" y="69850"/>
                  <a:pt x="700441" y="57150"/>
                  <a:pt x="688993" y="57150"/>
                </a:cubicBezTo>
                <a:cubicBezTo>
                  <a:pt x="622016" y="57150"/>
                  <a:pt x="488968" y="76200"/>
                  <a:pt x="488968" y="76200"/>
                </a:cubicBezTo>
                <a:cubicBezTo>
                  <a:pt x="447693" y="73025"/>
                  <a:pt x="406033" y="73131"/>
                  <a:pt x="365143" y="66675"/>
                </a:cubicBezTo>
                <a:cubicBezTo>
                  <a:pt x="345308" y="63543"/>
                  <a:pt x="327043" y="53975"/>
                  <a:pt x="307993" y="47625"/>
                </a:cubicBezTo>
                <a:lnTo>
                  <a:pt x="279418" y="38100"/>
                </a:lnTo>
                <a:cubicBezTo>
                  <a:pt x="269893" y="34925"/>
                  <a:pt x="259823" y="33065"/>
                  <a:pt x="250843" y="28575"/>
                </a:cubicBezTo>
                <a:lnTo>
                  <a:pt x="260368" y="0"/>
                </a:lnTo>
                <a:close/>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32" name="Google Shape;932;p14"/>
          <p:cNvSpPr/>
          <p:nvPr/>
        </p:nvSpPr>
        <p:spPr>
          <a:xfrm>
            <a:off x="4495362" y="1771650"/>
            <a:ext cx="143313" cy="962025"/>
          </a:xfrm>
          <a:custGeom>
            <a:avLst/>
            <a:gdLst/>
            <a:ahLst/>
            <a:cxnLst/>
            <a:rect l="l" t="t" r="r" b="b"/>
            <a:pathLst>
              <a:path w="143313" h="962025" extrusionOk="0">
                <a:moveTo>
                  <a:pt x="19488" y="771525"/>
                </a:moveTo>
                <a:lnTo>
                  <a:pt x="19488" y="771525"/>
                </a:lnTo>
                <a:cubicBezTo>
                  <a:pt x="16313" y="742950"/>
                  <a:pt x="9963" y="714551"/>
                  <a:pt x="9963" y="685800"/>
                </a:cubicBezTo>
                <a:cubicBezTo>
                  <a:pt x="9963" y="549238"/>
                  <a:pt x="14614" y="412700"/>
                  <a:pt x="19488" y="276225"/>
                </a:cubicBezTo>
                <a:cubicBezTo>
                  <a:pt x="24964" y="122884"/>
                  <a:pt x="22963" y="198223"/>
                  <a:pt x="38538" y="104775"/>
                </a:cubicBezTo>
                <a:cubicBezTo>
                  <a:pt x="42229" y="82630"/>
                  <a:pt x="43660" y="60115"/>
                  <a:pt x="48063" y="38100"/>
                </a:cubicBezTo>
                <a:cubicBezTo>
                  <a:pt x="50032" y="28255"/>
                  <a:pt x="50488" y="16625"/>
                  <a:pt x="57588" y="9525"/>
                </a:cubicBezTo>
                <a:cubicBezTo>
                  <a:pt x="64688" y="2425"/>
                  <a:pt x="76638" y="3175"/>
                  <a:pt x="86163" y="0"/>
                </a:cubicBezTo>
                <a:cubicBezTo>
                  <a:pt x="92513" y="9525"/>
                  <a:pt x="100093" y="18336"/>
                  <a:pt x="105213" y="28575"/>
                </a:cubicBezTo>
                <a:cubicBezTo>
                  <a:pt x="109703" y="37555"/>
                  <a:pt x="113868" y="47148"/>
                  <a:pt x="114738" y="57150"/>
                </a:cubicBezTo>
                <a:cubicBezTo>
                  <a:pt x="120246" y="120490"/>
                  <a:pt x="119889" y="184221"/>
                  <a:pt x="124263" y="247650"/>
                </a:cubicBezTo>
                <a:cubicBezTo>
                  <a:pt x="129811" y="328097"/>
                  <a:pt x="126472" y="311428"/>
                  <a:pt x="143313" y="361950"/>
                </a:cubicBezTo>
                <a:cubicBezTo>
                  <a:pt x="117578" y="516360"/>
                  <a:pt x="137107" y="383743"/>
                  <a:pt x="124263" y="704850"/>
                </a:cubicBezTo>
                <a:cubicBezTo>
                  <a:pt x="121722" y="768379"/>
                  <a:pt x="119614" y="831958"/>
                  <a:pt x="114738" y="895350"/>
                </a:cubicBezTo>
                <a:cubicBezTo>
                  <a:pt x="109738" y="960345"/>
                  <a:pt x="120324" y="947463"/>
                  <a:pt x="76638" y="962025"/>
                </a:cubicBezTo>
                <a:cubicBezTo>
                  <a:pt x="67113" y="958850"/>
                  <a:pt x="55163" y="959600"/>
                  <a:pt x="48063" y="952500"/>
                </a:cubicBezTo>
                <a:cubicBezTo>
                  <a:pt x="40963" y="945400"/>
                  <a:pt x="43028" y="932905"/>
                  <a:pt x="38538" y="923925"/>
                </a:cubicBezTo>
                <a:cubicBezTo>
                  <a:pt x="33418" y="913686"/>
                  <a:pt x="25838" y="904875"/>
                  <a:pt x="19488" y="895350"/>
                </a:cubicBezTo>
                <a:cubicBezTo>
                  <a:pt x="0" y="797912"/>
                  <a:pt x="9963" y="863914"/>
                  <a:pt x="9963" y="695325"/>
                </a:cubicBezTo>
                <a:lnTo>
                  <a:pt x="9963" y="695325"/>
                </a:lnTo>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33" name="Google Shape;933;p14"/>
          <p:cNvSpPr/>
          <p:nvPr/>
        </p:nvSpPr>
        <p:spPr>
          <a:xfrm>
            <a:off x="3767121" y="914361"/>
            <a:ext cx="467409" cy="137309"/>
          </a:xfrm>
          <a:custGeom>
            <a:avLst/>
            <a:gdLst/>
            <a:ahLst/>
            <a:cxnLst/>
            <a:rect l="l" t="t" r="r" b="b"/>
            <a:pathLst>
              <a:path w="467409" h="137309" extrusionOk="0">
                <a:moveTo>
                  <a:pt x="33354" y="64333"/>
                </a:moveTo>
                <a:lnTo>
                  <a:pt x="33354" y="64333"/>
                </a:lnTo>
                <a:lnTo>
                  <a:pt x="104792" y="42902"/>
                </a:lnTo>
                <a:cubicBezTo>
                  <a:pt x="119167" y="38410"/>
                  <a:pt x="135123" y="36968"/>
                  <a:pt x="147654" y="28614"/>
                </a:cubicBezTo>
                <a:cubicBezTo>
                  <a:pt x="175351" y="10150"/>
                  <a:pt x="160940" y="17042"/>
                  <a:pt x="190517" y="7183"/>
                </a:cubicBezTo>
                <a:cubicBezTo>
                  <a:pt x="341285" y="15118"/>
                  <a:pt x="283267" y="0"/>
                  <a:pt x="369110" y="28614"/>
                </a:cubicBezTo>
                <a:cubicBezTo>
                  <a:pt x="376254" y="30995"/>
                  <a:pt x="384276" y="31581"/>
                  <a:pt x="390542" y="35758"/>
                </a:cubicBezTo>
                <a:lnTo>
                  <a:pt x="433404" y="64333"/>
                </a:lnTo>
                <a:cubicBezTo>
                  <a:pt x="442929" y="78620"/>
                  <a:pt x="467409" y="90905"/>
                  <a:pt x="461979" y="107195"/>
                </a:cubicBezTo>
                <a:cubicBezTo>
                  <a:pt x="459598" y="114339"/>
                  <a:pt x="462141" y="126801"/>
                  <a:pt x="454835" y="128627"/>
                </a:cubicBezTo>
                <a:cubicBezTo>
                  <a:pt x="420106" y="137309"/>
                  <a:pt x="383398" y="133389"/>
                  <a:pt x="347679" y="135770"/>
                </a:cubicBezTo>
                <a:cubicBezTo>
                  <a:pt x="328629" y="133389"/>
                  <a:pt x="309418" y="132061"/>
                  <a:pt x="290529" y="128627"/>
                </a:cubicBezTo>
                <a:cubicBezTo>
                  <a:pt x="187795" y="109949"/>
                  <a:pt x="370266" y="134300"/>
                  <a:pt x="240523" y="114339"/>
                </a:cubicBezTo>
                <a:cubicBezTo>
                  <a:pt x="172352" y="103851"/>
                  <a:pt x="91250" y="103149"/>
                  <a:pt x="26210" y="100052"/>
                </a:cubicBezTo>
                <a:cubicBezTo>
                  <a:pt x="19066" y="95289"/>
                  <a:pt x="7494" y="93909"/>
                  <a:pt x="4779" y="85764"/>
                </a:cubicBezTo>
                <a:cubicBezTo>
                  <a:pt x="0" y="71426"/>
                  <a:pt x="16001" y="42902"/>
                  <a:pt x="33354" y="42902"/>
                </a:cubicBezTo>
                <a:cubicBezTo>
                  <a:pt x="38116" y="42902"/>
                  <a:pt x="33354" y="52427"/>
                  <a:pt x="33354" y="64333"/>
                </a:cubicBezTo>
                <a:close/>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34" name="Google Shape;934;p14"/>
          <p:cNvSpPr/>
          <p:nvPr/>
        </p:nvSpPr>
        <p:spPr>
          <a:xfrm>
            <a:off x="3921919" y="1064419"/>
            <a:ext cx="414615" cy="178594"/>
          </a:xfrm>
          <a:custGeom>
            <a:avLst/>
            <a:gdLst/>
            <a:ahLst/>
            <a:cxnLst/>
            <a:rect l="l" t="t" r="r" b="b"/>
            <a:pathLst>
              <a:path w="414615" h="178594" extrusionOk="0">
                <a:moveTo>
                  <a:pt x="0" y="42862"/>
                </a:moveTo>
                <a:lnTo>
                  <a:pt x="0" y="42862"/>
                </a:lnTo>
                <a:cubicBezTo>
                  <a:pt x="50006" y="40481"/>
                  <a:pt x="100262" y="41247"/>
                  <a:pt x="150019" y="35719"/>
                </a:cubicBezTo>
                <a:cubicBezTo>
                  <a:pt x="150022" y="35719"/>
                  <a:pt x="203595" y="17859"/>
                  <a:pt x="214312" y="14287"/>
                </a:cubicBezTo>
                <a:cubicBezTo>
                  <a:pt x="221456" y="11906"/>
                  <a:pt x="228245" y="7826"/>
                  <a:pt x="235744" y="7144"/>
                </a:cubicBezTo>
                <a:lnTo>
                  <a:pt x="314325" y="0"/>
                </a:lnTo>
                <a:cubicBezTo>
                  <a:pt x="330778" y="2742"/>
                  <a:pt x="361037" y="5496"/>
                  <a:pt x="378619" y="14287"/>
                </a:cubicBezTo>
                <a:cubicBezTo>
                  <a:pt x="386298" y="18127"/>
                  <a:pt x="392906" y="23812"/>
                  <a:pt x="400050" y="28575"/>
                </a:cubicBezTo>
                <a:cubicBezTo>
                  <a:pt x="414615" y="72269"/>
                  <a:pt x="411006" y="51897"/>
                  <a:pt x="400050" y="128587"/>
                </a:cubicBezTo>
                <a:cubicBezTo>
                  <a:pt x="398985" y="136042"/>
                  <a:pt x="398231" y="144694"/>
                  <a:pt x="392906" y="150019"/>
                </a:cubicBezTo>
                <a:cubicBezTo>
                  <a:pt x="387581" y="155344"/>
                  <a:pt x="378826" y="155529"/>
                  <a:pt x="371475" y="157162"/>
                </a:cubicBezTo>
                <a:cubicBezTo>
                  <a:pt x="357335" y="160304"/>
                  <a:pt x="342900" y="161925"/>
                  <a:pt x="328612" y="164306"/>
                </a:cubicBezTo>
                <a:cubicBezTo>
                  <a:pt x="306512" y="171673"/>
                  <a:pt x="289464" y="178594"/>
                  <a:pt x="264319" y="178594"/>
                </a:cubicBezTo>
                <a:cubicBezTo>
                  <a:pt x="228521" y="178594"/>
                  <a:pt x="192881" y="173831"/>
                  <a:pt x="157162" y="171450"/>
                </a:cubicBezTo>
                <a:cubicBezTo>
                  <a:pt x="119440" y="158875"/>
                  <a:pt x="141999" y="168484"/>
                  <a:pt x="92869" y="135731"/>
                </a:cubicBezTo>
                <a:lnTo>
                  <a:pt x="71437" y="121444"/>
                </a:lnTo>
                <a:cubicBezTo>
                  <a:pt x="66675" y="114300"/>
                  <a:pt x="62646" y="106608"/>
                  <a:pt x="57150" y="100012"/>
                </a:cubicBezTo>
                <a:cubicBezTo>
                  <a:pt x="50683" y="92251"/>
                  <a:pt x="39266" y="88040"/>
                  <a:pt x="35719" y="78581"/>
                </a:cubicBezTo>
                <a:cubicBezTo>
                  <a:pt x="31538" y="67433"/>
                  <a:pt x="5953" y="48815"/>
                  <a:pt x="0" y="42862"/>
                </a:cubicBezTo>
                <a:close/>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35" name="Google Shape;935;p14"/>
          <p:cNvSpPr/>
          <p:nvPr/>
        </p:nvSpPr>
        <p:spPr>
          <a:xfrm>
            <a:off x="4267200" y="1295400"/>
            <a:ext cx="311458" cy="228600"/>
          </a:xfrm>
          <a:custGeom>
            <a:avLst/>
            <a:gdLst/>
            <a:ahLst/>
            <a:cxnLst/>
            <a:rect l="l" t="t" r="r" b="b"/>
            <a:pathLst>
              <a:path w="311458" h="328612" extrusionOk="0">
                <a:moveTo>
                  <a:pt x="50006" y="0"/>
                </a:moveTo>
                <a:lnTo>
                  <a:pt x="50006" y="0"/>
                </a:lnTo>
                <a:cubicBezTo>
                  <a:pt x="71437" y="2381"/>
                  <a:pt x="93381" y="1914"/>
                  <a:pt x="114300" y="7144"/>
                </a:cubicBezTo>
                <a:cubicBezTo>
                  <a:pt x="122629" y="9226"/>
                  <a:pt x="128052" y="17591"/>
                  <a:pt x="135731" y="21431"/>
                </a:cubicBezTo>
                <a:cubicBezTo>
                  <a:pt x="142466" y="24799"/>
                  <a:pt x="149811" y="26941"/>
                  <a:pt x="157162" y="28575"/>
                </a:cubicBezTo>
                <a:cubicBezTo>
                  <a:pt x="171302" y="31717"/>
                  <a:pt x="185973" y="32206"/>
                  <a:pt x="200025" y="35719"/>
                </a:cubicBezTo>
                <a:cubicBezTo>
                  <a:pt x="214635" y="39372"/>
                  <a:pt x="242887" y="50006"/>
                  <a:pt x="242887" y="50006"/>
                </a:cubicBezTo>
                <a:cubicBezTo>
                  <a:pt x="311458" y="118574"/>
                  <a:pt x="276441" y="73113"/>
                  <a:pt x="257175" y="278606"/>
                </a:cubicBezTo>
                <a:cubicBezTo>
                  <a:pt x="256374" y="287154"/>
                  <a:pt x="249591" y="294674"/>
                  <a:pt x="242887" y="300037"/>
                </a:cubicBezTo>
                <a:cubicBezTo>
                  <a:pt x="233596" y="307470"/>
                  <a:pt x="179101" y="314198"/>
                  <a:pt x="178594" y="314325"/>
                </a:cubicBezTo>
                <a:cubicBezTo>
                  <a:pt x="163983" y="317978"/>
                  <a:pt x="135731" y="328612"/>
                  <a:pt x="135731" y="328612"/>
                </a:cubicBezTo>
                <a:cubicBezTo>
                  <a:pt x="119062" y="326231"/>
                  <a:pt x="102132" y="325255"/>
                  <a:pt x="85725" y="321469"/>
                </a:cubicBezTo>
                <a:cubicBezTo>
                  <a:pt x="71050" y="318083"/>
                  <a:pt x="42862" y="307181"/>
                  <a:pt x="42862" y="307181"/>
                </a:cubicBezTo>
                <a:cubicBezTo>
                  <a:pt x="29988" y="294307"/>
                  <a:pt x="14604" y="281725"/>
                  <a:pt x="7144" y="264319"/>
                </a:cubicBezTo>
                <a:cubicBezTo>
                  <a:pt x="3276" y="255295"/>
                  <a:pt x="2381" y="245269"/>
                  <a:pt x="0" y="235744"/>
                </a:cubicBezTo>
                <a:cubicBezTo>
                  <a:pt x="9921" y="166302"/>
                  <a:pt x="3061" y="202069"/>
                  <a:pt x="21431" y="128587"/>
                </a:cubicBezTo>
                <a:lnTo>
                  <a:pt x="28575" y="100012"/>
                </a:lnTo>
                <a:cubicBezTo>
                  <a:pt x="30956" y="90487"/>
                  <a:pt x="34331" y="81157"/>
                  <a:pt x="35719" y="71437"/>
                </a:cubicBezTo>
                <a:cubicBezTo>
                  <a:pt x="43615" y="16160"/>
                  <a:pt x="47625" y="11906"/>
                  <a:pt x="50006" y="0"/>
                </a:cubicBezTo>
                <a:close/>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36" name="Google Shape;936;p14"/>
          <p:cNvSpPr/>
          <p:nvPr/>
        </p:nvSpPr>
        <p:spPr>
          <a:xfrm>
            <a:off x="4214813" y="1524000"/>
            <a:ext cx="285643" cy="361950"/>
          </a:xfrm>
          <a:custGeom>
            <a:avLst/>
            <a:gdLst/>
            <a:ahLst/>
            <a:cxnLst/>
            <a:rect l="l" t="t" r="r" b="b"/>
            <a:pathLst>
              <a:path w="285643" h="235744" extrusionOk="0">
                <a:moveTo>
                  <a:pt x="71437" y="0"/>
                </a:moveTo>
                <a:lnTo>
                  <a:pt x="71437" y="0"/>
                </a:lnTo>
                <a:lnTo>
                  <a:pt x="135731" y="14288"/>
                </a:lnTo>
                <a:cubicBezTo>
                  <a:pt x="145298" y="16496"/>
                  <a:pt x="154621" y="19818"/>
                  <a:pt x="164306" y="21432"/>
                </a:cubicBezTo>
                <a:cubicBezTo>
                  <a:pt x="183243" y="24588"/>
                  <a:pt x="202406" y="26194"/>
                  <a:pt x="221456" y="28575"/>
                </a:cubicBezTo>
                <a:cubicBezTo>
                  <a:pt x="235743" y="33338"/>
                  <a:pt x="259555" y="28576"/>
                  <a:pt x="264318" y="42863"/>
                </a:cubicBezTo>
                <a:lnTo>
                  <a:pt x="278606" y="85725"/>
                </a:lnTo>
                <a:cubicBezTo>
                  <a:pt x="276225" y="128588"/>
                  <a:pt x="285643" y="173794"/>
                  <a:pt x="271462" y="214313"/>
                </a:cubicBezTo>
                <a:cubicBezTo>
                  <a:pt x="266487" y="228528"/>
                  <a:pt x="242887" y="223838"/>
                  <a:pt x="228600" y="228600"/>
                </a:cubicBezTo>
                <a:lnTo>
                  <a:pt x="207168" y="235744"/>
                </a:lnTo>
                <a:cubicBezTo>
                  <a:pt x="161924" y="233363"/>
                  <a:pt x="116328" y="234721"/>
                  <a:pt x="71437" y="228600"/>
                </a:cubicBezTo>
                <a:cubicBezTo>
                  <a:pt x="62930" y="227440"/>
                  <a:pt x="57685" y="218153"/>
                  <a:pt x="50006" y="214313"/>
                </a:cubicBezTo>
                <a:cubicBezTo>
                  <a:pt x="43271" y="210945"/>
                  <a:pt x="35719" y="209550"/>
                  <a:pt x="28575" y="207169"/>
                </a:cubicBezTo>
                <a:cubicBezTo>
                  <a:pt x="23812" y="200025"/>
                  <a:pt x="18127" y="193417"/>
                  <a:pt x="14287" y="185738"/>
                </a:cubicBezTo>
                <a:cubicBezTo>
                  <a:pt x="9161" y="175486"/>
                  <a:pt x="2290" y="144892"/>
                  <a:pt x="0" y="135732"/>
                </a:cubicBezTo>
                <a:cubicBezTo>
                  <a:pt x="2381" y="102394"/>
                  <a:pt x="3452" y="68937"/>
                  <a:pt x="7143" y="35719"/>
                </a:cubicBezTo>
                <a:cubicBezTo>
                  <a:pt x="8227" y="25961"/>
                  <a:pt x="8154" y="14811"/>
                  <a:pt x="14287" y="7144"/>
                </a:cubicBezTo>
                <a:cubicBezTo>
                  <a:pt x="18991" y="1264"/>
                  <a:pt x="28574" y="2381"/>
                  <a:pt x="35718" y="0"/>
                </a:cubicBezTo>
                <a:cubicBezTo>
                  <a:pt x="50006" y="2381"/>
                  <a:pt x="64378" y="4303"/>
                  <a:pt x="78581" y="7144"/>
                </a:cubicBezTo>
                <a:cubicBezTo>
                  <a:pt x="88208" y="9070"/>
                  <a:pt x="107156" y="14288"/>
                  <a:pt x="71437" y="0"/>
                </a:cubicBezTo>
                <a:close/>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37" name="Google Shape;937;p14"/>
          <p:cNvSpPr/>
          <p:nvPr/>
        </p:nvSpPr>
        <p:spPr>
          <a:xfrm>
            <a:off x="2468993" y="727661"/>
            <a:ext cx="508878" cy="496284"/>
          </a:xfrm>
          <a:custGeom>
            <a:avLst/>
            <a:gdLst/>
            <a:ahLst/>
            <a:cxnLst/>
            <a:rect l="l" t="t" r="r" b="b"/>
            <a:pathLst>
              <a:path w="508878" h="496284" extrusionOk="0">
                <a:moveTo>
                  <a:pt x="31320" y="372477"/>
                </a:moveTo>
                <a:lnTo>
                  <a:pt x="31320" y="372477"/>
                </a:lnTo>
                <a:cubicBezTo>
                  <a:pt x="55132" y="355808"/>
                  <a:pt x="82204" y="343023"/>
                  <a:pt x="102757" y="322470"/>
                </a:cubicBezTo>
                <a:cubicBezTo>
                  <a:pt x="109901" y="315326"/>
                  <a:pt x="116213" y="307241"/>
                  <a:pt x="124188" y="301039"/>
                </a:cubicBezTo>
                <a:cubicBezTo>
                  <a:pt x="137742" y="290497"/>
                  <a:pt x="152763" y="281989"/>
                  <a:pt x="167051" y="272464"/>
                </a:cubicBezTo>
                <a:cubicBezTo>
                  <a:pt x="174195" y="267702"/>
                  <a:pt x="182411" y="264248"/>
                  <a:pt x="188482" y="258177"/>
                </a:cubicBezTo>
                <a:cubicBezTo>
                  <a:pt x="202770" y="243889"/>
                  <a:pt x="214533" y="226522"/>
                  <a:pt x="231345" y="215314"/>
                </a:cubicBezTo>
                <a:lnTo>
                  <a:pt x="274207" y="186739"/>
                </a:lnTo>
                <a:cubicBezTo>
                  <a:pt x="281351" y="181977"/>
                  <a:pt x="287493" y="175167"/>
                  <a:pt x="295638" y="172452"/>
                </a:cubicBezTo>
                <a:lnTo>
                  <a:pt x="338501" y="158164"/>
                </a:lnTo>
                <a:lnTo>
                  <a:pt x="359932" y="151020"/>
                </a:lnTo>
                <a:cubicBezTo>
                  <a:pt x="364695" y="143876"/>
                  <a:pt x="368149" y="135660"/>
                  <a:pt x="374220" y="129589"/>
                </a:cubicBezTo>
                <a:cubicBezTo>
                  <a:pt x="380291" y="123518"/>
                  <a:pt x="389997" y="121763"/>
                  <a:pt x="395651" y="115302"/>
                </a:cubicBezTo>
                <a:cubicBezTo>
                  <a:pt x="406959" y="102379"/>
                  <a:pt x="409938" y="81964"/>
                  <a:pt x="424226" y="72439"/>
                </a:cubicBezTo>
                <a:lnTo>
                  <a:pt x="467088" y="43864"/>
                </a:lnTo>
                <a:cubicBezTo>
                  <a:pt x="471851" y="36720"/>
                  <a:pt x="475305" y="28504"/>
                  <a:pt x="481376" y="22433"/>
                </a:cubicBezTo>
                <a:cubicBezTo>
                  <a:pt x="487447" y="16362"/>
                  <a:pt x="500092" y="0"/>
                  <a:pt x="502807" y="8145"/>
                </a:cubicBezTo>
                <a:cubicBezTo>
                  <a:pt x="508878" y="26358"/>
                  <a:pt x="499686" y="46523"/>
                  <a:pt x="495663" y="65295"/>
                </a:cubicBezTo>
                <a:cubicBezTo>
                  <a:pt x="492507" y="80021"/>
                  <a:pt x="486138" y="93870"/>
                  <a:pt x="481376" y="108158"/>
                </a:cubicBezTo>
                <a:cubicBezTo>
                  <a:pt x="478995" y="115302"/>
                  <a:pt x="478409" y="123324"/>
                  <a:pt x="474232" y="129589"/>
                </a:cubicBezTo>
                <a:cubicBezTo>
                  <a:pt x="469470" y="136733"/>
                  <a:pt x="464205" y="143566"/>
                  <a:pt x="459945" y="151020"/>
                </a:cubicBezTo>
                <a:cubicBezTo>
                  <a:pt x="448356" y="171301"/>
                  <a:pt x="439521" y="197470"/>
                  <a:pt x="424226" y="215314"/>
                </a:cubicBezTo>
                <a:cubicBezTo>
                  <a:pt x="418639" y="221833"/>
                  <a:pt x="409939" y="224839"/>
                  <a:pt x="402795" y="229602"/>
                </a:cubicBezTo>
                <a:cubicBezTo>
                  <a:pt x="388591" y="286416"/>
                  <a:pt x="406601" y="230085"/>
                  <a:pt x="374220" y="286752"/>
                </a:cubicBezTo>
                <a:cubicBezTo>
                  <a:pt x="370484" y="293290"/>
                  <a:pt x="371253" y="301918"/>
                  <a:pt x="367076" y="308183"/>
                </a:cubicBezTo>
                <a:cubicBezTo>
                  <a:pt x="361472" y="316589"/>
                  <a:pt x="352220" y="321944"/>
                  <a:pt x="345645" y="329614"/>
                </a:cubicBezTo>
                <a:cubicBezTo>
                  <a:pt x="337896" y="338654"/>
                  <a:pt x="332632" y="349770"/>
                  <a:pt x="324213" y="358189"/>
                </a:cubicBezTo>
                <a:cubicBezTo>
                  <a:pt x="298482" y="383920"/>
                  <a:pt x="298541" y="373630"/>
                  <a:pt x="274207" y="393908"/>
                </a:cubicBezTo>
                <a:cubicBezTo>
                  <a:pt x="266446" y="400376"/>
                  <a:pt x="260751" y="409137"/>
                  <a:pt x="252776" y="415339"/>
                </a:cubicBezTo>
                <a:cubicBezTo>
                  <a:pt x="239222" y="425881"/>
                  <a:pt x="224201" y="434389"/>
                  <a:pt x="209913" y="443914"/>
                </a:cubicBezTo>
                <a:cubicBezTo>
                  <a:pt x="202769" y="448677"/>
                  <a:pt x="196627" y="455487"/>
                  <a:pt x="188482" y="458202"/>
                </a:cubicBezTo>
                <a:lnTo>
                  <a:pt x="167051" y="465345"/>
                </a:lnTo>
                <a:cubicBezTo>
                  <a:pt x="159907" y="470108"/>
                  <a:pt x="153299" y="475793"/>
                  <a:pt x="145620" y="479633"/>
                </a:cubicBezTo>
                <a:cubicBezTo>
                  <a:pt x="112319" y="496284"/>
                  <a:pt x="85991" y="483304"/>
                  <a:pt x="45607" y="479633"/>
                </a:cubicBezTo>
                <a:cubicBezTo>
                  <a:pt x="38463" y="474870"/>
                  <a:pt x="30247" y="471416"/>
                  <a:pt x="24176" y="465345"/>
                </a:cubicBezTo>
                <a:cubicBezTo>
                  <a:pt x="0" y="441169"/>
                  <a:pt x="9749" y="430322"/>
                  <a:pt x="17032" y="393908"/>
                </a:cubicBezTo>
                <a:cubicBezTo>
                  <a:pt x="18509" y="386524"/>
                  <a:pt x="19999" y="378742"/>
                  <a:pt x="24176" y="372477"/>
                </a:cubicBezTo>
                <a:cubicBezTo>
                  <a:pt x="47291" y="337805"/>
                  <a:pt x="30129" y="372477"/>
                  <a:pt x="31320" y="372477"/>
                </a:cubicBezTo>
                <a:close/>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38" name="Google Shape;938;p14"/>
          <p:cNvSpPr/>
          <p:nvPr/>
        </p:nvSpPr>
        <p:spPr>
          <a:xfrm>
            <a:off x="2198484" y="1227167"/>
            <a:ext cx="460009" cy="408752"/>
          </a:xfrm>
          <a:custGeom>
            <a:avLst/>
            <a:gdLst/>
            <a:ahLst/>
            <a:cxnLst/>
            <a:rect l="l" t="t" r="r" b="b"/>
            <a:pathLst>
              <a:path w="460009" h="408752" extrusionOk="0">
                <a:moveTo>
                  <a:pt x="108947" y="108714"/>
                </a:moveTo>
                <a:lnTo>
                  <a:pt x="108947" y="108714"/>
                </a:lnTo>
                <a:cubicBezTo>
                  <a:pt x="130378" y="99189"/>
                  <a:pt x="152264" y="90627"/>
                  <a:pt x="173241" y="80139"/>
                </a:cubicBezTo>
                <a:cubicBezTo>
                  <a:pt x="180920" y="76299"/>
                  <a:pt x="186993" y="69692"/>
                  <a:pt x="194672" y="65852"/>
                </a:cubicBezTo>
                <a:cubicBezTo>
                  <a:pt x="201407" y="62484"/>
                  <a:pt x="209182" y="61674"/>
                  <a:pt x="216104" y="58708"/>
                </a:cubicBezTo>
                <a:cubicBezTo>
                  <a:pt x="225892" y="54513"/>
                  <a:pt x="234891" y="48616"/>
                  <a:pt x="244679" y="44421"/>
                </a:cubicBezTo>
                <a:cubicBezTo>
                  <a:pt x="251600" y="41455"/>
                  <a:pt x="258845" y="39258"/>
                  <a:pt x="266110" y="37277"/>
                </a:cubicBezTo>
                <a:cubicBezTo>
                  <a:pt x="285054" y="32110"/>
                  <a:pt x="323260" y="22989"/>
                  <a:pt x="323260" y="22989"/>
                </a:cubicBezTo>
                <a:cubicBezTo>
                  <a:pt x="460009" y="33508"/>
                  <a:pt x="397490" y="0"/>
                  <a:pt x="423272" y="51564"/>
                </a:cubicBezTo>
                <a:cubicBezTo>
                  <a:pt x="427112" y="59244"/>
                  <a:pt x="432797" y="65852"/>
                  <a:pt x="437560" y="72996"/>
                </a:cubicBezTo>
                <a:cubicBezTo>
                  <a:pt x="430416" y="108715"/>
                  <a:pt x="426136" y="145128"/>
                  <a:pt x="416129" y="180152"/>
                </a:cubicBezTo>
                <a:cubicBezTo>
                  <a:pt x="408551" y="206674"/>
                  <a:pt x="385475" y="234315"/>
                  <a:pt x="373266" y="258733"/>
                </a:cubicBezTo>
                <a:cubicBezTo>
                  <a:pt x="369898" y="265468"/>
                  <a:pt x="369490" y="273429"/>
                  <a:pt x="366122" y="280164"/>
                </a:cubicBezTo>
                <a:cubicBezTo>
                  <a:pt x="362282" y="287843"/>
                  <a:pt x="356095" y="294141"/>
                  <a:pt x="351835" y="301596"/>
                </a:cubicBezTo>
                <a:cubicBezTo>
                  <a:pt x="346552" y="310842"/>
                  <a:pt x="344365" y="321990"/>
                  <a:pt x="337547" y="330171"/>
                </a:cubicBezTo>
                <a:cubicBezTo>
                  <a:pt x="332051" y="336767"/>
                  <a:pt x="323260" y="339696"/>
                  <a:pt x="316116" y="344458"/>
                </a:cubicBezTo>
                <a:cubicBezTo>
                  <a:pt x="311354" y="351602"/>
                  <a:pt x="309110" y="361339"/>
                  <a:pt x="301829" y="365889"/>
                </a:cubicBezTo>
                <a:cubicBezTo>
                  <a:pt x="279545" y="379817"/>
                  <a:pt x="247856" y="380609"/>
                  <a:pt x="223247" y="387321"/>
                </a:cubicBezTo>
                <a:cubicBezTo>
                  <a:pt x="208718" y="391284"/>
                  <a:pt x="194672" y="396846"/>
                  <a:pt x="180385" y="401608"/>
                </a:cubicBezTo>
                <a:lnTo>
                  <a:pt x="158954" y="408752"/>
                </a:lnTo>
                <a:cubicBezTo>
                  <a:pt x="149429" y="406371"/>
                  <a:pt x="140006" y="403534"/>
                  <a:pt x="130379" y="401608"/>
                </a:cubicBezTo>
                <a:cubicBezTo>
                  <a:pt x="94787" y="394489"/>
                  <a:pt x="90239" y="401647"/>
                  <a:pt x="66085" y="380177"/>
                </a:cubicBezTo>
                <a:cubicBezTo>
                  <a:pt x="50983" y="366753"/>
                  <a:pt x="23222" y="337314"/>
                  <a:pt x="23222" y="337314"/>
                </a:cubicBezTo>
                <a:cubicBezTo>
                  <a:pt x="20841" y="330170"/>
                  <a:pt x="19447" y="322618"/>
                  <a:pt x="16079" y="315883"/>
                </a:cubicBezTo>
                <a:cubicBezTo>
                  <a:pt x="12239" y="308204"/>
                  <a:pt x="2504" y="303008"/>
                  <a:pt x="1791" y="294452"/>
                </a:cubicBezTo>
                <a:cubicBezTo>
                  <a:pt x="0" y="272963"/>
                  <a:pt x="5390" y="251428"/>
                  <a:pt x="8935" y="230158"/>
                </a:cubicBezTo>
                <a:cubicBezTo>
                  <a:pt x="10173" y="222730"/>
                  <a:pt x="11902" y="214992"/>
                  <a:pt x="16079" y="208727"/>
                </a:cubicBezTo>
                <a:cubicBezTo>
                  <a:pt x="27079" y="192227"/>
                  <a:pt x="43128" y="183550"/>
                  <a:pt x="58941" y="173008"/>
                </a:cubicBezTo>
                <a:cubicBezTo>
                  <a:pt x="75029" y="124747"/>
                  <a:pt x="52718" y="177059"/>
                  <a:pt x="87516" y="137289"/>
                </a:cubicBezTo>
                <a:cubicBezTo>
                  <a:pt x="98823" y="124366"/>
                  <a:pt x="105375" y="113476"/>
                  <a:pt x="108947" y="108714"/>
                </a:cubicBezTo>
                <a:close/>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39" name="Google Shape;939;p14"/>
          <p:cNvSpPr/>
          <p:nvPr/>
        </p:nvSpPr>
        <p:spPr>
          <a:xfrm rot="713609">
            <a:off x="2057401" y="1664495"/>
            <a:ext cx="533400" cy="545306"/>
          </a:xfrm>
          <a:custGeom>
            <a:avLst/>
            <a:gdLst/>
            <a:ahLst/>
            <a:cxnLst/>
            <a:rect l="l" t="t" r="r" b="b"/>
            <a:pathLst>
              <a:path w="400711" h="550069" extrusionOk="0">
                <a:moveTo>
                  <a:pt x="4144" y="164306"/>
                </a:moveTo>
                <a:lnTo>
                  <a:pt x="4144" y="164306"/>
                </a:lnTo>
                <a:cubicBezTo>
                  <a:pt x="8040" y="117559"/>
                  <a:pt x="0" y="85811"/>
                  <a:pt x="25575" y="50006"/>
                </a:cubicBezTo>
                <a:cubicBezTo>
                  <a:pt x="33398" y="39054"/>
                  <a:pt x="55326" y="20115"/>
                  <a:pt x="68438" y="14287"/>
                </a:cubicBezTo>
                <a:cubicBezTo>
                  <a:pt x="82200" y="8170"/>
                  <a:pt x="111300" y="0"/>
                  <a:pt x="111300" y="0"/>
                </a:cubicBezTo>
                <a:cubicBezTo>
                  <a:pt x="135113" y="2381"/>
                  <a:pt x="159085" y="3505"/>
                  <a:pt x="182738" y="7144"/>
                </a:cubicBezTo>
                <a:cubicBezTo>
                  <a:pt x="190180" y="8289"/>
                  <a:pt x="196929" y="12218"/>
                  <a:pt x="204169" y="14287"/>
                </a:cubicBezTo>
                <a:cubicBezTo>
                  <a:pt x="213609" y="16984"/>
                  <a:pt x="223219" y="19050"/>
                  <a:pt x="232744" y="21431"/>
                </a:cubicBezTo>
                <a:cubicBezTo>
                  <a:pt x="239888" y="26194"/>
                  <a:pt x="246496" y="31879"/>
                  <a:pt x="254175" y="35719"/>
                </a:cubicBezTo>
                <a:cubicBezTo>
                  <a:pt x="260910" y="39087"/>
                  <a:pt x="269341" y="38685"/>
                  <a:pt x="275607" y="42862"/>
                </a:cubicBezTo>
                <a:cubicBezTo>
                  <a:pt x="284013" y="48466"/>
                  <a:pt x="289894" y="57150"/>
                  <a:pt x="297038" y="64294"/>
                </a:cubicBezTo>
                <a:cubicBezTo>
                  <a:pt x="299419" y="73819"/>
                  <a:pt x="299311" y="84344"/>
                  <a:pt x="304182" y="92869"/>
                </a:cubicBezTo>
                <a:cubicBezTo>
                  <a:pt x="309194" y="101641"/>
                  <a:pt x="320009" y="105894"/>
                  <a:pt x="325613" y="114300"/>
                </a:cubicBezTo>
                <a:cubicBezTo>
                  <a:pt x="329790" y="120565"/>
                  <a:pt x="329389" y="128996"/>
                  <a:pt x="332757" y="135731"/>
                </a:cubicBezTo>
                <a:cubicBezTo>
                  <a:pt x="336597" y="143410"/>
                  <a:pt x="343557" y="149316"/>
                  <a:pt x="347044" y="157162"/>
                </a:cubicBezTo>
                <a:cubicBezTo>
                  <a:pt x="353161" y="170925"/>
                  <a:pt x="356570" y="185737"/>
                  <a:pt x="361332" y="200025"/>
                </a:cubicBezTo>
                <a:cubicBezTo>
                  <a:pt x="363713" y="207169"/>
                  <a:pt x="367237" y="214028"/>
                  <a:pt x="368475" y="221456"/>
                </a:cubicBezTo>
                <a:cubicBezTo>
                  <a:pt x="370856" y="235744"/>
                  <a:pt x="372477" y="250179"/>
                  <a:pt x="375619" y="264319"/>
                </a:cubicBezTo>
                <a:cubicBezTo>
                  <a:pt x="377253" y="271670"/>
                  <a:pt x="380694" y="278510"/>
                  <a:pt x="382763" y="285750"/>
                </a:cubicBezTo>
                <a:cubicBezTo>
                  <a:pt x="400711" y="348566"/>
                  <a:pt x="379917" y="284352"/>
                  <a:pt x="397050" y="335756"/>
                </a:cubicBezTo>
                <a:cubicBezTo>
                  <a:pt x="391357" y="392688"/>
                  <a:pt x="394716" y="393937"/>
                  <a:pt x="382763" y="435769"/>
                </a:cubicBezTo>
                <a:cubicBezTo>
                  <a:pt x="380694" y="443009"/>
                  <a:pt x="378987" y="450465"/>
                  <a:pt x="375619" y="457200"/>
                </a:cubicBezTo>
                <a:cubicBezTo>
                  <a:pt x="371779" y="464879"/>
                  <a:pt x="368036" y="473268"/>
                  <a:pt x="361332" y="478631"/>
                </a:cubicBezTo>
                <a:cubicBezTo>
                  <a:pt x="355452" y="483335"/>
                  <a:pt x="347044" y="483394"/>
                  <a:pt x="339900" y="485775"/>
                </a:cubicBezTo>
                <a:cubicBezTo>
                  <a:pt x="335138" y="492919"/>
                  <a:pt x="331684" y="501135"/>
                  <a:pt x="325613" y="507206"/>
                </a:cubicBezTo>
                <a:cubicBezTo>
                  <a:pt x="308631" y="524189"/>
                  <a:pt x="282543" y="528706"/>
                  <a:pt x="261319" y="535781"/>
                </a:cubicBezTo>
                <a:cubicBezTo>
                  <a:pt x="226142" y="547506"/>
                  <a:pt x="247324" y="541686"/>
                  <a:pt x="197025" y="550069"/>
                </a:cubicBezTo>
                <a:cubicBezTo>
                  <a:pt x="132570" y="533955"/>
                  <a:pt x="158504" y="541991"/>
                  <a:pt x="118444" y="528637"/>
                </a:cubicBezTo>
                <a:cubicBezTo>
                  <a:pt x="116063" y="521493"/>
                  <a:pt x="114957" y="513788"/>
                  <a:pt x="111300" y="507206"/>
                </a:cubicBezTo>
                <a:cubicBezTo>
                  <a:pt x="102961" y="492196"/>
                  <a:pt x="82725" y="464344"/>
                  <a:pt x="82725" y="464344"/>
                </a:cubicBezTo>
                <a:cubicBezTo>
                  <a:pt x="64774" y="410484"/>
                  <a:pt x="88987" y="476864"/>
                  <a:pt x="61294" y="421481"/>
                </a:cubicBezTo>
                <a:cubicBezTo>
                  <a:pt x="57926" y="414746"/>
                  <a:pt x="59475" y="405375"/>
                  <a:pt x="54150" y="400050"/>
                </a:cubicBezTo>
                <a:cubicBezTo>
                  <a:pt x="48825" y="394725"/>
                  <a:pt x="39863" y="395287"/>
                  <a:pt x="32719" y="392906"/>
                </a:cubicBezTo>
                <a:cubicBezTo>
                  <a:pt x="19026" y="351829"/>
                  <a:pt x="29377" y="387140"/>
                  <a:pt x="18432" y="321469"/>
                </a:cubicBezTo>
                <a:cubicBezTo>
                  <a:pt x="9139" y="265706"/>
                  <a:pt x="7482" y="291085"/>
                  <a:pt x="4144" y="214312"/>
                </a:cubicBezTo>
                <a:cubicBezTo>
                  <a:pt x="2799" y="183385"/>
                  <a:pt x="4144" y="172640"/>
                  <a:pt x="4144" y="164306"/>
                </a:cubicBezTo>
                <a:close/>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40" name="Google Shape;940;p14"/>
          <p:cNvSpPr/>
          <p:nvPr/>
        </p:nvSpPr>
        <p:spPr>
          <a:xfrm>
            <a:off x="2048618" y="2111102"/>
            <a:ext cx="286581" cy="376311"/>
          </a:xfrm>
          <a:custGeom>
            <a:avLst/>
            <a:gdLst/>
            <a:ahLst/>
            <a:cxnLst/>
            <a:rect l="l" t="t" r="r" b="b"/>
            <a:pathLst>
              <a:path w="286581" h="376311" extrusionOk="0">
                <a:moveTo>
                  <a:pt x="73076" y="74886"/>
                </a:moveTo>
                <a:lnTo>
                  <a:pt x="73076" y="74886"/>
                </a:lnTo>
                <a:cubicBezTo>
                  <a:pt x="92126" y="84411"/>
                  <a:pt x="112778" y="91247"/>
                  <a:pt x="130226" y="103461"/>
                </a:cubicBezTo>
                <a:cubicBezTo>
                  <a:pt x="137260" y="108385"/>
                  <a:pt x="138442" y="118821"/>
                  <a:pt x="144513" y="124892"/>
                </a:cubicBezTo>
                <a:cubicBezTo>
                  <a:pt x="150584" y="130963"/>
                  <a:pt x="159349" y="133682"/>
                  <a:pt x="165945" y="139179"/>
                </a:cubicBezTo>
                <a:cubicBezTo>
                  <a:pt x="173706" y="145647"/>
                  <a:pt x="180232" y="153467"/>
                  <a:pt x="187376" y="160611"/>
                </a:cubicBezTo>
                <a:cubicBezTo>
                  <a:pt x="201285" y="202335"/>
                  <a:pt x="183637" y="164015"/>
                  <a:pt x="215951" y="196329"/>
                </a:cubicBezTo>
                <a:cubicBezTo>
                  <a:pt x="222022" y="202400"/>
                  <a:pt x="224741" y="211165"/>
                  <a:pt x="230238" y="217761"/>
                </a:cubicBezTo>
                <a:cubicBezTo>
                  <a:pt x="236706" y="225522"/>
                  <a:pt x="244526" y="232048"/>
                  <a:pt x="251670" y="239192"/>
                </a:cubicBezTo>
                <a:cubicBezTo>
                  <a:pt x="254051" y="246336"/>
                  <a:pt x="255445" y="253888"/>
                  <a:pt x="258813" y="260623"/>
                </a:cubicBezTo>
                <a:cubicBezTo>
                  <a:pt x="286512" y="316021"/>
                  <a:pt x="262287" y="249612"/>
                  <a:pt x="280245" y="303486"/>
                </a:cubicBezTo>
                <a:cubicBezTo>
                  <a:pt x="277612" y="324546"/>
                  <a:pt x="286581" y="369936"/>
                  <a:pt x="251670" y="374923"/>
                </a:cubicBezTo>
                <a:cubicBezTo>
                  <a:pt x="241950" y="376311"/>
                  <a:pt x="232620" y="370160"/>
                  <a:pt x="223095" y="367779"/>
                </a:cubicBezTo>
                <a:cubicBezTo>
                  <a:pt x="215951" y="360635"/>
                  <a:pt x="208131" y="354109"/>
                  <a:pt x="201663" y="346348"/>
                </a:cubicBezTo>
                <a:cubicBezTo>
                  <a:pt x="179938" y="320278"/>
                  <a:pt x="195605" y="326555"/>
                  <a:pt x="165945" y="303486"/>
                </a:cubicBezTo>
                <a:cubicBezTo>
                  <a:pt x="152391" y="292944"/>
                  <a:pt x="123082" y="274911"/>
                  <a:pt x="123082" y="274911"/>
                </a:cubicBezTo>
                <a:cubicBezTo>
                  <a:pt x="118320" y="267767"/>
                  <a:pt x="112635" y="261158"/>
                  <a:pt x="108795" y="253479"/>
                </a:cubicBezTo>
                <a:cubicBezTo>
                  <a:pt x="105427" y="246744"/>
                  <a:pt x="105308" y="238630"/>
                  <a:pt x="101651" y="232048"/>
                </a:cubicBezTo>
                <a:cubicBezTo>
                  <a:pt x="93312" y="217038"/>
                  <a:pt x="82601" y="203473"/>
                  <a:pt x="73076" y="189186"/>
                </a:cubicBezTo>
                <a:lnTo>
                  <a:pt x="58788" y="167754"/>
                </a:lnTo>
                <a:lnTo>
                  <a:pt x="44501" y="146323"/>
                </a:lnTo>
                <a:lnTo>
                  <a:pt x="30213" y="124892"/>
                </a:lnTo>
                <a:lnTo>
                  <a:pt x="15926" y="82029"/>
                </a:lnTo>
                <a:cubicBezTo>
                  <a:pt x="13545" y="74885"/>
                  <a:pt x="10608" y="67903"/>
                  <a:pt x="8782" y="60598"/>
                </a:cubicBezTo>
                <a:lnTo>
                  <a:pt x="1638" y="32023"/>
                </a:lnTo>
                <a:cubicBezTo>
                  <a:pt x="4019" y="22498"/>
                  <a:pt x="0" y="7839"/>
                  <a:pt x="8782" y="3448"/>
                </a:cubicBezTo>
                <a:cubicBezTo>
                  <a:pt x="15679" y="0"/>
                  <a:pt x="55436" y="14237"/>
                  <a:pt x="65932" y="17736"/>
                </a:cubicBezTo>
                <a:cubicBezTo>
                  <a:pt x="68313" y="24880"/>
                  <a:pt x="68372" y="33287"/>
                  <a:pt x="73076" y="39167"/>
                </a:cubicBezTo>
                <a:cubicBezTo>
                  <a:pt x="78439" y="45871"/>
                  <a:pt x="89144" y="46750"/>
                  <a:pt x="94507" y="53454"/>
                </a:cubicBezTo>
                <a:cubicBezTo>
                  <a:pt x="102404" y="63325"/>
                  <a:pt x="76648" y="71314"/>
                  <a:pt x="73076" y="74886"/>
                </a:cubicBezTo>
                <a:close/>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41" name="Google Shape;941;p14"/>
          <p:cNvSpPr/>
          <p:nvPr/>
        </p:nvSpPr>
        <p:spPr>
          <a:xfrm>
            <a:off x="3365500" y="1558713"/>
            <a:ext cx="431800" cy="1171787"/>
          </a:xfrm>
          <a:custGeom>
            <a:avLst/>
            <a:gdLst/>
            <a:ahLst/>
            <a:cxnLst/>
            <a:rect l="l" t="t" r="r" b="b"/>
            <a:pathLst>
              <a:path w="431800" h="1171787" extrusionOk="0">
                <a:moveTo>
                  <a:pt x="101600" y="54187"/>
                </a:moveTo>
                <a:lnTo>
                  <a:pt x="101600" y="54187"/>
                </a:lnTo>
                <a:lnTo>
                  <a:pt x="38100" y="244687"/>
                </a:lnTo>
                <a:lnTo>
                  <a:pt x="25400" y="282787"/>
                </a:lnTo>
                <a:cubicBezTo>
                  <a:pt x="21167" y="295487"/>
                  <a:pt x="14901" y="307682"/>
                  <a:pt x="12700" y="320887"/>
                </a:cubicBezTo>
                <a:lnTo>
                  <a:pt x="0" y="397087"/>
                </a:lnTo>
                <a:cubicBezTo>
                  <a:pt x="4233" y="557954"/>
                  <a:pt x="6268" y="718893"/>
                  <a:pt x="12700" y="879687"/>
                </a:cubicBezTo>
                <a:cubicBezTo>
                  <a:pt x="14737" y="930622"/>
                  <a:pt x="17020" y="981805"/>
                  <a:pt x="25400" y="1032087"/>
                </a:cubicBezTo>
                <a:cubicBezTo>
                  <a:pt x="29802" y="1058497"/>
                  <a:pt x="42333" y="1082887"/>
                  <a:pt x="50800" y="1108287"/>
                </a:cubicBezTo>
                <a:cubicBezTo>
                  <a:pt x="55033" y="1120987"/>
                  <a:pt x="50800" y="1142154"/>
                  <a:pt x="63500" y="1146387"/>
                </a:cubicBezTo>
                <a:lnTo>
                  <a:pt x="139700" y="1171787"/>
                </a:lnTo>
                <a:cubicBezTo>
                  <a:pt x="160867" y="1167554"/>
                  <a:pt x="182989" y="1166666"/>
                  <a:pt x="203200" y="1159087"/>
                </a:cubicBezTo>
                <a:cubicBezTo>
                  <a:pt x="226220" y="1150454"/>
                  <a:pt x="265836" y="1113027"/>
                  <a:pt x="279400" y="1095587"/>
                </a:cubicBezTo>
                <a:cubicBezTo>
                  <a:pt x="298142" y="1071490"/>
                  <a:pt x="308614" y="1040973"/>
                  <a:pt x="330200" y="1019387"/>
                </a:cubicBezTo>
                <a:lnTo>
                  <a:pt x="368300" y="981287"/>
                </a:lnTo>
                <a:cubicBezTo>
                  <a:pt x="372533" y="968587"/>
                  <a:pt x="375013" y="955161"/>
                  <a:pt x="381000" y="943187"/>
                </a:cubicBezTo>
                <a:cubicBezTo>
                  <a:pt x="387826" y="929535"/>
                  <a:pt x="400201" y="919035"/>
                  <a:pt x="406400" y="905087"/>
                </a:cubicBezTo>
                <a:cubicBezTo>
                  <a:pt x="417274" y="880621"/>
                  <a:pt x="431800" y="828887"/>
                  <a:pt x="431800" y="828887"/>
                </a:cubicBezTo>
                <a:cubicBezTo>
                  <a:pt x="427567" y="756920"/>
                  <a:pt x="425935" y="684753"/>
                  <a:pt x="419100" y="612987"/>
                </a:cubicBezTo>
                <a:cubicBezTo>
                  <a:pt x="417445" y="595611"/>
                  <a:pt x="410186" y="579226"/>
                  <a:pt x="406400" y="562187"/>
                </a:cubicBezTo>
                <a:cubicBezTo>
                  <a:pt x="401717" y="541115"/>
                  <a:pt x="398935" y="519628"/>
                  <a:pt x="393700" y="498687"/>
                </a:cubicBezTo>
                <a:cubicBezTo>
                  <a:pt x="390453" y="485700"/>
                  <a:pt x="390466" y="470053"/>
                  <a:pt x="381000" y="460587"/>
                </a:cubicBezTo>
                <a:cubicBezTo>
                  <a:pt x="371534" y="451121"/>
                  <a:pt x="355600" y="452120"/>
                  <a:pt x="342900" y="447887"/>
                </a:cubicBezTo>
                <a:cubicBezTo>
                  <a:pt x="334433" y="422487"/>
                  <a:pt x="323994" y="397662"/>
                  <a:pt x="317500" y="371687"/>
                </a:cubicBezTo>
                <a:cubicBezTo>
                  <a:pt x="301553" y="307900"/>
                  <a:pt x="310320" y="337446"/>
                  <a:pt x="292100" y="282787"/>
                </a:cubicBezTo>
                <a:cubicBezTo>
                  <a:pt x="283156" y="202293"/>
                  <a:pt x="286110" y="182385"/>
                  <a:pt x="266700" y="117687"/>
                </a:cubicBezTo>
                <a:cubicBezTo>
                  <a:pt x="259007" y="92042"/>
                  <a:pt x="266700" y="49954"/>
                  <a:pt x="241300" y="41487"/>
                </a:cubicBezTo>
                <a:cubicBezTo>
                  <a:pt x="188720" y="23960"/>
                  <a:pt x="214339" y="36213"/>
                  <a:pt x="165100" y="3387"/>
                </a:cubicBezTo>
                <a:cubicBezTo>
                  <a:pt x="104140" y="23707"/>
                  <a:pt x="141393" y="0"/>
                  <a:pt x="114300" y="54187"/>
                </a:cubicBezTo>
                <a:cubicBezTo>
                  <a:pt x="107474" y="67839"/>
                  <a:pt x="88900" y="92287"/>
                  <a:pt x="101600" y="54187"/>
                </a:cubicBezTo>
                <a:close/>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42" name="Google Shape;942;p14"/>
          <p:cNvSpPr/>
          <p:nvPr/>
        </p:nvSpPr>
        <p:spPr>
          <a:xfrm>
            <a:off x="2781179" y="1190746"/>
            <a:ext cx="364950" cy="366222"/>
          </a:xfrm>
          <a:custGeom>
            <a:avLst/>
            <a:gdLst/>
            <a:ahLst/>
            <a:cxnLst/>
            <a:rect l="l" t="t" r="r" b="b"/>
            <a:pathLst>
              <a:path w="364950" h="366222" extrusionOk="0">
                <a:moveTo>
                  <a:pt x="114421" y="28454"/>
                </a:moveTo>
                <a:lnTo>
                  <a:pt x="114421" y="28454"/>
                </a:lnTo>
                <a:cubicBezTo>
                  <a:pt x="151458" y="24339"/>
                  <a:pt x="289673" y="0"/>
                  <a:pt x="330321" y="28454"/>
                </a:cubicBezTo>
                <a:cubicBezTo>
                  <a:pt x="352255" y="43808"/>
                  <a:pt x="355721" y="104654"/>
                  <a:pt x="355721" y="104654"/>
                </a:cubicBezTo>
                <a:cubicBezTo>
                  <a:pt x="346158" y="200281"/>
                  <a:pt x="364950" y="212959"/>
                  <a:pt x="317621" y="269754"/>
                </a:cubicBezTo>
                <a:cubicBezTo>
                  <a:pt x="306123" y="283552"/>
                  <a:pt x="295221" y="299132"/>
                  <a:pt x="279521" y="307854"/>
                </a:cubicBezTo>
                <a:cubicBezTo>
                  <a:pt x="256116" y="320857"/>
                  <a:pt x="203321" y="333254"/>
                  <a:pt x="203321" y="333254"/>
                </a:cubicBezTo>
                <a:cubicBezTo>
                  <a:pt x="0" y="314770"/>
                  <a:pt x="92805" y="366222"/>
                  <a:pt x="50921" y="282454"/>
                </a:cubicBezTo>
                <a:cubicBezTo>
                  <a:pt x="44095" y="268802"/>
                  <a:pt x="33988" y="257054"/>
                  <a:pt x="25521" y="244354"/>
                </a:cubicBezTo>
                <a:cubicBezTo>
                  <a:pt x="29754" y="193554"/>
                  <a:pt x="31484" y="142483"/>
                  <a:pt x="38221" y="91954"/>
                </a:cubicBezTo>
                <a:cubicBezTo>
                  <a:pt x="39990" y="78684"/>
                  <a:pt x="41455" y="63320"/>
                  <a:pt x="50921" y="53854"/>
                </a:cubicBezTo>
                <a:cubicBezTo>
                  <a:pt x="60387" y="44388"/>
                  <a:pt x="77047" y="47141"/>
                  <a:pt x="89021" y="41154"/>
                </a:cubicBezTo>
                <a:cubicBezTo>
                  <a:pt x="114705" y="28312"/>
                  <a:pt x="133299" y="3054"/>
                  <a:pt x="165221" y="3054"/>
                </a:cubicBezTo>
                <a:cubicBezTo>
                  <a:pt x="171208" y="3054"/>
                  <a:pt x="173688" y="11521"/>
                  <a:pt x="177921" y="15754"/>
                </a:cubicBezTo>
                <a:lnTo>
                  <a:pt x="190621" y="15754"/>
                </a:lnTo>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43" name="Google Shape;943;p14"/>
          <p:cNvSpPr/>
          <p:nvPr/>
        </p:nvSpPr>
        <p:spPr>
          <a:xfrm>
            <a:off x="2779961" y="1549400"/>
            <a:ext cx="369639" cy="389785"/>
          </a:xfrm>
          <a:custGeom>
            <a:avLst/>
            <a:gdLst/>
            <a:ahLst/>
            <a:cxnLst/>
            <a:rect l="l" t="t" r="r" b="b"/>
            <a:pathLst>
              <a:path w="369639" h="389785" extrusionOk="0">
                <a:moveTo>
                  <a:pt x="26739" y="292100"/>
                </a:moveTo>
                <a:lnTo>
                  <a:pt x="26739" y="292100"/>
                </a:lnTo>
                <a:cubicBezTo>
                  <a:pt x="18272" y="254000"/>
                  <a:pt x="4332" y="216714"/>
                  <a:pt x="1339" y="177800"/>
                </a:cubicBezTo>
                <a:cubicBezTo>
                  <a:pt x="0" y="160397"/>
                  <a:pt x="9244" y="143783"/>
                  <a:pt x="14039" y="127000"/>
                </a:cubicBezTo>
                <a:cubicBezTo>
                  <a:pt x="23456" y="94041"/>
                  <a:pt x="48813" y="22275"/>
                  <a:pt x="77539" y="12700"/>
                </a:cubicBezTo>
                <a:lnTo>
                  <a:pt x="115639" y="0"/>
                </a:lnTo>
                <a:cubicBezTo>
                  <a:pt x="124106" y="12700"/>
                  <a:pt x="134213" y="24448"/>
                  <a:pt x="141039" y="38100"/>
                </a:cubicBezTo>
                <a:cubicBezTo>
                  <a:pt x="161359" y="78740"/>
                  <a:pt x="146119" y="99060"/>
                  <a:pt x="166439" y="38100"/>
                </a:cubicBezTo>
                <a:cubicBezTo>
                  <a:pt x="179139" y="42333"/>
                  <a:pt x="191152" y="50800"/>
                  <a:pt x="204539" y="50800"/>
                </a:cubicBezTo>
                <a:cubicBezTo>
                  <a:pt x="260983" y="50800"/>
                  <a:pt x="232761" y="8467"/>
                  <a:pt x="255339" y="76200"/>
                </a:cubicBezTo>
                <a:cubicBezTo>
                  <a:pt x="268039" y="71967"/>
                  <a:pt x="280234" y="61299"/>
                  <a:pt x="293439" y="63500"/>
                </a:cubicBezTo>
                <a:cubicBezTo>
                  <a:pt x="308495" y="66009"/>
                  <a:pt x="320746" y="78107"/>
                  <a:pt x="331539" y="88900"/>
                </a:cubicBezTo>
                <a:cubicBezTo>
                  <a:pt x="356158" y="113519"/>
                  <a:pt x="359310" y="134112"/>
                  <a:pt x="369639" y="165100"/>
                </a:cubicBezTo>
                <a:cubicBezTo>
                  <a:pt x="365406" y="198967"/>
                  <a:pt x="365919" y="233772"/>
                  <a:pt x="356939" y="266700"/>
                </a:cubicBezTo>
                <a:cubicBezTo>
                  <a:pt x="348918" y="296111"/>
                  <a:pt x="318393" y="317723"/>
                  <a:pt x="293439" y="330200"/>
                </a:cubicBezTo>
                <a:cubicBezTo>
                  <a:pt x="281465" y="336187"/>
                  <a:pt x="268039" y="338667"/>
                  <a:pt x="255339" y="342900"/>
                </a:cubicBezTo>
                <a:cubicBezTo>
                  <a:pt x="56216" y="331187"/>
                  <a:pt x="72650" y="389785"/>
                  <a:pt x="14039" y="292100"/>
                </a:cubicBezTo>
                <a:cubicBezTo>
                  <a:pt x="9169" y="283983"/>
                  <a:pt x="24622" y="292100"/>
                  <a:pt x="26739" y="292100"/>
                </a:cubicBezTo>
                <a:close/>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44" name="Google Shape;944;p14"/>
          <p:cNvSpPr/>
          <p:nvPr/>
        </p:nvSpPr>
        <p:spPr>
          <a:xfrm>
            <a:off x="2641600" y="1915015"/>
            <a:ext cx="261315" cy="244061"/>
          </a:xfrm>
          <a:custGeom>
            <a:avLst/>
            <a:gdLst/>
            <a:ahLst/>
            <a:cxnLst/>
            <a:rect l="l" t="t" r="r" b="b"/>
            <a:pathLst>
              <a:path w="261315" h="244061" extrusionOk="0">
                <a:moveTo>
                  <a:pt x="12700" y="155085"/>
                </a:moveTo>
                <a:lnTo>
                  <a:pt x="12700" y="155085"/>
                </a:lnTo>
                <a:cubicBezTo>
                  <a:pt x="33867" y="125452"/>
                  <a:pt x="50450" y="91935"/>
                  <a:pt x="76200" y="66185"/>
                </a:cubicBezTo>
                <a:cubicBezTo>
                  <a:pt x="119869" y="22516"/>
                  <a:pt x="142590" y="18655"/>
                  <a:pt x="190500" y="2685"/>
                </a:cubicBezTo>
                <a:cubicBezTo>
                  <a:pt x="261315" y="20389"/>
                  <a:pt x="251496" y="0"/>
                  <a:pt x="228600" y="91585"/>
                </a:cubicBezTo>
                <a:cubicBezTo>
                  <a:pt x="222106" y="117560"/>
                  <a:pt x="222132" y="148853"/>
                  <a:pt x="203200" y="167785"/>
                </a:cubicBezTo>
                <a:cubicBezTo>
                  <a:pt x="175113" y="195872"/>
                  <a:pt x="162363" y="213604"/>
                  <a:pt x="127000" y="231285"/>
                </a:cubicBezTo>
                <a:cubicBezTo>
                  <a:pt x="115026" y="237272"/>
                  <a:pt x="101600" y="239752"/>
                  <a:pt x="88900" y="243985"/>
                </a:cubicBezTo>
                <a:cubicBezTo>
                  <a:pt x="63500" y="239752"/>
                  <a:pt x="35058" y="244061"/>
                  <a:pt x="12700" y="231285"/>
                </a:cubicBezTo>
                <a:cubicBezTo>
                  <a:pt x="1077" y="224643"/>
                  <a:pt x="0" y="206572"/>
                  <a:pt x="0" y="193185"/>
                </a:cubicBezTo>
                <a:cubicBezTo>
                  <a:pt x="0" y="149516"/>
                  <a:pt x="9430" y="136225"/>
                  <a:pt x="25400" y="104285"/>
                </a:cubicBezTo>
                <a:lnTo>
                  <a:pt x="25400" y="104285"/>
                </a:lnTo>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45" name="Google Shape;945;p14"/>
          <p:cNvSpPr/>
          <p:nvPr/>
        </p:nvSpPr>
        <p:spPr>
          <a:xfrm>
            <a:off x="2794000" y="2006600"/>
            <a:ext cx="279400" cy="267135"/>
          </a:xfrm>
          <a:custGeom>
            <a:avLst/>
            <a:gdLst/>
            <a:ahLst/>
            <a:cxnLst/>
            <a:rect l="l" t="t" r="r" b="b"/>
            <a:pathLst>
              <a:path w="279400" h="267135" extrusionOk="0">
                <a:moveTo>
                  <a:pt x="0" y="254000"/>
                </a:moveTo>
                <a:lnTo>
                  <a:pt x="0" y="254000"/>
                </a:lnTo>
                <a:cubicBezTo>
                  <a:pt x="70" y="253860"/>
                  <a:pt x="52998" y="137502"/>
                  <a:pt x="76200" y="114300"/>
                </a:cubicBezTo>
                <a:cubicBezTo>
                  <a:pt x="86993" y="103507"/>
                  <a:pt x="101600" y="97367"/>
                  <a:pt x="114300" y="88900"/>
                </a:cubicBezTo>
                <a:cubicBezTo>
                  <a:pt x="118533" y="76200"/>
                  <a:pt x="117534" y="60266"/>
                  <a:pt x="127000" y="50800"/>
                </a:cubicBezTo>
                <a:cubicBezTo>
                  <a:pt x="148586" y="29214"/>
                  <a:pt x="203200" y="0"/>
                  <a:pt x="203200" y="0"/>
                </a:cubicBezTo>
                <a:cubicBezTo>
                  <a:pt x="224367" y="4233"/>
                  <a:pt x="248739" y="726"/>
                  <a:pt x="266700" y="12700"/>
                </a:cubicBezTo>
                <a:cubicBezTo>
                  <a:pt x="277839" y="20126"/>
                  <a:pt x="279400" y="37413"/>
                  <a:pt x="279400" y="50800"/>
                </a:cubicBezTo>
                <a:cubicBezTo>
                  <a:pt x="279400" y="78968"/>
                  <a:pt x="273871" y="163458"/>
                  <a:pt x="254000" y="203200"/>
                </a:cubicBezTo>
                <a:cubicBezTo>
                  <a:pt x="247174" y="216852"/>
                  <a:pt x="239393" y="230507"/>
                  <a:pt x="228600" y="241300"/>
                </a:cubicBezTo>
                <a:cubicBezTo>
                  <a:pt x="217807" y="252093"/>
                  <a:pt x="203200" y="258233"/>
                  <a:pt x="190500" y="266700"/>
                </a:cubicBezTo>
                <a:cubicBezTo>
                  <a:pt x="139700" y="262467"/>
                  <a:pt x="87355" y="267135"/>
                  <a:pt x="38100" y="254000"/>
                </a:cubicBezTo>
                <a:cubicBezTo>
                  <a:pt x="20746" y="249372"/>
                  <a:pt x="6350" y="254000"/>
                  <a:pt x="0" y="254000"/>
                </a:cubicBezTo>
                <a:close/>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46" name="Google Shape;946;p14"/>
          <p:cNvSpPr/>
          <p:nvPr/>
        </p:nvSpPr>
        <p:spPr>
          <a:xfrm>
            <a:off x="2499609" y="2349099"/>
            <a:ext cx="220258" cy="305201"/>
          </a:xfrm>
          <a:custGeom>
            <a:avLst/>
            <a:gdLst/>
            <a:ahLst/>
            <a:cxnLst/>
            <a:rect l="l" t="t" r="r" b="b"/>
            <a:pathLst>
              <a:path w="220258" h="305201" extrusionOk="0">
                <a:moveTo>
                  <a:pt x="65791" y="305201"/>
                </a:moveTo>
                <a:lnTo>
                  <a:pt x="65791" y="305201"/>
                </a:lnTo>
                <a:cubicBezTo>
                  <a:pt x="48858" y="271334"/>
                  <a:pt x="30659" y="238071"/>
                  <a:pt x="14991" y="203601"/>
                </a:cubicBezTo>
                <a:cubicBezTo>
                  <a:pt x="9451" y="191414"/>
                  <a:pt x="2291" y="178888"/>
                  <a:pt x="2291" y="165501"/>
                </a:cubicBezTo>
                <a:cubicBezTo>
                  <a:pt x="2291" y="114525"/>
                  <a:pt x="0" y="61823"/>
                  <a:pt x="14991" y="13101"/>
                </a:cubicBezTo>
                <a:cubicBezTo>
                  <a:pt x="18928" y="306"/>
                  <a:pt x="40391" y="4634"/>
                  <a:pt x="53091" y="401"/>
                </a:cubicBezTo>
                <a:cubicBezTo>
                  <a:pt x="91191" y="4634"/>
                  <a:pt x="131365" y="0"/>
                  <a:pt x="167391" y="13101"/>
                </a:cubicBezTo>
                <a:cubicBezTo>
                  <a:pt x="181736" y="18317"/>
                  <a:pt x="186592" y="37253"/>
                  <a:pt x="192791" y="51201"/>
                </a:cubicBezTo>
                <a:cubicBezTo>
                  <a:pt x="203665" y="75667"/>
                  <a:pt x="218191" y="127401"/>
                  <a:pt x="218191" y="127401"/>
                </a:cubicBezTo>
                <a:cubicBezTo>
                  <a:pt x="213958" y="152801"/>
                  <a:pt x="220258" y="182505"/>
                  <a:pt x="205491" y="203601"/>
                </a:cubicBezTo>
                <a:cubicBezTo>
                  <a:pt x="178910" y="241574"/>
                  <a:pt x="131608" y="253629"/>
                  <a:pt x="91191" y="267101"/>
                </a:cubicBezTo>
                <a:lnTo>
                  <a:pt x="40391" y="190901"/>
                </a:lnTo>
                <a:lnTo>
                  <a:pt x="14991" y="152801"/>
                </a:lnTo>
                <a:lnTo>
                  <a:pt x="14991" y="152801"/>
                </a:lnTo>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47" name="Google Shape;947;p14"/>
          <p:cNvSpPr/>
          <p:nvPr/>
        </p:nvSpPr>
        <p:spPr>
          <a:xfrm>
            <a:off x="2603500" y="2665078"/>
            <a:ext cx="476617" cy="451632"/>
          </a:xfrm>
          <a:custGeom>
            <a:avLst/>
            <a:gdLst/>
            <a:ahLst/>
            <a:cxnLst/>
            <a:rect l="l" t="t" r="r" b="b"/>
            <a:pathLst>
              <a:path w="476617" h="451632" extrusionOk="0">
                <a:moveTo>
                  <a:pt x="25400" y="116222"/>
                </a:moveTo>
                <a:lnTo>
                  <a:pt x="25400" y="116222"/>
                </a:lnTo>
                <a:cubicBezTo>
                  <a:pt x="38100" y="150089"/>
                  <a:pt x="52863" y="183252"/>
                  <a:pt x="63500" y="217822"/>
                </a:cubicBezTo>
                <a:cubicBezTo>
                  <a:pt x="69848" y="238453"/>
                  <a:pt x="70965" y="260381"/>
                  <a:pt x="76200" y="281322"/>
                </a:cubicBezTo>
                <a:cubicBezTo>
                  <a:pt x="79447" y="294309"/>
                  <a:pt x="82913" y="307448"/>
                  <a:pt x="88900" y="319422"/>
                </a:cubicBezTo>
                <a:cubicBezTo>
                  <a:pt x="103171" y="347965"/>
                  <a:pt x="128325" y="375560"/>
                  <a:pt x="152400" y="395622"/>
                </a:cubicBezTo>
                <a:cubicBezTo>
                  <a:pt x="164126" y="405393"/>
                  <a:pt x="176020" y="416195"/>
                  <a:pt x="190500" y="421022"/>
                </a:cubicBezTo>
                <a:cubicBezTo>
                  <a:pt x="214929" y="429165"/>
                  <a:pt x="241365" y="429116"/>
                  <a:pt x="266700" y="433722"/>
                </a:cubicBezTo>
                <a:cubicBezTo>
                  <a:pt x="287938" y="437583"/>
                  <a:pt x="309033" y="442189"/>
                  <a:pt x="330200" y="446422"/>
                </a:cubicBezTo>
                <a:cubicBezTo>
                  <a:pt x="355012" y="443320"/>
                  <a:pt x="457453" y="451632"/>
                  <a:pt x="469900" y="395622"/>
                </a:cubicBezTo>
                <a:cubicBezTo>
                  <a:pt x="476617" y="365395"/>
                  <a:pt x="458487" y="304673"/>
                  <a:pt x="431800" y="281322"/>
                </a:cubicBezTo>
                <a:cubicBezTo>
                  <a:pt x="408826" y="261220"/>
                  <a:pt x="355600" y="230522"/>
                  <a:pt x="355600" y="230522"/>
                </a:cubicBezTo>
                <a:lnTo>
                  <a:pt x="254000" y="78122"/>
                </a:lnTo>
                <a:cubicBezTo>
                  <a:pt x="245533" y="65422"/>
                  <a:pt x="241300" y="48489"/>
                  <a:pt x="228600" y="40022"/>
                </a:cubicBezTo>
                <a:cubicBezTo>
                  <a:pt x="179361" y="7196"/>
                  <a:pt x="204980" y="19449"/>
                  <a:pt x="152400" y="1922"/>
                </a:cubicBezTo>
                <a:cubicBezTo>
                  <a:pt x="112755" y="6878"/>
                  <a:pt x="44718" y="0"/>
                  <a:pt x="12700" y="40022"/>
                </a:cubicBezTo>
                <a:cubicBezTo>
                  <a:pt x="4337" y="50475"/>
                  <a:pt x="4233" y="65422"/>
                  <a:pt x="0" y="78122"/>
                </a:cubicBezTo>
                <a:cubicBezTo>
                  <a:pt x="15693" y="125202"/>
                  <a:pt x="21167" y="109872"/>
                  <a:pt x="25400" y="116222"/>
                </a:cubicBezTo>
                <a:close/>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48" name="Google Shape;948;p14"/>
          <p:cNvSpPr/>
          <p:nvPr/>
        </p:nvSpPr>
        <p:spPr>
          <a:xfrm>
            <a:off x="2870200" y="2638546"/>
            <a:ext cx="208461" cy="318134"/>
          </a:xfrm>
          <a:custGeom>
            <a:avLst/>
            <a:gdLst/>
            <a:ahLst/>
            <a:cxnLst/>
            <a:rect l="l" t="t" r="r" b="b"/>
            <a:pathLst>
              <a:path w="208461" h="318134" extrusionOk="0">
                <a:moveTo>
                  <a:pt x="0" y="104654"/>
                </a:moveTo>
                <a:lnTo>
                  <a:pt x="0" y="104654"/>
                </a:lnTo>
                <a:cubicBezTo>
                  <a:pt x="21167" y="75021"/>
                  <a:pt x="34367" y="37604"/>
                  <a:pt x="63500" y="15754"/>
                </a:cubicBezTo>
                <a:cubicBezTo>
                  <a:pt x="84505" y="0"/>
                  <a:pt x="137929" y="64783"/>
                  <a:pt x="139700" y="66554"/>
                </a:cubicBezTo>
                <a:cubicBezTo>
                  <a:pt x="143933" y="79254"/>
                  <a:pt x="146413" y="92680"/>
                  <a:pt x="152400" y="104654"/>
                </a:cubicBezTo>
                <a:cubicBezTo>
                  <a:pt x="159226" y="118306"/>
                  <a:pt x="171601" y="128806"/>
                  <a:pt x="177800" y="142754"/>
                </a:cubicBezTo>
                <a:cubicBezTo>
                  <a:pt x="188674" y="167220"/>
                  <a:pt x="203200" y="218954"/>
                  <a:pt x="203200" y="218954"/>
                </a:cubicBezTo>
                <a:cubicBezTo>
                  <a:pt x="198967" y="240121"/>
                  <a:pt x="208461" y="270480"/>
                  <a:pt x="190500" y="282454"/>
                </a:cubicBezTo>
                <a:cubicBezTo>
                  <a:pt x="136979" y="318134"/>
                  <a:pt x="121334" y="251388"/>
                  <a:pt x="101600" y="231654"/>
                </a:cubicBezTo>
                <a:cubicBezTo>
                  <a:pt x="90807" y="220861"/>
                  <a:pt x="76200" y="214721"/>
                  <a:pt x="63500" y="206254"/>
                </a:cubicBezTo>
                <a:cubicBezTo>
                  <a:pt x="59267" y="193554"/>
                  <a:pt x="56787" y="180128"/>
                  <a:pt x="50800" y="168154"/>
                </a:cubicBezTo>
                <a:cubicBezTo>
                  <a:pt x="43974" y="154502"/>
                  <a:pt x="32226" y="143706"/>
                  <a:pt x="25400" y="130054"/>
                </a:cubicBezTo>
                <a:cubicBezTo>
                  <a:pt x="11361" y="101977"/>
                  <a:pt x="4233" y="108887"/>
                  <a:pt x="0" y="104654"/>
                </a:cubicBezTo>
                <a:close/>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49" name="Google Shape;949;p14"/>
          <p:cNvSpPr/>
          <p:nvPr/>
        </p:nvSpPr>
        <p:spPr>
          <a:xfrm>
            <a:off x="3124200" y="2719066"/>
            <a:ext cx="1485900" cy="570234"/>
          </a:xfrm>
          <a:custGeom>
            <a:avLst/>
            <a:gdLst/>
            <a:ahLst/>
            <a:cxnLst/>
            <a:rect l="l" t="t" r="r" b="b"/>
            <a:pathLst>
              <a:path w="1485900" h="570234" extrusionOk="0">
                <a:moveTo>
                  <a:pt x="101600" y="100334"/>
                </a:moveTo>
                <a:lnTo>
                  <a:pt x="101600" y="100334"/>
                </a:lnTo>
                <a:cubicBezTo>
                  <a:pt x="177800" y="96101"/>
                  <a:pt x="254386" y="96382"/>
                  <a:pt x="330200" y="87634"/>
                </a:cubicBezTo>
                <a:cubicBezTo>
                  <a:pt x="364879" y="83633"/>
                  <a:pt x="398682" y="73273"/>
                  <a:pt x="431800" y="62234"/>
                </a:cubicBezTo>
                <a:cubicBezTo>
                  <a:pt x="457200" y="53767"/>
                  <a:pt x="481254" y="38050"/>
                  <a:pt x="508000" y="36834"/>
                </a:cubicBezTo>
                <a:lnTo>
                  <a:pt x="1016000" y="11434"/>
                </a:lnTo>
                <a:cubicBezTo>
                  <a:pt x="1052862" y="13891"/>
                  <a:pt x="1222000" y="9067"/>
                  <a:pt x="1282700" y="49534"/>
                </a:cubicBezTo>
                <a:cubicBezTo>
                  <a:pt x="1451840" y="162294"/>
                  <a:pt x="1201159" y="0"/>
                  <a:pt x="1358900" y="87634"/>
                </a:cubicBezTo>
                <a:cubicBezTo>
                  <a:pt x="1385585" y="102459"/>
                  <a:pt x="1435100" y="138434"/>
                  <a:pt x="1435100" y="138434"/>
                </a:cubicBezTo>
                <a:cubicBezTo>
                  <a:pt x="1465327" y="229114"/>
                  <a:pt x="1445648" y="192357"/>
                  <a:pt x="1485900" y="252734"/>
                </a:cubicBezTo>
                <a:cubicBezTo>
                  <a:pt x="1481667" y="290834"/>
                  <a:pt x="1479502" y="329221"/>
                  <a:pt x="1473200" y="367034"/>
                </a:cubicBezTo>
                <a:cubicBezTo>
                  <a:pt x="1470999" y="380239"/>
                  <a:pt x="1467926" y="393995"/>
                  <a:pt x="1460500" y="405134"/>
                </a:cubicBezTo>
                <a:cubicBezTo>
                  <a:pt x="1436626" y="440946"/>
                  <a:pt x="1376476" y="473850"/>
                  <a:pt x="1346200" y="494034"/>
                </a:cubicBezTo>
                <a:cubicBezTo>
                  <a:pt x="1333500" y="502501"/>
                  <a:pt x="1322580" y="514607"/>
                  <a:pt x="1308100" y="519434"/>
                </a:cubicBezTo>
                <a:cubicBezTo>
                  <a:pt x="1183540" y="560954"/>
                  <a:pt x="1258581" y="542611"/>
                  <a:pt x="1079500" y="557534"/>
                </a:cubicBezTo>
                <a:cubicBezTo>
                  <a:pt x="1066800" y="561767"/>
                  <a:pt x="1054787" y="570234"/>
                  <a:pt x="1041400" y="570234"/>
                </a:cubicBezTo>
                <a:cubicBezTo>
                  <a:pt x="886889" y="570234"/>
                  <a:pt x="882409" y="566376"/>
                  <a:pt x="774700" y="544834"/>
                </a:cubicBezTo>
                <a:cubicBezTo>
                  <a:pt x="762000" y="536367"/>
                  <a:pt x="750548" y="525633"/>
                  <a:pt x="736600" y="519434"/>
                </a:cubicBezTo>
                <a:cubicBezTo>
                  <a:pt x="704658" y="505238"/>
                  <a:pt x="634462" y="484749"/>
                  <a:pt x="596900" y="481334"/>
                </a:cubicBezTo>
                <a:cubicBezTo>
                  <a:pt x="525105" y="474807"/>
                  <a:pt x="452967" y="472867"/>
                  <a:pt x="381000" y="468634"/>
                </a:cubicBezTo>
                <a:cubicBezTo>
                  <a:pt x="368300" y="464401"/>
                  <a:pt x="355815" y="459456"/>
                  <a:pt x="342900" y="455934"/>
                </a:cubicBezTo>
                <a:cubicBezTo>
                  <a:pt x="309221" y="446749"/>
                  <a:pt x="274418" y="441573"/>
                  <a:pt x="241300" y="430534"/>
                </a:cubicBezTo>
                <a:cubicBezTo>
                  <a:pt x="148541" y="399614"/>
                  <a:pt x="191075" y="411628"/>
                  <a:pt x="114300" y="392434"/>
                </a:cubicBezTo>
                <a:cubicBezTo>
                  <a:pt x="88900" y="375501"/>
                  <a:pt x="47753" y="370594"/>
                  <a:pt x="38100" y="341634"/>
                </a:cubicBezTo>
                <a:cubicBezTo>
                  <a:pt x="4557" y="241005"/>
                  <a:pt x="17102" y="291844"/>
                  <a:pt x="0" y="189234"/>
                </a:cubicBezTo>
                <a:cubicBezTo>
                  <a:pt x="110" y="188795"/>
                  <a:pt x="19327" y="106407"/>
                  <a:pt x="25400" y="100334"/>
                </a:cubicBezTo>
                <a:cubicBezTo>
                  <a:pt x="34866" y="90868"/>
                  <a:pt x="50800" y="91867"/>
                  <a:pt x="63500" y="87634"/>
                </a:cubicBezTo>
                <a:cubicBezTo>
                  <a:pt x="101600" y="91867"/>
                  <a:pt x="139987" y="94032"/>
                  <a:pt x="177800" y="100334"/>
                </a:cubicBezTo>
                <a:cubicBezTo>
                  <a:pt x="219916" y="107353"/>
                  <a:pt x="215900" y="101867"/>
                  <a:pt x="215900" y="125734"/>
                </a:cubicBezTo>
                <a:lnTo>
                  <a:pt x="215900" y="125734"/>
                </a:lnTo>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50" name="Google Shape;950;p14"/>
          <p:cNvSpPr/>
          <p:nvPr/>
        </p:nvSpPr>
        <p:spPr>
          <a:xfrm>
            <a:off x="3759200" y="2283799"/>
            <a:ext cx="270323" cy="472101"/>
          </a:xfrm>
          <a:custGeom>
            <a:avLst/>
            <a:gdLst/>
            <a:ahLst/>
            <a:cxnLst/>
            <a:rect l="l" t="t" r="r" b="b"/>
            <a:pathLst>
              <a:path w="270323" h="472101" extrusionOk="0">
                <a:moveTo>
                  <a:pt x="177800" y="40301"/>
                </a:moveTo>
                <a:lnTo>
                  <a:pt x="177800" y="40301"/>
                </a:lnTo>
                <a:cubicBezTo>
                  <a:pt x="160867" y="74168"/>
                  <a:pt x="142668" y="107431"/>
                  <a:pt x="127000" y="141901"/>
                </a:cubicBezTo>
                <a:cubicBezTo>
                  <a:pt x="121460" y="154088"/>
                  <a:pt x="121726" y="168862"/>
                  <a:pt x="114300" y="180001"/>
                </a:cubicBezTo>
                <a:cubicBezTo>
                  <a:pt x="104337" y="194945"/>
                  <a:pt x="88900" y="205401"/>
                  <a:pt x="76200" y="218101"/>
                </a:cubicBezTo>
                <a:cubicBezTo>
                  <a:pt x="71967" y="230801"/>
                  <a:pt x="69487" y="244227"/>
                  <a:pt x="63500" y="256201"/>
                </a:cubicBezTo>
                <a:cubicBezTo>
                  <a:pt x="56674" y="269853"/>
                  <a:pt x="44299" y="280353"/>
                  <a:pt x="38100" y="294301"/>
                </a:cubicBezTo>
                <a:cubicBezTo>
                  <a:pt x="27226" y="318767"/>
                  <a:pt x="21167" y="345101"/>
                  <a:pt x="12700" y="370501"/>
                </a:cubicBezTo>
                <a:lnTo>
                  <a:pt x="0" y="408601"/>
                </a:lnTo>
                <a:cubicBezTo>
                  <a:pt x="4233" y="421301"/>
                  <a:pt x="3234" y="437235"/>
                  <a:pt x="12700" y="446701"/>
                </a:cubicBezTo>
                <a:cubicBezTo>
                  <a:pt x="38100" y="472101"/>
                  <a:pt x="63500" y="455168"/>
                  <a:pt x="88900" y="446701"/>
                </a:cubicBezTo>
                <a:lnTo>
                  <a:pt x="139700" y="370501"/>
                </a:lnTo>
                <a:cubicBezTo>
                  <a:pt x="148167" y="357801"/>
                  <a:pt x="160273" y="346881"/>
                  <a:pt x="165100" y="332401"/>
                </a:cubicBezTo>
                <a:cubicBezTo>
                  <a:pt x="169333" y="319701"/>
                  <a:pt x="171813" y="306275"/>
                  <a:pt x="177800" y="294301"/>
                </a:cubicBezTo>
                <a:cubicBezTo>
                  <a:pt x="184626" y="280649"/>
                  <a:pt x="197001" y="270149"/>
                  <a:pt x="203200" y="256201"/>
                </a:cubicBezTo>
                <a:cubicBezTo>
                  <a:pt x="214074" y="231735"/>
                  <a:pt x="213748" y="202278"/>
                  <a:pt x="228600" y="180001"/>
                </a:cubicBezTo>
                <a:cubicBezTo>
                  <a:pt x="261426" y="130762"/>
                  <a:pt x="249173" y="156381"/>
                  <a:pt x="266700" y="103801"/>
                </a:cubicBezTo>
                <a:cubicBezTo>
                  <a:pt x="260098" y="64191"/>
                  <a:pt x="270323" y="11272"/>
                  <a:pt x="215900" y="2201"/>
                </a:cubicBezTo>
                <a:cubicBezTo>
                  <a:pt x="202695" y="0"/>
                  <a:pt x="190500" y="10668"/>
                  <a:pt x="177800" y="14901"/>
                </a:cubicBezTo>
                <a:cubicBezTo>
                  <a:pt x="163761" y="57017"/>
                  <a:pt x="177800" y="36068"/>
                  <a:pt x="177800" y="40301"/>
                </a:cubicBezTo>
                <a:close/>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51" name="Google Shape;951;p14"/>
          <p:cNvSpPr/>
          <p:nvPr/>
        </p:nvSpPr>
        <p:spPr>
          <a:xfrm>
            <a:off x="2362200" y="2362200"/>
            <a:ext cx="188939" cy="362083"/>
          </a:xfrm>
          <a:custGeom>
            <a:avLst/>
            <a:gdLst/>
            <a:ahLst/>
            <a:cxnLst/>
            <a:rect l="l" t="t" r="r" b="b"/>
            <a:pathLst>
              <a:path w="188939" h="362083" extrusionOk="0">
                <a:moveTo>
                  <a:pt x="25400" y="0"/>
                </a:moveTo>
                <a:lnTo>
                  <a:pt x="25400" y="0"/>
                </a:lnTo>
                <a:cubicBezTo>
                  <a:pt x="38100" y="33867"/>
                  <a:pt x="46180" y="69847"/>
                  <a:pt x="63500" y="101600"/>
                </a:cubicBezTo>
                <a:cubicBezTo>
                  <a:pt x="72100" y="117367"/>
                  <a:pt x="90102" y="125902"/>
                  <a:pt x="101600" y="139700"/>
                </a:cubicBezTo>
                <a:cubicBezTo>
                  <a:pt x="147096" y="194295"/>
                  <a:pt x="111061" y="158622"/>
                  <a:pt x="139700" y="215900"/>
                </a:cubicBezTo>
                <a:cubicBezTo>
                  <a:pt x="188939" y="314377"/>
                  <a:pt x="145878" y="196335"/>
                  <a:pt x="177800" y="292100"/>
                </a:cubicBezTo>
                <a:cubicBezTo>
                  <a:pt x="164322" y="332533"/>
                  <a:pt x="168474" y="362083"/>
                  <a:pt x="101600" y="317500"/>
                </a:cubicBezTo>
                <a:cubicBezTo>
                  <a:pt x="90461" y="310074"/>
                  <a:pt x="95401" y="291102"/>
                  <a:pt x="88900" y="279400"/>
                </a:cubicBezTo>
                <a:cubicBezTo>
                  <a:pt x="74075" y="252715"/>
                  <a:pt x="55033" y="228600"/>
                  <a:pt x="38100" y="203200"/>
                </a:cubicBezTo>
                <a:cubicBezTo>
                  <a:pt x="29633" y="190500"/>
                  <a:pt x="17527" y="179580"/>
                  <a:pt x="12700" y="165100"/>
                </a:cubicBezTo>
                <a:lnTo>
                  <a:pt x="0" y="127000"/>
                </a:lnTo>
                <a:cubicBezTo>
                  <a:pt x="13443" y="19459"/>
                  <a:pt x="21167" y="21167"/>
                  <a:pt x="25400" y="0"/>
                </a:cubicBezTo>
                <a:close/>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52" name="Google Shape;952;p14"/>
          <p:cNvSpPr/>
          <p:nvPr/>
        </p:nvSpPr>
        <p:spPr>
          <a:xfrm>
            <a:off x="2921000" y="812800"/>
            <a:ext cx="1513080" cy="1780067"/>
          </a:xfrm>
          <a:custGeom>
            <a:avLst/>
            <a:gdLst/>
            <a:ahLst/>
            <a:cxnLst/>
            <a:rect l="l" t="t" r="r" b="b"/>
            <a:pathLst>
              <a:path w="1513080" h="1780067" extrusionOk="0">
                <a:moveTo>
                  <a:pt x="0" y="241300"/>
                </a:moveTo>
                <a:lnTo>
                  <a:pt x="0" y="241300"/>
                </a:lnTo>
                <a:cubicBezTo>
                  <a:pt x="21167" y="211667"/>
                  <a:pt x="43949" y="183123"/>
                  <a:pt x="63500" y="152400"/>
                </a:cubicBezTo>
                <a:cubicBezTo>
                  <a:pt x="73664" y="136428"/>
                  <a:pt x="77896" y="117006"/>
                  <a:pt x="88900" y="101600"/>
                </a:cubicBezTo>
                <a:cubicBezTo>
                  <a:pt x="99339" y="86985"/>
                  <a:pt x="112823" y="74527"/>
                  <a:pt x="127000" y="63500"/>
                </a:cubicBezTo>
                <a:cubicBezTo>
                  <a:pt x="192504" y="12552"/>
                  <a:pt x="183815" y="19162"/>
                  <a:pt x="241300" y="0"/>
                </a:cubicBezTo>
                <a:cubicBezTo>
                  <a:pt x="283633" y="4233"/>
                  <a:pt x="326250" y="6231"/>
                  <a:pt x="368300" y="12700"/>
                </a:cubicBezTo>
                <a:cubicBezTo>
                  <a:pt x="399275" y="17465"/>
                  <a:pt x="429902" y="39101"/>
                  <a:pt x="457200" y="50800"/>
                </a:cubicBezTo>
                <a:cubicBezTo>
                  <a:pt x="469505" y="56073"/>
                  <a:pt x="482600" y="59267"/>
                  <a:pt x="495300" y="63500"/>
                </a:cubicBezTo>
                <a:cubicBezTo>
                  <a:pt x="520700" y="101600"/>
                  <a:pt x="516467" y="105833"/>
                  <a:pt x="558800" y="127000"/>
                </a:cubicBezTo>
                <a:cubicBezTo>
                  <a:pt x="570774" y="132987"/>
                  <a:pt x="585198" y="133199"/>
                  <a:pt x="596900" y="139700"/>
                </a:cubicBezTo>
                <a:cubicBezTo>
                  <a:pt x="623585" y="154525"/>
                  <a:pt x="651514" y="168914"/>
                  <a:pt x="673100" y="190500"/>
                </a:cubicBezTo>
                <a:cubicBezTo>
                  <a:pt x="685800" y="203200"/>
                  <a:pt x="696256" y="218637"/>
                  <a:pt x="711200" y="228600"/>
                </a:cubicBezTo>
                <a:cubicBezTo>
                  <a:pt x="722339" y="236026"/>
                  <a:pt x="737326" y="235313"/>
                  <a:pt x="749300" y="241300"/>
                </a:cubicBezTo>
                <a:cubicBezTo>
                  <a:pt x="762952" y="248126"/>
                  <a:pt x="774700" y="258233"/>
                  <a:pt x="787400" y="266700"/>
                </a:cubicBezTo>
                <a:cubicBezTo>
                  <a:pt x="795867" y="279400"/>
                  <a:pt x="799857" y="296710"/>
                  <a:pt x="812800" y="304800"/>
                </a:cubicBezTo>
                <a:cubicBezTo>
                  <a:pt x="835504" y="318990"/>
                  <a:pt x="866723" y="315348"/>
                  <a:pt x="889000" y="330200"/>
                </a:cubicBezTo>
                <a:cubicBezTo>
                  <a:pt x="968870" y="383447"/>
                  <a:pt x="883190" y="332497"/>
                  <a:pt x="1028700" y="381000"/>
                </a:cubicBezTo>
                <a:cubicBezTo>
                  <a:pt x="1041400" y="385233"/>
                  <a:pt x="1055098" y="387199"/>
                  <a:pt x="1066800" y="393700"/>
                </a:cubicBezTo>
                <a:cubicBezTo>
                  <a:pt x="1093485" y="408525"/>
                  <a:pt x="1143000" y="444500"/>
                  <a:pt x="1143000" y="444500"/>
                </a:cubicBezTo>
                <a:cubicBezTo>
                  <a:pt x="1202267" y="533400"/>
                  <a:pt x="1168400" y="503767"/>
                  <a:pt x="1231900" y="546100"/>
                </a:cubicBezTo>
                <a:cubicBezTo>
                  <a:pt x="1227667" y="571500"/>
                  <a:pt x="1223806" y="596965"/>
                  <a:pt x="1219200" y="622300"/>
                </a:cubicBezTo>
                <a:cubicBezTo>
                  <a:pt x="1183700" y="817551"/>
                  <a:pt x="1231223" y="537461"/>
                  <a:pt x="1193800" y="762000"/>
                </a:cubicBezTo>
                <a:cubicBezTo>
                  <a:pt x="1198033" y="812800"/>
                  <a:pt x="1192857" y="865284"/>
                  <a:pt x="1206500" y="914400"/>
                </a:cubicBezTo>
                <a:cubicBezTo>
                  <a:pt x="1214670" y="943813"/>
                  <a:pt x="1240367" y="965200"/>
                  <a:pt x="1257300" y="990600"/>
                </a:cubicBezTo>
                <a:cubicBezTo>
                  <a:pt x="1282275" y="1028062"/>
                  <a:pt x="1284130" y="1036242"/>
                  <a:pt x="1320800" y="1066800"/>
                </a:cubicBezTo>
                <a:cubicBezTo>
                  <a:pt x="1332526" y="1076571"/>
                  <a:pt x="1346200" y="1083733"/>
                  <a:pt x="1358900" y="1092200"/>
                </a:cubicBezTo>
                <a:cubicBezTo>
                  <a:pt x="1367367" y="1104900"/>
                  <a:pt x="1373507" y="1119507"/>
                  <a:pt x="1384300" y="1130300"/>
                </a:cubicBezTo>
                <a:cubicBezTo>
                  <a:pt x="1395093" y="1141093"/>
                  <a:pt x="1412865" y="1143781"/>
                  <a:pt x="1422400" y="1155700"/>
                </a:cubicBezTo>
                <a:cubicBezTo>
                  <a:pt x="1430763" y="1166153"/>
                  <a:pt x="1429113" y="1181826"/>
                  <a:pt x="1435100" y="1193800"/>
                </a:cubicBezTo>
                <a:cubicBezTo>
                  <a:pt x="1441926" y="1207452"/>
                  <a:pt x="1453674" y="1218248"/>
                  <a:pt x="1460500" y="1231900"/>
                </a:cubicBezTo>
                <a:cubicBezTo>
                  <a:pt x="1513080" y="1337060"/>
                  <a:pt x="1425807" y="1198911"/>
                  <a:pt x="1498600" y="1308100"/>
                </a:cubicBezTo>
                <a:cubicBezTo>
                  <a:pt x="1494367" y="1418167"/>
                  <a:pt x="1493227" y="1528396"/>
                  <a:pt x="1485900" y="1638300"/>
                </a:cubicBezTo>
                <a:cubicBezTo>
                  <a:pt x="1484793" y="1654899"/>
                  <a:pt x="1450975" y="1764846"/>
                  <a:pt x="1447800" y="1765300"/>
                </a:cubicBezTo>
                <a:lnTo>
                  <a:pt x="1358900" y="1778000"/>
                </a:lnTo>
                <a:cubicBezTo>
                  <a:pt x="1333500" y="1773767"/>
                  <a:pt x="1303796" y="1780067"/>
                  <a:pt x="1282700" y="1765300"/>
                </a:cubicBezTo>
                <a:cubicBezTo>
                  <a:pt x="1257691" y="1747794"/>
                  <a:pt x="1231900" y="1689100"/>
                  <a:pt x="1231900" y="1689100"/>
                </a:cubicBezTo>
                <a:cubicBezTo>
                  <a:pt x="1227667" y="1672167"/>
                  <a:pt x="1224216" y="1655018"/>
                  <a:pt x="1219200" y="1638300"/>
                </a:cubicBezTo>
                <a:cubicBezTo>
                  <a:pt x="1211507" y="1612655"/>
                  <a:pt x="1202267" y="1587500"/>
                  <a:pt x="1193800" y="1562100"/>
                </a:cubicBezTo>
                <a:lnTo>
                  <a:pt x="1181100" y="1524000"/>
                </a:lnTo>
                <a:cubicBezTo>
                  <a:pt x="1169918" y="1490453"/>
                  <a:pt x="1150352" y="1420617"/>
                  <a:pt x="1117600" y="1409700"/>
                </a:cubicBezTo>
                <a:cubicBezTo>
                  <a:pt x="1059022" y="1390174"/>
                  <a:pt x="1092627" y="1399625"/>
                  <a:pt x="1016000" y="1384300"/>
                </a:cubicBezTo>
                <a:cubicBezTo>
                  <a:pt x="1003300" y="1375833"/>
                  <a:pt x="987435" y="1370819"/>
                  <a:pt x="977900" y="1358900"/>
                </a:cubicBezTo>
                <a:cubicBezTo>
                  <a:pt x="969537" y="1348447"/>
                  <a:pt x="970473" y="1333105"/>
                  <a:pt x="965200" y="1320800"/>
                </a:cubicBezTo>
                <a:cubicBezTo>
                  <a:pt x="957742" y="1303399"/>
                  <a:pt x="947258" y="1287401"/>
                  <a:pt x="939800" y="1270000"/>
                </a:cubicBezTo>
                <a:cubicBezTo>
                  <a:pt x="934527" y="1257695"/>
                  <a:pt x="933087" y="1243874"/>
                  <a:pt x="927100" y="1231900"/>
                </a:cubicBezTo>
                <a:cubicBezTo>
                  <a:pt x="920274" y="1218248"/>
                  <a:pt x="909273" y="1207052"/>
                  <a:pt x="901700" y="1193800"/>
                </a:cubicBezTo>
                <a:cubicBezTo>
                  <a:pt x="892307" y="1177362"/>
                  <a:pt x="885693" y="1159438"/>
                  <a:pt x="876300" y="1143000"/>
                </a:cubicBezTo>
                <a:cubicBezTo>
                  <a:pt x="868727" y="1129748"/>
                  <a:pt x="857726" y="1118552"/>
                  <a:pt x="850900" y="1104900"/>
                </a:cubicBezTo>
                <a:cubicBezTo>
                  <a:pt x="844913" y="1092926"/>
                  <a:pt x="844187" y="1078774"/>
                  <a:pt x="838200" y="1066800"/>
                </a:cubicBezTo>
                <a:cubicBezTo>
                  <a:pt x="831374" y="1053148"/>
                  <a:pt x="820373" y="1041952"/>
                  <a:pt x="812800" y="1028700"/>
                </a:cubicBezTo>
                <a:cubicBezTo>
                  <a:pt x="782901" y="976377"/>
                  <a:pt x="782816" y="964148"/>
                  <a:pt x="762000" y="901700"/>
                </a:cubicBezTo>
                <a:cubicBezTo>
                  <a:pt x="757767" y="889000"/>
                  <a:pt x="751501" y="876805"/>
                  <a:pt x="749300" y="863600"/>
                </a:cubicBezTo>
                <a:cubicBezTo>
                  <a:pt x="748932" y="861393"/>
                  <a:pt x="728338" y="732775"/>
                  <a:pt x="723900" y="723900"/>
                </a:cubicBezTo>
                <a:cubicBezTo>
                  <a:pt x="715868" y="707836"/>
                  <a:pt x="698500" y="698500"/>
                  <a:pt x="685800" y="685800"/>
                </a:cubicBezTo>
                <a:cubicBezTo>
                  <a:pt x="656167" y="690033"/>
                  <a:pt x="626253" y="692629"/>
                  <a:pt x="596900" y="698500"/>
                </a:cubicBezTo>
                <a:cubicBezTo>
                  <a:pt x="583773" y="701125"/>
                  <a:pt x="568266" y="701734"/>
                  <a:pt x="558800" y="711200"/>
                </a:cubicBezTo>
                <a:cubicBezTo>
                  <a:pt x="537214" y="732786"/>
                  <a:pt x="508000" y="787400"/>
                  <a:pt x="508000" y="787400"/>
                </a:cubicBezTo>
                <a:cubicBezTo>
                  <a:pt x="505012" y="805326"/>
                  <a:pt x="488768" y="927221"/>
                  <a:pt x="469900" y="939800"/>
                </a:cubicBezTo>
                <a:lnTo>
                  <a:pt x="393700" y="990600"/>
                </a:lnTo>
                <a:cubicBezTo>
                  <a:pt x="368087" y="985477"/>
                  <a:pt x="310787" y="982399"/>
                  <a:pt x="292100" y="952500"/>
                </a:cubicBezTo>
                <a:cubicBezTo>
                  <a:pt x="277910" y="929796"/>
                  <a:pt x="266700" y="876300"/>
                  <a:pt x="266700" y="876300"/>
                </a:cubicBezTo>
                <a:cubicBezTo>
                  <a:pt x="264826" y="840691"/>
                  <a:pt x="246897" y="484973"/>
                  <a:pt x="241300" y="431800"/>
                </a:cubicBezTo>
                <a:cubicBezTo>
                  <a:pt x="239866" y="418172"/>
                  <a:pt x="217678" y="360426"/>
                  <a:pt x="203200" y="355600"/>
                </a:cubicBezTo>
                <a:cubicBezTo>
                  <a:pt x="162839" y="342146"/>
                  <a:pt x="118533" y="347133"/>
                  <a:pt x="76200" y="342900"/>
                </a:cubicBezTo>
                <a:cubicBezTo>
                  <a:pt x="63500" y="338667"/>
                  <a:pt x="48553" y="338563"/>
                  <a:pt x="38100" y="330200"/>
                </a:cubicBezTo>
                <a:cubicBezTo>
                  <a:pt x="15719" y="312295"/>
                  <a:pt x="8366" y="279099"/>
                  <a:pt x="0" y="254000"/>
                </a:cubicBezTo>
                <a:cubicBezTo>
                  <a:pt x="14039" y="211884"/>
                  <a:pt x="0" y="243417"/>
                  <a:pt x="0" y="241300"/>
                </a:cubicBezTo>
                <a:close/>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53" name="Google Shape;953;p14"/>
          <p:cNvSpPr/>
          <p:nvPr/>
        </p:nvSpPr>
        <p:spPr>
          <a:xfrm>
            <a:off x="6413500" y="1168400"/>
            <a:ext cx="436725" cy="596900"/>
          </a:xfrm>
          <a:custGeom>
            <a:avLst/>
            <a:gdLst/>
            <a:ahLst/>
            <a:cxnLst/>
            <a:rect l="l" t="t" r="r" b="b"/>
            <a:pathLst>
              <a:path w="436725" h="596900" extrusionOk="0">
                <a:moveTo>
                  <a:pt x="88900" y="0"/>
                </a:moveTo>
                <a:lnTo>
                  <a:pt x="88900" y="0"/>
                </a:lnTo>
                <a:cubicBezTo>
                  <a:pt x="71967" y="33867"/>
                  <a:pt x="56231" y="68359"/>
                  <a:pt x="38100" y="101600"/>
                </a:cubicBezTo>
                <a:cubicBezTo>
                  <a:pt x="30791" y="115000"/>
                  <a:pt x="18713" y="125671"/>
                  <a:pt x="12700" y="139700"/>
                </a:cubicBezTo>
                <a:cubicBezTo>
                  <a:pt x="5824" y="155743"/>
                  <a:pt x="4233" y="173567"/>
                  <a:pt x="0" y="190500"/>
                </a:cubicBezTo>
                <a:cubicBezTo>
                  <a:pt x="4233" y="275167"/>
                  <a:pt x="5356" y="360046"/>
                  <a:pt x="12700" y="444500"/>
                </a:cubicBezTo>
                <a:cubicBezTo>
                  <a:pt x="13860" y="457837"/>
                  <a:pt x="18899" y="470898"/>
                  <a:pt x="25400" y="482600"/>
                </a:cubicBezTo>
                <a:cubicBezTo>
                  <a:pt x="40225" y="509285"/>
                  <a:pt x="47240" y="549147"/>
                  <a:pt x="76200" y="558800"/>
                </a:cubicBezTo>
                <a:lnTo>
                  <a:pt x="152400" y="584200"/>
                </a:lnTo>
                <a:lnTo>
                  <a:pt x="190500" y="596900"/>
                </a:lnTo>
                <a:cubicBezTo>
                  <a:pt x="207433" y="592667"/>
                  <a:pt x="224517" y="588995"/>
                  <a:pt x="241300" y="584200"/>
                </a:cubicBezTo>
                <a:cubicBezTo>
                  <a:pt x="254172" y="580522"/>
                  <a:pt x="266413" y="574747"/>
                  <a:pt x="279400" y="571500"/>
                </a:cubicBezTo>
                <a:cubicBezTo>
                  <a:pt x="308383" y="564254"/>
                  <a:pt x="351970" y="560615"/>
                  <a:pt x="381000" y="546100"/>
                </a:cubicBezTo>
                <a:cubicBezTo>
                  <a:pt x="394652" y="539274"/>
                  <a:pt x="406400" y="529167"/>
                  <a:pt x="419100" y="520700"/>
                </a:cubicBezTo>
                <a:cubicBezTo>
                  <a:pt x="436032" y="469904"/>
                  <a:pt x="436725" y="490551"/>
                  <a:pt x="419100" y="431800"/>
                </a:cubicBezTo>
                <a:cubicBezTo>
                  <a:pt x="411407" y="406155"/>
                  <a:pt x="402167" y="381000"/>
                  <a:pt x="393700" y="355600"/>
                </a:cubicBezTo>
                <a:lnTo>
                  <a:pt x="368300" y="279400"/>
                </a:lnTo>
                <a:cubicBezTo>
                  <a:pt x="364067" y="266700"/>
                  <a:pt x="363026" y="252439"/>
                  <a:pt x="355600" y="241300"/>
                </a:cubicBezTo>
                <a:cubicBezTo>
                  <a:pt x="338667" y="215900"/>
                  <a:pt x="333760" y="174753"/>
                  <a:pt x="304800" y="165100"/>
                </a:cubicBezTo>
                <a:lnTo>
                  <a:pt x="266700" y="152400"/>
                </a:lnTo>
                <a:cubicBezTo>
                  <a:pt x="207014" y="92714"/>
                  <a:pt x="243544" y="124263"/>
                  <a:pt x="152400" y="63500"/>
                </a:cubicBezTo>
                <a:lnTo>
                  <a:pt x="114300" y="38100"/>
                </a:lnTo>
                <a:lnTo>
                  <a:pt x="63500" y="50800"/>
                </a:lnTo>
                <a:lnTo>
                  <a:pt x="63500" y="50800"/>
                </a:lnTo>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54" name="Google Shape;954;p14"/>
          <p:cNvSpPr/>
          <p:nvPr/>
        </p:nvSpPr>
        <p:spPr>
          <a:xfrm>
            <a:off x="6324600" y="2171700"/>
            <a:ext cx="306617" cy="787400"/>
          </a:xfrm>
          <a:custGeom>
            <a:avLst/>
            <a:gdLst/>
            <a:ahLst/>
            <a:cxnLst/>
            <a:rect l="l" t="t" r="r" b="b"/>
            <a:pathLst>
              <a:path w="306617" h="787400" extrusionOk="0">
                <a:moveTo>
                  <a:pt x="25400" y="0"/>
                </a:moveTo>
                <a:lnTo>
                  <a:pt x="25400" y="0"/>
                </a:lnTo>
                <a:cubicBezTo>
                  <a:pt x="21167" y="55033"/>
                  <a:pt x="17933" y="110153"/>
                  <a:pt x="12700" y="165100"/>
                </a:cubicBezTo>
                <a:cubicBezTo>
                  <a:pt x="9464" y="199076"/>
                  <a:pt x="0" y="232570"/>
                  <a:pt x="0" y="266700"/>
                </a:cubicBezTo>
                <a:cubicBezTo>
                  <a:pt x="0" y="334565"/>
                  <a:pt x="3530" y="402657"/>
                  <a:pt x="12700" y="469900"/>
                </a:cubicBezTo>
                <a:cubicBezTo>
                  <a:pt x="16318" y="496428"/>
                  <a:pt x="29633" y="520700"/>
                  <a:pt x="38100" y="546100"/>
                </a:cubicBezTo>
                <a:lnTo>
                  <a:pt x="50800" y="584200"/>
                </a:lnTo>
                <a:cubicBezTo>
                  <a:pt x="55033" y="596900"/>
                  <a:pt x="54034" y="612834"/>
                  <a:pt x="63500" y="622300"/>
                </a:cubicBezTo>
                <a:lnTo>
                  <a:pt x="101600" y="660400"/>
                </a:lnTo>
                <a:cubicBezTo>
                  <a:pt x="116434" y="704903"/>
                  <a:pt x="109591" y="703304"/>
                  <a:pt x="152400" y="736600"/>
                </a:cubicBezTo>
                <a:cubicBezTo>
                  <a:pt x="176497" y="755342"/>
                  <a:pt x="228600" y="787400"/>
                  <a:pt x="228600" y="787400"/>
                </a:cubicBezTo>
                <a:cubicBezTo>
                  <a:pt x="306617" y="670375"/>
                  <a:pt x="263879" y="750725"/>
                  <a:pt x="241300" y="457200"/>
                </a:cubicBezTo>
                <a:cubicBezTo>
                  <a:pt x="240273" y="443852"/>
                  <a:pt x="231847" y="432087"/>
                  <a:pt x="228600" y="419100"/>
                </a:cubicBezTo>
                <a:cubicBezTo>
                  <a:pt x="223365" y="398159"/>
                  <a:pt x="219761" y="376838"/>
                  <a:pt x="215900" y="355600"/>
                </a:cubicBezTo>
                <a:cubicBezTo>
                  <a:pt x="211294" y="330265"/>
                  <a:pt x="209445" y="304382"/>
                  <a:pt x="203200" y="279400"/>
                </a:cubicBezTo>
                <a:cubicBezTo>
                  <a:pt x="159986" y="106544"/>
                  <a:pt x="200055" y="272325"/>
                  <a:pt x="152400" y="165100"/>
                </a:cubicBezTo>
                <a:cubicBezTo>
                  <a:pt x="141526" y="140634"/>
                  <a:pt x="135467" y="114300"/>
                  <a:pt x="127000" y="88900"/>
                </a:cubicBezTo>
                <a:cubicBezTo>
                  <a:pt x="113158" y="47373"/>
                  <a:pt x="106030" y="0"/>
                  <a:pt x="38100" y="0"/>
                </a:cubicBezTo>
                <a:lnTo>
                  <a:pt x="25400" y="0"/>
                </a:lnTo>
                <a:close/>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55" name="Google Shape;955;p14"/>
          <p:cNvSpPr/>
          <p:nvPr/>
        </p:nvSpPr>
        <p:spPr>
          <a:xfrm>
            <a:off x="8356323" y="3784600"/>
            <a:ext cx="600547" cy="419100"/>
          </a:xfrm>
          <a:custGeom>
            <a:avLst/>
            <a:gdLst/>
            <a:ahLst/>
            <a:cxnLst/>
            <a:rect l="l" t="t" r="r" b="b"/>
            <a:pathLst>
              <a:path w="600547" h="419100" extrusionOk="0">
                <a:moveTo>
                  <a:pt x="495577" y="0"/>
                </a:moveTo>
                <a:lnTo>
                  <a:pt x="495577" y="0"/>
                </a:lnTo>
                <a:cubicBezTo>
                  <a:pt x="461710" y="16933"/>
                  <a:pt x="427218" y="32669"/>
                  <a:pt x="393977" y="50800"/>
                </a:cubicBezTo>
                <a:cubicBezTo>
                  <a:pt x="380577" y="58109"/>
                  <a:pt x="369825" y="70001"/>
                  <a:pt x="355877" y="76200"/>
                </a:cubicBezTo>
                <a:cubicBezTo>
                  <a:pt x="293706" y="103832"/>
                  <a:pt x="285711" y="97250"/>
                  <a:pt x="228877" y="114300"/>
                </a:cubicBezTo>
                <a:cubicBezTo>
                  <a:pt x="203232" y="121993"/>
                  <a:pt x="178077" y="131233"/>
                  <a:pt x="152677" y="139700"/>
                </a:cubicBezTo>
                <a:lnTo>
                  <a:pt x="114577" y="152400"/>
                </a:lnTo>
                <a:cubicBezTo>
                  <a:pt x="101877" y="156633"/>
                  <a:pt x="87616" y="157674"/>
                  <a:pt x="76477" y="165100"/>
                </a:cubicBezTo>
                <a:lnTo>
                  <a:pt x="38377" y="190500"/>
                </a:lnTo>
                <a:cubicBezTo>
                  <a:pt x="34144" y="203200"/>
                  <a:pt x="31664" y="216626"/>
                  <a:pt x="25677" y="228600"/>
                </a:cubicBezTo>
                <a:cubicBezTo>
                  <a:pt x="18851" y="242252"/>
                  <a:pt x="2436" y="251590"/>
                  <a:pt x="277" y="266700"/>
                </a:cubicBezTo>
                <a:cubicBezTo>
                  <a:pt x="0" y="268636"/>
                  <a:pt x="19900" y="348379"/>
                  <a:pt x="25677" y="355600"/>
                </a:cubicBezTo>
                <a:cubicBezTo>
                  <a:pt x="47632" y="383044"/>
                  <a:pt x="116693" y="398639"/>
                  <a:pt x="139977" y="406400"/>
                </a:cubicBezTo>
                <a:lnTo>
                  <a:pt x="178077" y="419100"/>
                </a:lnTo>
                <a:cubicBezTo>
                  <a:pt x="203477" y="410633"/>
                  <a:pt x="227613" y="396124"/>
                  <a:pt x="254277" y="393700"/>
                </a:cubicBezTo>
                <a:cubicBezTo>
                  <a:pt x="300844" y="389467"/>
                  <a:pt x="347539" y="386463"/>
                  <a:pt x="393977" y="381000"/>
                </a:cubicBezTo>
                <a:cubicBezTo>
                  <a:pt x="419491" y="377998"/>
                  <a:pt x="478963" y="370257"/>
                  <a:pt x="508277" y="355600"/>
                </a:cubicBezTo>
                <a:cubicBezTo>
                  <a:pt x="521929" y="348774"/>
                  <a:pt x="533677" y="338667"/>
                  <a:pt x="546377" y="330200"/>
                </a:cubicBezTo>
                <a:cubicBezTo>
                  <a:pt x="554844" y="317500"/>
                  <a:pt x="564951" y="305752"/>
                  <a:pt x="571777" y="292100"/>
                </a:cubicBezTo>
                <a:cubicBezTo>
                  <a:pt x="600547" y="234560"/>
                  <a:pt x="581205" y="180295"/>
                  <a:pt x="571777" y="114300"/>
                </a:cubicBezTo>
                <a:cubicBezTo>
                  <a:pt x="569884" y="101048"/>
                  <a:pt x="569970" y="83981"/>
                  <a:pt x="559077" y="76200"/>
                </a:cubicBezTo>
                <a:cubicBezTo>
                  <a:pt x="537290" y="60638"/>
                  <a:pt x="482877" y="50800"/>
                  <a:pt x="482877" y="50800"/>
                </a:cubicBezTo>
                <a:cubicBezTo>
                  <a:pt x="377214" y="65895"/>
                  <a:pt x="423911" y="63500"/>
                  <a:pt x="343177" y="63500"/>
                </a:cubicBezTo>
                <a:lnTo>
                  <a:pt x="343177" y="63500"/>
                </a:lnTo>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56" name="Google Shape;956;p14"/>
          <p:cNvSpPr/>
          <p:nvPr/>
        </p:nvSpPr>
        <p:spPr>
          <a:xfrm>
            <a:off x="5803900" y="381069"/>
            <a:ext cx="482600" cy="571431"/>
          </a:xfrm>
          <a:custGeom>
            <a:avLst/>
            <a:gdLst/>
            <a:ahLst/>
            <a:cxnLst/>
            <a:rect l="l" t="t" r="r" b="b"/>
            <a:pathLst>
              <a:path w="482600" h="571431" extrusionOk="0">
                <a:moveTo>
                  <a:pt x="25400" y="571431"/>
                </a:moveTo>
                <a:lnTo>
                  <a:pt x="127000" y="114231"/>
                </a:lnTo>
                <a:cubicBezTo>
                  <a:pt x="169836" y="0"/>
                  <a:pt x="131329" y="1013"/>
                  <a:pt x="228600" y="25331"/>
                </a:cubicBezTo>
                <a:cubicBezTo>
                  <a:pt x="241587" y="28578"/>
                  <a:pt x="254000" y="33798"/>
                  <a:pt x="266700" y="38031"/>
                </a:cubicBezTo>
                <a:cubicBezTo>
                  <a:pt x="279400" y="50731"/>
                  <a:pt x="296078" y="60431"/>
                  <a:pt x="304800" y="76131"/>
                </a:cubicBezTo>
                <a:cubicBezTo>
                  <a:pt x="317803" y="99536"/>
                  <a:pt x="315348" y="130054"/>
                  <a:pt x="330200" y="152331"/>
                </a:cubicBezTo>
                <a:cubicBezTo>
                  <a:pt x="338667" y="165031"/>
                  <a:pt x="348774" y="176779"/>
                  <a:pt x="355600" y="190431"/>
                </a:cubicBezTo>
                <a:cubicBezTo>
                  <a:pt x="361587" y="202405"/>
                  <a:pt x="361799" y="216829"/>
                  <a:pt x="368300" y="228531"/>
                </a:cubicBezTo>
                <a:cubicBezTo>
                  <a:pt x="383125" y="255216"/>
                  <a:pt x="419100" y="304731"/>
                  <a:pt x="419100" y="304731"/>
                </a:cubicBezTo>
                <a:cubicBezTo>
                  <a:pt x="419930" y="308050"/>
                  <a:pt x="437875" y="385349"/>
                  <a:pt x="444500" y="393631"/>
                </a:cubicBezTo>
                <a:cubicBezTo>
                  <a:pt x="454035" y="405550"/>
                  <a:pt x="469900" y="410564"/>
                  <a:pt x="482600" y="419031"/>
                </a:cubicBezTo>
                <a:cubicBezTo>
                  <a:pt x="478367" y="431731"/>
                  <a:pt x="479366" y="447665"/>
                  <a:pt x="469900" y="457131"/>
                </a:cubicBezTo>
                <a:cubicBezTo>
                  <a:pt x="460434" y="466597"/>
                  <a:pt x="444672" y="466153"/>
                  <a:pt x="431800" y="469831"/>
                </a:cubicBezTo>
                <a:cubicBezTo>
                  <a:pt x="415017" y="474626"/>
                  <a:pt x="397783" y="477736"/>
                  <a:pt x="381000" y="482531"/>
                </a:cubicBezTo>
                <a:cubicBezTo>
                  <a:pt x="253463" y="518970"/>
                  <a:pt x="450909" y="468229"/>
                  <a:pt x="292100" y="507931"/>
                </a:cubicBezTo>
                <a:cubicBezTo>
                  <a:pt x="211667" y="503698"/>
                  <a:pt x="131014" y="502523"/>
                  <a:pt x="50800" y="495231"/>
                </a:cubicBezTo>
                <a:cubicBezTo>
                  <a:pt x="37468" y="494019"/>
                  <a:pt x="24674" y="488518"/>
                  <a:pt x="12700" y="482531"/>
                </a:cubicBezTo>
                <a:cubicBezTo>
                  <a:pt x="7345" y="479854"/>
                  <a:pt x="4233" y="474064"/>
                  <a:pt x="0" y="469831"/>
                </a:cubicBezTo>
                <a:lnTo>
                  <a:pt x="0" y="469831"/>
                </a:lnTo>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57" name="Google Shape;957;p14"/>
          <p:cNvSpPr/>
          <p:nvPr/>
        </p:nvSpPr>
        <p:spPr>
          <a:xfrm>
            <a:off x="5650338" y="914400"/>
            <a:ext cx="494901" cy="254000"/>
          </a:xfrm>
          <a:custGeom>
            <a:avLst/>
            <a:gdLst/>
            <a:ahLst/>
            <a:cxnLst/>
            <a:rect l="l" t="t" r="r" b="b"/>
            <a:pathLst>
              <a:path w="494901" h="254000" extrusionOk="0">
                <a:moveTo>
                  <a:pt x="39262" y="127000"/>
                </a:moveTo>
                <a:lnTo>
                  <a:pt x="39262" y="127000"/>
                </a:lnTo>
                <a:cubicBezTo>
                  <a:pt x="42579" y="124157"/>
                  <a:pt x="133689" y="39877"/>
                  <a:pt x="166262" y="25400"/>
                </a:cubicBezTo>
                <a:cubicBezTo>
                  <a:pt x="190728" y="14526"/>
                  <a:pt x="242462" y="0"/>
                  <a:pt x="242462" y="0"/>
                </a:cubicBezTo>
                <a:cubicBezTo>
                  <a:pt x="293262" y="4233"/>
                  <a:pt x="344876" y="2703"/>
                  <a:pt x="394862" y="12700"/>
                </a:cubicBezTo>
                <a:cubicBezTo>
                  <a:pt x="442437" y="22215"/>
                  <a:pt x="429594" y="44065"/>
                  <a:pt x="445662" y="76200"/>
                </a:cubicBezTo>
                <a:cubicBezTo>
                  <a:pt x="494901" y="174677"/>
                  <a:pt x="451840" y="56635"/>
                  <a:pt x="483762" y="152400"/>
                </a:cubicBezTo>
                <a:cubicBezTo>
                  <a:pt x="479529" y="173567"/>
                  <a:pt x="488101" y="202648"/>
                  <a:pt x="471062" y="215900"/>
                </a:cubicBezTo>
                <a:cubicBezTo>
                  <a:pt x="445266" y="235963"/>
                  <a:pt x="297616" y="250281"/>
                  <a:pt x="267862" y="254000"/>
                </a:cubicBezTo>
                <a:cubicBezTo>
                  <a:pt x="217062" y="249767"/>
                  <a:pt x="165744" y="249680"/>
                  <a:pt x="115462" y="241300"/>
                </a:cubicBezTo>
                <a:cubicBezTo>
                  <a:pt x="89052" y="236898"/>
                  <a:pt x="64662" y="224367"/>
                  <a:pt x="39262" y="215900"/>
                </a:cubicBezTo>
                <a:lnTo>
                  <a:pt x="1162" y="203200"/>
                </a:lnTo>
                <a:cubicBezTo>
                  <a:pt x="5395" y="169333"/>
                  <a:pt x="0" y="132789"/>
                  <a:pt x="13862" y="101600"/>
                </a:cubicBezTo>
                <a:cubicBezTo>
                  <a:pt x="55978" y="6839"/>
                  <a:pt x="51962" y="127814"/>
                  <a:pt x="51962" y="76200"/>
                </a:cubicBezTo>
                <a:lnTo>
                  <a:pt x="51962" y="76200"/>
                </a:lnTo>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58" name="Google Shape;958;p14"/>
          <p:cNvSpPr/>
          <p:nvPr/>
        </p:nvSpPr>
        <p:spPr>
          <a:xfrm>
            <a:off x="6121400" y="889000"/>
            <a:ext cx="514482" cy="203200"/>
          </a:xfrm>
          <a:custGeom>
            <a:avLst/>
            <a:gdLst/>
            <a:ahLst/>
            <a:cxnLst/>
            <a:rect l="l" t="t" r="r" b="b"/>
            <a:pathLst>
              <a:path w="514482" h="203200" extrusionOk="0">
                <a:moveTo>
                  <a:pt x="76200" y="38100"/>
                </a:moveTo>
                <a:lnTo>
                  <a:pt x="76200" y="38100"/>
                </a:lnTo>
                <a:cubicBezTo>
                  <a:pt x="85252" y="36088"/>
                  <a:pt x="238025" y="0"/>
                  <a:pt x="266700" y="0"/>
                </a:cubicBezTo>
                <a:cubicBezTo>
                  <a:pt x="317676" y="0"/>
                  <a:pt x="368300" y="8467"/>
                  <a:pt x="419100" y="12700"/>
                </a:cubicBezTo>
                <a:cubicBezTo>
                  <a:pt x="431800" y="16933"/>
                  <a:pt x="447734" y="15934"/>
                  <a:pt x="457200" y="25400"/>
                </a:cubicBezTo>
                <a:cubicBezTo>
                  <a:pt x="466666" y="34866"/>
                  <a:pt x="463913" y="51526"/>
                  <a:pt x="469900" y="63500"/>
                </a:cubicBezTo>
                <a:cubicBezTo>
                  <a:pt x="476726" y="77152"/>
                  <a:pt x="486833" y="88900"/>
                  <a:pt x="495300" y="101600"/>
                </a:cubicBezTo>
                <a:cubicBezTo>
                  <a:pt x="499533" y="118533"/>
                  <a:pt x="514482" y="136194"/>
                  <a:pt x="508000" y="152400"/>
                </a:cubicBezTo>
                <a:cubicBezTo>
                  <a:pt x="503028" y="164829"/>
                  <a:pt x="483027" y="162475"/>
                  <a:pt x="469900" y="165100"/>
                </a:cubicBezTo>
                <a:cubicBezTo>
                  <a:pt x="368621" y="185356"/>
                  <a:pt x="399247" y="169512"/>
                  <a:pt x="304800" y="190500"/>
                </a:cubicBezTo>
                <a:cubicBezTo>
                  <a:pt x="291732" y="193404"/>
                  <a:pt x="279400" y="198967"/>
                  <a:pt x="266700" y="203200"/>
                </a:cubicBezTo>
                <a:cubicBezTo>
                  <a:pt x="223709" y="197826"/>
                  <a:pt x="130661" y="192941"/>
                  <a:pt x="88900" y="165100"/>
                </a:cubicBezTo>
                <a:lnTo>
                  <a:pt x="12700" y="114300"/>
                </a:lnTo>
                <a:cubicBezTo>
                  <a:pt x="8467" y="101600"/>
                  <a:pt x="0" y="89587"/>
                  <a:pt x="0" y="76200"/>
                </a:cubicBezTo>
                <a:cubicBezTo>
                  <a:pt x="0" y="35304"/>
                  <a:pt x="21545" y="32203"/>
                  <a:pt x="50800" y="12700"/>
                </a:cubicBezTo>
                <a:lnTo>
                  <a:pt x="127000" y="38100"/>
                </a:lnTo>
                <a:lnTo>
                  <a:pt x="127000" y="38100"/>
                </a:lnTo>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959" name="Google Shape;959;p14"/>
          <p:cNvSpPr txBox="1"/>
          <p:nvPr/>
        </p:nvSpPr>
        <p:spPr>
          <a:xfrm>
            <a:off x="2438400" y="2743200"/>
            <a:ext cx="685800" cy="2616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Times"/>
                <a:ea typeface="Times"/>
                <a:cs typeface="Times"/>
                <a:sym typeface="Times"/>
              </a:rPr>
              <a:t>ALS</a:t>
            </a:r>
            <a:endParaRPr sz="1400" b="0" i="0" u="none" strike="noStrike" cap="none">
              <a:solidFill>
                <a:srgbClr val="000000"/>
              </a:solidFill>
              <a:latin typeface="Arial"/>
              <a:ea typeface="Arial"/>
              <a:cs typeface="Arial"/>
              <a:sym typeface="Arial"/>
            </a:endParaRPr>
          </a:p>
        </p:txBody>
      </p:sp>
      <p:sp>
        <p:nvSpPr>
          <p:cNvPr id="960" name="Google Shape;960;p14"/>
          <p:cNvSpPr txBox="1"/>
          <p:nvPr/>
        </p:nvSpPr>
        <p:spPr>
          <a:xfrm>
            <a:off x="990600" y="2133600"/>
            <a:ext cx="990600" cy="507831"/>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chemeClr val="dk1"/>
                </a:solidFill>
                <a:latin typeface="Times"/>
                <a:ea typeface="Times"/>
                <a:cs typeface="Times"/>
                <a:sym typeface="Times"/>
              </a:rPr>
              <a:t>Ventral Spinocerebellar Tract</a:t>
            </a:r>
            <a:endParaRPr sz="1400" b="0" i="0" u="none" strike="noStrike" cap="none">
              <a:solidFill>
                <a:srgbClr val="000000"/>
              </a:solidFill>
              <a:latin typeface="Arial"/>
              <a:ea typeface="Arial"/>
              <a:cs typeface="Arial"/>
              <a:sym typeface="Arial"/>
            </a:endParaRPr>
          </a:p>
        </p:txBody>
      </p:sp>
      <p:sp>
        <p:nvSpPr>
          <p:cNvPr id="961" name="Google Shape;961;p14"/>
          <p:cNvSpPr txBox="1"/>
          <p:nvPr/>
        </p:nvSpPr>
        <p:spPr>
          <a:xfrm>
            <a:off x="3276600" y="4953000"/>
            <a:ext cx="1066800" cy="430887"/>
          </a:xfrm>
          <a:prstGeom prst="rect">
            <a:avLst/>
          </a:prstGeom>
          <a:solidFill>
            <a:schemeClr val="accent1">
              <a:alpha val="60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Corticospinal tract</a:t>
            </a:r>
            <a:endParaRPr sz="1400" b="0" i="0" u="none" strike="noStrike" cap="none">
              <a:solidFill>
                <a:srgbClr val="000000"/>
              </a:solidFill>
              <a:latin typeface="Arial"/>
              <a:ea typeface="Arial"/>
              <a:cs typeface="Arial"/>
              <a:sym typeface="Arial"/>
            </a:endParaRPr>
          </a:p>
        </p:txBody>
      </p:sp>
      <p:sp>
        <p:nvSpPr>
          <p:cNvPr id="962" name="Google Shape;962;p14"/>
          <p:cNvSpPr txBox="1"/>
          <p:nvPr/>
        </p:nvSpPr>
        <p:spPr>
          <a:xfrm>
            <a:off x="2590800" y="3124200"/>
            <a:ext cx="914400" cy="40011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Rubrospinal Tract</a:t>
            </a:r>
            <a:endParaRPr sz="1400" b="0" i="0" u="none" strike="noStrike" cap="none">
              <a:solidFill>
                <a:srgbClr val="000000"/>
              </a:solidFill>
              <a:latin typeface="Arial"/>
              <a:ea typeface="Arial"/>
              <a:cs typeface="Arial"/>
              <a:sym typeface="Arial"/>
            </a:endParaRPr>
          </a:p>
        </p:txBody>
      </p:sp>
      <p:sp>
        <p:nvSpPr>
          <p:cNvPr id="963" name="Google Shape;963;p14"/>
          <p:cNvSpPr txBox="1"/>
          <p:nvPr/>
        </p:nvSpPr>
        <p:spPr>
          <a:xfrm>
            <a:off x="4648200" y="1600200"/>
            <a:ext cx="1219200" cy="246221"/>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Techtospinal tract</a:t>
            </a:r>
            <a:endParaRPr sz="1400" b="0" i="0" u="none" strike="noStrike" cap="none">
              <a:solidFill>
                <a:srgbClr val="000000"/>
              </a:solidFill>
              <a:latin typeface="Arial"/>
              <a:ea typeface="Arial"/>
              <a:cs typeface="Arial"/>
              <a:sym typeface="Arial"/>
            </a:endParaRPr>
          </a:p>
        </p:txBody>
      </p:sp>
      <p:sp>
        <p:nvSpPr>
          <p:cNvPr id="964" name="Google Shape;964;p14"/>
          <p:cNvSpPr txBox="1"/>
          <p:nvPr/>
        </p:nvSpPr>
        <p:spPr>
          <a:xfrm>
            <a:off x="4648200" y="914400"/>
            <a:ext cx="1066800" cy="553998"/>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Longitudnal Fasciculus</a:t>
            </a:r>
            <a:endParaRPr sz="1400" b="0" i="0" u="none" strike="noStrike" cap="none">
              <a:solidFill>
                <a:srgbClr val="000000"/>
              </a:solidFill>
              <a:latin typeface="Arial"/>
              <a:ea typeface="Arial"/>
              <a:cs typeface="Arial"/>
              <a:sym typeface="Arial"/>
            </a:endParaRPr>
          </a:p>
        </p:txBody>
      </p:sp>
      <p:sp>
        <p:nvSpPr>
          <p:cNvPr id="965" name="Google Shape;965;p14"/>
          <p:cNvSpPr txBox="1"/>
          <p:nvPr/>
        </p:nvSpPr>
        <p:spPr>
          <a:xfrm>
            <a:off x="152400" y="0"/>
            <a:ext cx="1524000" cy="430887"/>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Times"/>
                <a:ea typeface="Times"/>
                <a:cs typeface="Times"/>
                <a:sym typeface="Times"/>
              </a:rPr>
              <a:t>Inferior Cerebellar Peduncle</a:t>
            </a:r>
            <a:endParaRPr sz="1400" b="0" i="0" u="none" strike="noStrike" cap="none">
              <a:solidFill>
                <a:srgbClr val="000000"/>
              </a:solidFill>
              <a:latin typeface="Arial"/>
              <a:ea typeface="Arial"/>
              <a:cs typeface="Arial"/>
              <a:sym typeface="Arial"/>
            </a:endParaRPr>
          </a:p>
        </p:txBody>
      </p:sp>
      <p:sp>
        <p:nvSpPr>
          <p:cNvPr id="966" name="Google Shape;966;p14"/>
          <p:cNvSpPr txBox="1"/>
          <p:nvPr/>
        </p:nvSpPr>
        <p:spPr>
          <a:xfrm>
            <a:off x="3581400" y="381000"/>
            <a:ext cx="1447800" cy="40011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Dorsal Longitudnal Fasciculus</a:t>
            </a:r>
            <a:endParaRPr sz="1400" b="0" i="0" u="none" strike="noStrike" cap="none">
              <a:solidFill>
                <a:srgbClr val="000000"/>
              </a:solidFill>
              <a:latin typeface="Arial"/>
              <a:ea typeface="Arial"/>
              <a:cs typeface="Arial"/>
              <a:sym typeface="Arial"/>
            </a:endParaRPr>
          </a:p>
        </p:txBody>
      </p:sp>
      <p:sp>
        <p:nvSpPr>
          <p:cNvPr id="967" name="Google Shape;967;p14"/>
          <p:cNvSpPr txBox="1"/>
          <p:nvPr/>
        </p:nvSpPr>
        <p:spPr>
          <a:xfrm>
            <a:off x="6324600" y="0"/>
            <a:ext cx="838200" cy="553998"/>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Vestibular Nucleus</a:t>
            </a:r>
            <a:endParaRPr sz="1400" b="0" i="0" u="none" strike="noStrike" cap="none">
              <a:solidFill>
                <a:srgbClr val="000000"/>
              </a:solidFill>
              <a:latin typeface="Arial"/>
              <a:ea typeface="Arial"/>
              <a:cs typeface="Arial"/>
              <a:sym typeface="Arial"/>
            </a:endParaRPr>
          </a:p>
        </p:txBody>
      </p:sp>
      <p:sp>
        <p:nvSpPr>
          <p:cNvPr id="968" name="Google Shape;968;p14"/>
          <p:cNvSpPr txBox="1"/>
          <p:nvPr/>
        </p:nvSpPr>
        <p:spPr>
          <a:xfrm>
            <a:off x="4724400" y="2057400"/>
            <a:ext cx="990600" cy="400110"/>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Raphe Nucleus</a:t>
            </a:r>
            <a:endParaRPr sz="1400" b="0" i="0" u="none" strike="noStrike" cap="none">
              <a:solidFill>
                <a:srgbClr val="000000"/>
              </a:solidFill>
              <a:latin typeface="Arial"/>
              <a:ea typeface="Arial"/>
              <a:cs typeface="Arial"/>
              <a:sym typeface="Arial"/>
            </a:endParaRPr>
          </a:p>
        </p:txBody>
      </p:sp>
      <p:sp>
        <p:nvSpPr>
          <p:cNvPr id="969" name="Google Shape;969;p14"/>
          <p:cNvSpPr txBox="1"/>
          <p:nvPr/>
        </p:nvSpPr>
        <p:spPr>
          <a:xfrm>
            <a:off x="1828800" y="1676400"/>
            <a:ext cx="9144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Spinal Trigeminal</a:t>
            </a:r>
            <a:endParaRPr sz="1400" b="0" i="0" u="none" strike="noStrike" cap="none">
              <a:solidFill>
                <a:srgbClr val="000000"/>
              </a:solidFill>
              <a:latin typeface="Arial"/>
              <a:ea typeface="Arial"/>
              <a:cs typeface="Arial"/>
              <a:sym typeface="Arial"/>
            </a:endParaRPr>
          </a:p>
        </p:txBody>
      </p:sp>
      <p:sp>
        <p:nvSpPr>
          <p:cNvPr id="970" name="Google Shape;970;p14"/>
          <p:cNvSpPr txBox="1"/>
          <p:nvPr/>
        </p:nvSpPr>
        <p:spPr>
          <a:xfrm rot="1689519">
            <a:off x="3079278" y="1066241"/>
            <a:ext cx="1066800" cy="400110"/>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Pontine Reticulo Fibers</a:t>
            </a:r>
            <a:endParaRPr sz="1400" b="0" i="0" u="none" strike="noStrike" cap="none">
              <a:solidFill>
                <a:srgbClr val="000000"/>
              </a:solidFill>
              <a:latin typeface="Arial"/>
              <a:ea typeface="Arial"/>
              <a:cs typeface="Arial"/>
              <a:sym typeface="Arial"/>
            </a:endParaRPr>
          </a:p>
        </p:txBody>
      </p:sp>
      <p:sp>
        <p:nvSpPr>
          <p:cNvPr id="971" name="Google Shape;971;p14"/>
          <p:cNvSpPr/>
          <p:nvPr/>
        </p:nvSpPr>
        <p:spPr>
          <a:xfrm>
            <a:off x="2667000" y="1447800"/>
            <a:ext cx="609600" cy="457200"/>
          </a:xfrm>
          <a:custGeom>
            <a:avLst/>
            <a:gdLst/>
            <a:ahLst/>
            <a:cxnLst/>
            <a:rect l="l" t="t" r="r" b="b"/>
            <a:pathLst>
              <a:path w="516908" h="690595" extrusionOk="0">
                <a:moveTo>
                  <a:pt x="30651" y="436595"/>
                </a:moveTo>
                <a:lnTo>
                  <a:pt x="30651" y="436595"/>
                </a:lnTo>
                <a:cubicBezTo>
                  <a:pt x="34884" y="398495"/>
                  <a:pt x="38285" y="360293"/>
                  <a:pt x="43351" y="322295"/>
                </a:cubicBezTo>
                <a:cubicBezTo>
                  <a:pt x="46754" y="296771"/>
                  <a:pt x="52135" y="271546"/>
                  <a:pt x="56051" y="246095"/>
                </a:cubicBezTo>
                <a:cubicBezTo>
                  <a:pt x="67735" y="170146"/>
                  <a:pt x="71699" y="133609"/>
                  <a:pt x="81451" y="55595"/>
                </a:cubicBezTo>
                <a:cubicBezTo>
                  <a:pt x="91060" y="84423"/>
                  <a:pt x="92039" y="113350"/>
                  <a:pt x="132251" y="119095"/>
                </a:cubicBezTo>
                <a:cubicBezTo>
                  <a:pt x="149530" y="121563"/>
                  <a:pt x="166118" y="110628"/>
                  <a:pt x="183051" y="106395"/>
                </a:cubicBezTo>
                <a:cubicBezTo>
                  <a:pt x="191518" y="93695"/>
                  <a:pt x="193971" y="73122"/>
                  <a:pt x="208451" y="68295"/>
                </a:cubicBezTo>
                <a:cubicBezTo>
                  <a:pt x="225010" y="62775"/>
                  <a:pt x="241797" y="80995"/>
                  <a:pt x="259251" y="80995"/>
                </a:cubicBezTo>
                <a:cubicBezTo>
                  <a:pt x="289185" y="80995"/>
                  <a:pt x="318518" y="72528"/>
                  <a:pt x="348151" y="68295"/>
                </a:cubicBezTo>
                <a:cubicBezTo>
                  <a:pt x="360851" y="59828"/>
                  <a:pt x="374525" y="52666"/>
                  <a:pt x="386251" y="42895"/>
                </a:cubicBezTo>
                <a:cubicBezTo>
                  <a:pt x="400049" y="31397"/>
                  <a:pt x="407082" y="9729"/>
                  <a:pt x="424351" y="4795"/>
                </a:cubicBezTo>
                <a:cubicBezTo>
                  <a:pt x="441134" y="0"/>
                  <a:pt x="458218" y="13262"/>
                  <a:pt x="475151" y="17495"/>
                </a:cubicBezTo>
                <a:cubicBezTo>
                  <a:pt x="479384" y="30195"/>
                  <a:pt x="481864" y="43621"/>
                  <a:pt x="487851" y="55595"/>
                </a:cubicBezTo>
                <a:cubicBezTo>
                  <a:pt x="494677" y="69247"/>
                  <a:pt x="512558" y="78447"/>
                  <a:pt x="513251" y="93695"/>
                </a:cubicBezTo>
                <a:cubicBezTo>
                  <a:pt x="516908" y="174157"/>
                  <a:pt x="507843" y="254781"/>
                  <a:pt x="500551" y="334995"/>
                </a:cubicBezTo>
                <a:cubicBezTo>
                  <a:pt x="499339" y="348327"/>
                  <a:pt x="490755" y="360027"/>
                  <a:pt x="487851" y="373095"/>
                </a:cubicBezTo>
                <a:cubicBezTo>
                  <a:pt x="468235" y="461367"/>
                  <a:pt x="484139" y="427801"/>
                  <a:pt x="462451" y="500095"/>
                </a:cubicBezTo>
                <a:cubicBezTo>
                  <a:pt x="454758" y="525740"/>
                  <a:pt x="451903" y="554018"/>
                  <a:pt x="437051" y="576295"/>
                </a:cubicBezTo>
                <a:cubicBezTo>
                  <a:pt x="420118" y="601695"/>
                  <a:pt x="415211" y="642842"/>
                  <a:pt x="386251" y="652495"/>
                </a:cubicBezTo>
                <a:cubicBezTo>
                  <a:pt x="289573" y="684721"/>
                  <a:pt x="336305" y="672644"/>
                  <a:pt x="246551" y="690595"/>
                </a:cubicBezTo>
                <a:cubicBezTo>
                  <a:pt x="155871" y="660368"/>
                  <a:pt x="192628" y="680047"/>
                  <a:pt x="132251" y="639795"/>
                </a:cubicBezTo>
                <a:cubicBezTo>
                  <a:pt x="123784" y="627095"/>
                  <a:pt x="118338" y="611746"/>
                  <a:pt x="106851" y="601695"/>
                </a:cubicBezTo>
                <a:cubicBezTo>
                  <a:pt x="83877" y="581593"/>
                  <a:pt x="30651" y="550895"/>
                  <a:pt x="30651" y="550895"/>
                </a:cubicBezTo>
                <a:cubicBezTo>
                  <a:pt x="22184" y="525495"/>
                  <a:pt x="0" y="500949"/>
                  <a:pt x="5251" y="474695"/>
                </a:cubicBezTo>
                <a:cubicBezTo>
                  <a:pt x="18781" y="407044"/>
                  <a:pt x="26418" y="442945"/>
                  <a:pt x="30651" y="436595"/>
                </a:cubicBezTo>
                <a:close/>
              </a:path>
            </a:pathLst>
          </a:custGeom>
          <a:solidFill>
            <a:srgbClr val="BBE0E3">
              <a:alpha val="75294"/>
            </a:srgbClr>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000"/>
              <a:buFont typeface="Times"/>
              <a:buNone/>
            </a:pPr>
            <a:endParaRPr sz="1000" b="1" i="0" u="none" strike="noStrike" cap="none">
              <a:solidFill>
                <a:schemeClr val="dk1"/>
              </a:solidFill>
              <a:latin typeface="Times"/>
              <a:ea typeface="Times"/>
              <a:cs typeface="Times"/>
              <a:sym typeface="Times"/>
            </a:endParaRPr>
          </a:p>
          <a:p>
            <a:pPr marL="0" marR="0" lvl="0" indent="0" algn="ctr" rtl="0">
              <a:lnSpc>
                <a:spcPct val="100000"/>
              </a:lnSpc>
              <a:spcBef>
                <a:spcPts val="0"/>
              </a:spcBef>
              <a:spcAft>
                <a:spcPts val="0"/>
              </a:spcAft>
              <a:buClr>
                <a:schemeClr val="dk1"/>
              </a:buClr>
              <a:buSzPts val="1000"/>
              <a:buFont typeface="Times"/>
              <a:buNone/>
            </a:pPr>
            <a:r>
              <a:rPr lang="en-US" sz="1000" b="1" i="0" u="none" strike="noStrike" cap="none">
                <a:solidFill>
                  <a:schemeClr val="dk1"/>
                </a:solidFill>
                <a:latin typeface="Times"/>
                <a:ea typeface="Times"/>
                <a:cs typeface="Times"/>
                <a:sym typeface="Times"/>
              </a:rPr>
              <a:t>Facial </a:t>
            </a:r>
            <a:endParaRPr sz="1400" b="0" i="0" u="none" strike="noStrike" cap="none">
              <a:solidFill>
                <a:srgbClr val="000000"/>
              </a:solidFill>
              <a:latin typeface="Arial"/>
              <a:ea typeface="Arial"/>
              <a:cs typeface="Arial"/>
              <a:sym typeface="Arial"/>
            </a:endParaRPr>
          </a:p>
        </p:txBody>
      </p:sp>
      <p:sp>
        <p:nvSpPr>
          <p:cNvPr id="972" name="Google Shape;972;p14"/>
          <p:cNvSpPr txBox="1"/>
          <p:nvPr/>
        </p:nvSpPr>
        <p:spPr>
          <a:xfrm>
            <a:off x="152400" y="1752600"/>
            <a:ext cx="838200" cy="553998"/>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Middle Cerebellar Peduncle</a:t>
            </a:r>
            <a:endParaRPr sz="1400" b="0" i="0" u="none" strike="noStrike" cap="none">
              <a:solidFill>
                <a:srgbClr val="000000"/>
              </a:solidFill>
              <a:latin typeface="Arial"/>
              <a:ea typeface="Arial"/>
              <a:cs typeface="Arial"/>
              <a:sym typeface="Arial"/>
            </a:endParaRPr>
          </a:p>
        </p:txBody>
      </p:sp>
      <p:sp>
        <p:nvSpPr>
          <p:cNvPr id="973" name="Google Shape;973;p14"/>
          <p:cNvSpPr txBox="1"/>
          <p:nvPr/>
        </p:nvSpPr>
        <p:spPr>
          <a:xfrm>
            <a:off x="4953000" y="0"/>
            <a:ext cx="1219200" cy="400110"/>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Superior Vestibular Nucleus</a:t>
            </a:r>
            <a:endParaRPr sz="1400" b="0" i="0" u="none" strike="noStrike" cap="none">
              <a:solidFill>
                <a:srgbClr val="000000"/>
              </a:solidFill>
              <a:latin typeface="Arial"/>
              <a:ea typeface="Arial"/>
              <a:cs typeface="Arial"/>
              <a:sym typeface="Arial"/>
            </a:endParaRPr>
          </a:p>
        </p:txBody>
      </p:sp>
      <p:sp>
        <p:nvSpPr>
          <p:cNvPr id="974" name="Google Shape;974;p14"/>
          <p:cNvSpPr txBox="1"/>
          <p:nvPr/>
        </p:nvSpPr>
        <p:spPr>
          <a:xfrm>
            <a:off x="3810000" y="990600"/>
            <a:ext cx="7620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Abducens Nucleus</a:t>
            </a:r>
            <a:endParaRPr sz="1400" b="0" i="0" u="none" strike="noStrike" cap="none">
              <a:solidFill>
                <a:srgbClr val="000000"/>
              </a:solidFill>
              <a:latin typeface="Arial"/>
              <a:ea typeface="Arial"/>
              <a:cs typeface="Arial"/>
              <a:sym typeface="Arial"/>
            </a:endParaRPr>
          </a:p>
        </p:txBody>
      </p:sp>
      <p:sp>
        <p:nvSpPr>
          <p:cNvPr id="975" name="Google Shape;975;p14"/>
          <p:cNvSpPr txBox="1"/>
          <p:nvPr/>
        </p:nvSpPr>
        <p:spPr>
          <a:xfrm>
            <a:off x="3657600" y="2819400"/>
            <a:ext cx="7620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Medial Lemniscus</a:t>
            </a:r>
            <a:endParaRPr sz="1000" b="1" i="0" u="none" strike="noStrike" cap="none">
              <a:solidFill>
                <a:schemeClr val="lt1"/>
              </a:solidFill>
              <a:latin typeface="Times"/>
              <a:ea typeface="Times"/>
              <a:cs typeface="Times"/>
              <a:sym typeface="Times"/>
            </a:endParaRPr>
          </a:p>
        </p:txBody>
      </p:sp>
      <p:sp>
        <p:nvSpPr>
          <p:cNvPr id="976" name="Google Shape;976;p14"/>
          <p:cNvSpPr txBox="1"/>
          <p:nvPr/>
        </p:nvSpPr>
        <p:spPr>
          <a:xfrm>
            <a:off x="1981200" y="0"/>
            <a:ext cx="1295400" cy="400110"/>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Superior Cerebellar Peduncle</a:t>
            </a:r>
            <a:endParaRPr sz="1400" b="0" i="0" u="none" strike="noStrike" cap="none">
              <a:solidFill>
                <a:srgbClr val="000000"/>
              </a:solidFill>
              <a:latin typeface="Arial"/>
              <a:ea typeface="Arial"/>
              <a:cs typeface="Arial"/>
              <a:sym typeface="Arial"/>
            </a:endParaRPr>
          </a:p>
        </p:txBody>
      </p:sp>
      <p:sp>
        <p:nvSpPr>
          <p:cNvPr id="977" name="Google Shape;977;p14"/>
          <p:cNvSpPr txBox="1"/>
          <p:nvPr/>
        </p:nvSpPr>
        <p:spPr>
          <a:xfrm>
            <a:off x="6934200" y="1143000"/>
            <a:ext cx="990600" cy="553998"/>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Mesencephalic Trigeminal Nucleau</a:t>
            </a:r>
            <a:endParaRPr sz="1000" b="1" i="0" u="none" strike="noStrike" cap="none">
              <a:solidFill>
                <a:schemeClr val="dk1"/>
              </a:solidFill>
              <a:latin typeface="Times"/>
              <a:ea typeface="Times"/>
              <a:cs typeface="Times"/>
              <a:sym typeface="Times"/>
            </a:endParaRPr>
          </a:p>
        </p:txBody>
      </p:sp>
      <p:sp>
        <p:nvSpPr>
          <p:cNvPr id="978" name="Google Shape;978;p14"/>
          <p:cNvSpPr txBox="1"/>
          <p:nvPr/>
        </p:nvSpPr>
        <p:spPr>
          <a:xfrm>
            <a:off x="6629400" y="2209800"/>
            <a:ext cx="990600" cy="400110"/>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Facial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Nucleus</a:t>
            </a:r>
            <a:endParaRPr sz="1400" b="0" i="0" u="none" strike="noStrike" cap="none">
              <a:solidFill>
                <a:srgbClr val="000000"/>
              </a:solidFill>
              <a:latin typeface="Arial"/>
              <a:ea typeface="Arial"/>
              <a:cs typeface="Arial"/>
              <a:sym typeface="Arial"/>
            </a:endParaRPr>
          </a:p>
        </p:txBody>
      </p:sp>
      <p:sp>
        <p:nvSpPr>
          <p:cNvPr id="979" name="Google Shape;979;p14"/>
          <p:cNvSpPr txBox="1"/>
          <p:nvPr/>
        </p:nvSpPr>
        <p:spPr>
          <a:xfrm>
            <a:off x="2438400" y="4572000"/>
            <a:ext cx="685800" cy="400110"/>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Pontine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 Nuclei</a:t>
            </a:r>
            <a:endParaRPr sz="1400" b="0" i="0" u="none" strike="noStrike" cap="none">
              <a:solidFill>
                <a:srgbClr val="000000"/>
              </a:solidFill>
              <a:latin typeface="Arial"/>
              <a:ea typeface="Arial"/>
              <a:cs typeface="Arial"/>
              <a:sym typeface="Arial"/>
            </a:endParaRPr>
          </a:p>
        </p:txBody>
      </p:sp>
      <p:sp>
        <p:nvSpPr>
          <p:cNvPr id="980" name="Google Shape;980;p14"/>
          <p:cNvSpPr txBox="1"/>
          <p:nvPr/>
        </p:nvSpPr>
        <p:spPr>
          <a:xfrm>
            <a:off x="2590800" y="3733800"/>
            <a:ext cx="1219200" cy="400110"/>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Pontinocerebellar fiber</a:t>
            </a:r>
            <a:endParaRPr sz="1400" b="0" i="0" u="none" strike="noStrike" cap="none">
              <a:solidFill>
                <a:srgbClr val="000000"/>
              </a:solidFill>
              <a:latin typeface="Arial"/>
              <a:ea typeface="Arial"/>
              <a:cs typeface="Arial"/>
              <a:sym typeface="Arial"/>
            </a:endParaRPr>
          </a:p>
        </p:txBody>
      </p:sp>
      <p:sp>
        <p:nvSpPr>
          <p:cNvPr id="981" name="Google Shape;981;p14"/>
          <p:cNvSpPr txBox="1"/>
          <p:nvPr/>
        </p:nvSpPr>
        <p:spPr>
          <a:xfrm>
            <a:off x="1600200" y="2667000"/>
            <a:ext cx="838200" cy="707886"/>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Lateral Leniscus Tract and nuclei</a:t>
            </a:r>
            <a:endParaRPr sz="1400" b="0" i="0" u="none" strike="noStrike" cap="none">
              <a:solidFill>
                <a:srgbClr val="000000"/>
              </a:solidFill>
              <a:latin typeface="Arial"/>
              <a:ea typeface="Arial"/>
              <a:cs typeface="Arial"/>
              <a:sym typeface="Arial"/>
            </a:endParaRPr>
          </a:p>
        </p:txBody>
      </p:sp>
      <p:sp>
        <p:nvSpPr>
          <p:cNvPr id="982" name="Google Shape;982;p14"/>
          <p:cNvSpPr txBox="1"/>
          <p:nvPr/>
        </p:nvSpPr>
        <p:spPr>
          <a:xfrm>
            <a:off x="0" y="1295400"/>
            <a:ext cx="2057400" cy="230832"/>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chemeClr val="dk1"/>
                </a:solidFill>
                <a:latin typeface="Times"/>
                <a:ea typeface="Times"/>
                <a:cs typeface="Times"/>
                <a:sym typeface="Times"/>
              </a:rPr>
              <a:t>Chief Trigeminal Sensory Nucleus</a:t>
            </a:r>
            <a:endParaRPr sz="1400" b="0" i="0" u="none" strike="noStrike" cap="none">
              <a:solidFill>
                <a:srgbClr val="000000"/>
              </a:solidFill>
              <a:latin typeface="Arial"/>
              <a:ea typeface="Arial"/>
              <a:cs typeface="Arial"/>
              <a:sym typeface="Arial"/>
            </a:endParaRPr>
          </a:p>
        </p:txBody>
      </p:sp>
      <p:sp>
        <p:nvSpPr>
          <p:cNvPr id="983" name="Google Shape;983;p14"/>
          <p:cNvSpPr txBox="1"/>
          <p:nvPr/>
        </p:nvSpPr>
        <p:spPr>
          <a:xfrm>
            <a:off x="2590800" y="1905000"/>
            <a:ext cx="685800" cy="646331"/>
          </a:xfrm>
          <a:prstGeom prst="rect">
            <a:avLst/>
          </a:prstGeom>
          <a:solidFill>
            <a:srgbClr val="F75766">
              <a:alpha val="30588"/>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chemeClr val="lt1"/>
                </a:solidFill>
                <a:latin typeface="Times"/>
                <a:ea typeface="Times"/>
                <a:cs typeface="Times"/>
                <a:sym typeface="Times"/>
              </a:rPr>
              <a:t>Superior Olive Medial Lateral</a:t>
            </a:r>
            <a:endParaRPr sz="1400" b="0" i="0" u="none" strike="noStrike" cap="none">
              <a:solidFill>
                <a:srgbClr val="000000"/>
              </a:solidFill>
              <a:latin typeface="Arial"/>
              <a:ea typeface="Arial"/>
              <a:cs typeface="Arial"/>
              <a:sym typeface="Arial"/>
            </a:endParaRPr>
          </a:p>
        </p:txBody>
      </p:sp>
      <p:sp>
        <p:nvSpPr>
          <p:cNvPr id="984" name="Google Shape;984;p14"/>
          <p:cNvSpPr txBox="1"/>
          <p:nvPr/>
        </p:nvSpPr>
        <p:spPr>
          <a:xfrm>
            <a:off x="3200400" y="1981200"/>
            <a:ext cx="838200" cy="55399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Central Tegmental Tract</a:t>
            </a:r>
            <a:endParaRPr sz="1400" b="0" i="0" u="none" strike="noStrike" cap="none">
              <a:solidFill>
                <a:srgbClr val="000000"/>
              </a:solidFill>
              <a:latin typeface="Arial"/>
              <a:ea typeface="Arial"/>
              <a:cs typeface="Arial"/>
              <a:sym typeface="Arial"/>
            </a:endParaRPr>
          </a:p>
        </p:txBody>
      </p:sp>
      <p:sp>
        <p:nvSpPr>
          <p:cNvPr id="985" name="Google Shape;985;p14"/>
          <p:cNvSpPr txBox="1"/>
          <p:nvPr/>
        </p:nvSpPr>
        <p:spPr>
          <a:xfrm>
            <a:off x="4648200" y="2590800"/>
            <a:ext cx="990600" cy="400110"/>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Abducens Radiations</a:t>
            </a:r>
            <a:endParaRPr sz="1400" b="0" i="0" u="none" strike="noStrike" cap="none">
              <a:solidFill>
                <a:srgbClr val="000000"/>
              </a:solidFill>
              <a:latin typeface="Arial"/>
              <a:ea typeface="Arial"/>
              <a:cs typeface="Arial"/>
              <a:sym typeface="Arial"/>
            </a:endParaRPr>
          </a:p>
        </p:txBody>
      </p:sp>
      <p:sp>
        <p:nvSpPr>
          <p:cNvPr id="986" name="Google Shape;986;p14"/>
          <p:cNvSpPr txBox="1"/>
          <p:nvPr/>
        </p:nvSpPr>
        <p:spPr>
          <a:xfrm>
            <a:off x="2590800" y="1143000"/>
            <a:ext cx="685800" cy="369332"/>
          </a:xfrm>
          <a:prstGeom prst="rect">
            <a:avLst/>
          </a:prstGeom>
          <a:solidFill>
            <a:srgbClr val="F75766">
              <a:alpha val="31372"/>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chemeClr val="lt1"/>
                </a:solidFill>
                <a:latin typeface="Times"/>
                <a:ea typeface="Times"/>
                <a:cs typeface="Times"/>
                <a:sym typeface="Times"/>
              </a:rPr>
              <a:t>Trigem Motor</a:t>
            </a:r>
            <a:endParaRPr sz="1400" b="0" i="0" u="none" strike="noStrike" cap="none">
              <a:solidFill>
                <a:srgbClr val="000000"/>
              </a:solidFill>
              <a:latin typeface="Arial"/>
              <a:ea typeface="Arial"/>
              <a:cs typeface="Arial"/>
              <a:sym typeface="Arial"/>
            </a:endParaRPr>
          </a:p>
        </p:txBody>
      </p:sp>
      <p:sp>
        <p:nvSpPr>
          <p:cNvPr id="987" name="Google Shape;987;p14"/>
          <p:cNvSpPr txBox="1"/>
          <p:nvPr/>
        </p:nvSpPr>
        <p:spPr>
          <a:xfrm>
            <a:off x="-228600" y="990601"/>
            <a:ext cx="2362200" cy="246221"/>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Mesencephalic Trigeminal Nucleau</a:t>
            </a:r>
            <a:endParaRPr sz="1000" b="1" i="0" u="none" strike="noStrike" cap="none">
              <a:solidFill>
                <a:schemeClr val="dk1"/>
              </a:solidFill>
              <a:latin typeface="Times"/>
              <a:ea typeface="Times"/>
              <a:cs typeface="Times"/>
              <a:sym typeface="Times"/>
            </a:endParaRPr>
          </a:p>
        </p:txBody>
      </p:sp>
      <p:sp>
        <p:nvSpPr>
          <p:cNvPr id="988" name="Google Shape;988;p14"/>
          <p:cNvSpPr txBox="1"/>
          <p:nvPr/>
        </p:nvSpPr>
        <p:spPr>
          <a:xfrm>
            <a:off x="7239000" y="381000"/>
            <a:ext cx="838200" cy="553998"/>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LateralVestibular Nucleus</a:t>
            </a:r>
            <a:endParaRPr sz="1400" b="0" i="0" u="none" strike="noStrike" cap="none">
              <a:solidFill>
                <a:srgbClr val="000000"/>
              </a:solidFill>
              <a:latin typeface="Arial"/>
              <a:ea typeface="Arial"/>
              <a:cs typeface="Arial"/>
              <a:sym typeface="Arial"/>
            </a:endParaRPr>
          </a:p>
        </p:txBody>
      </p:sp>
      <p:sp>
        <p:nvSpPr>
          <p:cNvPr id="989" name="Google Shape;989;p14"/>
          <p:cNvSpPr txBox="1"/>
          <p:nvPr/>
        </p:nvSpPr>
        <p:spPr>
          <a:xfrm>
            <a:off x="8001000" y="3352800"/>
            <a:ext cx="1143000" cy="369332"/>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chemeClr val="dk1"/>
                </a:solidFill>
                <a:latin typeface="Times"/>
                <a:ea typeface="Times"/>
                <a:cs typeface="Times"/>
                <a:sym typeface="Times"/>
              </a:rPr>
              <a:t>Vestibulocochlear Nerve Root</a:t>
            </a:r>
            <a:endParaRPr sz="1400" b="0" i="0" u="none" strike="noStrike" cap="none">
              <a:solidFill>
                <a:srgbClr val="000000"/>
              </a:solidFill>
              <a:latin typeface="Arial"/>
              <a:ea typeface="Arial"/>
              <a:cs typeface="Arial"/>
              <a:sym typeface="Arial"/>
            </a:endParaRPr>
          </a:p>
        </p:txBody>
      </p:sp>
      <p:cxnSp>
        <p:nvCxnSpPr>
          <p:cNvPr id="990" name="Google Shape;990;p14"/>
          <p:cNvCxnSpPr>
            <a:endCxn id="933" idx="4"/>
          </p:cNvCxnSpPr>
          <p:nvPr/>
        </p:nvCxnSpPr>
        <p:spPr>
          <a:xfrm>
            <a:off x="3810000" y="609600"/>
            <a:ext cx="147600" cy="3120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991" name="Google Shape;991;p14"/>
          <p:cNvCxnSpPr/>
          <p:nvPr/>
        </p:nvCxnSpPr>
        <p:spPr>
          <a:xfrm flipH="1">
            <a:off x="4495800" y="1371600"/>
            <a:ext cx="228600" cy="762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992" name="Google Shape;992;p14"/>
          <p:cNvCxnSpPr/>
          <p:nvPr/>
        </p:nvCxnSpPr>
        <p:spPr>
          <a:xfrm rot="10800000">
            <a:off x="3886200" y="2514600"/>
            <a:ext cx="838200" cy="3810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993" name="Google Shape;993;p14"/>
          <p:cNvCxnSpPr>
            <a:endCxn id="948" idx="5"/>
          </p:cNvCxnSpPr>
          <p:nvPr/>
        </p:nvCxnSpPr>
        <p:spPr>
          <a:xfrm rot="10800000">
            <a:off x="3048000" y="2781300"/>
            <a:ext cx="152400" cy="4191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994" name="Google Shape;994;p14"/>
          <p:cNvCxnSpPr/>
          <p:nvPr/>
        </p:nvCxnSpPr>
        <p:spPr>
          <a:xfrm rot="5400000">
            <a:off x="5867400" y="533400"/>
            <a:ext cx="533400" cy="5334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995" name="Google Shape;995;p14"/>
          <p:cNvCxnSpPr>
            <a:endCxn id="958" idx="3"/>
          </p:cNvCxnSpPr>
          <p:nvPr/>
        </p:nvCxnSpPr>
        <p:spPr>
          <a:xfrm flipH="1">
            <a:off x="6540600" y="838200"/>
            <a:ext cx="774600" cy="636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996" name="Google Shape;996;p14"/>
          <p:cNvCxnSpPr>
            <a:endCxn id="951" idx="3"/>
          </p:cNvCxnSpPr>
          <p:nvPr/>
        </p:nvCxnSpPr>
        <p:spPr>
          <a:xfrm rot="10800000" flipH="1">
            <a:off x="2286000" y="2502000"/>
            <a:ext cx="177900" cy="3174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997" name="Google Shape;997;p14"/>
          <p:cNvCxnSpPr>
            <a:endCxn id="940" idx="18"/>
          </p:cNvCxnSpPr>
          <p:nvPr/>
        </p:nvCxnSpPr>
        <p:spPr>
          <a:xfrm>
            <a:off x="1828800" y="2286000"/>
            <a:ext cx="292800" cy="144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998" name="Google Shape;998;p14"/>
          <p:cNvCxnSpPr>
            <a:endCxn id="937" idx="5"/>
          </p:cNvCxnSpPr>
          <p:nvPr/>
        </p:nvCxnSpPr>
        <p:spPr>
          <a:xfrm rot="10800000" flipH="1">
            <a:off x="1981200" y="985800"/>
            <a:ext cx="676200" cy="1572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999" name="Google Shape;999;p14"/>
          <p:cNvCxnSpPr/>
          <p:nvPr/>
        </p:nvCxnSpPr>
        <p:spPr>
          <a:xfrm>
            <a:off x="1905000" y="1371600"/>
            <a:ext cx="533400" cy="76200"/>
          </a:xfrm>
          <a:prstGeom prst="straightConnector1">
            <a:avLst/>
          </a:prstGeom>
          <a:solidFill>
            <a:schemeClr val="accent1"/>
          </a:solidFill>
          <a:ln w="9525" cap="flat" cmpd="sng">
            <a:solidFill>
              <a:schemeClr val="dk1"/>
            </a:solidFill>
            <a:prstDash val="solid"/>
            <a:round/>
            <a:headEnd type="none" w="sm" len="sm"/>
            <a:tailEnd type="stealth" w="med" len="med"/>
          </a:ln>
        </p:spPr>
      </p:cxnSp>
      <p:pic>
        <p:nvPicPr>
          <p:cNvPr id="1000" name="Google Shape;1000;p14"/>
          <p:cNvPicPr preferRelativeResize="0"/>
          <p:nvPr/>
        </p:nvPicPr>
        <p:blipFill rotWithShape="1">
          <a:blip r:embed="rId4">
            <a:alphaModFix/>
          </a:blip>
          <a:srcRect/>
          <a:stretch/>
        </p:blipFill>
        <p:spPr>
          <a:xfrm>
            <a:off x="7848600" y="4343400"/>
            <a:ext cx="1066800" cy="130302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6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7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9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8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9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8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4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98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95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97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99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96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93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97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93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99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964"/>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936"/>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963"/>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932"/>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968"/>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950"/>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992"/>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985"/>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949"/>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975"/>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943"/>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971"/>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945"/>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944"/>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983"/>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946"/>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996"/>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951"/>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981"/>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940"/>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997"/>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960"/>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939"/>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969"/>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957"/>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994"/>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967"/>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956"/>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973"/>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958"/>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995"/>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988"/>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953"/>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977"/>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954"/>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978"/>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955"/>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nodeType="clickEffect">
                                  <p:stCondLst>
                                    <p:cond delay="0"/>
                                  </p:stCondLst>
                                  <p:childTnLst>
                                    <p:set>
                                      <p:cBhvr>
                                        <p:cTn id="242" dur="1" fill="hold">
                                          <p:stCondLst>
                                            <p:cond delay="0"/>
                                          </p:stCondLst>
                                        </p:cTn>
                                        <p:tgtEl>
                                          <p:spTgt spid="989"/>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nodeType="clickEffect">
                                  <p:stCondLst>
                                    <p:cond delay="0"/>
                                  </p:stCondLst>
                                  <p:childTnLst>
                                    <p:set>
                                      <p:cBhvr>
                                        <p:cTn id="246" dur="1" fill="hold">
                                          <p:stCondLst>
                                            <p:cond delay="0"/>
                                          </p:stCondLst>
                                        </p:cTn>
                                        <p:tgtEl>
                                          <p:spTgt spid="941"/>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984"/>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948"/>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nodeType="clickEffect">
                                  <p:stCondLst>
                                    <p:cond delay="0"/>
                                  </p:stCondLst>
                                  <p:childTnLst>
                                    <p:set>
                                      <p:cBhvr>
                                        <p:cTn id="258" dur="1" fill="hold">
                                          <p:stCondLst>
                                            <p:cond delay="0"/>
                                          </p:stCondLst>
                                        </p:cTn>
                                        <p:tgtEl>
                                          <p:spTgt spid="993"/>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nodeType="clickEffect">
                                  <p:stCondLst>
                                    <p:cond delay="0"/>
                                  </p:stCondLst>
                                  <p:childTnLst>
                                    <p:set>
                                      <p:cBhvr>
                                        <p:cTn id="262" dur="1" fill="hold">
                                          <p:stCondLst>
                                            <p:cond delay="0"/>
                                          </p:stCondLst>
                                        </p:cTn>
                                        <p:tgtEl>
                                          <p:spTgt spid="962"/>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presetID="1" presetClass="entr" presetSubtype="0" fill="hold" nodeType="clickEffect">
                                  <p:stCondLst>
                                    <p:cond delay="0"/>
                                  </p:stCondLst>
                                  <p:childTnLst>
                                    <p:set>
                                      <p:cBhvr>
                                        <p:cTn id="266" dur="1" fill="hold">
                                          <p:stCondLst>
                                            <p:cond delay="0"/>
                                          </p:stCondLst>
                                        </p:cTn>
                                        <p:tgtEl>
                                          <p:spTgt spid="947"/>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nodeType="clickEffect">
                                  <p:stCondLst>
                                    <p:cond delay="0"/>
                                  </p:stCondLst>
                                  <p:childTnLst>
                                    <p:set>
                                      <p:cBhvr>
                                        <p:cTn id="270" dur="1" fill="hold">
                                          <p:stCondLst>
                                            <p:cond delay="0"/>
                                          </p:stCondLst>
                                        </p:cTn>
                                        <p:tgtEl>
                                          <p:spTgt spid="959"/>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nodeType="clickEffect">
                                  <p:stCondLst>
                                    <p:cond delay="0"/>
                                  </p:stCondLst>
                                  <p:childTnLst>
                                    <p:set>
                                      <p:cBhvr>
                                        <p:cTn id="274" dur="1" fill="hold">
                                          <p:stCondLst>
                                            <p:cond delay="0"/>
                                          </p:stCondLst>
                                        </p:cTn>
                                        <p:tgtEl>
                                          <p:spTgt spid="928"/>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nodeType="clickEffect">
                                  <p:stCondLst>
                                    <p:cond delay="0"/>
                                  </p:stCondLst>
                                  <p:childTnLst>
                                    <p:set>
                                      <p:cBhvr>
                                        <p:cTn id="278" dur="1" fill="hold">
                                          <p:stCondLst>
                                            <p:cond delay="0"/>
                                          </p:stCondLst>
                                        </p:cTn>
                                        <p:tgtEl>
                                          <p:spTgt spid="980"/>
                                        </p:tgtEl>
                                        <p:attrNameLst>
                                          <p:attrName>style.visibility</p:attrName>
                                        </p:attrNameLst>
                                      </p:cBhvr>
                                      <p:to>
                                        <p:strVal val="visible"/>
                                      </p:to>
                                    </p:set>
                                  </p:childTnLst>
                                </p:cTn>
                              </p:par>
                            </p:childTnLst>
                          </p:cTn>
                        </p:par>
                      </p:childTnLst>
                    </p:cTn>
                  </p:par>
                  <p:par>
                    <p:cTn id="279" fill="hold">
                      <p:stCondLst>
                        <p:cond delay="indefinite"/>
                      </p:stCondLst>
                      <p:childTnLst>
                        <p:par>
                          <p:cTn id="280" fill="hold">
                            <p:stCondLst>
                              <p:cond delay="0"/>
                            </p:stCondLst>
                            <p:childTnLst>
                              <p:par>
                                <p:cTn id="281" presetID="1" presetClass="entr" presetSubtype="0" fill="hold" nodeType="clickEffect">
                                  <p:stCondLst>
                                    <p:cond delay="0"/>
                                  </p:stCondLst>
                                  <p:childTnLst>
                                    <p:set>
                                      <p:cBhvr>
                                        <p:cTn id="282" dur="1" fill="hold">
                                          <p:stCondLst>
                                            <p:cond delay="0"/>
                                          </p:stCondLst>
                                        </p:cTn>
                                        <p:tgtEl>
                                          <p:spTgt spid="926"/>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nodeType="clickEffect">
                                  <p:stCondLst>
                                    <p:cond delay="0"/>
                                  </p:stCondLst>
                                  <p:childTnLst>
                                    <p:set>
                                      <p:cBhvr>
                                        <p:cTn id="286" dur="1" fill="hold">
                                          <p:stCondLst>
                                            <p:cond delay="0"/>
                                          </p:stCondLst>
                                        </p:cTn>
                                        <p:tgtEl>
                                          <p:spTgt spid="979"/>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nodeType="clickEffect">
                                  <p:stCondLst>
                                    <p:cond delay="0"/>
                                  </p:stCondLst>
                                  <p:childTnLst>
                                    <p:set>
                                      <p:cBhvr>
                                        <p:cTn id="290" dur="1" fill="hold">
                                          <p:stCondLst>
                                            <p:cond delay="0"/>
                                          </p:stCondLst>
                                        </p:cTn>
                                        <p:tgtEl>
                                          <p:spTgt spid="927"/>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nodeType="clickEffect">
                                  <p:stCondLst>
                                    <p:cond delay="0"/>
                                  </p:stCondLst>
                                  <p:childTnLst>
                                    <p:set>
                                      <p:cBhvr>
                                        <p:cTn id="294" dur="1" fill="hold">
                                          <p:stCondLst>
                                            <p:cond delay="0"/>
                                          </p:stCondLst>
                                        </p:cTn>
                                        <p:tgtEl>
                                          <p:spTgt spid="9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pic>
        <p:nvPicPr>
          <p:cNvPr id="1005" name="Google Shape;1005;p15" descr="Plate 15.jpg                                                   00000158WD Passport                    00000000:"/>
          <p:cNvPicPr preferRelativeResize="0"/>
          <p:nvPr/>
        </p:nvPicPr>
        <p:blipFill rotWithShape="1">
          <a:blip r:embed="rId3">
            <a:alphaModFix/>
          </a:blip>
          <a:srcRect/>
          <a:stretch/>
        </p:blipFill>
        <p:spPr>
          <a:xfrm>
            <a:off x="-12700" y="379413"/>
            <a:ext cx="9170988" cy="6097587"/>
          </a:xfrm>
          <a:prstGeom prst="rect">
            <a:avLst/>
          </a:prstGeom>
          <a:noFill/>
          <a:ln w="9525" cap="flat" cmpd="sng">
            <a:solidFill>
              <a:schemeClr val="dk1">
                <a:alpha val="49411"/>
              </a:schemeClr>
            </a:solidFill>
            <a:prstDash val="solid"/>
            <a:miter lim="800000"/>
            <a:headEnd type="none" w="sm" len="sm"/>
            <a:tailEnd type="none" w="sm" len="sm"/>
          </a:ln>
        </p:spPr>
      </p:pic>
      <p:sp>
        <p:nvSpPr>
          <p:cNvPr id="1006" name="Google Shape;1006;p15"/>
          <p:cNvSpPr/>
          <p:nvPr/>
        </p:nvSpPr>
        <p:spPr>
          <a:xfrm>
            <a:off x="3175000" y="660400"/>
            <a:ext cx="1030085" cy="1308100"/>
          </a:xfrm>
          <a:custGeom>
            <a:avLst/>
            <a:gdLst/>
            <a:ahLst/>
            <a:cxnLst/>
            <a:rect l="l" t="t" r="r" b="b"/>
            <a:pathLst>
              <a:path w="1030085" h="1308100" extrusionOk="0">
                <a:moveTo>
                  <a:pt x="838200" y="50800"/>
                </a:moveTo>
                <a:lnTo>
                  <a:pt x="838200" y="50800"/>
                </a:lnTo>
                <a:cubicBezTo>
                  <a:pt x="800100" y="63500"/>
                  <a:pt x="759157" y="69669"/>
                  <a:pt x="723900" y="88900"/>
                </a:cubicBezTo>
                <a:cubicBezTo>
                  <a:pt x="710500" y="96209"/>
                  <a:pt x="711443" y="118910"/>
                  <a:pt x="698500" y="127000"/>
                </a:cubicBezTo>
                <a:cubicBezTo>
                  <a:pt x="675796" y="141190"/>
                  <a:pt x="644577" y="137548"/>
                  <a:pt x="622300" y="152400"/>
                </a:cubicBezTo>
                <a:cubicBezTo>
                  <a:pt x="486154" y="243164"/>
                  <a:pt x="692779" y="101817"/>
                  <a:pt x="546100" y="215900"/>
                </a:cubicBezTo>
                <a:cubicBezTo>
                  <a:pt x="522003" y="234642"/>
                  <a:pt x="495300" y="249767"/>
                  <a:pt x="469900" y="266700"/>
                </a:cubicBezTo>
                <a:lnTo>
                  <a:pt x="431800" y="292100"/>
                </a:lnTo>
                <a:cubicBezTo>
                  <a:pt x="371940" y="381890"/>
                  <a:pt x="450116" y="273784"/>
                  <a:pt x="355600" y="368300"/>
                </a:cubicBezTo>
                <a:cubicBezTo>
                  <a:pt x="344807" y="379093"/>
                  <a:pt x="339971" y="394674"/>
                  <a:pt x="330200" y="406400"/>
                </a:cubicBezTo>
                <a:cubicBezTo>
                  <a:pt x="318702" y="420198"/>
                  <a:pt x="303127" y="430323"/>
                  <a:pt x="292100" y="444500"/>
                </a:cubicBezTo>
                <a:cubicBezTo>
                  <a:pt x="273358" y="468597"/>
                  <a:pt x="254952" y="493396"/>
                  <a:pt x="241300" y="520700"/>
                </a:cubicBezTo>
                <a:cubicBezTo>
                  <a:pt x="232833" y="537633"/>
                  <a:pt x="228020" y="556956"/>
                  <a:pt x="215900" y="571500"/>
                </a:cubicBezTo>
                <a:cubicBezTo>
                  <a:pt x="206129" y="583226"/>
                  <a:pt x="190500" y="588433"/>
                  <a:pt x="177800" y="596900"/>
                </a:cubicBezTo>
                <a:cubicBezTo>
                  <a:pt x="145878" y="692665"/>
                  <a:pt x="188939" y="574623"/>
                  <a:pt x="139700" y="673100"/>
                </a:cubicBezTo>
                <a:cubicBezTo>
                  <a:pt x="133713" y="685074"/>
                  <a:pt x="132987" y="699226"/>
                  <a:pt x="127000" y="711200"/>
                </a:cubicBezTo>
                <a:cubicBezTo>
                  <a:pt x="120174" y="724852"/>
                  <a:pt x="108426" y="735648"/>
                  <a:pt x="101600" y="749300"/>
                </a:cubicBezTo>
                <a:cubicBezTo>
                  <a:pt x="95613" y="761274"/>
                  <a:pt x="94887" y="775426"/>
                  <a:pt x="88900" y="787400"/>
                </a:cubicBezTo>
                <a:cubicBezTo>
                  <a:pt x="82074" y="801052"/>
                  <a:pt x="70326" y="811848"/>
                  <a:pt x="63500" y="825500"/>
                </a:cubicBezTo>
                <a:cubicBezTo>
                  <a:pt x="57513" y="837474"/>
                  <a:pt x="56787" y="851626"/>
                  <a:pt x="50800" y="863600"/>
                </a:cubicBezTo>
                <a:cubicBezTo>
                  <a:pt x="43974" y="877252"/>
                  <a:pt x="32226" y="888048"/>
                  <a:pt x="25400" y="901700"/>
                </a:cubicBezTo>
                <a:cubicBezTo>
                  <a:pt x="9768" y="932964"/>
                  <a:pt x="4878" y="986734"/>
                  <a:pt x="0" y="1016000"/>
                </a:cubicBezTo>
                <a:cubicBezTo>
                  <a:pt x="4233" y="1083733"/>
                  <a:pt x="5596" y="1151707"/>
                  <a:pt x="12700" y="1219200"/>
                </a:cubicBezTo>
                <a:cubicBezTo>
                  <a:pt x="14101" y="1232513"/>
                  <a:pt x="17037" y="1246847"/>
                  <a:pt x="25400" y="1257300"/>
                </a:cubicBezTo>
                <a:cubicBezTo>
                  <a:pt x="34935" y="1269219"/>
                  <a:pt x="49552" y="1276501"/>
                  <a:pt x="63500" y="1282700"/>
                </a:cubicBezTo>
                <a:cubicBezTo>
                  <a:pt x="87966" y="1293574"/>
                  <a:pt x="139700" y="1308100"/>
                  <a:pt x="139700" y="1308100"/>
                </a:cubicBezTo>
                <a:cubicBezTo>
                  <a:pt x="169333" y="1303867"/>
                  <a:pt x="200661" y="1306146"/>
                  <a:pt x="228600" y="1295400"/>
                </a:cubicBezTo>
                <a:cubicBezTo>
                  <a:pt x="265253" y="1281303"/>
                  <a:pt x="315274" y="1238730"/>
                  <a:pt x="342900" y="1206500"/>
                </a:cubicBezTo>
                <a:cubicBezTo>
                  <a:pt x="356675" y="1190429"/>
                  <a:pt x="366033" y="1170667"/>
                  <a:pt x="381000" y="1155700"/>
                </a:cubicBezTo>
                <a:cubicBezTo>
                  <a:pt x="391793" y="1144907"/>
                  <a:pt x="407374" y="1140071"/>
                  <a:pt x="419100" y="1130300"/>
                </a:cubicBezTo>
                <a:cubicBezTo>
                  <a:pt x="543934" y="1026272"/>
                  <a:pt x="382700" y="1154000"/>
                  <a:pt x="482600" y="1054100"/>
                </a:cubicBezTo>
                <a:cubicBezTo>
                  <a:pt x="616854" y="919846"/>
                  <a:pt x="445690" y="1123497"/>
                  <a:pt x="584200" y="965200"/>
                </a:cubicBezTo>
                <a:cubicBezTo>
                  <a:pt x="598138" y="949270"/>
                  <a:pt x="608525" y="930471"/>
                  <a:pt x="622300" y="914400"/>
                </a:cubicBezTo>
                <a:cubicBezTo>
                  <a:pt x="654895" y="876372"/>
                  <a:pt x="659306" y="877029"/>
                  <a:pt x="698500" y="850900"/>
                </a:cubicBezTo>
                <a:cubicBezTo>
                  <a:pt x="702733" y="838200"/>
                  <a:pt x="704699" y="824502"/>
                  <a:pt x="711200" y="812800"/>
                </a:cubicBezTo>
                <a:cubicBezTo>
                  <a:pt x="726025" y="786115"/>
                  <a:pt x="745067" y="762000"/>
                  <a:pt x="762000" y="736600"/>
                </a:cubicBezTo>
                <a:cubicBezTo>
                  <a:pt x="799141" y="680888"/>
                  <a:pt x="778242" y="710711"/>
                  <a:pt x="825500" y="647700"/>
                </a:cubicBezTo>
                <a:cubicBezTo>
                  <a:pt x="852743" y="565971"/>
                  <a:pt x="816842" y="654741"/>
                  <a:pt x="876300" y="571500"/>
                </a:cubicBezTo>
                <a:cubicBezTo>
                  <a:pt x="906386" y="529379"/>
                  <a:pt x="896633" y="524057"/>
                  <a:pt x="914400" y="482600"/>
                </a:cubicBezTo>
                <a:cubicBezTo>
                  <a:pt x="921858" y="465199"/>
                  <a:pt x="932342" y="449201"/>
                  <a:pt x="939800" y="431800"/>
                </a:cubicBezTo>
                <a:cubicBezTo>
                  <a:pt x="945073" y="419495"/>
                  <a:pt x="946513" y="405674"/>
                  <a:pt x="952500" y="393700"/>
                </a:cubicBezTo>
                <a:cubicBezTo>
                  <a:pt x="1012877" y="272945"/>
                  <a:pt x="937770" y="475989"/>
                  <a:pt x="1003300" y="279400"/>
                </a:cubicBezTo>
                <a:lnTo>
                  <a:pt x="1016000" y="241300"/>
                </a:lnTo>
                <a:cubicBezTo>
                  <a:pt x="1007012" y="133444"/>
                  <a:pt x="1030085" y="113423"/>
                  <a:pt x="977900" y="50800"/>
                </a:cubicBezTo>
                <a:cubicBezTo>
                  <a:pt x="966402" y="37002"/>
                  <a:pt x="954744" y="22663"/>
                  <a:pt x="939800" y="12700"/>
                </a:cubicBezTo>
                <a:cubicBezTo>
                  <a:pt x="928661" y="5274"/>
                  <a:pt x="914400" y="4233"/>
                  <a:pt x="901700" y="0"/>
                </a:cubicBezTo>
                <a:cubicBezTo>
                  <a:pt x="880533" y="4233"/>
                  <a:pt x="858411" y="5121"/>
                  <a:pt x="838200" y="12700"/>
                </a:cubicBezTo>
                <a:cubicBezTo>
                  <a:pt x="806938" y="24423"/>
                  <a:pt x="789028" y="47544"/>
                  <a:pt x="774700" y="76200"/>
                </a:cubicBezTo>
                <a:cubicBezTo>
                  <a:pt x="772807" y="79986"/>
                  <a:pt x="774700" y="84667"/>
                  <a:pt x="774700" y="88900"/>
                </a:cubicBezTo>
                <a:lnTo>
                  <a:pt x="774700" y="88900"/>
                </a:lnTo>
                <a:lnTo>
                  <a:pt x="774700" y="88900"/>
                </a:lnTo>
              </a:path>
            </a:pathLst>
          </a:custGeom>
          <a:solidFill>
            <a:schemeClr val="accent1">
              <a:alpha val="11372"/>
            </a:schemeClr>
          </a:solidFill>
          <a:ln w="9525" cap="flat" cmpd="sng">
            <a:solidFill>
              <a:schemeClr val="dk1">
                <a:alpha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07" name="Google Shape;1007;p15"/>
          <p:cNvSpPr/>
          <p:nvPr/>
        </p:nvSpPr>
        <p:spPr>
          <a:xfrm>
            <a:off x="3886200" y="1295400"/>
            <a:ext cx="194872" cy="292209"/>
          </a:xfrm>
          <a:custGeom>
            <a:avLst/>
            <a:gdLst/>
            <a:ahLst/>
            <a:cxnLst/>
            <a:rect l="l" t="t" r="r" b="b"/>
            <a:pathLst>
              <a:path w="194872" h="292209" extrusionOk="0">
                <a:moveTo>
                  <a:pt x="7495" y="269823"/>
                </a:moveTo>
                <a:lnTo>
                  <a:pt x="7495" y="269823"/>
                </a:lnTo>
                <a:cubicBezTo>
                  <a:pt x="14990" y="249836"/>
                  <a:pt x="21148" y="229295"/>
                  <a:pt x="29981" y="209862"/>
                </a:cubicBezTo>
                <a:cubicBezTo>
                  <a:pt x="33709" y="201662"/>
                  <a:pt x="40502" y="195198"/>
                  <a:pt x="44971" y="187377"/>
                </a:cubicBezTo>
                <a:cubicBezTo>
                  <a:pt x="50514" y="177676"/>
                  <a:pt x="54418" y="167097"/>
                  <a:pt x="59961" y="157396"/>
                </a:cubicBezTo>
                <a:cubicBezTo>
                  <a:pt x="64430" y="149575"/>
                  <a:pt x="70923" y="142968"/>
                  <a:pt x="74951" y="134911"/>
                </a:cubicBezTo>
                <a:cubicBezTo>
                  <a:pt x="105982" y="72850"/>
                  <a:pt x="54477" y="154380"/>
                  <a:pt x="97436" y="89941"/>
                </a:cubicBezTo>
                <a:cubicBezTo>
                  <a:pt x="110452" y="50890"/>
                  <a:pt x="96404" y="81861"/>
                  <a:pt x="119922" y="52465"/>
                </a:cubicBezTo>
                <a:cubicBezTo>
                  <a:pt x="125549" y="45431"/>
                  <a:pt x="128133" y="35912"/>
                  <a:pt x="134912" y="29980"/>
                </a:cubicBezTo>
                <a:cubicBezTo>
                  <a:pt x="148470" y="18117"/>
                  <a:pt x="179882" y="0"/>
                  <a:pt x="179882" y="0"/>
                </a:cubicBezTo>
                <a:cubicBezTo>
                  <a:pt x="184879" y="7495"/>
                  <a:pt x="194872" y="13477"/>
                  <a:pt x="194872" y="22485"/>
                </a:cubicBezTo>
                <a:cubicBezTo>
                  <a:pt x="194872" y="38286"/>
                  <a:pt x="183714" y="52126"/>
                  <a:pt x="179882" y="67455"/>
                </a:cubicBezTo>
                <a:cubicBezTo>
                  <a:pt x="178118" y="74513"/>
                  <a:pt x="169780" y="111123"/>
                  <a:pt x="164892" y="119921"/>
                </a:cubicBezTo>
                <a:cubicBezTo>
                  <a:pt x="156143" y="135670"/>
                  <a:pt x="144905" y="149902"/>
                  <a:pt x="134912" y="164892"/>
                </a:cubicBezTo>
                <a:cubicBezTo>
                  <a:pt x="116003" y="193256"/>
                  <a:pt x="126291" y="181008"/>
                  <a:pt x="104931" y="202367"/>
                </a:cubicBezTo>
                <a:cubicBezTo>
                  <a:pt x="99934" y="217357"/>
                  <a:pt x="101114" y="236164"/>
                  <a:pt x="89941" y="247337"/>
                </a:cubicBezTo>
                <a:cubicBezTo>
                  <a:pt x="68582" y="268698"/>
                  <a:pt x="78871" y="256448"/>
                  <a:pt x="59961" y="284813"/>
                </a:cubicBezTo>
                <a:cubicBezTo>
                  <a:pt x="28926" y="280379"/>
                  <a:pt x="0" y="292209"/>
                  <a:pt x="0" y="254833"/>
                </a:cubicBezTo>
                <a:cubicBezTo>
                  <a:pt x="0" y="249246"/>
                  <a:pt x="6246" y="267325"/>
                  <a:pt x="7495" y="269823"/>
                </a:cubicBezTo>
                <a:close/>
              </a:path>
            </a:pathLst>
          </a:custGeom>
          <a:solidFill>
            <a:schemeClr val="accent1">
              <a:alpha val="13333"/>
            </a:schemeClr>
          </a:solidFill>
          <a:ln w="9525" cap="flat" cmpd="sng">
            <a:solidFill>
              <a:schemeClr val="dk1">
                <a:alpha val="4941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08" name="Google Shape;1008;p15"/>
          <p:cNvSpPr/>
          <p:nvPr/>
        </p:nvSpPr>
        <p:spPr>
          <a:xfrm>
            <a:off x="3790000" y="1603948"/>
            <a:ext cx="287325" cy="247337"/>
          </a:xfrm>
          <a:custGeom>
            <a:avLst/>
            <a:gdLst/>
            <a:ahLst/>
            <a:cxnLst/>
            <a:rect l="l" t="t" r="r" b="b"/>
            <a:pathLst>
              <a:path w="287325" h="247337" extrusionOk="0">
                <a:moveTo>
                  <a:pt x="122433" y="0"/>
                </a:moveTo>
                <a:lnTo>
                  <a:pt x="122433" y="0"/>
                </a:lnTo>
                <a:cubicBezTo>
                  <a:pt x="116121" y="9016"/>
                  <a:pt x="79896" y="70005"/>
                  <a:pt x="54977" y="89941"/>
                </a:cubicBezTo>
                <a:cubicBezTo>
                  <a:pt x="47943" y="95568"/>
                  <a:pt x="39987" y="99934"/>
                  <a:pt x="32492" y="104931"/>
                </a:cubicBezTo>
                <a:cubicBezTo>
                  <a:pt x="27495" y="112426"/>
                  <a:pt x="21161" y="119185"/>
                  <a:pt x="17502" y="127416"/>
                </a:cubicBezTo>
                <a:cubicBezTo>
                  <a:pt x="11084" y="141855"/>
                  <a:pt x="2511" y="172386"/>
                  <a:pt x="2511" y="172386"/>
                </a:cubicBezTo>
                <a:cubicBezTo>
                  <a:pt x="5010" y="187376"/>
                  <a:pt x="0" y="205920"/>
                  <a:pt x="10007" y="217357"/>
                </a:cubicBezTo>
                <a:cubicBezTo>
                  <a:pt x="20412" y="229248"/>
                  <a:pt x="39987" y="227350"/>
                  <a:pt x="54977" y="232347"/>
                </a:cubicBezTo>
                <a:lnTo>
                  <a:pt x="77462" y="239842"/>
                </a:lnTo>
                <a:lnTo>
                  <a:pt x="99948" y="247337"/>
                </a:lnTo>
                <a:cubicBezTo>
                  <a:pt x="132427" y="244839"/>
                  <a:pt x="165061" y="243882"/>
                  <a:pt x="197384" y="239842"/>
                </a:cubicBezTo>
                <a:cubicBezTo>
                  <a:pt x="233551" y="235321"/>
                  <a:pt x="221071" y="216956"/>
                  <a:pt x="264839" y="202367"/>
                </a:cubicBezTo>
                <a:lnTo>
                  <a:pt x="287325" y="194872"/>
                </a:lnTo>
                <a:cubicBezTo>
                  <a:pt x="277331" y="184878"/>
                  <a:pt x="270752" y="169360"/>
                  <a:pt x="257344" y="164891"/>
                </a:cubicBezTo>
                <a:cubicBezTo>
                  <a:pt x="229068" y="155466"/>
                  <a:pt x="215663" y="153189"/>
                  <a:pt x="189889" y="127416"/>
                </a:cubicBezTo>
                <a:cubicBezTo>
                  <a:pt x="184892" y="122419"/>
                  <a:pt x="179313" y="117944"/>
                  <a:pt x="174898" y="112426"/>
                </a:cubicBezTo>
                <a:cubicBezTo>
                  <a:pt x="137067" y="65139"/>
                  <a:pt x="181121" y="111155"/>
                  <a:pt x="144918" y="74950"/>
                </a:cubicBezTo>
                <a:cubicBezTo>
                  <a:pt x="139921" y="59960"/>
                  <a:pt x="133760" y="45309"/>
                  <a:pt x="129928" y="29980"/>
                </a:cubicBezTo>
                <a:cubicBezTo>
                  <a:pt x="127430" y="19987"/>
                  <a:pt x="127040" y="9213"/>
                  <a:pt x="122433" y="0"/>
                </a:cubicBezTo>
                <a:lnTo>
                  <a:pt x="122433" y="0"/>
                </a:lnTo>
                <a:close/>
              </a:path>
            </a:pathLst>
          </a:custGeom>
          <a:solidFill>
            <a:schemeClr val="accent1">
              <a:alpha val="11372"/>
            </a:schemeClr>
          </a:solidFill>
          <a:ln w="9525" cap="flat" cmpd="sng">
            <a:solidFill>
              <a:schemeClr val="dk1">
                <a:alpha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09" name="Google Shape;1009;p15"/>
          <p:cNvSpPr/>
          <p:nvPr/>
        </p:nvSpPr>
        <p:spPr>
          <a:xfrm>
            <a:off x="3987384" y="1169233"/>
            <a:ext cx="650164" cy="845035"/>
          </a:xfrm>
          <a:custGeom>
            <a:avLst/>
            <a:gdLst/>
            <a:ahLst/>
            <a:cxnLst/>
            <a:rect l="l" t="t" r="r" b="b"/>
            <a:pathLst>
              <a:path w="650164" h="845035" extrusionOk="0">
                <a:moveTo>
                  <a:pt x="172386" y="14990"/>
                </a:moveTo>
                <a:lnTo>
                  <a:pt x="172386" y="14990"/>
                </a:lnTo>
                <a:cubicBezTo>
                  <a:pt x="162393" y="34977"/>
                  <a:pt x="151208" y="54412"/>
                  <a:pt x="142406" y="74951"/>
                </a:cubicBezTo>
                <a:cubicBezTo>
                  <a:pt x="131457" y="100498"/>
                  <a:pt x="126490" y="123625"/>
                  <a:pt x="119921" y="149901"/>
                </a:cubicBezTo>
                <a:cubicBezTo>
                  <a:pt x="111427" y="243335"/>
                  <a:pt x="105283" y="267408"/>
                  <a:pt x="119921" y="374754"/>
                </a:cubicBezTo>
                <a:cubicBezTo>
                  <a:pt x="121138" y="383679"/>
                  <a:pt x="130883" y="389182"/>
                  <a:pt x="134911" y="397239"/>
                </a:cubicBezTo>
                <a:cubicBezTo>
                  <a:pt x="138444" y="404305"/>
                  <a:pt x="138341" y="412949"/>
                  <a:pt x="142406" y="419724"/>
                </a:cubicBezTo>
                <a:cubicBezTo>
                  <a:pt x="146042" y="425784"/>
                  <a:pt x="152982" y="429197"/>
                  <a:pt x="157396" y="434715"/>
                </a:cubicBezTo>
                <a:cubicBezTo>
                  <a:pt x="163023" y="441749"/>
                  <a:pt x="166016" y="450831"/>
                  <a:pt x="172386" y="457200"/>
                </a:cubicBezTo>
                <a:cubicBezTo>
                  <a:pt x="190202" y="475015"/>
                  <a:pt x="217579" y="479759"/>
                  <a:pt x="239842" y="487180"/>
                </a:cubicBezTo>
                <a:cubicBezTo>
                  <a:pt x="247337" y="489678"/>
                  <a:pt x="254506" y="493558"/>
                  <a:pt x="262327" y="494675"/>
                </a:cubicBezTo>
                <a:lnTo>
                  <a:pt x="367259" y="509665"/>
                </a:lnTo>
                <a:cubicBezTo>
                  <a:pt x="374754" y="512163"/>
                  <a:pt x="382032" y="515446"/>
                  <a:pt x="389744" y="517160"/>
                </a:cubicBezTo>
                <a:cubicBezTo>
                  <a:pt x="404579" y="520457"/>
                  <a:pt x="420297" y="519850"/>
                  <a:pt x="434714" y="524656"/>
                </a:cubicBezTo>
                <a:cubicBezTo>
                  <a:pt x="453326" y="530860"/>
                  <a:pt x="465767" y="550532"/>
                  <a:pt x="479685" y="562131"/>
                </a:cubicBezTo>
                <a:cubicBezTo>
                  <a:pt x="486605" y="567898"/>
                  <a:pt x="495250" y="571354"/>
                  <a:pt x="502170" y="577121"/>
                </a:cubicBezTo>
                <a:cubicBezTo>
                  <a:pt x="537999" y="606979"/>
                  <a:pt x="512848" y="589934"/>
                  <a:pt x="539646" y="622092"/>
                </a:cubicBezTo>
                <a:cubicBezTo>
                  <a:pt x="546432" y="630235"/>
                  <a:pt x="555970" y="635952"/>
                  <a:pt x="562131" y="644577"/>
                </a:cubicBezTo>
                <a:cubicBezTo>
                  <a:pt x="588123" y="680966"/>
                  <a:pt x="568307" y="664422"/>
                  <a:pt x="584616" y="697042"/>
                </a:cubicBezTo>
                <a:cubicBezTo>
                  <a:pt x="611657" y="751125"/>
                  <a:pt x="588318" y="683812"/>
                  <a:pt x="614596" y="749508"/>
                </a:cubicBezTo>
                <a:cubicBezTo>
                  <a:pt x="620464" y="764179"/>
                  <a:pt x="624589" y="779488"/>
                  <a:pt x="629586" y="794478"/>
                </a:cubicBezTo>
                <a:lnTo>
                  <a:pt x="637082" y="816964"/>
                </a:lnTo>
                <a:cubicBezTo>
                  <a:pt x="639580" y="824459"/>
                  <a:pt x="650164" y="845035"/>
                  <a:pt x="644577" y="839449"/>
                </a:cubicBezTo>
                <a:cubicBezTo>
                  <a:pt x="623999" y="818873"/>
                  <a:pt x="636290" y="826694"/>
                  <a:pt x="607101" y="816964"/>
                </a:cubicBezTo>
                <a:cubicBezTo>
                  <a:pt x="604603" y="809469"/>
                  <a:pt x="604541" y="800648"/>
                  <a:pt x="599606" y="794478"/>
                </a:cubicBezTo>
                <a:cubicBezTo>
                  <a:pt x="593979" y="787444"/>
                  <a:pt x="584942" y="783957"/>
                  <a:pt x="577121" y="779488"/>
                </a:cubicBezTo>
                <a:cubicBezTo>
                  <a:pt x="542191" y="759528"/>
                  <a:pt x="554049" y="767543"/>
                  <a:pt x="517160" y="757003"/>
                </a:cubicBezTo>
                <a:cubicBezTo>
                  <a:pt x="509564" y="754833"/>
                  <a:pt x="502271" y="751678"/>
                  <a:pt x="494675" y="749508"/>
                </a:cubicBezTo>
                <a:cubicBezTo>
                  <a:pt x="484770" y="746678"/>
                  <a:pt x="474600" y="744843"/>
                  <a:pt x="464695" y="742013"/>
                </a:cubicBezTo>
                <a:cubicBezTo>
                  <a:pt x="457098" y="739843"/>
                  <a:pt x="449874" y="736434"/>
                  <a:pt x="442209" y="734518"/>
                </a:cubicBezTo>
                <a:cubicBezTo>
                  <a:pt x="429850" y="731428"/>
                  <a:pt x="417093" y="730113"/>
                  <a:pt x="404734" y="727023"/>
                </a:cubicBezTo>
                <a:cubicBezTo>
                  <a:pt x="397069" y="725107"/>
                  <a:pt x="389845" y="721698"/>
                  <a:pt x="382249" y="719528"/>
                </a:cubicBezTo>
                <a:cubicBezTo>
                  <a:pt x="357559" y="712474"/>
                  <a:pt x="340543" y="709688"/>
                  <a:pt x="314793" y="704537"/>
                </a:cubicBezTo>
                <a:cubicBezTo>
                  <a:pt x="237013" y="652684"/>
                  <a:pt x="357420" y="731612"/>
                  <a:pt x="262327" y="674557"/>
                </a:cubicBezTo>
                <a:cubicBezTo>
                  <a:pt x="246879" y="665288"/>
                  <a:pt x="234448" y="650274"/>
                  <a:pt x="217357" y="644577"/>
                </a:cubicBezTo>
                <a:cubicBezTo>
                  <a:pt x="209862" y="642079"/>
                  <a:pt x="201938" y="640615"/>
                  <a:pt x="194872" y="637082"/>
                </a:cubicBezTo>
                <a:cubicBezTo>
                  <a:pt x="136754" y="608024"/>
                  <a:pt x="206417" y="633436"/>
                  <a:pt x="149901" y="614597"/>
                </a:cubicBezTo>
                <a:cubicBezTo>
                  <a:pt x="144904" y="609600"/>
                  <a:pt x="140970" y="603242"/>
                  <a:pt x="134911" y="599606"/>
                </a:cubicBezTo>
                <a:cubicBezTo>
                  <a:pt x="128137" y="595541"/>
                  <a:pt x="119492" y="595644"/>
                  <a:pt x="112426" y="592111"/>
                </a:cubicBezTo>
                <a:cubicBezTo>
                  <a:pt x="104369" y="588083"/>
                  <a:pt x="97436" y="582118"/>
                  <a:pt x="89941" y="577121"/>
                </a:cubicBezTo>
                <a:cubicBezTo>
                  <a:pt x="87443" y="569626"/>
                  <a:pt x="86511" y="561410"/>
                  <a:pt x="82446" y="554636"/>
                </a:cubicBezTo>
                <a:cubicBezTo>
                  <a:pt x="74094" y="540716"/>
                  <a:pt x="56753" y="534082"/>
                  <a:pt x="44970" y="524656"/>
                </a:cubicBezTo>
                <a:cubicBezTo>
                  <a:pt x="39452" y="520241"/>
                  <a:pt x="34394" y="515183"/>
                  <a:pt x="29980" y="509665"/>
                </a:cubicBezTo>
                <a:cubicBezTo>
                  <a:pt x="24353" y="502631"/>
                  <a:pt x="18648" y="495411"/>
                  <a:pt x="14990" y="487180"/>
                </a:cubicBezTo>
                <a:cubicBezTo>
                  <a:pt x="8573" y="472741"/>
                  <a:pt x="0" y="442210"/>
                  <a:pt x="0" y="442210"/>
                </a:cubicBezTo>
                <a:cubicBezTo>
                  <a:pt x="741" y="435545"/>
                  <a:pt x="3004" y="372246"/>
                  <a:pt x="14990" y="352269"/>
                </a:cubicBezTo>
                <a:cubicBezTo>
                  <a:pt x="41687" y="307774"/>
                  <a:pt x="19257" y="372648"/>
                  <a:pt x="44970" y="314793"/>
                </a:cubicBezTo>
                <a:cubicBezTo>
                  <a:pt x="51387" y="300354"/>
                  <a:pt x="54963" y="284813"/>
                  <a:pt x="59960" y="269823"/>
                </a:cubicBezTo>
                <a:cubicBezTo>
                  <a:pt x="62458" y="262328"/>
                  <a:pt x="63072" y="253911"/>
                  <a:pt x="67455" y="247337"/>
                </a:cubicBezTo>
                <a:lnTo>
                  <a:pt x="82446" y="224852"/>
                </a:lnTo>
                <a:cubicBezTo>
                  <a:pt x="99578" y="173457"/>
                  <a:pt x="79348" y="237244"/>
                  <a:pt x="97436" y="164892"/>
                </a:cubicBezTo>
                <a:cubicBezTo>
                  <a:pt x="99352" y="157227"/>
                  <a:pt x="103217" y="150119"/>
                  <a:pt x="104931" y="142406"/>
                </a:cubicBezTo>
                <a:cubicBezTo>
                  <a:pt x="118294" y="82273"/>
                  <a:pt x="106283" y="114514"/>
                  <a:pt x="119921" y="59960"/>
                </a:cubicBezTo>
                <a:cubicBezTo>
                  <a:pt x="123985" y="43704"/>
                  <a:pt x="130194" y="27202"/>
                  <a:pt x="142406" y="14990"/>
                </a:cubicBezTo>
                <a:cubicBezTo>
                  <a:pt x="148776" y="8620"/>
                  <a:pt x="157396" y="4997"/>
                  <a:pt x="164891" y="0"/>
                </a:cubicBezTo>
                <a:cubicBezTo>
                  <a:pt x="173176" y="24855"/>
                  <a:pt x="171137" y="12492"/>
                  <a:pt x="172386" y="14990"/>
                </a:cubicBezTo>
                <a:close/>
              </a:path>
            </a:pathLst>
          </a:custGeom>
          <a:solidFill>
            <a:schemeClr val="accent1">
              <a:alpha val="13333"/>
            </a:schemeClr>
          </a:solidFill>
          <a:ln w="9525" cap="flat" cmpd="sng">
            <a:solidFill>
              <a:schemeClr val="dk1">
                <a:alpha val="4941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10" name="Google Shape;1010;p15"/>
          <p:cNvSpPr/>
          <p:nvPr/>
        </p:nvSpPr>
        <p:spPr>
          <a:xfrm>
            <a:off x="4114800" y="1676400"/>
            <a:ext cx="381000" cy="152400"/>
          </a:xfrm>
          <a:custGeom>
            <a:avLst/>
            <a:gdLst/>
            <a:ahLst/>
            <a:cxnLst/>
            <a:rect l="l" t="t" r="r" b="b"/>
            <a:pathLst>
              <a:path w="277318" h="149566" extrusionOk="0">
                <a:moveTo>
                  <a:pt x="44971" y="14654"/>
                </a:moveTo>
                <a:lnTo>
                  <a:pt x="44971" y="14654"/>
                </a:lnTo>
                <a:lnTo>
                  <a:pt x="104932" y="37139"/>
                </a:lnTo>
                <a:cubicBezTo>
                  <a:pt x="112357" y="39839"/>
                  <a:pt x="119795" y="42555"/>
                  <a:pt x="127417" y="44634"/>
                </a:cubicBezTo>
                <a:cubicBezTo>
                  <a:pt x="147293" y="50055"/>
                  <a:pt x="167832" y="53110"/>
                  <a:pt x="187377" y="59625"/>
                </a:cubicBezTo>
                <a:lnTo>
                  <a:pt x="254833" y="82110"/>
                </a:lnTo>
                <a:lnTo>
                  <a:pt x="277318" y="89605"/>
                </a:lnTo>
                <a:cubicBezTo>
                  <a:pt x="274820" y="102097"/>
                  <a:pt x="276143" y="116019"/>
                  <a:pt x="269823" y="127080"/>
                </a:cubicBezTo>
                <a:cubicBezTo>
                  <a:pt x="261197" y="142176"/>
                  <a:pt x="230427" y="146298"/>
                  <a:pt x="217358" y="149566"/>
                </a:cubicBezTo>
                <a:cubicBezTo>
                  <a:pt x="202368" y="147067"/>
                  <a:pt x="187130" y="145756"/>
                  <a:pt x="172387" y="142070"/>
                </a:cubicBezTo>
                <a:cubicBezTo>
                  <a:pt x="172385" y="142069"/>
                  <a:pt x="116176" y="123333"/>
                  <a:pt x="104932" y="119585"/>
                </a:cubicBezTo>
                <a:cubicBezTo>
                  <a:pt x="104931" y="119585"/>
                  <a:pt x="59962" y="104596"/>
                  <a:pt x="59961" y="104595"/>
                </a:cubicBezTo>
                <a:lnTo>
                  <a:pt x="37476" y="89605"/>
                </a:lnTo>
                <a:cubicBezTo>
                  <a:pt x="32479" y="82110"/>
                  <a:pt x="28113" y="74154"/>
                  <a:pt x="22486" y="67120"/>
                </a:cubicBezTo>
                <a:cubicBezTo>
                  <a:pt x="18072" y="61602"/>
                  <a:pt x="11132" y="58189"/>
                  <a:pt x="7496" y="52129"/>
                </a:cubicBezTo>
                <a:cubicBezTo>
                  <a:pt x="3431" y="45354"/>
                  <a:pt x="2499" y="37139"/>
                  <a:pt x="0" y="29644"/>
                </a:cubicBezTo>
                <a:cubicBezTo>
                  <a:pt x="2499" y="22149"/>
                  <a:pt x="161" y="10093"/>
                  <a:pt x="7496" y="7159"/>
                </a:cubicBezTo>
                <a:cubicBezTo>
                  <a:pt x="25393" y="0"/>
                  <a:pt x="35512" y="12690"/>
                  <a:pt x="44971" y="14654"/>
                </a:cubicBezTo>
                <a:close/>
              </a:path>
            </a:pathLst>
          </a:custGeom>
          <a:solidFill>
            <a:schemeClr val="accent1">
              <a:alpha val="13333"/>
            </a:schemeClr>
          </a:solidFill>
          <a:ln w="9525" cap="flat" cmpd="sng">
            <a:solidFill>
              <a:schemeClr val="dk1">
                <a:alpha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11" name="Google Shape;1011;p15"/>
          <p:cNvSpPr/>
          <p:nvPr/>
        </p:nvSpPr>
        <p:spPr>
          <a:xfrm>
            <a:off x="4212236" y="1851285"/>
            <a:ext cx="433230" cy="434715"/>
          </a:xfrm>
          <a:custGeom>
            <a:avLst/>
            <a:gdLst/>
            <a:ahLst/>
            <a:cxnLst/>
            <a:rect l="l" t="t" r="r" b="b"/>
            <a:pathLst>
              <a:path w="433230" h="434715" extrusionOk="0">
                <a:moveTo>
                  <a:pt x="0" y="0"/>
                </a:moveTo>
                <a:lnTo>
                  <a:pt x="0" y="0"/>
                </a:lnTo>
                <a:cubicBezTo>
                  <a:pt x="5973" y="59733"/>
                  <a:pt x="2450" y="61041"/>
                  <a:pt x="14990" y="104931"/>
                </a:cubicBezTo>
                <a:cubicBezTo>
                  <a:pt x="17160" y="112528"/>
                  <a:pt x="17549" y="121248"/>
                  <a:pt x="22485" y="127417"/>
                </a:cubicBezTo>
                <a:cubicBezTo>
                  <a:pt x="28112" y="134451"/>
                  <a:pt x="37476" y="137410"/>
                  <a:pt x="44971" y="142407"/>
                </a:cubicBezTo>
                <a:cubicBezTo>
                  <a:pt x="59247" y="185236"/>
                  <a:pt x="40688" y="149545"/>
                  <a:pt x="74951" y="172387"/>
                </a:cubicBezTo>
                <a:cubicBezTo>
                  <a:pt x="83770" y="178267"/>
                  <a:pt x="88170" y="189724"/>
                  <a:pt x="97436" y="194872"/>
                </a:cubicBezTo>
                <a:cubicBezTo>
                  <a:pt x="111249" y="202546"/>
                  <a:pt x="129260" y="201098"/>
                  <a:pt x="142407" y="209863"/>
                </a:cubicBezTo>
                <a:cubicBezTo>
                  <a:pt x="157397" y="219856"/>
                  <a:pt x="174638" y="227104"/>
                  <a:pt x="187377" y="239843"/>
                </a:cubicBezTo>
                <a:cubicBezTo>
                  <a:pt x="216232" y="268698"/>
                  <a:pt x="201043" y="256449"/>
                  <a:pt x="232348" y="277318"/>
                </a:cubicBezTo>
                <a:cubicBezTo>
                  <a:pt x="234846" y="284813"/>
                  <a:pt x="236006" y="292897"/>
                  <a:pt x="239843" y="299804"/>
                </a:cubicBezTo>
                <a:cubicBezTo>
                  <a:pt x="262254" y="340145"/>
                  <a:pt x="264996" y="339947"/>
                  <a:pt x="292308" y="367259"/>
                </a:cubicBezTo>
                <a:cubicBezTo>
                  <a:pt x="299783" y="389686"/>
                  <a:pt x="300485" y="414138"/>
                  <a:pt x="322289" y="427220"/>
                </a:cubicBezTo>
                <a:cubicBezTo>
                  <a:pt x="329064" y="431285"/>
                  <a:pt x="337279" y="432217"/>
                  <a:pt x="344774" y="434715"/>
                </a:cubicBezTo>
                <a:cubicBezTo>
                  <a:pt x="364761" y="432217"/>
                  <a:pt x="385441" y="433008"/>
                  <a:pt x="404734" y="427220"/>
                </a:cubicBezTo>
                <a:cubicBezTo>
                  <a:pt x="433230" y="418671"/>
                  <a:pt x="426926" y="347417"/>
                  <a:pt x="427220" y="344774"/>
                </a:cubicBezTo>
                <a:cubicBezTo>
                  <a:pt x="415234" y="212931"/>
                  <a:pt x="429532" y="300397"/>
                  <a:pt x="412230" y="239843"/>
                </a:cubicBezTo>
                <a:cubicBezTo>
                  <a:pt x="409948" y="231858"/>
                  <a:pt x="402522" y="196886"/>
                  <a:pt x="397239" y="187377"/>
                </a:cubicBezTo>
                <a:cubicBezTo>
                  <a:pt x="388490" y="171628"/>
                  <a:pt x="382249" y="152400"/>
                  <a:pt x="367259" y="142407"/>
                </a:cubicBezTo>
                <a:cubicBezTo>
                  <a:pt x="338200" y="123035"/>
                  <a:pt x="353320" y="130266"/>
                  <a:pt x="322289" y="119922"/>
                </a:cubicBezTo>
                <a:cubicBezTo>
                  <a:pt x="317292" y="114925"/>
                  <a:pt x="313358" y="108567"/>
                  <a:pt x="307298" y="104931"/>
                </a:cubicBezTo>
                <a:cubicBezTo>
                  <a:pt x="287254" y="92904"/>
                  <a:pt x="224214" y="90798"/>
                  <a:pt x="217357" y="89941"/>
                </a:cubicBezTo>
                <a:cubicBezTo>
                  <a:pt x="184176" y="85793"/>
                  <a:pt x="164840" y="83929"/>
                  <a:pt x="134912" y="74951"/>
                </a:cubicBezTo>
                <a:cubicBezTo>
                  <a:pt x="119777" y="70411"/>
                  <a:pt x="103088" y="68726"/>
                  <a:pt x="89941" y="59961"/>
                </a:cubicBezTo>
                <a:cubicBezTo>
                  <a:pt x="82446" y="54964"/>
                  <a:pt x="75688" y="48629"/>
                  <a:pt x="67456" y="44971"/>
                </a:cubicBezTo>
                <a:cubicBezTo>
                  <a:pt x="53017" y="38554"/>
                  <a:pt x="22485" y="29981"/>
                  <a:pt x="22485" y="29981"/>
                </a:cubicBezTo>
                <a:lnTo>
                  <a:pt x="0" y="0"/>
                </a:lnTo>
                <a:close/>
              </a:path>
            </a:pathLst>
          </a:custGeom>
          <a:solidFill>
            <a:schemeClr val="accent1">
              <a:alpha val="11372"/>
            </a:schemeClr>
          </a:solidFill>
          <a:ln w="9525" cap="flat" cmpd="sng">
            <a:solidFill>
              <a:schemeClr val="dk1">
                <a:alpha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12" name="Google Shape;1012;p15"/>
          <p:cNvSpPr/>
          <p:nvPr/>
        </p:nvSpPr>
        <p:spPr>
          <a:xfrm>
            <a:off x="3657244" y="2151518"/>
            <a:ext cx="330140" cy="509236"/>
          </a:xfrm>
          <a:custGeom>
            <a:avLst/>
            <a:gdLst/>
            <a:ahLst/>
            <a:cxnLst/>
            <a:rect l="l" t="t" r="r" b="b"/>
            <a:pathLst>
              <a:path w="330140" h="509236" extrusionOk="0">
                <a:moveTo>
                  <a:pt x="315149" y="22056"/>
                </a:moveTo>
                <a:lnTo>
                  <a:pt x="315149" y="22056"/>
                </a:lnTo>
                <a:cubicBezTo>
                  <a:pt x="297661" y="37046"/>
                  <a:pt x="281554" y="53817"/>
                  <a:pt x="262684" y="67026"/>
                </a:cubicBezTo>
                <a:cubicBezTo>
                  <a:pt x="256212" y="71557"/>
                  <a:pt x="246974" y="70456"/>
                  <a:pt x="240199" y="74521"/>
                </a:cubicBezTo>
                <a:cubicBezTo>
                  <a:pt x="234139" y="78157"/>
                  <a:pt x="230726" y="85097"/>
                  <a:pt x="225208" y="89512"/>
                </a:cubicBezTo>
                <a:cubicBezTo>
                  <a:pt x="218174" y="95139"/>
                  <a:pt x="209643" y="98735"/>
                  <a:pt x="202723" y="104502"/>
                </a:cubicBezTo>
                <a:cubicBezTo>
                  <a:pt x="194580" y="111288"/>
                  <a:pt x="188605" y="120480"/>
                  <a:pt x="180238" y="126987"/>
                </a:cubicBezTo>
                <a:cubicBezTo>
                  <a:pt x="110213" y="181450"/>
                  <a:pt x="159845" y="133986"/>
                  <a:pt x="105287" y="179452"/>
                </a:cubicBezTo>
                <a:cubicBezTo>
                  <a:pt x="60786" y="216537"/>
                  <a:pt x="123716" y="168519"/>
                  <a:pt x="75307" y="216928"/>
                </a:cubicBezTo>
                <a:cubicBezTo>
                  <a:pt x="36352" y="255883"/>
                  <a:pt x="67499" y="209824"/>
                  <a:pt x="37831" y="246908"/>
                </a:cubicBezTo>
                <a:cubicBezTo>
                  <a:pt x="0" y="294195"/>
                  <a:pt x="44054" y="248179"/>
                  <a:pt x="7851" y="284384"/>
                </a:cubicBezTo>
                <a:cubicBezTo>
                  <a:pt x="13486" y="363279"/>
                  <a:pt x="7603" y="365962"/>
                  <a:pt x="22841" y="419295"/>
                </a:cubicBezTo>
                <a:cubicBezTo>
                  <a:pt x="25011" y="426891"/>
                  <a:pt x="26803" y="434714"/>
                  <a:pt x="30336" y="441780"/>
                </a:cubicBezTo>
                <a:cubicBezTo>
                  <a:pt x="34364" y="449837"/>
                  <a:pt x="39699" y="457232"/>
                  <a:pt x="45326" y="464266"/>
                </a:cubicBezTo>
                <a:cubicBezTo>
                  <a:pt x="53917" y="475005"/>
                  <a:pt x="70714" y="488874"/>
                  <a:pt x="82802" y="494246"/>
                </a:cubicBezTo>
                <a:cubicBezTo>
                  <a:pt x="97241" y="500663"/>
                  <a:pt x="127772" y="509236"/>
                  <a:pt x="127772" y="509236"/>
                </a:cubicBezTo>
                <a:cubicBezTo>
                  <a:pt x="130191" y="508994"/>
                  <a:pt x="212327" y="504434"/>
                  <a:pt x="232704" y="494246"/>
                </a:cubicBezTo>
                <a:cubicBezTo>
                  <a:pt x="248818" y="486189"/>
                  <a:pt x="277674" y="464266"/>
                  <a:pt x="277674" y="464266"/>
                </a:cubicBezTo>
                <a:cubicBezTo>
                  <a:pt x="311574" y="413415"/>
                  <a:pt x="294914" y="432034"/>
                  <a:pt x="322645" y="404305"/>
                </a:cubicBezTo>
                <a:cubicBezTo>
                  <a:pt x="325143" y="386816"/>
                  <a:pt x="330140" y="369505"/>
                  <a:pt x="330140" y="351839"/>
                </a:cubicBezTo>
                <a:cubicBezTo>
                  <a:pt x="330140" y="296397"/>
                  <a:pt x="323346" y="286487"/>
                  <a:pt x="307654" y="239413"/>
                </a:cubicBezTo>
                <a:lnTo>
                  <a:pt x="292664" y="194443"/>
                </a:lnTo>
                <a:lnTo>
                  <a:pt x="285169" y="171957"/>
                </a:lnTo>
                <a:cubicBezTo>
                  <a:pt x="287667" y="139478"/>
                  <a:pt x="287584" y="106697"/>
                  <a:pt x="292664" y="74521"/>
                </a:cubicBezTo>
                <a:cubicBezTo>
                  <a:pt x="295128" y="58914"/>
                  <a:pt x="302657" y="44541"/>
                  <a:pt x="307654" y="29551"/>
                </a:cubicBezTo>
                <a:cubicBezTo>
                  <a:pt x="310152" y="22056"/>
                  <a:pt x="318682" y="0"/>
                  <a:pt x="315149" y="7066"/>
                </a:cubicBezTo>
                <a:lnTo>
                  <a:pt x="315149" y="22056"/>
                </a:lnTo>
                <a:close/>
              </a:path>
            </a:pathLst>
          </a:custGeom>
          <a:solidFill>
            <a:schemeClr val="accent1">
              <a:alpha val="11372"/>
            </a:schemeClr>
          </a:solidFill>
          <a:ln w="9525" cap="flat" cmpd="sng">
            <a:solidFill>
              <a:schemeClr val="dk1">
                <a:alpha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13" name="Google Shape;1013;p15"/>
          <p:cNvSpPr/>
          <p:nvPr/>
        </p:nvSpPr>
        <p:spPr>
          <a:xfrm>
            <a:off x="3962400" y="2667000"/>
            <a:ext cx="490690" cy="209863"/>
          </a:xfrm>
          <a:custGeom>
            <a:avLst/>
            <a:gdLst/>
            <a:ahLst/>
            <a:cxnLst/>
            <a:rect l="l" t="t" r="r" b="b"/>
            <a:pathLst>
              <a:path w="490690" h="209863" extrusionOk="0">
                <a:moveTo>
                  <a:pt x="89018" y="22486"/>
                </a:moveTo>
                <a:lnTo>
                  <a:pt x="89018" y="22486"/>
                </a:lnTo>
                <a:cubicBezTo>
                  <a:pt x="101510" y="39974"/>
                  <a:pt x="111297" y="59754"/>
                  <a:pt x="126494" y="74951"/>
                </a:cubicBezTo>
                <a:cubicBezTo>
                  <a:pt x="190572" y="139028"/>
                  <a:pt x="295744" y="116668"/>
                  <a:pt x="373831" y="119922"/>
                </a:cubicBezTo>
                <a:cubicBezTo>
                  <a:pt x="388821" y="122420"/>
                  <a:pt x="404385" y="122611"/>
                  <a:pt x="418802" y="127417"/>
                </a:cubicBezTo>
                <a:cubicBezTo>
                  <a:pt x="427348" y="130266"/>
                  <a:pt x="433230" y="138379"/>
                  <a:pt x="441287" y="142407"/>
                </a:cubicBezTo>
                <a:cubicBezTo>
                  <a:pt x="448353" y="145940"/>
                  <a:pt x="456277" y="147404"/>
                  <a:pt x="463772" y="149902"/>
                </a:cubicBezTo>
                <a:cubicBezTo>
                  <a:pt x="466297" y="153689"/>
                  <a:pt x="490690" y="186006"/>
                  <a:pt x="486257" y="194872"/>
                </a:cubicBezTo>
                <a:cubicBezTo>
                  <a:pt x="482724" y="201938"/>
                  <a:pt x="471437" y="200451"/>
                  <a:pt x="463772" y="202367"/>
                </a:cubicBezTo>
                <a:cubicBezTo>
                  <a:pt x="451413" y="205457"/>
                  <a:pt x="438789" y="207364"/>
                  <a:pt x="426297" y="209863"/>
                </a:cubicBezTo>
                <a:cubicBezTo>
                  <a:pt x="398815" y="207364"/>
                  <a:pt x="371169" y="206270"/>
                  <a:pt x="343851" y="202367"/>
                </a:cubicBezTo>
                <a:cubicBezTo>
                  <a:pt x="336030" y="201250"/>
                  <a:pt x="328988" y="196951"/>
                  <a:pt x="321366" y="194872"/>
                </a:cubicBezTo>
                <a:cubicBezTo>
                  <a:pt x="301490" y="189451"/>
                  <a:pt x="281392" y="184879"/>
                  <a:pt x="261405" y="179882"/>
                </a:cubicBezTo>
                <a:lnTo>
                  <a:pt x="261405" y="179882"/>
                </a:lnTo>
                <a:lnTo>
                  <a:pt x="171464" y="172387"/>
                </a:lnTo>
                <a:cubicBezTo>
                  <a:pt x="114944" y="153547"/>
                  <a:pt x="184615" y="178962"/>
                  <a:pt x="126494" y="149902"/>
                </a:cubicBezTo>
                <a:cubicBezTo>
                  <a:pt x="108044" y="140677"/>
                  <a:pt x="76309" y="137790"/>
                  <a:pt x="59038" y="134912"/>
                </a:cubicBezTo>
                <a:cubicBezTo>
                  <a:pt x="51543" y="129915"/>
                  <a:pt x="42180" y="126956"/>
                  <a:pt x="36553" y="119922"/>
                </a:cubicBezTo>
                <a:cubicBezTo>
                  <a:pt x="31617" y="113752"/>
                  <a:pt x="32590" y="104503"/>
                  <a:pt x="29057" y="97436"/>
                </a:cubicBezTo>
                <a:cubicBezTo>
                  <a:pt x="0" y="39323"/>
                  <a:pt x="25410" y="108979"/>
                  <a:pt x="6572" y="52466"/>
                </a:cubicBezTo>
                <a:cubicBezTo>
                  <a:pt x="9070" y="44971"/>
                  <a:pt x="9475" y="36410"/>
                  <a:pt x="14067" y="29981"/>
                </a:cubicBezTo>
                <a:cubicBezTo>
                  <a:pt x="22282" y="18480"/>
                  <a:pt x="44048" y="0"/>
                  <a:pt x="44048" y="0"/>
                </a:cubicBezTo>
                <a:cubicBezTo>
                  <a:pt x="62331" y="4571"/>
                  <a:pt x="79472" y="3393"/>
                  <a:pt x="89018" y="22486"/>
                </a:cubicBezTo>
                <a:lnTo>
                  <a:pt x="89018" y="22486"/>
                </a:lnTo>
                <a:close/>
              </a:path>
            </a:pathLst>
          </a:custGeom>
          <a:solidFill>
            <a:schemeClr val="accent1">
              <a:alpha val="13333"/>
            </a:schemeClr>
          </a:solidFill>
          <a:ln w="9525" cap="flat" cmpd="sng">
            <a:solidFill>
              <a:schemeClr val="dk1">
                <a:alpha val="4941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14" name="Google Shape;1014;p15"/>
          <p:cNvSpPr/>
          <p:nvPr/>
        </p:nvSpPr>
        <p:spPr>
          <a:xfrm rot="-694215">
            <a:off x="4191000" y="2819400"/>
            <a:ext cx="421275" cy="147403"/>
          </a:xfrm>
          <a:custGeom>
            <a:avLst/>
            <a:gdLst/>
            <a:ahLst/>
            <a:cxnLst/>
            <a:rect l="l" t="t" r="r" b="b"/>
            <a:pathLst>
              <a:path w="377173" h="103545" extrusionOk="0">
                <a:moveTo>
                  <a:pt x="16541" y="0"/>
                </a:moveTo>
                <a:lnTo>
                  <a:pt x="16541" y="0"/>
                </a:lnTo>
                <a:cubicBezTo>
                  <a:pt x="47724" y="2599"/>
                  <a:pt x="146468" y="10328"/>
                  <a:pt x="181432" y="14990"/>
                </a:cubicBezTo>
                <a:cubicBezTo>
                  <a:pt x="216747" y="19699"/>
                  <a:pt x="228720" y="25756"/>
                  <a:pt x="263878" y="37475"/>
                </a:cubicBezTo>
                <a:lnTo>
                  <a:pt x="286364" y="44970"/>
                </a:lnTo>
                <a:cubicBezTo>
                  <a:pt x="293859" y="49967"/>
                  <a:pt x="300618" y="56301"/>
                  <a:pt x="308849" y="59960"/>
                </a:cubicBezTo>
                <a:cubicBezTo>
                  <a:pt x="323288" y="66378"/>
                  <a:pt x="353819" y="74951"/>
                  <a:pt x="353819" y="74951"/>
                </a:cubicBezTo>
                <a:cubicBezTo>
                  <a:pt x="358816" y="82446"/>
                  <a:pt x="377173" y="94091"/>
                  <a:pt x="368809" y="97436"/>
                </a:cubicBezTo>
                <a:cubicBezTo>
                  <a:pt x="353537" y="103545"/>
                  <a:pt x="305850" y="85444"/>
                  <a:pt x="286364" y="82446"/>
                </a:cubicBezTo>
                <a:cubicBezTo>
                  <a:pt x="232950" y="74229"/>
                  <a:pt x="156198" y="70770"/>
                  <a:pt x="106482" y="67455"/>
                </a:cubicBezTo>
                <a:cubicBezTo>
                  <a:pt x="61170" y="56127"/>
                  <a:pt x="86277" y="63218"/>
                  <a:pt x="31531" y="44970"/>
                </a:cubicBezTo>
                <a:lnTo>
                  <a:pt x="9045" y="37475"/>
                </a:lnTo>
                <a:cubicBezTo>
                  <a:pt x="6547" y="29980"/>
                  <a:pt x="0" y="22737"/>
                  <a:pt x="1550" y="14990"/>
                </a:cubicBezTo>
                <a:cubicBezTo>
                  <a:pt x="2936" y="8061"/>
                  <a:pt x="11544" y="4997"/>
                  <a:pt x="16541" y="0"/>
                </a:cubicBezTo>
                <a:lnTo>
                  <a:pt x="16541" y="0"/>
                </a:lnTo>
                <a:close/>
              </a:path>
            </a:pathLst>
          </a:custGeom>
          <a:solidFill>
            <a:schemeClr val="accent1">
              <a:alpha val="11372"/>
            </a:schemeClr>
          </a:solidFill>
          <a:ln w="9525" cap="flat" cmpd="sng">
            <a:solidFill>
              <a:schemeClr val="dk1">
                <a:alpha val="4941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15" name="Google Shape;1015;p15"/>
          <p:cNvSpPr/>
          <p:nvPr/>
        </p:nvSpPr>
        <p:spPr>
          <a:xfrm>
            <a:off x="3705807" y="2781595"/>
            <a:ext cx="943197" cy="411310"/>
          </a:xfrm>
          <a:custGeom>
            <a:avLst/>
            <a:gdLst/>
            <a:ahLst/>
            <a:cxnLst/>
            <a:rect l="l" t="t" r="r" b="b"/>
            <a:pathLst>
              <a:path w="943197" h="411310" extrusionOk="0">
                <a:moveTo>
                  <a:pt x="873688" y="201448"/>
                </a:moveTo>
                <a:lnTo>
                  <a:pt x="873688" y="201448"/>
                </a:lnTo>
                <a:cubicBezTo>
                  <a:pt x="843708" y="198950"/>
                  <a:pt x="813567" y="197929"/>
                  <a:pt x="783747" y="193953"/>
                </a:cubicBezTo>
                <a:cubicBezTo>
                  <a:pt x="775916" y="192909"/>
                  <a:pt x="768859" y="188628"/>
                  <a:pt x="761262" y="186457"/>
                </a:cubicBezTo>
                <a:cubicBezTo>
                  <a:pt x="751357" y="183627"/>
                  <a:pt x="741512" y="180166"/>
                  <a:pt x="731282" y="178962"/>
                </a:cubicBezTo>
                <a:cubicBezTo>
                  <a:pt x="600476" y="163573"/>
                  <a:pt x="674383" y="179433"/>
                  <a:pt x="573885" y="163972"/>
                </a:cubicBezTo>
                <a:cubicBezTo>
                  <a:pt x="561294" y="162035"/>
                  <a:pt x="548700" y="159829"/>
                  <a:pt x="536409" y="156477"/>
                </a:cubicBezTo>
                <a:cubicBezTo>
                  <a:pt x="521165" y="152320"/>
                  <a:pt x="506429" y="146484"/>
                  <a:pt x="491439" y="141487"/>
                </a:cubicBezTo>
                <a:lnTo>
                  <a:pt x="446468" y="126497"/>
                </a:lnTo>
                <a:cubicBezTo>
                  <a:pt x="438973" y="123999"/>
                  <a:pt x="430557" y="123384"/>
                  <a:pt x="423983" y="119002"/>
                </a:cubicBezTo>
                <a:cubicBezTo>
                  <a:pt x="416488" y="114005"/>
                  <a:pt x="409729" y="107670"/>
                  <a:pt x="401498" y="104012"/>
                </a:cubicBezTo>
                <a:cubicBezTo>
                  <a:pt x="387059" y="97594"/>
                  <a:pt x="371517" y="94018"/>
                  <a:pt x="356527" y="89021"/>
                </a:cubicBezTo>
                <a:lnTo>
                  <a:pt x="311557" y="74031"/>
                </a:lnTo>
                <a:cubicBezTo>
                  <a:pt x="304062" y="71533"/>
                  <a:pt x="296819" y="68085"/>
                  <a:pt x="289072" y="66536"/>
                </a:cubicBezTo>
                <a:lnTo>
                  <a:pt x="251596" y="59041"/>
                </a:lnTo>
                <a:cubicBezTo>
                  <a:pt x="246599" y="51546"/>
                  <a:pt x="243640" y="42183"/>
                  <a:pt x="236606" y="36556"/>
                </a:cubicBezTo>
                <a:cubicBezTo>
                  <a:pt x="230437" y="31621"/>
                  <a:pt x="221187" y="32594"/>
                  <a:pt x="214121" y="29061"/>
                </a:cubicBezTo>
                <a:cubicBezTo>
                  <a:pt x="155998" y="0"/>
                  <a:pt x="225674" y="25418"/>
                  <a:pt x="169150" y="6575"/>
                </a:cubicBezTo>
                <a:cubicBezTo>
                  <a:pt x="146665" y="9074"/>
                  <a:pt x="122489" y="5159"/>
                  <a:pt x="101695" y="14071"/>
                </a:cubicBezTo>
                <a:cubicBezTo>
                  <a:pt x="85457" y="21030"/>
                  <a:pt x="76711" y="39054"/>
                  <a:pt x="64219" y="51546"/>
                </a:cubicBezTo>
                <a:lnTo>
                  <a:pt x="41734" y="74031"/>
                </a:lnTo>
                <a:lnTo>
                  <a:pt x="19249" y="141487"/>
                </a:lnTo>
                <a:lnTo>
                  <a:pt x="11754" y="163972"/>
                </a:lnTo>
                <a:cubicBezTo>
                  <a:pt x="347" y="232416"/>
                  <a:pt x="0" y="212349"/>
                  <a:pt x="11754" y="306379"/>
                </a:cubicBezTo>
                <a:cubicBezTo>
                  <a:pt x="12734" y="314218"/>
                  <a:pt x="12820" y="324272"/>
                  <a:pt x="19249" y="328864"/>
                </a:cubicBezTo>
                <a:cubicBezTo>
                  <a:pt x="32107" y="338048"/>
                  <a:pt x="49229" y="338857"/>
                  <a:pt x="64219" y="343854"/>
                </a:cubicBezTo>
                <a:lnTo>
                  <a:pt x="86704" y="351349"/>
                </a:lnTo>
                <a:lnTo>
                  <a:pt x="154160" y="373835"/>
                </a:lnTo>
                <a:lnTo>
                  <a:pt x="199131" y="388825"/>
                </a:lnTo>
                <a:lnTo>
                  <a:pt x="229111" y="396320"/>
                </a:lnTo>
                <a:cubicBezTo>
                  <a:pt x="271583" y="393822"/>
                  <a:pt x="314142" y="392511"/>
                  <a:pt x="356527" y="388825"/>
                </a:cubicBezTo>
                <a:cubicBezTo>
                  <a:pt x="371667" y="387508"/>
                  <a:pt x="386301" y="381330"/>
                  <a:pt x="401498" y="381330"/>
                </a:cubicBezTo>
                <a:cubicBezTo>
                  <a:pt x="446538" y="381330"/>
                  <a:pt x="491469" y="385829"/>
                  <a:pt x="536409" y="388825"/>
                </a:cubicBezTo>
                <a:cubicBezTo>
                  <a:pt x="620429" y="394426"/>
                  <a:pt x="610383" y="394039"/>
                  <a:pt x="678816" y="403815"/>
                </a:cubicBezTo>
                <a:cubicBezTo>
                  <a:pt x="686311" y="406313"/>
                  <a:pt x="693401" y="411310"/>
                  <a:pt x="701301" y="411310"/>
                </a:cubicBezTo>
                <a:cubicBezTo>
                  <a:pt x="740221" y="411310"/>
                  <a:pt x="763113" y="400699"/>
                  <a:pt x="798737" y="388825"/>
                </a:cubicBezTo>
                <a:cubicBezTo>
                  <a:pt x="806232" y="386327"/>
                  <a:pt x="813371" y="382202"/>
                  <a:pt x="821223" y="381330"/>
                </a:cubicBezTo>
                <a:lnTo>
                  <a:pt x="888678" y="373835"/>
                </a:lnTo>
                <a:cubicBezTo>
                  <a:pt x="925029" y="337484"/>
                  <a:pt x="910819" y="355614"/>
                  <a:pt x="933649" y="321369"/>
                </a:cubicBezTo>
                <a:cubicBezTo>
                  <a:pt x="927980" y="264674"/>
                  <a:pt x="943197" y="257055"/>
                  <a:pt x="911163" y="231428"/>
                </a:cubicBezTo>
                <a:cubicBezTo>
                  <a:pt x="904129" y="225801"/>
                  <a:pt x="896735" y="220466"/>
                  <a:pt x="888678" y="216438"/>
                </a:cubicBezTo>
                <a:cubicBezTo>
                  <a:pt x="881612" y="212905"/>
                  <a:pt x="873940" y="210492"/>
                  <a:pt x="866193" y="208943"/>
                </a:cubicBezTo>
                <a:cubicBezTo>
                  <a:pt x="848870" y="205478"/>
                  <a:pt x="813727" y="201448"/>
                  <a:pt x="813727" y="201448"/>
                </a:cubicBezTo>
                <a:lnTo>
                  <a:pt x="813727" y="201448"/>
                </a:lnTo>
              </a:path>
            </a:pathLst>
          </a:custGeom>
          <a:solidFill>
            <a:schemeClr val="accent1">
              <a:alpha val="11372"/>
            </a:schemeClr>
          </a:solidFill>
          <a:ln w="9525" cap="flat" cmpd="sng">
            <a:solidFill>
              <a:schemeClr val="dk1">
                <a:alpha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16" name="Google Shape;1016;p15"/>
          <p:cNvSpPr/>
          <p:nvPr/>
        </p:nvSpPr>
        <p:spPr>
          <a:xfrm>
            <a:off x="3322782" y="2660754"/>
            <a:ext cx="377537" cy="419725"/>
          </a:xfrm>
          <a:custGeom>
            <a:avLst/>
            <a:gdLst/>
            <a:ahLst/>
            <a:cxnLst/>
            <a:rect l="l" t="t" r="r" b="b"/>
            <a:pathLst>
              <a:path w="377537" h="419725" extrusionOk="0">
                <a:moveTo>
                  <a:pt x="64995" y="52466"/>
                </a:moveTo>
                <a:lnTo>
                  <a:pt x="64995" y="52466"/>
                </a:lnTo>
                <a:cubicBezTo>
                  <a:pt x="82484" y="39974"/>
                  <a:pt x="97707" y="23456"/>
                  <a:pt x="117461" y="14990"/>
                </a:cubicBezTo>
                <a:cubicBezTo>
                  <a:pt x="152437" y="0"/>
                  <a:pt x="187416" y="9993"/>
                  <a:pt x="222392" y="14990"/>
                </a:cubicBezTo>
                <a:cubicBezTo>
                  <a:pt x="229887" y="17488"/>
                  <a:pt x="238103" y="18420"/>
                  <a:pt x="244877" y="22485"/>
                </a:cubicBezTo>
                <a:cubicBezTo>
                  <a:pt x="250936" y="26121"/>
                  <a:pt x="254349" y="33061"/>
                  <a:pt x="259867" y="37476"/>
                </a:cubicBezTo>
                <a:cubicBezTo>
                  <a:pt x="266901" y="43103"/>
                  <a:pt x="274857" y="47469"/>
                  <a:pt x="282352" y="52466"/>
                </a:cubicBezTo>
                <a:cubicBezTo>
                  <a:pt x="322331" y="112431"/>
                  <a:pt x="269857" y="39970"/>
                  <a:pt x="319828" y="89941"/>
                </a:cubicBezTo>
                <a:cubicBezTo>
                  <a:pt x="326198" y="96311"/>
                  <a:pt x="329821" y="104931"/>
                  <a:pt x="334818" y="112426"/>
                </a:cubicBezTo>
                <a:lnTo>
                  <a:pt x="357303" y="179882"/>
                </a:lnTo>
                <a:lnTo>
                  <a:pt x="364798" y="202367"/>
                </a:lnTo>
                <a:cubicBezTo>
                  <a:pt x="372473" y="302149"/>
                  <a:pt x="377537" y="275836"/>
                  <a:pt x="364798" y="352269"/>
                </a:cubicBezTo>
                <a:cubicBezTo>
                  <a:pt x="362704" y="364835"/>
                  <a:pt x="362321" y="378035"/>
                  <a:pt x="357303" y="389744"/>
                </a:cubicBezTo>
                <a:cubicBezTo>
                  <a:pt x="353030" y="399714"/>
                  <a:pt x="326412" y="415336"/>
                  <a:pt x="319828" y="419725"/>
                </a:cubicBezTo>
                <a:cubicBezTo>
                  <a:pt x="294844" y="417227"/>
                  <a:pt x="269693" y="416048"/>
                  <a:pt x="244877" y="412230"/>
                </a:cubicBezTo>
                <a:cubicBezTo>
                  <a:pt x="237068" y="411029"/>
                  <a:pt x="229988" y="406906"/>
                  <a:pt x="222392" y="404735"/>
                </a:cubicBezTo>
                <a:cubicBezTo>
                  <a:pt x="212487" y="401905"/>
                  <a:pt x="202405" y="399738"/>
                  <a:pt x="192411" y="397239"/>
                </a:cubicBezTo>
                <a:cubicBezTo>
                  <a:pt x="184916" y="392242"/>
                  <a:pt x="178472" y="385098"/>
                  <a:pt x="169926" y="382249"/>
                </a:cubicBezTo>
                <a:cubicBezTo>
                  <a:pt x="162126" y="379649"/>
                  <a:pt x="76533" y="367837"/>
                  <a:pt x="72490" y="367259"/>
                </a:cubicBezTo>
                <a:cubicBezTo>
                  <a:pt x="64995" y="364761"/>
                  <a:pt x="57071" y="363297"/>
                  <a:pt x="50005" y="359764"/>
                </a:cubicBezTo>
                <a:cubicBezTo>
                  <a:pt x="31096" y="350310"/>
                  <a:pt x="26471" y="343726"/>
                  <a:pt x="12529" y="329784"/>
                </a:cubicBezTo>
                <a:cubicBezTo>
                  <a:pt x="10031" y="322289"/>
                  <a:pt x="5034" y="315199"/>
                  <a:pt x="5034" y="307298"/>
                </a:cubicBezTo>
                <a:cubicBezTo>
                  <a:pt x="5034" y="212264"/>
                  <a:pt x="0" y="175014"/>
                  <a:pt x="20025" y="104931"/>
                </a:cubicBezTo>
                <a:cubicBezTo>
                  <a:pt x="22196" y="97335"/>
                  <a:pt x="23987" y="89512"/>
                  <a:pt x="27520" y="82446"/>
                </a:cubicBezTo>
                <a:cubicBezTo>
                  <a:pt x="31548" y="74389"/>
                  <a:pt x="38482" y="68018"/>
                  <a:pt x="42510" y="59961"/>
                </a:cubicBezTo>
                <a:cubicBezTo>
                  <a:pt x="46043" y="52895"/>
                  <a:pt x="44419" y="43063"/>
                  <a:pt x="50005" y="37476"/>
                </a:cubicBezTo>
                <a:cubicBezTo>
                  <a:pt x="55591" y="31889"/>
                  <a:pt x="64995" y="32479"/>
                  <a:pt x="72490" y="29980"/>
                </a:cubicBezTo>
                <a:lnTo>
                  <a:pt x="64995" y="52466"/>
                </a:lnTo>
                <a:close/>
              </a:path>
            </a:pathLst>
          </a:custGeom>
          <a:solidFill>
            <a:schemeClr val="accent1">
              <a:alpha val="11372"/>
            </a:schemeClr>
          </a:solidFill>
          <a:ln w="9525" cap="flat" cmpd="sng">
            <a:solidFill>
              <a:schemeClr val="dk1">
                <a:alpha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17" name="Google Shape;1017;p15"/>
          <p:cNvSpPr/>
          <p:nvPr/>
        </p:nvSpPr>
        <p:spPr>
          <a:xfrm>
            <a:off x="3130700" y="2432639"/>
            <a:ext cx="212107" cy="415492"/>
          </a:xfrm>
          <a:custGeom>
            <a:avLst/>
            <a:gdLst/>
            <a:ahLst/>
            <a:cxnLst/>
            <a:rect l="l" t="t" r="r" b="b"/>
            <a:pathLst>
              <a:path w="212107" h="415492" extrusionOk="0">
                <a:moveTo>
                  <a:pt x="212107" y="235610"/>
                </a:moveTo>
                <a:lnTo>
                  <a:pt x="212107" y="235610"/>
                </a:lnTo>
                <a:cubicBezTo>
                  <a:pt x="202113" y="213125"/>
                  <a:pt x="191265" y="191000"/>
                  <a:pt x="182126" y="168154"/>
                </a:cubicBezTo>
                <a:cubicBezTo>
                  <a:pt x="176258" y="153483"/>
                  <a:pt x="172133" y="138174"/>
                  <a:pt x="167136" y="123184"/>
                </a:cubicBezTo>
                <a:cubicBezTo>
                  <a:pt x="164638" y="115689"/>
                  <a:pt x="164023" y="107273"/>
                  <a:pt x="159641" y="100699"/>
                </a:cubicBezTo>
                <a:cubicBezTo>
                  <a:pt x="149648" y="85709"/>
                  <a:pt x="142401" y="68467"/>
                  <a:pt x="129661" y="55728"/>
                </a:cubicBezTo>
                <a:cubicBezTo>
                  <a:pt x="124664" y="50731"/>
                  <a:pt x="119085" y="46256"/>
                  <a:pt x="114670" y="40738"/>
                </a:cubicBezTo>
                <a:cubicBezTo>
                  <a:pt x="90013" y="9918"/>
                  <a:pt x="112860" y="22646"/>
                  <a:pt x="77195" y="10758"/>
                </a:cubicBezTo>
                <a:cubicBezTo>
                  <a:pt x="57208" y="13256"/>
                  <a:pt x="25752" y="0"/>
                  <a:pt x="17234" y="18253"/>
                </a:cubicBezTo>
                <a:cubicBezTo>
                  <a:pt x="0" y="55184"/>
                  <a:pt x="19340" y="107013"/>
                  <a:pt x="32225" y="145669"/>
                </a:cubicBezTo>
                <a:cubicBezTo>
                  <a:pt x="35442" y="168192"/>
                  <a:pt x="40639" y="211498"/>
                  <a:pt x="47215" y="235610"/>
                </a:cubicBezTo>
                <a:cubicBezTo>
                  <a:pt x="51373" y="250854"/>
                  <a:pt x="53440" y="267434"/>
                  <a:pt x="62205" y="280581"/>
                </a:cubicBezTo>
                <a:cubicBezTo>
                  <a:pt x="67202" y="288076"/>
                  <a:pt x="73537" y="294835"/>
                  <a:pt x="77195" y="303066"/>
                </a:cubicBezTo>
                <a:cubicBezTo>
                  <a:pt x="83612" y="317505"/>
                  <a:pt x="87188" y="333046"/>
                  <a:pt x="92185" y="348036"/>
                </a:cubicBezTo>
                <a:cubicBezTo>
                  <a:pt x="94683" y="355531"/>
                  <a:pt x="95297" y="363948"/>
                  <a:pt x="99680" y="370522"/>
                </a:cubicBezTo>
                <a:cubicBezTo>
                  <a:pt x="104677" y="378017"/>
                  <a:pt x="109043" y="385973"/>
                  <a:pt x="114670" y="393007"/>
                </a:cubicBezTo>
                <a:cubicBezTo>
                  <a:pt x="119085" y="398525"/>
                  <a:pt x="123601" y="404361"/>
                  <a:pt x="129661" y="407997"/>
                </a:cubicBezTo>
                <a:cubicBezTo>
                  <a:pt x="136436" y="412062"/>
                  <a:pt x="144651" y="412994"/>
                  <a:pt x="152146" y="415492"/>
                </a:cubicBezTo>
                <a:cubicBezTo>
                  <a:pt x="159641" y="412994"/>
                  <a:pt x="168462" y="412932"/>
                  <a:pt x="174631" y="407997"/>
                </a:cubicBezTo>
                <a:cubicBezTo>
                  <a:pt x="181665" y="402370"/>
                  <a:pt x="185152" y="393333"/>
                  <a:pt x="189621" y="385512"/>
                </a:cubicBezTo>
                <a:cubicBezTo>
                  <a:pt x="204438" y="359582"/>
                  <a:pt x="203698" y="358269"/>
                  <a:pt x="212107" y="333046"/>
                </a:cubicBezTo>
                <a:cubicBezTo>
                  <a:pt x="209608" y="298069"/>
                  <a:pt x="208708" y="262941"/>
                  <a:pt x="204611" y="228115"/>
                </a:cubicBezTo>
                <a:cubicBezTo>
                  <a:pt x="203688" y="220269"/>
                  <a:pt x="201181" y="212405"/>
                  <a:pt x="197116" y="205630"/>
                </a:cubicBezTo>
                <a:cubicBezTo>
                  <a:pt x="193480" y="199571"/>
                  <a:pt x="187123" y="195637"/>
                  <a:pt x="182126" y="190640"/>
                </a:cubicBezTo>
                <a:lnTo>
                  <a:pt x="182126" y="190640"/>
                </a:lnTo>
              </a:path>
            </a:pathLst>
          </a:custGeom>
          <a:solidFill>
            <a:schemeClr val="accent1">
              <a:alpha val="11372"/>
            </a:schemeClr>
          </a:solidFill>
          <a:ln w="9525" cap="flat" cmpd="sng">
            <a:solidFill>
              <a:schemeClr val="dk1">
                <a:alpha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18" name="Google Shape;1018;p15"/>
          <p:cNvSpPr/>
          <p:nvPr/>
        </p:nvSpPr>
        <p:spPr>
          <a:xfrm>
            <a:off x="3015005" y="2540833"/>
            <a:ext cx="261595" cy="412229"/>
          </a:xfrm>
          <a:custGeom>
            <a:avLst/>
            <a:gdLst/>
            <a:ahLst/>
            <a:cxnLst/>
            <a:rect l="l" t="t" r="r" b="b"/>
            <a:pathLst>
              <a:path w="252851" h="412229" extrusionOk="0">
                <a:moveTo>
                  <a:pt x="65474" y="322288"/>
                </a:moveTo>
                <a:lnTo>
                  <a:pt x="65474" y="322288"/>
                </a:lnTo>
                <a:cubicBezTo>
                  <a:pt x="60477" y="299803"/>
                  <a:pt x="56071" y="277179"/>
                  <a:pt x="50484" y="254833"/>
                </a:cubicBezTo>
                <a:cubicBezTo>
                  <a:pt x="48568" y="247168"/>
                  <a:pt x="46521" y="239414"/>
                  <a:pt x="42988" y="232347"/>
                </a:cubicBezTo>
                <a:cubicBezTo>
                  <a:pt x="38959" y="224290"/>
                  <a:pt x="32026" y="217919"/>
                  <a:pt x="27998" y="209862"/>
                </a:cubicBezTo>
                <a:cubicBezTo>
                  <a:pt x="20315" y="194497"/>
                  <a:pt x="15859" y="164155"/>
                  <a:pt x="13008" y="149901"/>
                </a:cubicBezTo>
                <a:cubicBezTo>
                  <a:pt x="13446" y="142890"/>
                  <a:pt x="0" y="35889"/>
                  <a:pt x="35493" y="7495"/>
                </a:cubicBezTo>
                <a:cubicBezTo>
                  <a:pt x="41663" y="2560"/>
                  <a:pt x="50484" y="2498"/>
                  <a:pt x="57979" y="0"/>
                </a:cubicBezTo>
                <a:cubicBezTo>
                  <a:pt x="65474" y="4997"/>
                  <a:pt x="74837" y="7956"/>
                  <a:pt x="80464" y="14990"/>
                </a:cubicBezTo>
                <a:cubicBezTo>
                  <a:pt x="85399" y="21159"/>
                  <a:pt x="85880" y="29853"/>
                  <a:pt x="87959" y="37475"/>
                </a:cubicBezTo>
                <a:cubicBezTo>
                  <a:pt x="88105" y="38011"/>
                  <a:pt x="110758" y="135224"/>
                  <a:pt x="117939" y="142406"/>
                </a:cubicBezTo>
                <a:lnTo>
                  <a:pt x="132929" y="157397"/>
                </a:lnTo>
                <a:cubicBezTo>
                  <a:pt x="151752" y="232684"/>
                  <a:pt x="141406" y="197814"/>
                  <a:pt x="162910" y="262328"/>
                </a:cubicBezTo>
                <a:lnTo>
                  <a:pt x="170405" y="284813"/>
                </a:lnTo>
                <a:cubicBezTo>
                  <a:pt x="175342" y="299625"/>
                  <a:pt x="179682" y="319216"/>
                  <a:pt x="192890" y="329783"/>
                </a:cubicBezTo>
                <a:cubicBezTo>
                  <a:pt x="199059" y="334718"/>
                  <a:pt x="207880" y="334780"/>
                  <a:pt x="215375" y="337278"/>
                </a:cubicBezTo>
                <a:cubicBezTo>
                  <a:pt x="250942" y="372845"/>
                  <a:pt x="240887" y="353851"/>
                  <a:pt x="252851" y="389744"/>
                </a:cubicBezTo>
                <a:cubicBezTo>
                  <a:pt x="241483" y="397322"/>
                  <a:pt x="223395" y="412229"/>
                  <a:pt x="207880" y="412229"/>
                </a:cubicBezTo>
                <a:cubicBezTo>
                  <a:pt x="197579" y="412229"/>
                  <a:pt x="187893" y="407232"/>
                  <a:pt x="177900" y="404734"/>
                </a:cubicBezTo>
                <a:cubicBezTo>
                  <a:pt x="170405" y="399737"/>
                  <a:pt x="161785" y="396114"/>
                  <a:pt x="155415" y="389744"/>
                </a:cubicBezTo>
                <a:cubicBezTo>
                  <a:pt x="149045" y="383374"/>
                  <a:pt x="148064" y="372033"/>
                  <a:pt x="140425" y="367259"/>
                </a:cubicBezTo>
                <a:cubicBezTo>
                  <a:pt x="127026" y="358885"/>
                  <a:pt x="95454" y="352269"/>
                  <a:pt x="95454" y="352269"/>
                </a:cubicBezTo>
                <a:cubicBezTo>
                  <a:pt x="90457" y="347272"/>
                  <a:pt x="86523" y="340914"/>
                  <a:pt x="80464" y="337278"/>
                </a:cubicBezTo>
                <a:cubicBezTo>
                  <a:pt x="47386" y="317430"/>
                  <a:pt x="67972" y="324786"/>
                  <a:pt x="65474" y="322288"/>
                </a:cubicBezTo>
                <a:close/>
              </a:path>
            </a:pathLst>
          </a:custGeom>
          <a:solidFill>
            <a:schemeClr val="accent1">
              <a:alpha val="11372"/>
            </a:schemeClr>
          </a:solidFill>
          <a:ln w="9525" cap="flat" cmpd="sng">
            <a:solidFill>
              <a:schemeClr val="dk1">
                <a:alpha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19" name="Google Shape;1019;p15"/>
          <p:cNvSpPr/>
          <p:nvPr/>
        </p:nvSpPr>
        <p:spPr>
          <a:xfrm>
            <a:off x="2960557" y="2083633"/>
            <a:ext cx="252262" cy="214067"/>
          </a:xfrm>
          <a:custGeom>
            <a:avLst/>
            <a:gdLst/>
            <a:ahLst/>
            <a:cxnLst/>
            <a:rect l="l" t="t" r="r" b="b"/>
            <a:pathLst>
              <a:path w="252262" h="214067" extrusionOk="0">
                <a:moveTo>
                  <a:pt x="0" y="187377"/>
                </a:moveTo>
                <a:lnTo>
                  <a:pt x="0" y="187377"/>
                </a:lnTo>
                <a:cubicBezTo>
                  <a:pt x="17489" y="172387"/>
                  <a:pt x="33596" y="155615"/>
                  <a:pt x="52466" y="142406"/>
                </a:cubicBezTo>
                <a:cubicBezTo>
                  <a:pt x="58938" y="137875"/>
                  <a:pt x="68782" y="139846"/>
                  <a:pt x="74951" y="134911"/>
                </a:cubicBezTo>
                <a:cubicBezTo>
                  <a:pt x="81985" y="129284"/>
                  <a:pt x="82302" y="117200"/>
                  <a:pt x="89941" y="112426"/>
                </a:cubicBezTo>
                <a:cubicBezTo>
                  <a:pt x="103340" y="104052"/>
                  <a:pt x="134912" y="97436"/>
                  <a:pt x="134912" y="97436"/>
                </a:cubicBezTo>
                <a:lnTo>
                  <a:pt x="164892" y="52465"/>
                </a:lnTo>
                <a:cubicBezTo>
                  <a:pt x="170189" y="44519"/>
                  <a:pt x="184191" y="20331"/>
                  <a:pt x="194873" y="14990"/>
                </a:cubicBezTo>
                <a:cubicBezTo>
                  <a:pt x="209006" y="7924"/>
                  <a:pt x="239843" y="0"/>
                  <a:pt x="239843" y="0"/>
                </a:cubicBezTo>
                <a:cubicBezTo>
                  <a:pt x="252262" y="37258"/>
                  <a:pt x="252003" y="25700"/>
                  <a:pt x="239843" y="82446"/>
                </a:cubicBezTo>
                <a:cubicBezTo>
                  <a:pt x="236532" y="97896"/>
                  <a:pt x="238000" y="118651"/>
                  <a:pt x="224853" y="127416"/>
                </a:cubicBezTo>
                <a:cubicBezTo>
                  <a:pt x="217358" y="132413"/>
                  <a:pt x="209402" y="136779"/>
                  <a:pt x="202368" y="142406"/>
                </a:cubicBezTo>
                <a:cubicBezTo>
                  <a:pt x="196850" y="146821"/>
                  <a:pt x="193030" y="153157"/>
                  <a:pt x="187377" y="157397"/>
                </a:cubicBezTo>
                <a:cubicBezTo>
                  <a:pt x="140883" y="192268"/>
                  <a:pt x="149304" y="185078"/>
                  <a:pt x="97436" y="202367"/>
                </a:cubicBezTo>
                <a:lnTo>
                  <a:pt x="74951" y="209862"/>
                </a:lnTo>
                <a:cubicBezTo>
                  <a:pt x="65946" y="208736"/>
                  <a:pt x="8897" y="214067"/>
                  <a:pt x="0" y="187377"/>
                </a:cubicBezTo>
                <a:lnTo>
                  <a:pt x="0" y="187377"/>
                </a:lnTo>
                <a:close/>
              </a:path>
            </a:pathLst>
          </a:custGeom>
          <a:solidFill>
            <a:schemeClr val="accent1">
              <a:alpha val="11372"/>
            </a:schemeClr>
          </a:solidFill>
          <a:ln w="9525" cap="flat" cmpd="sng">
            <a:solidFill>
              <a:schemeClr val="dk1">
                <a:alpha val="4941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20" name="Google Shape;1020;p15"/>
          <p:cNvSpPr/>
          <p:nvPr/>
        </p:nvSpPr>
        <p:spPr>
          <a:xfrm>
            <a:off x="3207895" y="2098623"/>
            <a:ext cx="188304" cy="219166"/>
          </a:xfrm>
          <a:custGeom>
            <a:avLst/>
            <a:gdLst/>
            <a:ahLst/>
            <a:cxnLst/>
            <a:rect l="l" t="t" r="r" b="b"/>
            <a:pathLst>
              <a:path w="188304" h="219166" extrusionOk="0">
                <a:moveTo>
                  <a:pt x="7495" y="164892"/>
                </a:moveTo>
                <a:lnTo>
                  <a:pt x="7495" y="164892"/>
                </a:lnTo>
                <a:cubicBezTo>
                  <a:pt x="14990" y="144905"/>
                  <a:pt x="20434" y="124023"/>
                  <a:pt x="29980" y="104931"/>
                </a:cubicBezTo>
                <a:cubicBezTo>
                  <a:pt x="33140" y="98610"/>
                  <a:pt x="41811" y="96261"/>
                  <a:pt x="44971" y="89941"/>
                </a:cubicBezTo>
                <a:cubicBezTo>
                  <a:pt x="45165" y="89552"/>
                  <a:pt x="56278" y="41158"/>
                  <a:pt x="59961" y="37475"/>
                </a:cubicBezTo>
                <a:cubicBezTo>
                  <a:pt x="85732" y="11703"/>
                  <a:pt x="99142" y="9425"/>
                  <a:pt x="127416" y="0"/>
                </a:cubicBezTo>
                <a:cubicBezTo>
                  <a:pt x="134911" y="2498"/>
                  <a:pt x="143732" y="2560"/>
                  <a:pt x="149902" y="7495"/>
                </a:cubicBezTo>
                <a:cubicBezTo>
                  <a:pt x="188304" y="38216"/>
                  <a:pt x="160138" y="132544"/>
                  <a:pt x="157397" y="149902"/>
                </a:cubicBezTo>
                <a:cubicBezTo>
                  <a:pt x="155992" y="158800"/>
                  <a:pt x="146435" y="164330"/>
                  <a:pt x="142407" y="172387"/>
                </a:cubicBezTo>
                <a:cubicBezTo>
                  <a:pt x="138874" y="179453"/>
                  <a:pt x="138977" y="188098"/>
                  <a:pt x="134912" y="194872"/>
                </a:cubicBezTo>
                <a:cubicBezTo>
                  <a:pt x="124624" y="212018"/>
                  <a:pt x="115122" y="211462"/>
                  <a:pt x="97436" y="217357"/>
                </a:cubicBezTo>
                <a:cubicBezTo>
                  <a:pt x="61967" y="212923"/>
                  <a:pt x="39284" y="219166"/>
                  <a:pt x="14990" y="194872"/>
                </a:cubicBezTo>
                <a:cubicBezTo>
                  <a:pt x="8620" y="188502"/>
                  <a:pt x="4997" y="179882"/>
                  <a:pt x="0" y="172387"/>
                </a:cubicBezTo>
                <a:cubicBezTo>
                  <a:pt x="8285" y="147532"/>
                  <a:pt x="6246" y="166141"/>
                  <a:pt x="7495" y="164892"/>
                </a:cubicBezTo>
                <a:close/>
              </a:path>
            </a:pathLst>
          </a:custGeom>
          <a:solidFill>
            <a:schemeClr val="accent1">
              <a:alpha val="11372"/>
            </a:schemeClr>
          </a:solidFill>
          <a:ln w="9525" cap="flat" cmpd="sng">
            <a:solidFill>
              <a:schemeClr val="dk1">
                <a:alpha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21" name="Google Shape;1021;p15"/>
          <p:cNvSpPr/>
          <p:nvPr/>
        </p:nvSpPr>
        <p:spPr>
          <a:xfrm>
            <a:off x="1066800" y="2286000"/>
            <a:ext cx="1905000" cy="2921000"/>
          </a:xfrm>
          <a:custGeom>
            <a:avLst/>
            <a:gdLst/>
            <a:ahLst/>
            <a:cxnLst/>
            <a:rect l="l" t="t" r="r" b="b"/>
            <a:pathLst>
              <a:path w="1927357" h="2908300" extrusionOk="0">
                <a:moveTo>
                  <a:pt x="1866900" y="25400"/>
                </a:moveTo>
                <a:lnTo>
                  <a:pt x="1866900" y="25400"/>
                </a:lnTo>
                <a:cubicBezTo>
                  <a:pt x="1871133" y="67733"/>
                  <a:pt x="1879600" y="109856"/>
                  <a:pt x="1879600" y="152400"/>
                </a:cubicBezTo>
                <a:cubicBezTo>
                  <a:pt x="1879600" y="438568"/>
                  <a:pt x="1873026" y="179141"/>
                  <a:pt x="1841500" y="368300"/>
                </a:cubicBezTo>
                <a:cubicBezTo>
                  <a:pt x="1834733" y="408905"/>
                  <a:pt x="1819223" y="514455"/>
                  <a:pt x="1803400" y="546100"/>
                </a:cubicBezTo>
                <a:cubicBezTo>
                  <a:pt x="1794933" y="563033"/>
                  <a:pt x="1784647" y="579173"/>
                  <a:pt x="1778000" y="596900"/>
                </a:cubicBezTo>
                <a:cubicBezTo>
                  <a:pt x="1771871" y="613243"/>
                  <a:pt x="1770316" y="630982"/>
                  <a:pt x="1765300" y="647700"/>
                </a:cubicBezTo>
                <a:cubicBezTo>
                  <a:pt x="1757607" y="673345"/>
                  <a:pt x="1746394" y="697925"/>
                  <a:pt x="1739900" y="723900"/>
                </a:cubicBezTo>
                <a:cubicBezTo>
                  <a:pt x="1700198" y="882709"/>
                  <a:pt x="1750939" y="685263"/>
                  <a:pt x="1714500" y="812800"/>
                </a:cubicBezTo>
                <a:cubicBezTo>
                  <a:pt x="1709075" y="831789"/>
                  <a:pt x="1699250" y="881400"/>
                  <a:pt x="1689100" y="901700"/>
                </a:cubicBezTo>
                <a:cubicBezTo>
                  <a:pt x="1628723" y="1022455"/>
                  <a:pt x="1703830" y="819411"/>
                  <a:pt x="1638300" y="1016000"/>
                </a:cubicBezTo>
                <a:lnTo>
                  <a:pt x="1625600" y="1054100"/>
                </a:lnTo>
                <a:cubicBezTo>
                  <a:pt x="1621367" y="1066800"/>
                  <a:pt x="1616147" y="1079213"/>
                  <a:pt x="1612900" y="1092200"/>
                </a:cubicBezTo>
                <a:lnTo>
                  <a:pt x="1587500" y="1193800"/>
                </a:lnTo>
                <a:cubicBezTo>
                  <a:pt x="1583267" y="1210733"/>
                  <a:pt x="1582606" y="1228988"/>
                  <a:pt x="1574800" y="1244600"/>
                </a:cubicBezTo>
                <a:cubicBezTo>
                  <a:pt x="1566333" y="1261533"/>
                  <a:pt x="1555387" y="1277439"/>
                  <a:pt x="1549400" y="1295400"/>
                </a:cubicBezTo>
                <a:cubicBezTo>
                  <a:pt x="1538361" y="1328518"/>
                  <a:pt x="1532467" y="1363133"/>
                  <a:pt x="1524000" y="1397000"/>
                </a:cubicBezTo>
                <a:lnTo>
                  <a:pt x="1511300" y="1447800"/>
                </a:lnTo>
                <a:cubicBezTo>
                  <a:pt x="1507067" y="1485900"/>
                  <a:pt x="1504429" y="1524211"/>
                  <a:pt x="1498600" y="1562100"/>
                </a:cubicBezTo>
                <a:cubicBezTo>
                  <a:pt x="1489098" y="1623864"/>
                  <a:pt x="1486477" y="1597893"/>
                  <a:pt x="1473200" y="1651000"/>
                </a:cubicBezTo>
                <a:cubicBezTo>
                  <a:pt x="1467965" y="1671941"/>
                  <a:pt x="1464733" y="1693333"/>
                  <a:pt x="1460500" y="1714500"/>
                </a:cubicBezTo>
                <a:cubicBezTo>
                  <a:pt x="1446685" y="2046051"/>
                  <a:pt x="1479957" y="1922830"/>
                  <a:pt x="1422400" y="2095500"/>
                </a:cubicBezTo>
                <a:lnTo>
                  <a:pt x="1384300" y="2209800"/>
                </a:lnTo>
                <a:lnTo>
                  <a:pt x="1371600" y="2247900"/>
                </a:lnTo>
                <a:cubicBezTo>
                  <a:pt x="1375833" y="2349500"/>
                  <a:pt x="1377223" y="2451258"/>
                  <a:pt x="1384300" y="2552700"/>
                </a:cubicBezTo>
                <a:cubicBezTo>
                  <a:pt x="1389929" y="2633382"/>
                  <a:pt x="1409700" y="2794000"/>
                  <a:pt x="1409700" y="2794000"/>
                </a:cubicBezTo>
                <a:cubicBezTo>
                  <a:pt x="1406610" y="2815632"/>
                  <a:pt x="1415906" y="2908300"/>
                  <a:pt x="1358900" y="2908300"/>
                </a:cubicBezTo>
                <a:cubicBezTo>
                  <a:pt x="1332126" y="2908300"/>
                  <a:pt x="1282700" y="2882900"/>
                  <a:pt x="1282700" y="2882900"/>
                </a:cubicBezTo>
                <a:cubicBezTo>
                  <a:pt x="1252161" y="2837091"/>
                  <a:pt x="1233296" y="2803397"/>
                  <a:pt x="1181100" y="2768600"/>
                </a:cubicBezTo>
                <a:cubicBezTo>
                  <a:pt x="1168400" y="2760133"/>
                  <a:pt x="1153211" y="2754545"/>
                  <a:pt x="1143000" y="2743200"/>
                </a:cubicBezTo>
                <a:cubicBezTo>
                  <a:pt x="1114680" y="2711734"/>
                  <a:pt x="1096734" y="2671534"/>
                  <a:pt x="1066800" y="2641600"/>
                </a:cubicBezTo>
                <a:lnTo>
                  <a:pt x="1028700" y="2603500"/>
                </a:lnTo>
                <a:cubicBezTo>
                  <a:pt x="998503" y="2512908"/>
                  <a:pt x="1041321" y="2622432"/>
                  <a:pt x="977900" y="2527300"/>
                </a:cubicBezTo>
                <a:cubicBezTo>
                  <a:pt x="970474" y="2516161"/>
                  <a:pt x="971701" y="2500902"/>
                  <a:pt x="965200" y="2489200"/>
                </a:cubicBezTo>
                <a:cubicBezTo>
                  <a:pt x="957477" y="2475299"/>
                  <a:pt x="904780" y="2389140"/>
                  <a:pt x="876300" y="2374900"/>
                </a:cubicBezTo>
                <a:cubicBezTo>
                  <a:pt x="856993" y="2365247"/>
                  <a:pt x="833872" y="2366883"/>
                  <a:pt x="812800" y="2362200"/>
                </a:cubicBezTo>
                <a:cubicBezTo>
                  <a:pt x="795761" y="2358414"/>
                  <a:pt x="778933" y="2353733"/>
                  <a:pt x="762000" y="2349500"/>
                </a:cubicBezTo>
                <a:cubicBezTo>
                  <a:pt x="733887" y="2330758"/>
                  <a:pt x="705357" y="2315336"/>
                  <a:pt x="685800" y="2286000"/>
                </a:cubicBezTo>
                <a:cubicBezTo>
                  <a:pt x="678374" y="2274861"/>
                  <a:pt x="680526" y="2259039"/>
                  <a:pt x="673100" y="2247900"/>
                </a:cubicBezTo>
                <a:cubicBezTo>
                  <a:pt x="663137" y="2232956"/>
                  <a:pt x="645439" y="2224415"/>
                  <a:pt x="635000" y="2209800"/>
                </a:cubicBezTo>
                <a:cubicBezTo>
                  <a:pt x="585958" y="2141141"/>
                  <a:pt x="640045" y="2169148"/>
                  <a:pt x="571500" y="2146300"/>
                </a:cubicBezTo>
                <a:cubicBezTo>
                  <a:pt x="563033" y="2133600"/>
                  <a:pt x="556893" y="2118993"/>
                  <a:pt x="546100" y="2108200"/>
                </a:cubicBezTo>
                <a:cubicBezTo>
                  <a:pt x="531133" y="2093233"/>
                  <a:pt x="508851" y="2086361"/>
                  <a:pt x="495300" y="2070100"/>
                </a:cubicBezTo>
                <a:cubicBezTo>
                  <a:pt x="486730" y="2059816"/>
                  <a:pt x="486833" y="2044700"/>
                  <a:pt x="482600" y="2032000"/>
                </a:cubicBezTo>
                <a:cubicBezTo>
                  <a:pt x="469900" y="2036233"/>
                  <a:pt x="457887" y="2044700"/>
                  <a:pt x="444500" y="2044700"/>
                </a:cubicBezTo>
                <a:cubicBezTo>
                  <a:pt x="414566" y="2044700"/>
                  <a:pt x="383393" y="2043117"/>
                  <a:pt x="355600" y="2032000"/>
                </a:cubicBezTo>
                <a:cubicBezTo>
                  <a:pt x="327900" y="2020920"/>
                  <a:pt x="273098" y="1926230"/>
                  <a:pt x="266700" y="1917700"/>
                </a:cubicBezTo>
                <a:cubicBezTo>
                  <a:pt x="231966" y="1871388"/>
                  <a:pt x="209071" y="1842818"/>
                  <a:pt x="177800" y="1790700"/>
                </a:cubicBezTo>
                <a:cubicBezTo>
                  <a:pt x="165100" y="1769533"/>
                  <a:pt x="152783" y="1748132"/>
                  <a:pt x="139700" y="1727200"/>
                </a:cubicBezTo>
                <a:cubicBezTo>
                  <a:pt x="131610" y="1714257"/>
                  <a:pt x="121126" y="1702752"/>
                  <a:pt x="114300" y="1689100"/>
                </a:cubicBezTo>
                <a:cubicBezTo>
                  <a:pt x="104150" y="1668800"/>
                  <a:pt x="94325" y="1619189"/>
                  <a:pt x="88900" y="1600200"/>
                </a:cubicBezTo>
                <a:cubicBezTo>
                  <a:pt x="85222" y="1587328"/>
                  <a:pt x="79722" y="1575015"/>
                  <a:pt x="76200" y="1562100"/>
                </a:cubicBezTo>
                <a:cubicBezTo>
                  <a:pt x="67015" y="1528421"/>
                  <a:pt x="70164" y="1489546"/>
                  <a:pt x="50800" y="1460500"/>
                </a:cubicBezTo>
                <a:lnTo>
                  <a:pt x="25400" y="1422400"/>
                </a:lnTo>
                <a:cubicBezTo>
                  <a:pt x="21167" y="1388533"/>
                  <a:pt x="18805" y="1354380"/>
                  <a:pt x="12700" y="1320800"/>
                </a:cubicBezTo>
                <a:cubicBezTo>
                  <a:pt x="10305" y="1307629"/>
                  <a:pt x="0" y="1296087"/>
                  <a:pt x="0" y="1282700"/>
                </a:cubicBezTo>
                <a:cubicBezTo>
                  <a:pt x="0" y="1109082"/>
                  <a:pt x="1151" y="935234"/>
                  <a:pt x="12700" y="762000"/>
                </a:cubicBezTo>
                <a:cubicBezTo>
                  <a:pt x="13959" y="743110"/>
                  <a:pt x="28707" y="727638"/>
                  <a:pt x="38100" y="711200"/>
                </a:cubicBezTo>
                <a:cubicBezTo>
                  <a:pt x="48854" y="692380"/>
                  <a:pt x="90934" y="634151"/>
                  <a:pt x="101600" y="622300"/>
                </a:cubicBezTo>
                <a:cubicBezTo>
                  <a:pt x="226405" y="483627"/>
                  <a:pt x="122659" y="599794"/>
                  <a:pt x="279400" y="495300"/>
                </a:cubicBezTo>
                <a:cubicBezTo>
                  <a:pt x="304800" y="478367"/>
                  <a:pt x="328296" y="458152"/>
                  <a:pt x="355600" y="444500"/>
                </a:cubicBezTo>
                <a:cubicBezTo>
                  <a:pt x="372533" y="436033"/>
                  <a:pt x="390346" y="429134"/>
                  <a:pt x="406400" y="419100"/>
                </a:cubicBezTo>
                <a:cubicBezTo>
                  <a:pt x="424349" y="407882"/>
                  <a:pt x="439251" y="392218"/>
                  <a:pt x="457200" y="381000"/>
                </a:cubicBezTo>
                <a:cubicBezTo>
                  <a:pt x="473254" y="370966"/>
                  <a:pt x="491562" y="364993"/>
                  <a:pt x="508000" y="355600"/>
                </a:cubicBezTo>
                <a:cubicBezTo>
                  <a:pt x="521252" y="348027"/>
                  <a:pt x="532700" y="337509"/>
                  <a:pt x="546100" y="330200"/>
                </a:cubicBezTo>
                <a:cubicBezTo>
                  <a:pt x="579341" y="312069"/>
                  <a:pt x="620926" y="306174"/>
                  <a:pt x="647700" y="279400"/>
                </a:cubicBezTo>
                <a:cubicBezTo>
                  <a:pt x="661223" y="265877"/>
                  <a:pt x="700914" y="221204"/>
                  <a:pt x="723900" y="215900"/>
                </a:cubicBezTo>
                <a:cubicBezTo>
                  <a:pt x="765355" y="206333"/>
                  <a:pt x="808647" y="208171"/>
                  <a:pt x="850900" y="203200"/>
                </a:cubicBezTo>
                <a:cubicBezTo>
                  <a:pt x="880629" y="199702"/>
                  <a:pt x="910167" y="194733"/>
                  <a:pt x="939800" y="190500"/>
                </a:cubicBezTo>
                <a:cubicBezTo>
                  <a:pt x="952500" y="186267"/>
                  <a:pt x="965926" y="183787"/>
                  <a:pt x="977900" y="177800"/>
                </a:cubicBezTo>
                <a:cubicBezTo>
                  <a:pt x="991552" y="170974"/>
                  <a:pt x="1001971" y="158413"/>
                  <a:pt x="1016000" y="152400"/>
                </a:cubicBezTo>
                <a:cubicBezTo>
                  <a:pt x="1032043" y="145524"/>
                  <a:pt x="1050082" y="144716"/>
                  <a:pt x="1066800" y="139700"/>
                </a:cubicBezTo>
                <a:cubicBezTo>
                  <a:pt x="1092445" y="132007"/>
                  <a:pt x="1117025" y="120794"/>
                  <a:pt x="1143000" y="114300"/>
                </a:cubicBezTo>
                <a:cubicBezTo>
                  <a:pt x="1176867" y="105833"/>
                  <a:pt x="1211482" y="99939"/>
                  <a:pt x="1244600" y="88900"/>
                </a:cubicBezTo>
                <a:cubicBezTo>
                  <a:pt x="1270000" y="80433"/>
                  <a:pt x="1294546" y="68751"/>
                  <a:pt x="1320800" y="63500"/>
                </a:cubicBezTo>
                <a:cubicBezTo>
                  <a:pt x="1341967" y="59267"/>
                  <a:pt x="1363475" y="56480"/>
                  <a:pt x="1384300" y="50800"/>
                </a:cubicBezTo>
                <a:cubicBezTo>
                  <a:pt x="1410131" y="43755"/>
                  <a:pt x="1435100" y="33867"/>
                  <a:pt x="1460500" y="25400"/>
                </a:cubicBezTo>
                <a:cubicBezTo>
                  <a:pt x="1473200" y="21167"/>
                  <a:pt x="1485613" y="15947"/>
                  <a:pt x="1498600" y="12700"/>
                </a:cubicBezTo>
                <a:lnTo>
                  <a:pt x="1549400" y="0"/>
                </a:lnTo>
                <a:cubicBezTo>
                  <a:pt x="1621367" y="4233"/>
                  <a:pt x="1693480" y="6455"/>
                  <a:pt x="1765300" y="12700"/>
                </a:cubicBezTo>
                <a:cubicBezTo>
                  <a:pt x="1927357" y="26792"/>
                  <a:pt x="1849967" y="23283"/>
                  <a:pt x="1866900" y="25400"/>
                </a:cubicBezTo>
                <a:close/>
              </a:path>
            </a:pathLst>
          </a:custGeom>
          <a:solidFill>
            <a:schemeClr val="accent1">
              <a:alpha val="11372"/>
            </a:schemeClr>
          </a:solidFill>
          <a:ln w="9525" cap="flat" cmpd="sng">
            <a:solidFill>
              <a:schemeClr val="dk1">
                <a:alpha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22" name="Google Shape;1022;p15"/>
          <p:cNvSpPr/>
          <p:nvPr/>
        </p:nvSpPr>
        <p:spPr>
          <a:xfrm>
            <a:off x="2885045" y="1851285"/>
            <a:ext cx="283141" cy="393478"/>
          </a:xfrm>
          <a:custGeom>
            <a:avLst/>
            <a:gdLst/>
            <a:ahLst/>
            <a:cxnLst/>
            <a:rect l="l" t="t" r="r" b="b"/>
            <a:pathLst>
              <a:path w="283141" h="393478" extrusionOk="0">
                <a:moveTo>
                  <a:pt x="23047" y="367259"/>
                </a:moveTo>
                <a:lnTo>
                  <a:pt x="23047" y="367259"/>
                </a:lnTo>
                <a:cubicBezTo>
                  <a:pt x="43034" y="357266"/>
                  <a:pt x="65368" y="350998"/>
                  <a:pt x="83007" y="337279"/>
                </a:cubicBezTo>
                <a:cubicBezTo>
                  <a:pt x="89243" y="332429"/>
                  <a:pt x="86121" y="321368"/>
                  <a:pt x="90503" y="314794"/>
                </a:cubicBezTo>
                <a:cubicBezTo>
                  <a:pt x="96383" y="305974"/>
                  <a:pt x="105493" y="299803"/>
                  <a:pt x="112988" y="292308"/>
                </a:cubicBezTo>
                <a:cubicBezTo>
                  <a:pt x="126730" y="251083"/>
                  <a:pt x="112226" y="288020"/>
                  <a:pt x="135473" y="247338"/>
                </a:cubicBezTo>
                <a:cubicBezTo>
                  <a:pt x="141016" y="237637"/>
                  <a:pt x="144920" y="227059"/>
                  <a:pt x="150463" y="217358"/>
                </a:cubicBezTo>
                <a:cubicBezTo>
                  <a:pt x="154932" y="209537"/>
                  <a:pt x="161425" y="202929"/>
                  <a:pt x="165453" y="194872"/>
                </a:cubicBezTo>
                <a:cubicBezTo>
                  <a:pt x="184911" y="155956"/>
                  <a:pt x="158660" y="186674"/>
                  <a:pt x="187939" y="157397"/>
                </a:cubicBezTo>
                <a:cubicBezTo>
                  <a:pt x="192936" y="142407"/>
                  <a:pt x="194164" y="125573"/>
                  <a:pt x="202929" y="112426"/>
                </a:cubicBezTo>
                <a:cubicBezTo>
                  <a:pt x="212922" y="97436"/>
                  <a:pt x="227212" y="84547"/>
                  <a:pt x="232909" y="67456"/>
                </a:cubicBezTo>
                <a:lnTo>
                  <a:pt x="247899" y="22485"/>
                </a:lnTo>
                <a:lnTo>
                  <a:pt x="255394" y="0"/>
                </a:lnTo>
                <a:cubicBezTo>
                  <a:pt x="260391" y="4997"/>
                  <a:pt x="267904" y="8373"/>
                  <a:pt x="270385" y="14990"/>
                </a:cubicBezTo>
                <a:cubicBezTo>
                  <a:pt x="283141" y="49006"/>
                  <a:pt x="277289" y="77908"/>
                  <a:pt x="270385" y="112426"/>
                </a:cubicBezTo>
                <a:cubicBezTo>
                  <a:pt x="268835" y="120173"/>
                  <a:pt x="265388" y="127417"/>
                  <a:pt x="262889" y="134912"/>
                </a:cubicBezTo>
                <a:cubicBezTo>
                  <a:pt x="245301" y="240439"/>
                  <a:pt x="257510" y="196019"/>
                  <a:pt x="232909" y="269823"/>
                </a:cubicBezTo>
                <a:cubicBezTo>
                  <a:pt x="230411" y="277318"/>
                  <a:pt x="231000" y="286721"/>
                  <a:pt x="225414" y="292308"/>
                </a:cubicBezTo>
                <a:cubicBezTo>
                  <a:pt x="220417" y="297305"/>
                  <a:pt x="214838" y="301781"/>
                  <a:pt x="210424" y="307299"/>
                </a:cubicBezTo>
                <a:cubicBezTo>
                  <a:pt x="204797" y="314333"/>
                  <a:pt x="201804" y="323415"/>
                  <a:pt x="195434" y="329784"/>
                </a:cubicBezTo>
                <a:cubicBezTo>
                  <a:pt x="189064" y="336154"/>
                  <a:pt x="180443" y="339777"/>
                  <a:pt x="172948" y="344774"/>
                </a:cubicBezTo>
                <a:cubicBezTo>
                  <a:pt x="167951" y="352269"/>
                  <a:pt x="165597" y="362485"/>
                  <a:pt x="157958" y="367259"/>
                </a:cubicBezTo>
                <a:cubicBezTo>
                  <a:pt x="145796" y="374860"/>
                  <a:pt x="100557" y="385357"/>
                  <a:pt x="83007" y="389745"/>
                </a:cubicBezTo>
                <a:cubicBezTo>
                  <a:pt x="58024" y="387246"/>
                  <a:pt x="30514" y="393478"/>
                  <a:pt x="8057" y="382249"/>
                </a:cubicBezTo>
                <a:cubicBezTo>
                  <a:pt x="0" y="378220"/>
                  <a:pt x="15841" y="365169"/>
                  <a:pt x="23047" y="359764"/>
                </a:cubicBezTo>
                <a:cubicBezTo>
                  <a:pt x="27044" y="356766"/>
                  <a:pt x="23047" y="366010"/>
                  <a:pt x="23047" y="367259"/>
                </a:cubicBezTo>
                <a:close/>
              </a:path>
            </a:pathLst>
          </a:custGeom>
          <a:solidFill>
            <a:schemeClr val="accent1">
              <a:alpha val="11372"/>
            </a:schemeClr>
          </a:solidFill>
          <a:ln w="9525" cap="flat" cmpd="sng">
            <a:solidFill>
              <a:schemeClr val="dk1">
                <a:alpha val="49411"/>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23" name="Google Shape;1023;p15"/>
          <p:cNvSpPr/>
          <p:nvPr/>
        </p:nvSpPr>
        <p:spPr>
          <a:xfrm>
            <a:off x="1596452" y="2803161"/>
            <a:ext cx="1263539" cy="527153"/>
          </a:xfrm>
          <a:custGeom>
            <a:avLst/>
            <a:gdLst/>
            <a:ahLst/>
            <a:cxnLst/>
            <a:rect l="l" t="t" r="r" b="b"/>
            <a:pathLst>
              <a:path w="1263539" h="527153" extrusionOk="0">
                <a:moveTo>
                  <a:pt x="1146748" y="0"/>
                </a:moveTo>
                <a:lnTo>
                  <a:pt x="1146748" y="0"/>
                </a:lnTo>
                <a:cubicBezTo>
                  <a:pt x="1114269" y="2498"/>
                  <a:pt x="1081488" y="2415"/>
                  <a:pt x="1049312" y="7495"/>
                </a:cubicBezTo>
                <a:cubicBezTo>
                  <a:pt x="1033704" y="9959"/>
                  <a:pt x="1019983" y="20250"/>
                  <a:pt x="1004341" y="22485"/>
                </a:cubicBezTo>
                <a:lnTo>
                  <a:pt x="951876" y="29980"/>
                </a:lnTo>
                <a:cubicBezTo>
                  <a:pt x="939384" y="34977"/>
                  <a:pt x="927164" y="40715"/>
                  <a:pt x="914400" y="44970"/>
                </a:cubicBezTo>
                <a:cubicBezTo>
                  <a:pt x="867870" y="60480"/>
                  <a:pt x="774538" y="64326"/>
                  <a:pt x="749509" y="67455"/>
                </a:cubicBezTo>
                <a:lnTo>
                  <a:pt x="689548" y="74950"/>
                </a:lnTo>
                <a:cubicBezTo>
                  <a:pt x="636808" y="92532"/>
                  <a:pt x="701927" y="69646"/>
                  <a:pt x="637082" y="97436"/>
                </a:cubicBezTo>
                <a:cubicBezTo>
                  <a:pt x="613095" y="107716"/>
                  <a:pt x="605278" y="105387"/>
                  <a:pt x="577122" y="112426"/>
                </a:cubicBezTo>
                <a:cubicBezTo>
                  <a:pt x="569457" y="114342"/>
                  <a:pt x="562302" y="118005"/>
                  <a:pt x="554637" y="119921"/>
                </a:cubicBezTo>
                <a:cubicBezTo>
                  <a:pt x="542278" y="123011"/>
                  <a:pt x="529653" y="124918"/>
                  <a:pt x="517161" y="127416"/>
                </a:cubicBezTo>
                <a:cubicBezTo>
                  <a:pt x="509666" y="132413"/>
                  <a:pt x="502908" y="138748"/>
                  <a:pt x="494676" y="142406"/>
                </a:cubicBezTo>
                <a:cubicBezTo>
                  <a:pt x="480237" y="148823"/>
                  <a:pt x="464695" y="152399"/>
                  <a:pt x="449705" y="157396"/>
                </a:cubicBezTo>
                <a:lnTo>
                  <a:pt x="404735" y="172387"/>
                </a:lnTo>
                <a:cubicBezTo>
                  <a:pt x="394742" y="177384"/>
                  <a:pt x="384456" y="181834"/>
                  <a:pt x="374755" y="187377"/>
                </a:cubicBezTo>
                <a:cubicBezTo>
                  <a:pt x="357085" y="197474"/>
                  <a:pt x="338383" y="213356"/>
                  <a:pt x="322289" y="224852"/>
                </a:cubicBezTo>
                <a:cubicBezTo>
                  <a:pt x="314959" y="230088"/>
                  <a:pt x="307861" y="235814"/>
                  <a:pt x="299804" y="239842"/>
                </a:cubicBezTo>
                <a:cubicBezTo>
                  <a:pt x="292737" y="243375"/>
                  <a:pt x="284813" y="244839"/>
                  <a:pt x="277318" y="247337"/>
                </a:cubicBezTo>
                <a:cubicBezTo>
                  <a:pt x="243794" y="297625"/>
                  <a:pt x="283285" y="248357"/>
                  <a:pt x="239843" y="277318"/>
                </a:cubicBezTo>
                <a:cubicBezTo>
                  <a:pt x="183700" y="314747"/>
                  <a:pt x="248337" y="289477"/>
                  <a:pt x="194873" y="307298"/>
                </a:cubicBezTo>
                <a:cubicBezTo>
                  <a:pt x="189876" y="312295"/>
                  <a:pt x="185942" y="318652"/>
                  <a:pt x="179882" y="322288"/>
                </a:cubicBezTo>
                <a:cubicBezTo>
                  <a:pt x="173107" y="326353"/>
                  <a:pt x="163566" y="324848"/>
                  <a:pt x="157397" y="329783"/>
                </a:cubicBezTo>
                <a:cubicBezTo>
                  <a:pt x="150363" y="335410"/>
                  <a:pt x="149186" y="346337"/>
                  <a:pt x="142407" y="352269"/>
                </a:cubicBezTo>
                <a:cubicBezTo>
                  <a:pt x="128849" y="364133"/>
                  <a:pt x="110176" y="369510"/>
                  <a:pt x="97437" y="382249"/>
                </a:cubicBezTo>
                <a:lnTo>
                  <a:pt x="52466" y="427219"/>
                </a:lnTo>
                <a:lnTo>
                  <a:pt x="29981" y="449705"/>
                </a:lnTo>
                <a:cubicBezTo>
                  <a:pt x="12142" y="503221"/>
                  <a:pt x="23756" y="481528"/>
                  <a:pt x="0" y="517160"/>
                </a:cubicBezTo>
                <a:cubicBezTo>
                  <a:pt x="7495" y="519658"/>
                  <a:pt x="14991" y="527153"/>
                  <a:pt x="22486" y="524655"/>
                </a:cubicBezTo>
                <a:cubicBezTo>
                  <a:pt x="39577" y="518958"/>
                  <a:pt x="54717" y="507414"/>
                  <a:pt x="67456" y="494675"/>
                </a:cubicBezTo>
                <a:cubicBezTo>
                  <a:pt x="79948" y="482183"/>
                  <a:pt x="88173" y="462787"/>
                  <a:pt x="104932" y="457200"/>
                </a:cubicBezTo>
                <a:cubicBezTo>
                  <a:pt x="119922" y="452203"/>
                  <a:pt x="135769" y="449275"/>
                  <a:pt x="149902" y="442209"/>
                </a:cubicBezTo>
                <a:cubicBezTo>
                  <a:pt x="159895" y="437212"/>
                  <a:pt x="169420" y="431142"/>
                  <a:pt x="179882" y="427219"/>
                </a:cubicBezTo>
                <a:cubicBezTo>
                  <a:pt x="189527" y="423602"/>
                  <a:pt x="199996" y="422684"/>
                  <a:pt x="209863" y="419724"/>
                </a:cubicBezTo>
                <a:cubicBezTo>
                  <a:pt x="224997" y="415184"/>
                  <a:pt x="239504" y="408566"/>
                  <a:pt x="254833" y="404734"/>
                </a:cubicBezTo>
                <a:cubicBezTo>
                  <a:pt x="264827" y="402236"/>
                  <a:pt x="274909" y="400069"/>
                  <a:pt x="284814" y="397239"/>
                </a:cubicBezTo>
                <a:cubicBezTo>
                  <a:pt x="292410" y="395069"/>
                  <a:pt x="299478" y="390861"/>
                  <a:pt x="307299" y="389744"/>
                </a:cubicBezTo>
                <a:cubicBezTo>
                  <a:pt x="334617" y="385841"/>
                  <a:pt x="362318" y="385296"/>
                  <a:pt x="389745" y="382249"/>
                </a:cubicBezTo>
                <a:cubicBezTo>
                  <a:pt x="407303" y="380298"/>
                  <a:pt x="424632" y="376512"/>
                  <a:pt x="442210" y="374754"/>
                </a:cubicBezTo>
                <a:cubicBezTo>
                  <a:pt x="474623" y="371513"/>
                  <a:pt x="507167" y="369757"/>
                  <a:pt x="539646" y="367259"/>
                </a:cubicBezTo>
                <a:cubicBezTo>
                  <a:pt x="563520" y="361291"/>
                  <a:pt x="582362" y="356075"/>
                  <a:pt x="607102" y="352269"/>
                </a:cubicBezTo>
                <a:cubicBezTo>
                  <a:pt x="627010" y="349206"/>
                  <a:pt x="647076" y="347272"/>
                  <a:pt x="667063" y="344773"/>
                </a:cubicBezTo>
                <a:cubicBezTo>
                  <a:pt x="682053" y="339776"/>
                  <a:pt x="696704" y="333615"/>
                  <a:pt x="712033" y="329783"/>
                </a:cubicBezTo>
                <a:cubicBezTo>
                  <a:pt x="721639" y="327381"/>
                  <a:pt x="753746" y="320170"/>
                  <a:pt x="764499" y="314793"/>
                </a:cubicBezTo>
                <a:cubicBezTo>
                  <a:pt x="772556" y="310765"/>
                  <a:pt x="778927" y="303831"/>
                  <a:pt x="786984" y="299803"/>
                </a:cubicBezTo>
                <a:cubicBezTo>
                  <a:pt x="794050" y="296270"/>
                  <a:pt x="802207" y="295420"/>
                  <a:pt x="809469" y="292308"/>
                </a:cubicBezTo>
                <a:cubicBezTo>
                  <a:pt x="874301" y="264523"/>
                  <a:pt x="809204" y="287400"/>
                  <a:pt x="861935" y="269823"/>
                </a:cubicBezTo>
                <a:cubicBezTo>
                  <a:pt x="866932" y="264826"/>
                  <a:pt x="870605" y="257992"/>
                  <a:pt x="876925" y="254832"/>
                </a:cubicBezTo>
                <a:cubicBezTo>
                  <a:pt x="918827" y="233880"/>
                  <a:pt x="902359" y="265358"/>
                  <a:pt x="951876" y="232347"/>
                </a:cubicBezTo>
                <a:cubicBezTo>
                  <a:pt x="959371" y="227350"/>
                  <a:pt x="966129" y="221015"/>
                  <a:pt x="974361" y="217357"/>
                </a:cubicBezTo>
                <a:cubicBezTo>
                  <a:pt x="988800" y="210940"/>
                  <a:pt x="1004342" y="207364"/>
                  <a:pt x="1019332" y="202367"/>
                </a:cubicBezTo>
                <a:cubicBezTo>
                  <a:pt x="1026827" y="199869"/>
                  <a:pt x="1034152" y="196788"/>
                  <a:pt x="1041817" y="194872"/>
                </a:cubicBezTo>
                <a:cubicBezTo>
                  <a:pt x="1079462" y="185461"/>
                  <a:pt x="1062025" y="190634"/>
                  <a:pt x="1094282" y="179882"/>
                </a:cubicBezTo>
                <a:cubicBezTo>
                  <a:pt x="1127914" y="146250"/>
                  <a:pt x="1087974" y="181720"/>
                  <a:pt x="1131758" y="157396"/>
                </a:cubicBezTo>
                <a:cubicBezTo>
                  <a:pt x="1147507" y="148647"/>
                  <a:pt x="1159637" y="133113"/>
                  <a:pt x="1176728" y="127416"/>
                </a:cubicBezTo>
                <a:cubicBezTo>
                  <a:pt x="1230245" y="109578"/>
                  <a:pt x="1208552" y="121191"/>
                  <a:pt x="1244184" y="97436"/>
                </a:cubicBezTo>
                <a:cubicBezTo>
                  <a:pt x="1249181" y="89941"/>
                  <a:pt x="1257693" y="83836"/>
                  <a:pt x="1259174" y="74950"/>
                </a:cubicBezTo>
                <a:cubicBezTo>
                  <a:pt x="1263539" y="48761"/>
                  <a:pt x="1218217" y="26321"/>
                  <a:pt x="1206709" y="22485"/>
                </a:cubicBezTo>
                <a:cubicBezTo>
                  <a:pt x="1140406" y="385"/>
                  <a:pt x="1177539" y="7495"/>
                  <a:pt x="1094282" y="7495"/>
                </a:cubicBezTo>
                <a:lnTo>
                  <a:pt x="1094282" y="7495"/>
                </a:lnTo>
              </a:path>
            </a:pathLst>
          </a:custGeom>
          <a:solidFill>
            <a:schemeClr val="accent1">
              <a:alpha val="11372"/>
            </a:schemeClr>
          </a:solidFill>
          <a:ln w="9525" cap="flat" cmpd="sng">
            <a:solidFill>
              <a:schemeClr val="dk1">
                <a:alpha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24" name="Google Shape;1024;p15"/>
          <p:cNvSpPr/>
          <p:nvPr/>
        </p:nvSpPr>
        <p:spPr>
          <a:xfrm>
            <a:off x="2895600" y="4343400"/>
            <a:ext cx="1790700" cy="1600200"/>
          </a:xfrm>
          <a:custGeom>
            <a:avLst/>
            <a:gdLst/>
            <a:ahLst/>
            <a:cxnLst/>
            <a:rect l="l" t="t" r="r" b="b"/>
            <a:pathLst>
              <a:path w="2305050" h="1840770" extrusionOk="0">
                <a:moveTo>
                  <a:pt x="47625" y="421545"/>
                </a:moveTo>
                <a:lnTo>
                  <a:pt x="47625" y="421545"/>
                </a:lnTo>
                <a:cubicBezTo>
                  <a:pt x="60325" y="396145"/>
                  <a:pt x="69440" y="368610"/>
                  <a:pt x="85725" y="345345"/>
                </a:cubicBezTo>
                <a:cubicBezTo>
                  <a:pt x="92290" y="335967"/>
                  <a:pt x="104985" y="332949"/>
                  <a:pt x="114300" y="326295"/>
                </a:cubicBezTo>
                <a:cubicBezTo>
                  <a:pt x="164757" y="290254"/>
                  <a:pt x="134604" y="303652"/>
                  <a:pt x="180975" y="288195"/>
                </a:cubicBezTo>
                <a:cubicBezTo>
                  <a:pt x="206375" y="269145"/>
                  <a:pt x="238125" y="256445"/>
                  <a:pt x="257175" y="231045"/>
                </a:cubicBezTo>
                <a:cubicBezTo>
                  <a:pt x="266700" y="218345"/>
                  <a:pt x="274003" y="203624"/>
                  <a:pt x="285750" y="192945"/>
                </a:cubicBezTo>
                <a:cubicBezTo>
                  <a:pt x="309243" y="171588"/>
                  <a:pt x="335532" y="153407"/>
                  <a:pt x="361950" y="135795"/>
                </a:cubicBezTo>
                <a:cubicBezTo>
                  <a:pt x="390648" y="116663"/>
                  <a:pt x="394788" y="112197"/>
                  <a:pt x="428625" y="97695"/>
                </a:cubicBezTo>
                <a:cubicBezTo>
                  <a:pt x="437853" y="93740"/>
                  <a:pt x="447972" y="92125"/>
                  <a:pt x="457200" y="88170"/>
                </a:cubicBezTo>
                <a:cubicBezTo>
                  <a:pt x="502690" y="68674"/>
                  <a:pt x="485507" y="67577"/>
                  <a:pt x="533400" y="59595"/>
                </a:cubicBezTo>
                <a:cubicBezTo>
                  <a:pt x="613081" y="46315"/>
                  <a:pt x="690017" y="45340"/>
                  <a:pt x="771525" y="40545"/>
                </a:cubicBezTo>
                <a:cubicBezTo>
                  <a:pt x="790575" y="34195"/>
                  <a:pt x="808750" y="23986"/>
                  <a:pt x="828675" y="21495"/>
                </a:cubicBezTo>
                <a:cubicBezTo>
                  <a:pt x="936537" y="8012"/>
                  <a:pt x="879404" y="14517"/>
                  <a:pt x="1000125" y="2445"/>
                </a:cubicBezTo>
                <a:cubicBezTo>
                  <a:pt x="1114425" y="5620"/>
                  <a:pt x="1229309" y="0"/>
                  <a:pt x="1343025" y="11970"/>
                </a:cubicBezTo>
                <a:cubicBezTo>
                  <a:pt x="1354410" y="13168"/>
                  <a:pt x="1352187" y="34777"/>
                  <a:pt x="1362075" y="40545"/>
                </a:cubicBezTo>
                <a:cubicBezTo>
                  <a:pt x="1391613" y="57775"/>
                  <a:pt x="1425575" y="65945"/>
                  <a:pt x="1457325" y="78645"/>
                </a:cubicBezTo>
                <a:cubicBezTo>
                  <a:pt x="1477946" y="86894"/>
                  <a:pt x="1510061" y="100821"/>
                  <a:pt x="1533525" y="107220"/>
                </a:cubicBezTo>
                <a:cubicBezTo>
                  <a:pt x="1558784" y="114109"/>
                  <a:pt x="1583673" y="123665"/>
                  <a:pt x="1609725" y="126270"/>
                </a:cubicBezTo>
                <a:cubicBezTo>
                  <a:pt x="1641475" y="129445"/>
                  <a:pt x="1673347" y="131578"/>
                  <a:pt x="1704975" y="135795"/>
                </a:cubicBezTo>
                <a:cubicBezTo>
                  <a:pt x="1721022" y="137935"/>
                  <a:pt x="1736796" y="141808"/>
                  <a:pt x="1752600" y="145320"/>
                </a:cubicBezTo>
                <a:cubicBezTo>
                  <a:pt x="1765379" y="148160"/>
                  <a:pt x="1777699" y="153315"/>
                  <a:pt x="1790700" y="154845"/>
                </a:cubicBezTo>
                <a:cubicBezTo>
                  <a:pt x="1831813" y="159682"/>
                  <a:pt x="1873315" y="160445"/>
                  <a:pt x="1914525" y="164370"/>
                </a:cubicBezTo>
                <a:cubicBezTo>
                  <a:pt x="1944201" y="167196"/>
                  <a:pt x="2005209" y="174382"/>
                  <a:pt x="2038350" y="183420"/>
                </a:cubicBezTo>
                <a:cubicBezTo>
                  <a:pt x="2057723" y="188704"/>
                  <a:pt x="2076450" y="196120"/>
                  <a:pt x="2095500" y="202470"/>
                </a:cubicBezTo>
                <a:cubicBezTo>
                  <a:pt x="2105025" y="205645"/>
                  <a:pt x="2115721" y="206426"/>
                  <a:pt x="2124075" y="211995"/>
                </a:cubicBezTo>
                <a:cubicBezTo>
                  <a:pt x="2133600" y="218345"/>
                  <a:pt x="2143856" y="223716"/>
                  <a:pt x="2152650" y="231045"/>
                </a:cubicBezTo>
                <a:cubicBezTo>
                  <a:pt x="2225989" y="292161"/>
                  <a:pt x="2138854" y="231372"/>
                  <a:pt x="2209800" y="278670"/>
                </a:cubicBezTo>
                <a:cubicBezTo>
                  <a:pt x="2212975" y="300895"/>
                  <a:pt x="2215309" y="323256"/>
                  <a:pt x="2219325" y="345345"/>
                </a:cubicBezTo>
                <a:cubicBezTo>
                  <a:pt x="2222857" y="364772"/>
                  <a:pt x="2231174" y="392818"/>
                  <a:pt x="2238375" y="412020"/>
                </a:cubicBezTo>
                <a:cubicBezTo>
                  <a:pt x="2244378" y="428029"/>
                  <a:pt x="2251075" y="443770"/>
                  <a:pt x="2257425" y="459645"/>
                </a:cubicBezTo>
                <a:cubicBezTo>
                  <a:pt x="2260600" y="491395"/>
                  <a:pt x="2262437" y="523307"/>
                  <a:pt x="2266950" y="554895"/>
                </a:cubicBezTo>
                <a:cubicBezTo>
                  <a:pt x="2274870" y="610337"/>
                  <a:pt x="2282268" y="583858"/>
                  <a:pt x="2295525" y="650145"/>
                </a:cubicBezTo>
                <a:lnTo>
                  <a:pt x="2305050" y="697770"/>
                </a:lnTo>
                <a:cubicBezTo>
                  <a:pt x="2301875" y="773970"/>
                  <a:pt x="2301159" y="850312"/>
                  <a:pt x="2295525" y="926370"/>
                </a:cubicBezTo>
                <a:cubicBezTo>
                  <a:pt x="2294783" y="936383"/>
                  <a:pt x="2288178" y="945144"/>
                  <a:pt x="2286000" y="954945"/>
                </a:cubicBezTo>
                <a:cubicBezTo>
                  <a:pt x="2270013" y="1026886"/>
                  <a:pt x="2284084" y="1008317"/>
                  <a:pt x="2257425" y="1088295"/>
                </a:cubicBezTo>
                <a:cubicBezTo>
                  <a:pt x="2201836" y="1255061"/>
                  <a:pt x="2272340" y="1047278"/>
                  <a:pt x="2219325" y="1193070"/>
                </a:cubicBezTo>
                <a:cubicBezTo>
                  <a:pt x="2212463" y="1211941"/>
                  <a:pt x="2209255" y="1232259"/>
                  <a:pt x="2200275" y="1250220"/>
                </a:cubicBezTo>
                <a:cubicBezTo>
                  <a:pt x="2193925" y="1262920"/>
                  <a:pt x="2186211" y="1275025"/>
                  <a:pt x="2181225" y="1288320"/>
                </a:cubicBezTo>
                <a:cubicBezTo>
                  <a:pt x="2165636" y="1329891"/>
                  <a:pt x="2178623" y="1318809"/>
                  <a:pt x="2162175" y="1354995"/>
                </a:cubicBezTo>
                <a:cubicBezTo>
                  <a:pt x="2127647" y="1430956"/>
                  <a:pt x="2128692" y="1424269"/>
                  <a:pt x="2085975" y="1488345"/>
                </a:cubicBezTo>
                <a:cubicBezTo>
                  <a:pt x="2079625" y="1497870"/>
                  <a:pt x="2075020" y="1508825"/>
                  <a:pt x="2066925" y="1516920"/>
                </a:cubicBezTo>
                <a:cubicBezTo>
                  <a:pt x="2047875" y="1535970"/>
                  <a:pt x="2035333" y="1565551"/>
                  <a:pt x="2009775" y="1574070"/>
                </a:cubicBezTo>
                <a:cubicBezTo>
                  <a:pt x="2000250" y="1577245"/>
                  <a:pt x="1989977" y="1578719"/>
                  <a:pt x="1981200" y="1583595"/>
                </a:cubicBezTo>
                <a:cubicBezTo>
                  <a:pt x="1961186" y="1594714"/>
                  <a:pt x="1924050" y="1621695"/>
                  <a:pt x="1924050" y="1621695"/>
                </a:cubicBezTo>
                <a:cubicBezTo>
                  <a:pt x="1920875" y="1631220"/>
                  <a:pt x="1921625" y="1643170"/>
                  <a:pt x="1914525" y="1650270"/>
                </a:cubicBezTo>
                <a:cubicBezTo>
                  <a:pt x="1840803" y="1723992"/>
                  <a:pt x="1882699" y="1667951"/>
                  <a:pt x="1828800" y="1697895"/>
                </a:cubicBezTo>
                <a:cubicBezTo>
                  <a:pt x="1771296" y="1729842"/>
                  <a:pt x="1785021" y="1734457"/>
                  <a:pt x="1733550" y="1755045"/>
                </a:cubicBezTo>
                <a:cubicBezTo>
                  <a:pt x="1651311" y="1787941"/>
                  <a:pt x="1703936" y="1763122"/>
                  <a:pt x="1628775" y="1783620"/>
                </a:cubicBezTo>
                <a:cubicBezTo>
                  <a:pt x="1609402" y="1788904"/>
                  <a:pt x="1590675" y="1796320"/>
                  <a:pt x="1571625" y="1802670"/>
                </a:cubicBezTo>
                <a:cubicBezTo>
                  <a:pt x="1562100" y="1805845"/>
                  <a:pt x="1552790" y="1809760"/>
                  <a:pt x="1543050" y="1812195"/>
                </a:cubicBezTo>
                <a:cubicBezTo>
                  <a:pt x="1517650" y="1818545"/>
                  <a:pt x="1492872" y="1828354"/>
                  <a:pt x="1466850" y="1831245"/>
                </a:cubicBezTo>
                <a:lnTo>
                  <a:pt x="1381125" y="1840770"/>
                </a:lnTo>
                <a:cubicBezTo>
                  <a:pt x="1317625" y="1837595"/>
                  <a:pt x="1254043" y="1835775"/>
                  <a:pt x="1190625" y="1831245"/>
                </a:cubicBezTo>
                <a:cubicBezTo>
                  <a:pt x="1165092" y="1829421"/>
                  <a:pt x="1139866" y="1824547"/>
                  <a:pt x="1114425" y="1821720"/>
                </a:cubicBezTo>
                <a:cubicBezTo>
                  <a:pt x="1082712" y="1818196"/>
                  <a:pt x="1050925" y="1815370"/>
                  <a:pt x="1019175" y="1812195"/>
                </a:cubicBezTo>
                <a:cubicBezTo>
                  <a:pt x="1009650" y="1809020"/>
                  <a:pt x="1000571" y="1803843"/>
                  <a:pt x="990600" y="1802670"/>
                </a:cubicBezTo>
                <a:cubicBezTo>
                  <a:pt x="883000" y="1790011"/>
                  <a:pt x="889083" y="1804600"/>
                  <a:pt x="819150" y="1783620"/>
                </a:cubicBezTo>
                <a:cubicBezTo>
                  <a:pt x="799916" y="1777850"/>
                  <a:pt x="781050" y="1770920"/>
                  <a:pt x="762000" y="1764570"/>
                </a:cubicBezTo>
                <a:lnTo>
                  <a:pt x="733425" y="1755045"/>
                </a:lnTo>
                <a:cubicBezTo>
                  <a:pt x="682625" y="1678845"/>
                  <a:pt x="749300" y="1770920"/>
                  <a:pt x="685800" y="1707420"/>
                </a:cubicBezTo>
                <a:cubicBezTo>
                  <a:pt x="677705" y="1699325"/>
                  <a:pt x="675365" y="1686383"/>
                  <a:pt x="666750" y="1678845"/>
                </a:cubicBezTo>
                <a:cubicBezTo>
                  <a:pt x="649520" y="1663768"/>
                  <a:pt x="628650" y="1653445"/>
                  <a:pt x="609600" y="1640745"/>
                </a:cubicBezTo>
                <a:lnTo>
                  <a:pt x="581025" y="1621695"/>
                </a:lnTo>
                <a:cubicBezTo>
                  <a:pt x="571500" y="1615345"/>
                  <a:pt x="560545" y="1610740"/>
                  <a:pt x="552450" y="1602645"/>
                </a:cubicBezTo>
                <a:cubicBezTo>
                  <a:pt x="468968" y="1519163"/>
                  <a:pt x="571130" y="1625061"/>
                  <a:pt x="504825" y="1545495"/>
                </a:cubicBezTo>
                <a:cubicBezTo>
                  <a:pt x="496201" y="1535147"/>
                  <a:pt x="484874" y="1527268"/>
                  <a:pt x="476250" y="1516920"/>
                </a:cubicBezTo>
                <a:cubicBezTo>
                  <a:pt x="436562" y="1469295"/>
                  <a:pt x="481012" y="1504220"/>
                  <a:pt x="428625" y="1469295"/>
                </a:cubicBezTo>
                <a:cubicBezTo>
                  <a:pt x="374030" y="1387403"/>
                  <a:pt x="446725" y="1483775"/>
                  <a:pt x="381000" y="1431195"/>
                </a:cubicBezTo>
                <a:cubicBezTo>
                  <a:pt x="372061" y="1424044"/>
                  <a:pt x="368604" y="1411935"/>
                  <a:pt x="361950" y="1402620"/>
                </a:cubicBezTo>
                <a:cubicBezTo>
                  <a:pt x="352723" y="1389702"/>
                  <a:pt x="344054" y="1376267"/>
                  <a:pt x="333375" y="1364520"/>
                </a:cubicBezTo>
                <a:cubicBezTo>
                  <a:pt x="312232" y="1341263"/>
                  <a:pt x="284135" y="1323997"/>
                  <a:pt x="266700" y="1297845"/>
                </a:cubicBezTo>
                <a:cubicBezTo>
                  <a:pt x="260350" y="1288320"/>
                  <a:pt x="255745" y="1277365"/>
                  <a:pt x="247650" y="1269270"/>
                </a:cubicBezTo>
                <a:cubicBezTo>
                  <a:pt x="236425" y="1258045"/>
                  <a:pt x="220775" y="1251920"/>
                  <a:pt x="209550" y="1240695"/>
                </a:cubicBezTo>
                <a:cubicBezTo>
                  <a:pt x="205236" y="1236381"/>
                  <a:pt x="167333" y="1184837"/>
                  <a:pt x="161925" y="1174020"/>
                </a:cubicBezTo>
                <a:cubicBezTo>
                  <a:pt x="157435" y="1165040"/>
                  <a:pt x="156355" y="1154673"/>
                  <a:pt x="152400" y="1145445"/>
                </a:cubicBezTo>
                <a:cubicBezTo>
                  <a:pt x="146807" y="1132394"/>
                  <a:pt x="138336" y="1120640"/>
                  <a:pt x="133350" y="1107345"/>
                </a:cubicBezTo>
                <a:cubicBezTo>
                  <a:pt x="128753" y="1095088"/>
                  <a:pt x="128982" y="1081277"/>
                  <a:pt x="123825" y="1069245"/>
                </a:cubicBezTo>
                <a:cubicBezTo>
                  <a:pt x="119316" y="1058723"/>
                  <a:pt x="109895" y="1050909"/>
                  <a:pt x="104775" y="1040670"/>
                </a:cubicBezTo>
                <a:cubicBezTo>
                  <a:pt x="100285" y="1031690"/>
                  <a:pt x="99740" y="1021075"/>
                  <a:pt x="95250" y="1012095"/>
                </a:cubicBezTo>
                <a:cubicBezTo>
                  <a:pt x="90130" y="1001856"/>
                  <a:pt x="81880" y="993459"/>
                  <a:pt x="76200" y="983520"/>
                </a:cubicBezTo>
                <a:cubicBezTo>
                  <a:pt x="69155" y="971192"/>
                  <a:pt x="63500" y="958120"/>
                  <a:pt x="57150" y="945420"/>
                </a:cubicBezTo>
                <a:cubicBezTo>
                  <a:pt x="34799" y="811313"/>
                  <a:pt x="50314" y="867763"/>
                  <a:pt x="19050" y="773970"/>
                </a:cubicBezTo>
                <a:lnTo>
                  <a:pt x="19050" y="773970"/>
                </a:lnTo>
                <a:cubicBezTo>
                  <a:pt x="7556" y="716500"/>
                  <a:pt x="14645" y="741704"/>
                  <a:pt x="0" y="697770"/>
                </a:cubicBezTo>
                <a:cubicBezTo>
                  <a:pt x="3175" y="602520"/>
                  <a:pt x="3760" y="507148"/>
                  <a:pt x="9525" y="412020"/>
                </a:cubicBezTo>
                <a:cubicBezTo>
                  <a:pt x="10132" y="401998"/>
                  <a:pt x="12778" y="391285"/>
                  <a:pt x="19050" y="383445"/>
                </a:cubicBezTo>
                <a:cubicBezTo>
                  <a:pt x="32479" y="366659"/>
                  <a:pt x="57376" y="361145"/>
                  <a:pt x="76200" y="354870"/>
                </a:cubicBezTo>
                <a:lnTo>
                  <a:pt x="85725" y="383445"/>
                </a:lnTo>
                <a:lnTo>
                  <a:pt x="85725" y="383445"/>
                </a:lnTo>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25" name="Google Shape;1025;p15"/>
          <p:cNvSpPr/>
          <p:nvPr/>
        </p:nvSpPr>
        <p:spPr>
          <a:xfrm>
            <a:off x="3283370" y="4583353"/>
            <a:ext cx="1002880" cy="1058421"/>
          </a:xfrm>
          <a:custGeom>
            <a:avLst/>
            <a:gdLst/>
            <a:ahLst/>
            <a:cxnLst/>
            <a:rect l="l" t="t" r="r" b="b"/>
            <a:pathLst>
              <a:path w="1238250" h="1123884" extrusionOk="0">
                <a:moveTo>
                  <a:pt x="523875" y="720859"/>
                </a:moveTo>
                <a:lnTo>
                  <a:pt x="523875" y="720859"/>
                </a:lnTo>
                <a:cubicBezTo>
                  <a:pt x="590418" y="898308"/>
                  <a:pt x="529766" y="727797"/>
                  <a:pt x="561975" y="835159"/>
                </a:cubicBezTo>
                <a:cubicBezTo>
                  <a:pt x="567745" y="854393"/>
                  <a:pt x="576155" y="872828"/>
                  <a:pt x="581025" y="892309"/>
                </a:cubicBezTo>
                <a:cubicBezTo>
                  <a:pt x="583267" y="901277"/>
                  <a:pt x="593864" y="947804"/>
                  <a:pt x="600075" y="958984"/>
                </a:cubicBezTo>
                <a:cubicBezTo>
                  <a:pt x="611194" y="978998"/>
                  <a:pt x="625475" y="997084"/>
                  <a:pt x="638175" y="1016134"/>
                </a:cubicBezTo>
                <a:cubicBezTo>
                  <a:pt x="644525" y="1025659"/>
                  <a:pt x="647700" y="1038359"/>
                  <a:pt x="657225" y="1044709"/>
                </a:cubicBezTo>
                <a:cubicBezTo>
                  <a:pt x="678128" y="1058644"/>
                  <a:pt x="699730" y="1074752"/>
                  <a:pt x="723900" y="1082809"/>
                </a:cubicBezTo>
                <a:cubicBezTo>
                  <a:pt x="739259" y="1087929"/>
                  <a:pt x="755906" y="1088074"/>
                  <a:pt x="771525" y="1092334"/>
                </a:cubicBezTo>
                <a:cubicBezTo>
                  <a:pt x="790898" y="1097618"/>
                  <a:pt x="809625" y="1105034"/>
                  <a:pt x="828675" y="1111384"/>
                </a:cubicBezTo>
                <a:lnTo>
                  <a:pt x="857250" y="1120909"/>
                </a:lnTo>
                <a:cubicBezTo>
                  <a:pt x="1033256" y="1098908"/>
                  <a:pt x="873927" y="1123884"/>
                  <a:pt x="962025" y="1101859"/>
                </a:cubicBezTo>
                <a:cubicBezTo>
                  <a:pt x="977731" y="1097932"/>
                  <a:pt x="994031" y="1096594"/>
                  <a:pt x="1009650" y="1092334"/>
                </a:cubicBezTo>
                <a:cubicBezTo>
                  <a:pt x="1029023" y="1087050"/>
                  <a:pt x="1050092" y="1084423"/>
                  <a:pt x="1066800" y="1073284"/>
                </a:cubicBezTo>
                <a:cubicBezTo>
                  <a:pt x="1106583" y="1046762"/>
                  <a:pt x="1087280" y="1062329"/>
                  <a:pt x="1123950" y="1025659"/>
                </a:cubicBezTo>
                <a:cubicBezTo>
                  <a:pt x="1127125" y="1016134"/>
                  <a:pt x="1131040" y="1006824"/>
                  <a:pt x="1133475" y="997084"/>
                </a:cubicBezTo>
                <a:cubicBezTo>
                  <a:pt x="1144384" y="953449"/>
                  <a:pt x="1146741" y="919528"/>
                  <a:pt x="1152525" y="873259"/>
                </a:cubicBezTo>
                <a:cubicBezTo>
                  <a:pt x="1150707" y="849625"/>
                  <a:pt x="1154035" y="761979"/>
                  <a:pt x="1133475" y="720859"/>
                </a:cubicBezTo>
                <a:cubicBezTo>
                  <a:pt x="1128355" y="710620"/>
                  <a:pt x="1119074" y="702745"/>
                  <a:pt x="1114425" y="692284"/>
                </a:cubicBezTo>
                <a:cubicBezTo>
                  <a:pt x="1106270" y="673934"/>
                  <a:pt x="1101725" y="654184"/>
                  <a:pt x="1095375" y="635134"/>
                </a:cubicBezTo>
                <a:lnTo>
                  <a:pt x="1085850" y="606559"/>
                </a:lnTo>
                <a:lnTo>
                  <a:pt x="1076325" y="577984"/>
                </a:lnTo>
                <a:cubicBezTo>
                  <a:pt x="1079500" y="562109"/>
                  <a:pt x="1071056" y="536934"/>
                  <a:pt x="1085850" y="530359"/>
                </a:cubicBezTo>
                <a:cubicBezTo>
                  <a:pt x="1108929" y="520102"/>
                  <a:pt x="1162509" y="540037"/>
                  <a:pt x="1190625" y="549409"/>
                </a:cubicBezTo>
                <a:cubicBezTo>
                  <a:pt x="1234294" y="483905"/>
                  <a:pt x="1221485" y="513979"/>
                  <a:pt x="1238250" y="463684"/>
                </a:cubicBezTo>
                <a:cubicBezTo>
                  <a:pt x="1231395" y="422552"/>
                  <a:pt x="1231811" y="376841"/>
                  <a:pt x="1190625" y="349384"/>
                </a:cubicBezTo>
                <a:lnTo>
                  <a:pt x="1133475" y="311284"/>
                </a:lnTo>
                <a:cubicBezTo>
                  <a:pt x="1117600" y="314459"/>
                  <a:pt x="1101959" y="319198"/>
                  <a:pt x="1085850" y="320809"/>
                </a:cubicBezTo>
                <a:cubicBezTo>
                  <a:pt x="911115" y="338282"/>
                  <a:pt x="992851" y="313709"/>
                  <a:pt x="914400" y="339859"/>
                </a:cubicBezTo>
                <a:cubicBezTo>
                  <a:pt x="879475" y="336684"/>
                  <a:pt x="843143" y="340647"/>
                  <a:pt x="809625" y="330334"/>
                </a:cubicBezTo>
                <a:cubicBezTo>
                  <a:pt x="788283" y="323767"/>
                  <a:pt x="787669" y="275242"/>
                  <a:pt x="781050" y="263659"/>
                </a:cubicBezTo>
                <a:cubicBezTo>
                  <a:pt x="774367" y="251963"/>
                  <a:pt x="761099" y="245432"/>
                  <a:pt x="752475" y="235084"/>
                </a:cubicBezTo>
                <a:cubicBezTo>
                  <a:pt x="717855" y="193540"/>
                  <a:pt x="754032" y="211661"/>
                  <a:pt x="695325" y="196984"/>
                </a:cubicBezTo>
                <a:cubicBezTo>
                  <a:pt x="613433" y="142389"/>
                  <a:pt x="717045" y="207844"/>
                  <a:pt x="638175" y="168409"/>
                </a:cubicBezTo>
                <a:cubicBezTo>
                  <a:pt x="627936" y="163289"/>
                  <a:pt x="619125" y="155709"/>
                  <a:pt x="609600" y="149359"/>
                </a:cubicBezTo>
                <a:cubicBezTo>
                  <a:pt x="603250" y="139834"/>
                  <a:pt x="592795" y="132009"/>
                  <a:pt x="590550" y="120784"/>
                </a:cubicBezTo>
                <a:cubicBezTo>
                  <a:pt x="583052" y="83294"/>
                  <a:pt x="599333" y="40048"/>
                  <a:pt x="581025" y="6484"/>
                </a:cubicBezTo>
                <a:cubicBezTo>
                  <a:pt x="577488" y="0"/>
                  <a:pt x="515310" y="22039"/>
                  <a:pt x="504825" y="25534"/>
                </a:cubicBezTo>
                <a:cubicBezTo>
                  <a:pt x="450230" y="107426"/>
                  <a:pt x="515685" y="3814"/>
                  <a:pt x="476250" y="82684"/>
                </a:cubicBezTo>
                <a:cubicBezTo>
                  <a:pt x="471130" y="92923"/>
                  <a:pt x="463550" y="101734"/>
                  <a:pt x="457200" y="111259"/>
                </a:cubicBezTo>
                <a:cubicBezTo>
                  <a:pt x="452414" y="221331"/>
                  <a:pt x="487400" y="288379"/>
                  <a:pt x="428625" y="358909"/>
                </a:cubicBezTo>
                <a:cubicBezTo>
                  <a:pt x="420001" y="369257"/>
                  <a:pt x="409575" y="377959"/>
                  <a:pt x="400050" y="387484"/>
                </a:cubicBezTo>
                <a:cubicBezTo>
                  <a:pt x="396875" y="397009"/>
                  <a:pt x="390525" y="406019"/>
                  <a:pt x="390525" y="416059"/>
                </a:cubicBezTo>
                <a:cubicBezTo>
                  <a:pt x="390525" y="466828"/>
                  <a:pt x="396804" y="447773"/>
                  <a:pt x="428625" y="463684"/>
                </a:cubicBezTo>
                <a:cubicBezTo>
                  <a:pt x="438864" y="468804"/>
                  <a:pt x="447675" y="476384"/>
                  <a:pt x="457200" y="482734"/>
                </a:cubicBezTo>
                <a:cubicBezTo>
                  <a:pt x="460375" y="492259"/>
                  <a:pt x="468376" y="501405"/>
                  <a:pt x="466725" y="511309"/>
                </a:cubicBezTo>
                <a:cubicBezTo>
                  <a:pt x="464843" y="522601"/>
                  <a:pt x="455004" y="531090"/>
                  <a:pt x="447675" y="539884"/>
                </a:cubicBezTo>
                <a:cubicBezTo>
                  <a:pt x="386559" y="613223"/>
                  <a:pt x="447348" y="526088"/>
                  <a:pt x="400050" y="597034"/>
                </a:cubicBezTo>
                <a:cubicBezTo>
                  <a:pt x="403225" y="616084"/>
                  <a:pt x="395919" y="640528"/>
                  <a:pt x="409575" y="654184"/>
                </a:cubicBezTo>
                <a:cubicBezTo>
                  <a:pt x="423231" y="667840"/>
                  <a:pt x="447872" y="659519"/>
                  <a:pt x="466725" y="663709"/>
                </a:cubicBezTo>
                <a:cubicBezTo>
                  <a:pt x="476526" y="665887"/>
                  <a:pt x="485775" y="670059"/>
                  <a:pt x="495300" y="673234"/>
                </a:cubicBezTo>
                <a:cubicBezTo>
                  <a:pt x="501650" y="692284"/>
                  <a:pt x="533400" y="724034"/>
                  <a:pt x="514350" y="730384"/>
                </a:cubicBezTo>
                <a:lnTo>
                  <a:pt x="457200" y="749434"/>
                </a:lnTo>
                <a:lnTo>
                  <a:pt x="428625" y="758959"/>
                </a:lnTo>
                <a:cubicBezTo>
                  <a:pt x="384175" y="755784"/>
                  <a:pt x="333488" y="772362"/>
                  <a:pt x="295275" y="749434"/>
                </a:cubicBezTo>
                <a:cubicBezTo>
                  <a:pt x="273325" y="736264"/>
                  <a:pt x="294359" y="697340"/>
                  <a:pt x="285750" y="673234"/>
                </a:cubicBezTo>
                <a:cubicBezTo>
                  <a:pt x="278049" y="651673"/>
                  <a:pt x="247650" y="616084"/>
                  <a:pt x="247650" y="616084"/>
                </a:cubicBezTo>
                <a:cubicBezTo>
                  <a:pt x="212725" y="619259"/>
                  <a:pt x="177592" y="620649"/>
                  <a:pt x="142875" y="625609"/>
                </a:cubicBezTo>
                <a:cubicBezTo>
                  <a:pt x="132936" y="627029"/>
                  <a:pt x="122654" y="629565"/>
                  <a:pt x="114300" y="635134"/>
                </a:cubicBezTo>
                <a:cubicBezTo>
                  <a:pt x="103092" y="642606"/>
                  <a:pt x="96073" y="655085"/>
                  <a:pt x="85725" y="663709"/>
                </a:cubicBezTo>
                <a:cubicBezTo>
                  <a:pt x="76931" y="671038"/>
                  <a:pt x="66675" y="676409"/>
                  <a:pt x="57150" y="682759"/>
                </a:cubicBezTo>
                <a:cubicBezTo>
                  <a:pt x="50800" y="692284"/>
                  <a:pt x="45429" y="702540"/>
                  <a:pt x="38100" y="711334"/>
                </a:cubicBezTo>
                <a:cubicBezTo>
                  <a:pt x="29476" y="721682"/>
                  <a:pt x="16997" y="728701"/>
                  <a:pt x="9525" y="739909"/>
                </a:cubicBezTo>
                <a:cubicBezTo>
                  <a:pt x="3956" y="748263"/>
                  <a:pt x="3175" y="758959"/>
                  <a:pt x="0" y="768484"/>
                </a:cubicBezTo>
                <a:cubicBezTo>
                  <a:pt x="1374" y="775354"/>
                  <a:pt x="10682" y="832132"/>
                  <a:pt x="19050" y="844684"/>
                </a:cubicBezTo>
                <a:cubicBezTo>
                  <a:pt x="33718" y="866686"/>
                  <a:pt x="55115" y="878252"/>
                  <a:pt x="76200" y="892309"/>
                </a:cubicBezTo>
                <a:cubicBezTo>
                  <a:pt x="121897" y="960855"/>
                  <a:pt x="57186" y="876458"/>
                  <a:pt x="152400" y="939934"/>
                </a:cubicBezTo>
                <a:cubicBezTo>
                  <a:pt x="217904" y="983603"/>
                  <a:pt x="187830" y="970794"/>
                  <a:pt x="238125" y="987559"/>
                </a:cubicBezTo>
                <a:cubicBezTo>
                  <a:pt x="267859" y="983842"/>
                  <a:pt x="318887" y="989000"/>
                  <a:pt x="342900" y="958984"/>
                </a:cubicBezTo>
                <a:cubicBezTo>
                  <a:pt x="349172" y="951144"/>
                  <a:pt x="349250" y="939934"/>
                  <a:pt x="352425" y="930409"/>
                </a:cubicBezTo>
                <a:cubicBezTo>
                  <a:pt x="344695" y="868566"/>
                  <a:pt x="347360" y="865057"/>
                  <a:pt x="333375" y="816109"/>
                </a:cubicBezTo>
                <a:cubicBezTo>
                  <a:pt x="330617" y="806455"/>
                  <a:pt x="330122" y="795374"/>
                  <a:pt x="323850" y="787534"/>
                </a:cubicBezTo>
                <a:cubicBezTo>
                  <a:pt x="316699" y="778595"/>
                  <a:pt x="304800" y="774834"/>
                  <a:pt x="295275" y="768484"/>
                </a:cubicBezTo>
                <a:cubicBezTo>
                  <a:pt x="292100" y="755784"/>
                  <a:pt x="289346" y="742971"/>
                  <a:pt x="285750" y="730384"/>
                </a:cubicBezTo>
                <a:cubicBezTo>
                  <a:pt x="282992" y="720730"/>
                  <a:pt x="276225" y="711849"/>
                  <a:pt x="276225" y="701809"/>
                </a:cubicBezTo>
                <a:cubicBezTo>
                  <a:pt x="276225" y="683506"/>
                  <a:pt x="289246" y="647577"/>
                  <a:pt x="304800" y="635134"/>
                </a:cubicBezTo>
                <a:cubicBezTo>
                  <a:pt x="312640" y="628862"/>
                  <a:pt x="323850" y="628784"/>
                  <a:pt x="333375" y="625609"/>
                </a:cubicBezTo>
                <a:cubicBezTo>
                  <a:pt x="343007" y="611162"/>
                  <a:pt x="361950" y="588177"/>
                  <a:pt x="361950" y="568459"/>
                </a:cubicBezTo>
                <a:cubicBezTo>
                  <a:pt x="361950" y="508381"/>
                  <a:pt x="351094" y="488265"/>
                  <a:pt x="333375" y="435109"/>
                </a:cubicBezTo>
                <a:cubicBezTo>
                  <a:pt x="330200" y="425584"/>
                  <a:pt x="332204" y="412103"/>
                  <a:pt x="323850" y="406534"/>
                </a:cubicBezTo>
                <a:cubicBezTo>
                  <a:pt x="281805" y="378504"/>
                  <a:pt x="306500" y="389729"/>
                  <a:pt x="247650" y="377959"/>
                </a:cubicBezTo>
                <a:cubicBezTo>
                  <a:pt x="241300" y="358909"/>
                  <a:pt x="233470" y="340290"/>
                  <a:pt x="228600" y="320809"/>
                </a:cubicBezTo>
                <a:cubicBezTo>
                  <a:pt x="225425" y="308109"/>
                  <a:pt x="226337" y="293601"/>
                  <a:pt x="219075" y="282709"/>
                </a:cubicBezTo>
                <a:cubicBezTo>
                  <a:pt x="212725" y="273184"/>
                  <a:pt x="200025" y="270009"/>
                  <a:pt x="190500" y="263659"/>
                </a:cubicBezTo>
                <a:cubicBezTo>
                  <a:pt x="156623" y="268499"/>
                  <a:pt x="120003" y="263945"/>
                  <a:pt x="95250" y="292234"/>
                </a:cubicBezTo>
                <a:cubicBezTo>
                  <a:pt x="80173" y="309464"/>
                  <a:pt x="57150" y="349384"/>
                  <a:pt x="57150" y="349384"/>
                </a:cubicBezTo>
                <a:cubicBezTo>
                  <a:pt x="60325" y="390659"/>
                  <a:pt x="55302" y="433405"/>
                  <a:pt x="66675" y="473209"/>
                </a:cubicBezTo>
                <a:cubicBezTo>
                  <a:pt x="69433" y="482863"/>
                  <a:pt x="85210" y="482734"/>
                  <a:pt x="95250" y="482734"/>
                </a:cubicBezTo>
                <a:cubicBezTo>
                  <a:pt x="124001" y="482734"/>
                  <a:pt x="152400" y="476384"/>
                  <a:pt x="180975" y="473209"/>
                </a:cubicBezTo>
                <a:cubicBezTo>
                  <a:pt x="231270" y="456444"/>
                  <a:pt x="203981" y="472038"/>
                  <a:pt x="247650" y="406534"/>
                </a:cubicBezTo>
                <a:cubicBezTo>
                  <a:pt x="254000" y="397009"/>
                  <a:pt x="266700" y="366511"/>
                  <a:pt x="266700" y="377959"/>
                </a:cubicBezTo>
                <a:lnTo>
                  <a:pt x="266700" y="387484"/>
                </a:lnTo>
                <a:lnTo>
                  <a:pt x="266700" y="387484"/>
                </a:lnTo>
              </a:path>
            </a:pathLst>
          </a:custGeom>
          <a:solidFill>
            <a:srgbClr val="FFC000">
              <a:alpha val="12549"/>
            </a:srgb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26" name="Google Shape;1026;p15"/>
          <p:cNvSpPr/>
          <p:nvPr/>
        </p:nvSpPr>
        <p:spPr>
          <a:xfrm rot="347521">
            <a:off x="2593362" y="3155658"/>
            <a:ext cx="2201792" cy="1347981"/>
          </a:xfrm>
          <a:custGeom>
            <a:avLst/>
            <a:gdLst/>
            <a:ahLst/>
            <a:cxnLst/>
            <a:rect l="l" t="t" r="r" b="b"/>
            <a:pathLst>
              <a:path w="2788092" h="1076625" extrusionOk="0">
                <a:moveTo>
                  <a:pt x="2788092" y="523875"/>
                </a:moveTo>
                <a:lnTo>
                  <a:pt x="2788092" y="523875"/>
                </a:lnTo>
                <a:cubicBezTo>
                  <a:pt x="2787618" y="533837"/>
                  <a:pt x="2776852" y="800862"/>
                  <a:pt x="2769042" y="847725"/>
                </a:cubicBezTo>
                <a:cubicBezTo>
                  <a:pt x="2764665" y="873985"/>
                  <a:pt x="2746580" y="909945"/>
                  <a:pt x="2721417" y="923925"/>
                </a:cubicBezTo>
                <a:cubicBezTo>
                  <a:pt x="2703864" y="933677"/>
                  <a:pt x="2664267" y="942975"/>
                  <a:pt x="2664267" y="942975"/>
                </a:cubicBezTo>
                <a:cubicBezTo>
                  <a:pt x="2600767" y="939800"/>
                  <a:pt x="2537107" y="938958"/>
                  <a:pt x="2473767" y="933450"/>
                </a:cubicBezTo>
                <a:cubicBezTo>
                  <a:pt x="2463765" y="932580"/>
                  <a:pt x="2454846" y="926683"/>
                  <a:pt x="2445192" y="923925"/>
                </a:cubicBezTo>
                <a:cubicBezTo>
                  <a:pt x="2344425" y="895135"/>
                  <a:pt x="2485755" y="940621"/>
                  <a:pt x="2349942" y="895350"/>
                </a:cubicBezTo>
                <a:cubicBezTo>
                  <a:pt x="2340417" y="892175"/>
                  <a:pt x="2329721" y="891394"/>
                  <a:pt x="2321367" y="885825"/>
                </a:cubicBezTo>
                <a:cubicBezTo>
                  <a:pt x="2311842" y="879475"/>
                  <a:pt x="2303757" y="870064"/>
                  <a:pt x="2292792" y="866775"/>
                </a:cubicBezTo>
                <a:cubicBezTo>
                  <a:pt x="2271288" y="860324"/>
                  <a:pt x="2248502" y="858972"/>
                  <a:pt x="2226117" y="857250"/>
                </a:cubicBezTo>
                <a:cubicBezTo>
                  <a:pt x="2165886" y="852617"/>
                  <a:pt x="2105467" y="850900"/>
                  <a:pt x="2045142" y="847725"/>
                </a:cubicBezTo>
                <a:cubicBezTo>
                  <a:pt x="2035617" y="844550"/>
                  <a:pt x="2026253" y="840842"/>
                  <a:pt x="2016567" y="838200"/>
                </a:cubicBezTo>
                <a:cubicBezTo>
                  <a:pt x="1991308" y="831311"/>
                  <a:pt x="1965205" y="827429"/>
                  <a:pt x="1940367" y="819150"/>
                </a:cubicBezTo>
                <a:cubicBezTo>
                  <a:pt x="1871854" y="796312"/>
                  <a:pt x="1957413" y="824020"/>
                  <a:pt x="1873692" y="800100"/>
                </a:cubicBezTo>
                <a:cubicBezTo>
                  <a:pt x="1864038" y="797342"/>
                  <a:pt x="1854857" y="793010"/>
                  <a:pt x="1845117" y="790575"/>
                </a:cubicBezTo>
                <a:cubicBezTo>
                  <a:pt x="1829411" y="786648"/>
                  <a:pt x="1813111" y="785310"/>
                  <a:pt x="1797492" y="781050"/>
                </a:cubicBezTo>
                <a:cubicBezTo>
                  <a:pt x="1778119" y="775766"/>
                  <a:pt x="1760267" y="764491"/>
                  <a:pt x="1740342" y="762000"/>
                </a:cubicBezTo>
                <a:cubicBezTo>
                  <a:pt x="1641865" y="749690"/>
                  <a:pt x="1689482" y="756095"/>
                  <a:pt x="1597467" y="742950"/>
                </a:cubicBezTo>
                <a:cubicBezTo>
                  <a:pt x="1508567" y="746125"/>
                  <a:pt x="1419550" y="746926"/>
                  <a:pt x="1330767" y="752475"/>
                </a:cubicBezTo>
                <a:cubicBezTo>
                  <a:pt x="1313050" y="753582"/>
                  <a:pt x="1243938" y="778243"/>
                  <a:pt x="1235517" y="781050"/>
                </a:cubicBezTo>
                <a:lnTo>
                  <a:pt x="1206942" y="790575"/>
                </a:lnTo>
                <a:cubicBezTo>
                  <a:pt x="1197417" y="793750"/>
                  <a:pt x="1186721" y="794531"/>
                  <a:pt x="1178367" y="800100"/>
                </a:cubicBezTo>
                <a:cubicBezTo>
                  <a:pt x="1168842" y="806450"/>
                  <a:pt x="1160652" y="815530"/>
                  <a:pt x="1149792" y="819150"/>
                </a:cubicBezTo>
                <a:cubicBezTo>
                  <a:pt x="1131470" y="825257"/>
                  <a:pt x="1111495" y="824485"/>
                  <a:pt x="1092642" y="828675"/>
                </a:cubicBezTo>
                <a:cubicBezTo>
                  <a:pt x="1082841" y="830853"/>
                  <a:pt x="1073721" y="835442"/>
                  <a:pt x="1064067" y="838200"/>
                </a:cubicBezTo>
                <a:cubicBezTo>
                  <a:pt x="1051480" y="841796"/>
                  <a:pt x="1038506" y="843963"/>
                  <a:pt x="1025967" y="847725"/>
                </a:cubicBezTo>
                <a:cubicBezTo>
                  <a:pt x="1006733" y="853495"/>
                  <a:pt x="985525" y="855636"/>
                  <a:pt x="968817" y="866775"/>
                </a:cubicBezTo>
                <a:cubicBezTo>
                  <a:pt x="949767" y="879475"/>
                  <a:pt x="927856" y="888686"/>
                  <a:pt x="911667" y="904875"/>
                </a:cubicBezTo>
                <a:cubicBezTo>
                  <a:pt x="885140" y="931402"/>
                  <a:pt x="837150" y="986864"/>
                  <a:pt x="797367" y="1000125"/>
                </a:cubicBezTo>
                <a:lnTo>
                  <a:pt x="768792" y="1009650"/>
                </a:lnTo>
                <a:cubicBezTo>
                  <a:pt x="759267" y="1019175"/>
                  <a:pt x="751425" y="1030753"/>
                  <a:pt x="740217" y="1038225"/>
                </a:cubicBezTo>
                <a:cubicBezTo>
                  <a:pt x="731487" y="1044045"/>
                  <a:pt x="679315" y="1055543"/>
                  <a:pt x="673542" y="1057275"/>
                </a:cubicBezTo>
                <a:cubicBezTo>
                  <a:pt x="654308" y="1063045"/>
                  <a:pt x="616392" y="1076325"/>
                  <a:pt x="616392" y="1076325"/>
                </a:cubicBezTo>
                <a:cubicBezTo>
                  <a:pt x="587817" y="1073150"/>
                  <a:pt x="557687" y="1076625"/>
                  <a:pt x="530667" y="1066800"/>
                </a:cubicBezTo>
                <a:cubicBezTo>
                  <a:pt x="519909" y="1062888"/>
                  <a:pt x="519222" y="1046781"/>
                  <a:pt x="511617" y="1038225"/>
                </a:cubicBezTo>
                <a:cubicBezTo>
                  <a:pt x="493719" y="1018089"/>
                  <a:pt x="469411" y="1003491"/>
                  <a:pt x="454467" y="981075"/>
                </a:cubicBezTo>
                <a:lnTo>
                  <a:pt x="416367" y="923925"/>
                </a:lnTo>
                <a:cubicBezTo>
                  <a:pt x="413192" y="892175"/>
                  <a:pt x="411694" y="860212"/>
                  <a:pt x="406842" y="828675"/>
                </a:cubicBezTo>
                <a:cubicBezTo>
                  <a:pt x="405315" y="818752"/>
                  <a:pt x="397317" y="810140"/>
                  <a:pt x="397317" y="800100"/>
                </a:cubicBezTo>
                <a:cubicBezTo>
                  <a:pt x="397317" y="756320"/>
                  <a:pt x="404637" y="740039"/>
                  <a:pt x="416367" y="704850"/>
                </a:cubicBezTo>
                <a:cubicBezTo>
                  <a:pt x="392290" y="584463"/>
                  <a:pt x="439299" y="740578"/>
                  <a:pt x="311592" y="647700"/>
                </a:cubicBezTo>
                <a:cubicBezTo>
                  <a:pt x="293435" y="634495"/>
                  <a:pt x="305242" y="603250"/>
                  <a:pt x="302067" y="581025"/>
                </a:cubicBezTo>
                <a:cubicBezTo>
                  <a:pt x="279842" y="584200"/>
                  <a:pt x="257537" y="586859"/>
                  <a:pt x="235392" y="590550"/>
                </a:cubicBezTo>
                <a:cubicBezTo>
                  <a:pt x="219423" y="593212"/>
                  <a:pt x="203890" y="601541"/>
                  <a:pt x="187767" y="600075"/>
                </a:cubicBezTo>
                <a:cubicBezTo>
                  <a:pt x="167769" y="598257"/>
                  <a:pt x="130617" y="581025"/>
                  <a:pt x="130617" y="581025"/>
                </a:cubicBezTo>
                <a:cubicBezTo>
                  <a:pt x="82255" y="532663"/>
                  <a:pt x="115543" y="575752"/>
                  <a:pt x="92517" y="514350"/>
                </a:cubicBezTo>
                <a:cubicBezTo>
                  <a:pt x="79442" y="479484"/>
                  <a:pt x="67368" y="468119"/>
                  <a:pt x="44892" y="438150"/>
                </a:cubicBezTo>
                <a:cubicBezTo>
                  <a:pt x="0" y="303475"/>
                  <a:pt x="4785" y="339905"/>
                  <a:pt x="35367" y="95250"/>
                </a:cubicBezTo>
                <a:cubicBezTo>
                  <a:pt x="36973" y="82405"/>
                  <a:pt x="84062" y="69493"/>
                  <a:pt x="92517" y="66675"/>
                </a:cubicBezTo>
                <a:cubicBezTo>
                  <a:pt x="124267" y="69850"/>
                  <a:pt x="155953" y="78647"/>
                  <a:pt x="187767" y="76200"/>
                </a:cubicBezTo>
                <a:cubicBezTo>
                  <a:pt x="221165" y="73631"/>
                  <a:pt x="215819" y="48671"/>
                  <a:pt x="225867" y="28575"/>
                </a:cubicBezTo>
                <a:cubicBezTo>
                  <a:pt x="230987" y="18336"/>
                  <a:pt x="238567" y="9525"/>
                  <a:pt x="244917" y="0"/>
                </a:cubicBezTo>
                <a:cubicBezTo>
                  <a:pt x="260792" y="3175"/>
                  <a:pt x="278486" y="1493"/>
                  <a:pt x="292542" y="9525"/>
                </a:cubicBezTo>
                <a:cubicBezTo>
                  <a:pt x="311650" y="20444"/>
                  <a:pt x="312806" y="50052"/>
                  <a:pt x="321117" y="66675"/>
                </a:cubicBezTo>
                <a:cubicBezTo>
                  <a:pt x="326237" y="76914"/>
                  <a:pt x="334487" y="85311"/>
                  <a:pt x="340167" y="95250"/>
                </a:cubicBezTo>
                <a:cubicBezTo>
                  <a:pt x="347212" y="107578"/>
                  <a:pt x="352172" y="121022"/>
                  <a:pt x="359217" y="133350"/>
                </a:cubicBezTo>
                <a:cubicBezTo>
                  <a:pt x="364897" y="143289"/>
                  <a:pt x="368742" y="155575"/>
                  <a:pt x="378267" y="161925"/>
                </a:cubicBezTo>
                <a:cubicBezTo>
                  <a:pt x="389159" y="169187"/>
                  <a:pt x="403828" y="167688"/>
                  <a:pt x="416367" y="171450"/>
                </a:cubicBezTo>
                <a:cubicBezTo>
                  <a:pt x="532315" y="206235"/>
                  <a:pt x="423800" y="178071"/>
                  <a:pt x="511617" y="200025"/>
                </a:cubicBezTo>
                <a:cubicBezTo>
                  <a:pt x="549717" y="196850"/>
                  <a:pt x="587980" y="195242"/>
                  <a:pt x="625917" y="190500"/>
                </a:cubicBezTo>
                <a:cubicBezTo>
                  <a:pt x="638907" y="188876"/>
                  <a:pt x="650926" y="180975"/>
                  <a:pt x="664017" y="180975"/>
                </a:cubicBezTo>
                <a:cubicBezTo>
                  <a:pt x="689615" y="180975"/>
                  <a:pt x="714817" y="187325"/>
                  <a:pt x="740217" y="190500"/>
                </a:cubicBezTo>
                <a:cubicBezTo>
                  <a:pt x="848661" y="226648"/>
                  <a:pt x="777321" y="210729"/>
                  <a:pt x="959292" y="200025"/>
                </a:cubicBezTo>
                <a:cubicBezTo>
                  <a:pt x="1037741" y="173875"/>
                  <a:pt x="996563" y="183815"/>
                  <a:pt x="1083117" y="171450"/>
                </a:cubicBezTo>
                <a:cubicBezTo>
                  <a:pt x="1156142" y="174625"/>
                  <a:pt x="1229313" y="175369"/>
                  <a:pt x="1302192" y="180975"/>
                </a:cubicBezTo>
                <a:cubicBezTo>
                  <a:pt x="1312203" y="181745"/>
                  <a:pt x="1321027" y="188065"/>
                  <a:pt x="1330767" y="190500"/>
                </a:cubicBezTo>
                <a:cubicBezTo>
                  <a:pt x="1346473" y="194427"/>
                  <a:pt x="1362686" y="196098"/>
                  <a:pt x="1378392" y="200025"/>
                </a:cubicBezTo>
                <a:cubicBezTo>
                  <a:pt x="1388132" y="202460"/>
                  <a:pt x="1397313" y="206792"/>
                  <a:pt x="1406967" y="209550"/>
                </a:cubicBezTo>
                <a:cubicBezTo>
                  <a:pt x="1419554" y="213146"/>
                  <a:pt x="1432528" y="215313"/>
                  <a:pt x="1445067" y="219075"/>
                </a:cubicBezTo>
                <a:cubicBezTo>
                  <a:pt x="1464301" y="224845"/>
                  <a:pt x="1483167" y="231775"/>
                  <a:pt x="1502217" y="238125"/>
                </a:cubicBezTo>
                <a:cubicBezTo>
                  <a:pt x="1511742" y="241300"/>
                  <a:pt x="1520888" y="245999"/>
                  <a:pt x="1530792" y="247650"/>
                </a:cubicBezTo>
                <a:cubicBezTo>
                  <a:pt x="1549842" y="250825"/>
                  <a:pt x="1568799" y="254623"/>
                  <a:pt x="1587942" y="257175"/>
                </a:cubicBezTo>
                <a:cubicBezTo>
                  <a:pt x="1664186" y="267341"/>
                  <a:pt x="1664570" y="262976"/>
                  <a:pt x="1730817" y="276225"/>
                </a:cubicBezTo>
                <a:cubicBezTo>
                  <a:pt x="1740990" y="278260"/>
                  <a:pt x="1785388" y="289223"/>
                  <a:pt x="1797492" y="295275"/>
                </a:cubicBezTo>
                <a:cubicBezTo>
                  <a:pt x="1807731" y="300395"/>
                  <a:pt x="1815102" y="311036"/>
                  <a:pt x="1826067" y="314325"/>
                </a:cubicBezTo>
                <a:cubicBezTo>
                  <a:pt x="1847571" y="320776"/>
                  <a:pt x="1870517" y="320675"/>
                  <a:pt x="1892742" y="323850"/>
                </a:cubicBezTo>
                <a:lnTo>
                  <a:pt x="1949892" y="342900"/>
                </a:lnTo>
                <a:cubicBezTo>
                  <a:pt x="1959417" y="346075"/>
                  <a:pt x="1968461" y="351591"/>
                  <a:pt x="1978467" y="352425"/>
                </a:cubicBezTo>
                <a:lnTo>
                  <a:pt x="2092767" y="361950"/>
                </a:lnTo>
                <a:cubicBezTo>
                  <a:pt x="2111817" y="368300"/>
                  <a:pt x="2130110" y="377699"/>
                  <a:pt x="2149917" y="381000"/>
                </a:cubicBezTo>
                <a:cubicBezTo>
                  <a:pt x="2191274" y="387893"/>
                  <a:pt x="2214754" y="391175"/>
                  <a:pt x="2254692" y="400050"/>
                </a:cubicBezTo>
                <a:cubicBezTo>
                  <a:pt x="2267471" y="402890"/>
                  <a:pt x="2279755" y="408390"/>
                  <a:pt x="2292792" y="409575"/>
                </a:cubicBezTo>
                <a:cubicBezTo>
                  <a:pt x="2349795" y="414757"/>
                  <a:pt x="2407092" y="415925"/>
                  <a:pt x="2464242" y="419100"/>
                </a:cubicBezTo>
                <a:cubicBezTo>
                  <a:pt x="2483292" y="422275"/>
                  <a:pt x="2502539" y="424435"/>
                  <a:pt x="2521392" y="428625"/>
                </a:cubicBezTo>
                <a:cubicBezTo>
                  <a:pt x="2531193" y="430803"/>
                  <a:pt x="2540063" y="436499"/>
                  <a:pt x="2549967" y="438150"/>
                </a:cubicBezTo>
                <a:cubicBezTo>
                  <a:pt x="2578327" y="442877"/>
                  <a:pt x="2607230" y="443609"/>
                  <a:pt x="2635692" y="447675"/>
                </a:cubicBezTo>
                <a:cubicBezTo>
                  <a:pt x="2693788" y="455974"/>
                  <a:pt x="2667570" y="454062"/>
                  <a:pt x="2711892" y="466725"/>
                </a:cubicBezTo>
                <a:cubicBezTo>
                  <a:pt x="2724479" y="470321"/>
                  <a:pt x="2737292" y="473075"/>
                  <a:pt x="2749992" y="476250"/>
                </a:cubicBezTo>
                <a:cubicBezTo>
                  <a:pt x="2768616" y="504186"/>
                  <a:pt x="2770680" y="501852"/>
                  <a:pt x="2778567" y="533400"/>
                </a:cubicBezTo>
                <a:cubicBezTo>
                  <a:pt x="2779337" y="536480"/>
                  <a:pt x="2786505" y="525462"/>
                  <a:pt x="2788092" y="523875"/>
                </a:cubicBezTo>
                <a:close/>
              </a:path>
            </a:pathLst>
          </a:custGeom>
          <a:solidFill>
            <a:schemeClr val="accent1">
              <a:alpha val="10588"/>
            </a:schemeClr>
          </a:solidFill>
          <a:ln w="9525" cap="flat" cmpd="sng">
            <a:solidFill>
              <a:schemeClr val="dk1">
                <a:alpha val="53333"/>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27" name="Google Shape;1027;p15"/>
          <p:cNvSpPr/>
          <p:nvPr/>
        </p:nvSpPr>
        <p:spPr>
          <a:xfrm>
            <a:off x="3429000" y="1830603"/>
            <a:ext cx="1228090" cy="991762"/>
          </a:xfrm>
          <a:custGeom>
            <a:avLst/>
            <a:gdLst/>
            <a:ahLst/>
            <a:cxnLst/>
            <a:rect l="l" t="t" r="r" b="b"/>
            <a:pathLst>
              <a:path w="1228090" h="991762" extrusionOk="0">
                <a:moveTo>
                  <a:pt x="0" y="252197"/>
                </a:moveTo>
                <a:lnTo>
                  <a:pt x="0" y="252197"/>
                </a:lnTo>
                <a:cubicBezTo>
                  <a:pt x="15093" y="231067"/>
                  <a:pt x="66773" y="148415"/>
                  <a:pt x="101600" y="125197"/>
                </a:cubicBezTo>
                <a:cubicBezTo>
                  <a:pt x="112739" y="117771"/>
                  <a:pt x="127726" y="118484"/>
                  <a:pt x="139700" y="112497"/>
                </a:cubicBezTo>
                <a:cubicBezTo>
                  <a:pt x="153352" y="105671"/>
                  <a:pt x="165100" y="95564"/>
                  <a:pt x="177800" y="87097"/>
                </a:cubicBezTo>
                <a:cubicBezTo>
                  <a:pt x="186267" y="74397"/>
                  <a:pt x="192407" y="59790"/>
                  <a:pt x="203200" y="48997"/>
                </a:cubicBezTo>
                <a:cubicBezTo>
                  <a:pt x="252197" y="0"/>
                  <a:pt x="278869" y="27771"/>
                  <a:pt x="355600" y="36297"/>
                </a:cubicBezTo>
                <a:cubicBezTo>
                  <a:pt x="372533" y="40530"/>
                  <a:pt x="389682" y="43981"/>
                  <a:pt x="406400" y="48997"/>
                </a:cubicBezTo>
                <a:cubicBezTo>
                  <a:pt x="432045" y="56690"/>
                  <a:pt x="482600" y="74397"/>
                  <a:pt x="482600" y="74397"/>
                </a:cubicBezTo>
                <a:cubicBezTo>
                  <a:pt x="524933" y="70164"/>
                  <a:pt x="567056" y="61697"/>
                  <a:pt x="609600" y="61697"/>
                </a:cubicBezTo>
                <a:cubicBezTo>
                  <a:pt x="667973" y="61697"/>
                  <a:pt x="689681" y="71457"/>
                  <a:pt x="736600" y="87097"/>
                </a:cubicBezTo>
                <a:cubicBezTo>
                  <a:pt x="740833" y="99797"/>
                  <a:pt x="739834" y="115731"/>
                  <a:pt x="749300" y="125197"/>
                </a:cubicBezTo>
                <a:cubicBezTo>
                  <a:pt x="758766" y="134663"/>
                  <a:pt x="779619" y="127004"/>
                  <a:pt x="787400" y="137897"/>
                </a:cubicBezTo>
                <a:cubicBezTo>
                  <a:pt x="825692" y="191505"/>
                  <a:pt x="793351" y="212954"/>
                  <a:pt x="838200" y="252197"/>
                </a:cubicBezTo>
                <a:cubicBezTo>
                  <a:pt x="861174" y="272299"/>
                  <a:pt x="885440" y="293344"/>
                  <a:pt x="914400" y="302997"/>
                </a:cubicBezTo>
                <a:lnTo>
                  <a:pt x="990600" y="328397"/>
                </a:lnTo>
                <a:cubicBezTo>
                  <a:pt x="1015324" y="402570"/>
                  <a:pt x="983955" y="334452"/>
                  <a:pt x="1041400" y="391897"/>
                </a:cubicBezTo>
                <a:cubicBezTo>
                  <a:pt x="1052193" y="402690"/>
                  <a:pt x="1057029" y="418271"/>
                  <a:pt x="1066800" y="429997"/>
                </a:cubicBezTo>
                <a:cubicBezTo>
                  <a:pt x="1095284" y="464177"/>
                  <a:pt x="1112282" y="465656"/>
                  <a:pt x="1130300" y="506197"/>
                </a:cubicBezTo>
                <a:cubicBezTo>
                  <a:pt x="1141174" y="530663"/>
                  <a:pt x="1147233" y="556997"/>
                  <a:pt x="1155700" y="582397"/>
                </a:cubicBezTo>
                <a:lnTo>
                  <a:pt x="1168400" y="620497"/>
                </a:lnTo>
                <a:cubicBezTo>
                  <a:pt x="1172633" y="654364"/>
                  <a:pt x="1175489" y="688431"/>
                  <a:pt x="1181100" y="722097"/>
                </a:cubicBezTo>
                <a:cubicBezTo>
                  <a:pt x="1186416" y="753991"/>
                  <a:pt x="1196434" y="780800"/>
                  <a:pt x="1206500" y="810997"/>
                </a:cubicBezTo>
                <a:cubicBezTo>
                  <a:pt x="1202267" y="861797"/>
                  <a:pt x="1228090" y="925678"/>
                  <a:pt x="1193800" y="963397"/>
                </a:cubicBezTo>
                <a:cubicBezTo>
                  <a:pt x="1168013" y="991762"/>
                  <a:pt x="1117313" y="956999"/>
                  <a:pt x="1079500" y="950697"/>
                </a:cubicBezTo>
                <a:cubicBezTo>
                  <a:pt x="1066295" y="948496"/>
                  <a:pt x="1054272" y="941675"/>
                  <a:pt x="1041400" y="937997"/>
                </a:cubicBezTo>
                <a:cubicBezTo>
                  <a:pt x="1024617" y="933202"/>
                  <a:pt x="1007318" y="930313"/>
                  <a:pt x="990600" y="925297"/>
                </a:cubicBezTo>
                <a:cubicBezTo>
                  <a:pt x="964955" y="917604"/>
                  <a:pt x="939800" y="908364"/>
                  <a:pt x="914400" y="899897"/>
                </a:cubicBezTo>
                <a:cubicBezTo>
                  <a:pt x="901700" y="895664"/>
                  <a:pt x="889287" y="890444"/>
                  <a:pt x="876300" y="887197"/>
                </a:cubicBezTo>
                <a:cubicBezTo>
                  <a:pt x="859367" y="882964"/>
                  <a:pt x="842283" y="879292"/>
                  <a:pt x="825500" y="874497"/>
                </a:cubicBezTo>
                <a:cubicBezTo>
                  <a:pt x="812628" y="870819"/>
                  <a:pt x="800468" y="864701"/>
                  <a:pt x="787400" y="861797"/>
                </a:cubicBezTo>
                <a:cubicBezTo>
                  <a:pt x="653293" y="831995"/>
                  <a:pt x="758869" y="864987"/>
                  <a:pt x="673100" y="836397"/>
                </a:cubicBezTo>
                <a:lnTo>
                  <a:pt x="622300" y="760197"/>
                </a:lnTo>
                <a:cubicBezTo>
                  <a:pt x="613833" y="747497"/>
                  <a:pt x="601727" y="736577"/>
                  <a:pt x="596900" y="722097"/>
                </a:cubicBezTo>
                <a:lnTo>
                  <a:pt x="584200" y="683997"/>
                </a:lnTo>
                <a:cubicBezTo>
                  <a:pt x="579520" y="623152"/>
                  <a:pt x="566665" y="446053"/>
                  <a:pt x="558800" y="379197"/>
                </a:cubicBezTo>
                <a:cubicBezTo>
                  <a:pt x="555791" y="353623"/>
                  <a:pt x="550333" y="328397"/>
                  <a:pt x="546100" y="302997"/>
                </a:cubicBezTo>
                <a:cubicBezTo>
                  <a:pt x="518923" y="312056"/>
                  <a:pt x="490175" y="317926"/>
                  <a:pt x="469900" y="341097"/>
                </a:cubicBezTo>
                <a:cubicBezTo>
                  <a:pt x="449798" y="364071"/>
                  <a:pt x="444500" y="400364"/>
                  <a:pt x="419100" y="417297"/>
                </a:cubicBezTo>
                <a:cubicBezTo>
                  <a:pt x="406400" y="425764"/>
                  <a:pt x="395029" y="436684"/>
                  <a:pt x="381000" y="442697"/>
                </a:cubicBezTo>
                <a:cubicBezTo>
                  <a:pt x="364957" y="449573"/>
                  <a:pt x="346983" y="450602"/>
                  <a:pt x="330200" y="455397"/>
                </a:cubicBezTo>
                <a:cubicBezTo>
                  <a:pt x="317328" y="459075"/>
                  <a:pt x="304800" y="463864"/>
                  <a:pt x="292100" y="468097"/>
                </a:cubicBezTo>
                <a:cubicBezTo>
                  <a:pt x="270014" y="464942"/>
                  <a:pt x="195791" y="459748"/>
                  <a:pt x="165100" y="442697"/>
                </a:cubicBezTo>
                <a:cubicBezTo>
                  <a:pt x="138415" y="427872"/>
                  <a:pt x="88900" y="391897"/>
                  <a:pt x="88900" y="391897"/>
                </a:cubicBezTo>
                <a:cubicBezTo>
                  <a:pt x="71967" y="366497"/>
                  <a:pt x="47753" y="344657"/>
                  <a:pt x="38100" y="315697"/>
                </a:cubicBezTo>
                <a:lnTo>
                  <a:pt x="0" y="252197"/>
                </a:lnTo>
                <a:close/>
              </a:path>
            </a:pathLst>
          </a:custGeom>
          <a:solidFill>
            <a:schemeClr val="accent1">
              <a:alpha val="10588"/>
            </a:schemeClr>
          </a:solidFill>
          <a:ln w="9525" cap="flat" cmpd="sng">
            <a:solidFill>
              <a:schemeClr val="dk1">
                <a:alpha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28" name="Google Shape;1028;p15"/>
          <p:cNvSpPr txBox="1"/>
          <p:nvPr/>
        </p:nvSpPr>
        <p:spPr>
          <a:xfrm>
            <a:off x="3200400" y="2819400"/>
            <a:ext cx="685800" cy="2616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Times"/>
                <a:ea typeface="Times"/>
                <a:cs typeface="Times"/>
                <a:sym typeface="Times"/>
              </a:rPr>
              <a:t>ALS</a:t>
            </a:r>
            <a:endParaRPr sz="1400" b="0" i="0" u="none" strike="noStrike" cap="none">
              <a:solidFill>
                <a:srgbClr val="000000"/>
              </a:solidFill>
              <a:latin typeface="Arial"/>
              <a:ea typeface="Arial"/>
              <a:cs typeface="Arial"/>
              <a:sym typeface="Arial"/>
            </a:endParaRPr>
          </a:p>
        </p:txBody>
      </p:sp>
      <p:sp>
        <p:nvSpPr>
          <p:cNvPr id="1029" name="Google Shape;1029;p15"/>
          <p:cNvSpPr txBox="1"/>
          <p:nvPr/>
        </p:nvSpPr>
        <p:spPr>
          <a:xfrm>
            <a:off x="2133600" y="1295400"/>
            <a:ext cx="990600" cy="507831"/>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chemeClr val="dk1"/>
                </a:solidFill>
                <a:latin typeface="Times"/>
                <a:ea typeface="Times"/>
                <a:cs typeface="Times"/>
                <a:sym typeface="Times"/>
              </a:rPr>
              <a:t>Ventral Spinocerebellar Tract</a:t>
            </a:r>
            <a:endParaRPr sz="1400" b="0" i="0" u="none" strike="noStrike" cap="none">
              <a:solidFill>
                <a:srgbClr val="000000"/>
              </a:solidFill>
              <a:latin typeface="Arial"/>
              <a:ea typeface="Arial"/>
              <a:cs typeface="Arial"/>
              <a:sym typeface="Arial"/>
            </a:endParaRPr>
          </a:p>
        </p:txBody>
      </p:sp>
      <p:sp>
        <p:nvSpPr>
          <p:cNvPr id="1030" name="Google Shape;1030;p15"/>
          <p:cNvSpPr txBox="1"/>
          <p:nvPr/>
        </p:nvSpPr>
        <p:spPr>
          <a:xfrm>
            <a:off x="3276600" y="4953000"/>
            <a:ext cx="1066800"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Times"/>
                <a:ea typeface="Times"/>
                <a:cs typeface="Times"/>
                <a:sym typeface="Times"/>
              </a:rPr>
              <a:t>Corticospinal tract</a:t>
            </a:r>
            <a:endParaRPr sz="1400" b="0" i="0" u="none" strike="noStrike" cap="none">
              <a:solidFill>
                <a:srgbClr val="000000"/>
              </a:solidFill>
              <a:latin typeface="Arial"/>
              <a:ea typeface="Arial"/>
              <a:cs typeface="Arial"/>
              <a:sym typeface="Arial"/>
            </a:endParaRPr>
          </a:p>
        </p:txBody>
      </p:sp>
      <p:sp>
        <p:nvSpPr>
          <p:cNvPr id="1031" name="Google Shape;1031;p15"/>
          <p:cNvSpPr txBox="1"/>
          <p:nvPr/>
        </p:nvSpPr>
        <p:spPr>
          <a:xfrm>
            <a:off x="4876800" y="3124200"/>
            <a:ext cx="914400" cy="40011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Rubrospinal Tract</a:t>
            </a:r>
            <a:endParaRPr sz="1400" b="0" i="0" u="none" strike="noStrike" cap="none">
              <a:solidFill>
                <a:srgbClr val="000000"/>
              </a:solidFill>
              <a:latin typeface="Arial"/>
              <a:ea typeface="Arial"/>
              <a:cs typeface="Arial"/>
              <a:sym typeface="Arial"/>
            </a:endParaRPr>
          </a:p>
        </p:txBody>
      </p:sp>
      <p:sp>
        <p:nvSpPr>
          <p:cNvPr id="1032" name="Google Shape;1032;p15"/>
          <p:cNvSpPr txBox="1"/>
          <p:nvPr/>
        </p:nvSpPr>
        <p:spPr>
          <a:xfrm>
            <a:off x="4876800" y="2057400"/>
            <a:ext cx="1981200" cy="246221"/>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Medial Longitudnal Fasciculus</a:t>
            </a:r>
            <a:endParaRPr sz="1400" b="0" i="0" u="none" strike="noStrike" cap="none">
              <a:solidFill>
                <a:srgbClr val="000000"/>
              </a:solidFill>
              <a:latin typeface="Arial"/>
              <a:ea typeface="Arial"/>
              <a:cs typeface="Arial"/>
              <a:sym typeface="Arial"/>
            </a:endParaRPr>
          </a:p>
        </p:txBody>
      </p:sp>
      <p:sp>
        <p:nvSpPr>
          <p:cNvPr id="1033" name="Google Shape;1033;p15"/>
          <p:cNvSpPr txBox="1"/>
          <p:nvPr/>
        </p:nvSpPr>
        <p:spPr>
          <a:xfrm>
            <a:off x="4343400" y="1219200"/>
            <a:ext cx="1447800" cy="40011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Dorsal Longitudnal Fasciculus</a:t>
            </a:r>
            <a:endParaRPr sz="1400" b="0" i="0" u="none" strike="noStrike" cap="none">
              <a:solidFill>
                <a:srgbClr val="000000"/>
              </a:solidFill>
              <a:latin typeface="Arial"/>
              <a:ea typeface="Arial"/>
              <a:cs typeface="Arial"/>
              <a:sym typeface="Arial"/>
            </a:endParaRPr>
          </a:p>
        </p:txBody>
      </p:sp>
      <p:sp>
        <p:nvSpPr>
          <p:cNvPr id="1034" name="Google Shape;1034;p15"/>
          <p:cNvSpPr txBox="1"/>
          <p:nvPr/>
        </p:nvSpPr>
        <p:spPr>
          <a:xfrm>
            <a:off x="1143000" y="1524000"/>
            <a:ext cx="9144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Spinal Trigeminal</a:t>
            </a:r>
            <a:endParaRPr sz="1400" b="0" i="0" u="none" strike="noStrike" cap="none">
              <a:solidFill>
                <a:srgbClr val="000000"/>
              </a:solidFill>
              <a:latin typeface="Arial"/>
              <a:ea typeface="Arial"/>
              <a:cs typeface="Arial"/>
              <a:sym typeface="Arial"/>
            </a:endParaRPr>
          </a:p>
        </p:txBody>
      </p:sp>
      <p:sp>
        <p:nvSpPr>
          <p:cNvPr id="1035" name="Google Shape;1035;p15"/>
          <p:cNvSpPr txBox="1"/>
          <p:nvPr/>
        </p:nvSpPr>
        <p:spPr>
          <a:xfrm>
            <a:off x="1371600" y="3657600"/>
            <a:ext cx="838200" cy="553998"/>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Middle Cerebellar Peduncle</a:t>
            </a:r>
            <a:endParaRPr sz="1400" b="0" i="0" u="none" strike="noStrike" cap="none">
              <a:solidFill>
                <a:srgbClr val="000000"/>
              </a:solidFill>
              <a:latin typeface="Arial"/>
              <a:ea typeface="Arial"/>
              <a:cs typeface="Arial"/>
              <a:sym typeface="Arial"/>
            </a:endParaRPr>
          </a:p>
        </p:txBody>
      </p:sp>
      <p:sp>
        <p:nvSpPr>
          <p:cNvPr id="1036" name="Google Shape;1036;p15"/>
          <p:cNvSpPr txBox="1"/>
          <p:nvPr/>
        </p:nvSpPr>
        <p:spPr>
          <a:xfrm>
            <a:off x="3657600" y="2819400"/>
            <a:ext cx="7620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Medial Lemniscus</a:t>
            </a:r>
            <a:endParaRPr sz="1000" b="1" i="0" u="none" strike="noStrike" cap="none">
              <a:solidFill>
                <a:schemeClr val="lt1"/>
              </a:solidFill>
              <a:latin typeface="Times"/>
              <a:ea typeface="Times"/>
              <a:cs typeface="Times"/>
              <a:sym typeface="Times"/>
            </a:endParaRPr>
          </a:p>
        </p:txBody>
      </p:sp>
      <p:sp>
        <p:nvSpPr>
          <p:cNvPr id="1037" name="Google Shape;1037;p15"/>
          <p:cNvSpPr txBox="1"/>
          <p:nvPr/>
        </p:nvSpPr>
        <p:spPr>
          <a:xfrm rot="-2860141">
            <a:off x="2972988" y="1165125"/>
            <a:ext cx="12954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Superior Cerebellar Peduncle</a:t>
            </a:r>
            <a:endParaRPr sz="1400" b="0" i="0" u="none" strike="noStrike" cap="none">
              <a:solidFill>
                <a:srgbClr val="000000"/>
              </a:solidFill>
              <a:latin typeface="Arial"/>
              <a:ea typeface="Arial"/>
              <a:cs typeface="Arial"/>
              <a:sym typeface="Arial"/>
            </a:endParaRPr>
          </a:p>
        </p:txBody>
      </p:sp>
      <p:sp>
        <p:nvSpPr>
          <p:cNvPr id="1038" name="Google Shape;1038;p15"/>
          <p:cNvSpPr txBox="1"/>
          <p:nvPr/>
        </p:nvSpPr>
        <p:spPr>
          <a:xfrm>
            <a:off x="2971800" y="4495800"/>
            <a:ext cx="6858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Pontine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 Nuclei</a:t>
            </a:r>
            <a:endParaRPr sz="1400" b="0" i="0" u="none" strike="noStrike" cap="none">
              <a:solidFill>
                <a:srgbClr val="000000"/>
              </a:solidFill>
              <a:latin typeface="Arial"/>
              <a:ea typeface="Arial"/>
              <a:cs typeface="Arial"/>
              <a:sym typeface="Arial"/>
            </a:endParaRPr>
          </a:p>
        </p:txBody>
      </p:sp>
      <p:sp>
        <p:nvSpPr>
          <p:cNvPr id="1039" name="Google Shape;1039;p15"/>
          <p:cNvSpPr txBox="1"/>
          <p:nvPr/>
        </p:nvSpPr>
        <p:spPr>
          <a:xfrm>
            <a:off x="2895600" y="3657600"/>
            <a:ext cx="12192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Times"/>
                <a:ea typeface="Times"/>
                <a:cs typeface="Times"/>
                <a:sym typeface="Times"/>
              </a:rPr>
              <a:t>Pontinocerebellar fiber</a:t>
            </a:r>
            <a:endParaRPr sz="1400" b="0" i="0" u="none" strike="noStrike" cap="none">
              <a:solidFill>
                <a:srgbClr val="000000"/>
              </a:solidFill>
              <a:latin typeface="Arial"/>
              <a:ea typeface="Arial"/>
              <a:cs typeface="Arial"/>
              <a:sym typeface="Arial"/>
            </a:endParaRPr>
          </a:p>
        </p:txBody>
      </p:sp>
      <p:sp>
        <p:nvSpPr>
          <p:cNvPr id="1040" name="Google Shape;1040;p15"/>
          <p:cNvSpPr txBox="1"/>
          <p:nvPr/>
        </p:nvSpPr>
        <p:spPr>
          <a:xfrm>
            <a:off x="2438400" y="2971800"/>
            <a:ext cx="838200" cy="461665"/>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dk1"/>
                </a:solidFill>
                <a:latin typeface="Times"/>
                <a:ea typeface="Times"/>
                <a:cs typeface="Times"/>
                <a:sym typeface="Times"/>
              </a:rPr>
              <a:t>Lateral Leniscus Tract and nuclei</a:t>
            </a:r>
            <a:endParaRPr sz="1400" b="0" i="0" u="none" strike="noStrike" cap="none">
              <a:solidFill>
                <a:srgbClr val="000000"/>
              </a:solidFill>
              <a:latin typeface="Arial"/>
              <a:ea typeface="Arial"/>
              <a:cs typeface="Arial"/>
              <a:sym typeface="Arial"/>
            </a:endParaRPr>
          </a:p>
        </p:txBody>
      </p:sp>
      <p:sp>
        <p:nvSpPr>
          <p:cNvPr id="1041" name="Google Shape;1041;p15"/>
          <p:cNvSpPr txBox="1"/>
          <p:nvPr/>
        </p:nvSpPr>
        <p:spPr>
          <a:xfrm>
            <a:off x="838200" y="2057400"/>
            <a:ext cx="2057400" cy="230832"/>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chemeClr val="dk1"/>
                </a:solidFill>
                <a:latin typeface="Times"/>
                <a:ea typeface="Times"/>
                <a:cs typeface="Times"/>
                <a:sym typeface="Times"/>
              </a:rPr>
              <a:t>Chief Trigeminal Sensory Nucleus</a:t>
            </a:r>
            <a:endParaRPr sz="1400" b="0" i="0" u="none" strike="noStrike" cap="none">
              <a:solidFill>
                <a:srgbClr val="000000"/>
              </a:solidFill>
              <a:latin typeface="Arial"/>
              <a:ea typeface="Arial"/>
              <a:cs typeface="Arial"/>
              <a:sym typeface="Arial"/>
            </a:endParaRPr>
          </a:p>
        </p:txBody>
      </p:sp>
      <p:sp>
        <p:nvSpPr>
          <p:cNvPr id="1042" name="Google Shape;1042;p15"/>
          <p:cNvSpPr txBox="1"/>
          <p:nvPr/>
        </p:nvSpPr>
        <p:spPr>
          <a:xfrm>
            <a:off x="3352800" y="2209800"/>
            <a:ext cx="838200"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1"/>
                </a:solidFill>
                <a:latin typeface="Times"/>
                <a:ea typeface="Times"/>
                <a:cs typeface="Times"/>
                <a:sym typeface="Times"/>
              </a:rPr>
              <a:t>Central Tegmental Tract</a:t>
            </a:r>
            <a:endParaRPr sz="1400" b="0" i="0" u="none" strike="noStrike" cap="none">
              <a:solidFill>
                <a:srgbClr val="000000"/>
              </a:solidFill>
              <a:latin typeface="Arial"/>
              <a:ea typeface="Arial"/>
              <a:cs typeface="Arial"/>
              <a:sym typeface="Arial"/>
            </a:endParaRPr>
          </a:p>
        </p:txBody>
      </p:sp>
      <p:sp>
        <p:nvSpPr>
          <p:cNvPr id="1043" name="Google Shape;1043;p15"/>
          <p:cNvSpPr txBox="1"/>
          <p:nvPr/>
        </p:nvSpPr>
        <p:spPr>
          <a:xfrm>
            <a:off x="1828800" y="2362200"/>
            <a:ext cx="1066800" cy="230832"/>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chemeClr val="dk1"/>
                </a:solidFill>
                <a:latin typeface="Times"/>
                <a:ea typeface="Times"/>
                <a:cs typeface="Times"/>
                <a:sym typeface="Times"/>
              </a:rPr>
              <a:t>Trigem Motor</a:t>
            </a:r>
            <a:endParaRPr sz="1400" b="0" i="0" u="none" strike="noStrike" cap="none">
              <a:solidFill>
                <a:srgbClr val="000000"/>
              </a:solidFill>
              <a:latin typeface="Arial"/>
              <a:ea typeface="Arial"/>
              <a:cs typeface="Arial"/>
              <a:sym typeface="Arial"/>
            </a:endParaRPr>
          </a:p>
        </p:txBody>
      </p:sp>
      <p:sp>
        <p:nvSpPr>
          <p:cNvPr id="1044" name="Google Shape;1044;p15"/>
          <p:cNvSpPr txBox="1"/>
          <p:nvPr/>
        </p:nvSpPr>
        <p:spPr>
          <a:xfrm>
            <a:off x="3124200" y="457200"/>
            <a:ext cx="2362200" cy="246221"/>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Mesencephalic Trigeminal Nucleau</a:t>
            </a:r>
            <a:endParaRPr sz="1000" b="1" i="0" u="none" strike="noStrike" cap="none">
              <a:solidFill>
                <a:schemeClr val="dk1"/>
              </a:solidFill>
              <a:latin typeface="Times"/>
              <a:ea typeface="Times"/>
              <a:cs typeface="Times"/>
              <a:sym typeface="Times"/>
            </a:endParaRPr>
          </a:p>
        </p:txBody>
      </p:sp>
      <p:sp>
        <p:nvSpPr>
          <p:cNvPr id="1045" name="Google Shape;1045;p15"/>
          <p:cNvSpPr txBox="1"/>
          <p:nvPr/>
        </p:nvSpPr>
        <p:spPr>
          <a:xfrm rot="1689519">
            <a:off x="3529216" y="1982464"/>
            <a:ext cx="1066800"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chemeClr val="lt1"/>
                </a:solidFill>
                <a:latin typeface="Times"/>
                <a:ea typeface="Times"/>
                <a:cs typeface="Times"/>
                <a:sym typeface="Times"/>
              </a:rPr>
              <a:t>Pontine Reticulo Fibers</a:t>
            </a:r>
            <a:endParaRPr sz="1400" b="0" i="0" u="none" strike="noStrike" cap="none">
              <a:solidFill>
                <a:srgbClr val="000000"/>
              </a:solidFill>
              <a:latin typeface="Arial"/>
              <a:ea typeface="Arial"/>
              <a:cs typeface="Arial"/>
              <a:sym typeface="Arial"/>
            </a:endParaRPr>
          </a:p>
        </p:txBody>
      </p:sp>
      <p:sp>
        <p:nvSpPr>
          <p:cNvPr id="1046" name="Google Shape;1046;p15"/>
          <p:cNvSpPr txBox="1"/>
          <p:nvPr/>
        </p:nvSpPr>
        <p:spPr>
          <a:xfrm>
            <a:off x="4876800" y="2514600"/>
            <a:ext cx="1219200" cy="553998"/>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Ventral trigeminothalamic tract</a:t>
            </a:r>
            <a:endParaRPr sz="1400" b="0" i="0" u="none" strike="noStrike" cap="none">
              <a:solidFill>
                <a:srgbClr val="000000"/>
              </a:solidFill>
              <a:latin typeface="Arial"/>
              <a:ea typeface="Arial"/>
              <a:cs typeface="Arial"/>
              <a:sym typeface="Arial"/>
            </a:endParaRPr>
          </a:p>
        </p:txBody>
      </p:sp>
      <p:sp>
        <p:nvSpPr>
          <p:cNvPr id="1047" name="Google Shape;1047;p15"/>
          <p:cNvSpPr txBox="1"/>
          <p:nvPr/>
        </p:nvSpPr>
        <p:spPr>
          <a:xfrm>
            <a:off x="4724400" y="1752600"/>
            <a:ext cx="990600" cy="246221"/>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Central Grey</a:t>
            </a:r>
            <a:endParaRPr sz="1400" b="0" i="0" u="none" strike="noStrike" cap="none">
              <a:solidFill>
                <a:srgbClr val="000000"/>
              </a:solidFill>
              <a:latin typeface="Arial"/>
              <a:ea typeface="Arial"/>
              <a:cs typeface="Arial"/>
              <a:sym typeface="Arial"/>
            </a:endParaRPr>
          </a:p>
        </p:txBody>
      </p:sp>
      <p:sp>
        <p:nvSpPr>
          <p:cNvPr id="1048" name="Google Shape;1048;p15"/>
          <p:cNvSpPr txBox="1"/>
          <p:nvPr/>
        </p:nvSpPr>
        <p:spPr>
          <a:xfrm>
            <a:off x="4343400" y="762000"/>
            <a:ext cx="990600" cy="400110"/>
          </a:xfrm>
          <a:prstGeom prst="rect">
            <a:avLst/>
          </a:prstGeom>
          <a:solidFill>
            <a:srgbClr val="F7576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Locus Corelius</a:t>
            </a:r>
            <a:endParaRPr sz="1000" b="1" i="0" u="none" strike="noStrike" cap="none">
              <a:solidFill>
                <a:schemeClr val="dk1"/>
              </a:solidFill>
              <a:latin typeface="Times"/>
              <a:ea typeface="Times"/>
              <a:cs typeface="Times"/>
              <a:sym typeface="Times"/>
            </a:endParaRPr>
          </a:p>
        </p:txBody>
      </p:sp>
      <p:sp>
        <p:nvSpPr>
          <p:cNvPr id="1049" name="Google Shape;1049;p15"/>
          <p:cNvSpPr txBox="1"/>
          <p:nvPr/>
        </p:nvSpPr>
        <p:spPr>
          <a:xfrm>
            <a:off x="762000" y="2667000"/>
            <a:ext cx="990600" cy="400110"/>
          </a:xfrm>
          <a:prstGeom prst="rect">
            <a:avLst/>
          </a:prstGeom>
          <a:solidFill>
            <a:srgbClr val="BBE0E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Times"/>
                <a:ea typeface="Times"/>
                <a:cs typeface="Times"/>
                <a:sym typeface="Times"/>
              </a:rPr>
              <a:t>Trigeminal Radiations</a:t>
            </a:r>
            <a:endParaRPr sz="1400" b="0" i="0" u="none" strike="noStrike" cap="none">
              <a:solidFill>
                <a:srgbClr val="000000"/>
              </a:solidFill>
              <a:latin typeface="Arial"/>
              <a:ea typeface="Arial"/>
              <a:cs typeface="Arial"/>
              <a:sym typeface="Arial"/>
            </a:endParaRPr>
          </a:p>
        </p:txBody>
      </p:sp>
      <p:cxnSp>
        <p:nvCxnSpPr>
          <p:cNvPr id="1050" name="Google Shape;1050;p15"/>
          <p:cNvCxnSpPr>
            <a:endCxn id="1007" idx="7"/>
          </p:cNvCxnSpPr>
          <p:nvPr/>
        </p:nvCxnSpPr>
        <p:spPr>
          <a:xfrm flipH="1">
            <a:off x="4006201" y="685799"/>
            <a:ext cx="184800" cy="6621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1051" name="Google Shape;1051;p15"/>
          <p:cNvCxnSpPr>
            <a:endCxn id="1008" idx="8"/>
          </p:cNvCxnSpPr>
          <p:nvPr/>
        </p:nvCxnSpPr>
        <p:spPr>
          <a:xfrm flipH="1">
            <a:off x="3867600" y="1143000"/>
            <a:ext cx="552000" cy="7008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1052" name="Google Shape;1052;p15"/>
          <p:cNvCxnSpPr>
            <a:endCxn id="1010" idx="4"/>
          </p:cNvCxnSpPr>
          <p:nvPr/>
        </p:nvCxnSpPr>
        <p:spPr>
          <a:xfrm flipH="1">
            <a:off x="4372201" y="1524000"/>
            <a:ext cx="199800" cy="2133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1053" name="Google Shape;1053;p15"/>
          <p:cNvCxnSpPr>
            <a:endCxn id="1009" idx="18"/>
          </p:cNvCxnSpPr>
          <p:nvPr/>
        </p:nvCxnSpPr>
        <p:spPr>
          <a:xfrm rot="10800000">
            <a:off x="4572000" y="1866301"/>
            <a:ext cx="228600" cy="1149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1054" name="Google Shape;1054;p15"/>
          <p:cNvCxnSpPr>
            <a:stCxn id="1032" idx="1"/>
            <a:endCxn id="1011" idx="15"/>
          </p:cNvCxnSpPr>
          <p:nvPr/>
        </p:nvCxnSpPr>
        <p:spPr>
          <a:xfrm flipH="1">
            <a:off x="4639500" y="2180511"/>
            <a:ext cx="237300" cy="156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1055" name="Google Shape;1055;p15"/>
          <p:cNvCxnSpPr>
            <a:endCxn id="1013" idx="2"/>
          </p:cNvCxnSpPr>
          <p:nvPr/>
        </p:nvCxnSpPr>
        <p:spPr>
          <a:xfrm flipH="1">
            <a:off x="4089000" y="2666999"/>
            <a:ext cx="940200" cy="750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1056" name="Google Shape;1056;p15"/>
          <p:cNvCxnSpPr>
            <a:endCxn id="1014" idx="7"/>
          </p:cNvCxnSpPr>
          <p:nvPr/>
        </p:nvCxnSpPr>
        <p:spPr>
          <a:xfrm rot="10800000">
            <a:off x="4611900" y="2916301"/>
            <a:ext cx="341100" cy="2841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1057" name="Google Shape;1057;p15"/>
          <p:cNvCxnSpPr>
            <a:endCxn id="1018" idx="11"/>
          </p:cNvCxnSpPr>
          <p:nvPr/>
        </p:nvCxnSpPr>
        <p:spPr>
          <a:xfrm rot="10800000" flipH="1">
            <a:off x="3124200" y="2698201"/>
            <a:ext cx="28200" cy="3498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1058" name="Google Shape;1058;p15"/>
          <p:cNvCxnSpPr>
            <a:stCxn id="1043" idx="3"/>
            <a:endCxn id="1020" idx="11"/>
          </p:cNvCxnSpPr>
          <p:nvPr/>
        </p:nvCxnSpPr>
        <p:spPr>
          <a:xfrm rot="10800000" flipH="1">
            <a:off x="2895600" y="2293416"/>
            <a:ext cx="327300" cy="1842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1059" name="Google Shape;1059;p15"/>
          <p:cNvCxnSpPr>
            <a:endCxn id="1022" idx="8"/>
          </p:cNvCxnSpPr>
          <p:nvPr/>
        </p:nvCxnSpPr>
        <p:spPr>
          <a:xfrm>
            <a:off x="2895600" y="1676400"/>
            <a:ext cx="177300" cy="332400"/>
          </a:xfrm>
          <a:prstGeom prst="straightConnector1">
            <a:avLst/>
          </a:prstGeom>
          <a:solidFill>
            <a:schemeClr val="accent1"/>
          </a:solidFill>
          <a:ln w="28575" cap="flat" cmpd="sng">
            <a:solidFill>
              <a:schemeClr val="dk1"/>
            </a:solidFill>
            <a:prstDash val="solid"/>
            <a:round/>
            <a:headEnd type="none" w="sm" len="sm"/>
            <a:tailEnd type="stealth" w="med" len="med"/>
          </a:ln>
        </p:spPr>
      </p:cxnSp>
      <p:cxnSp>
        <p:nvCxnSpPr>
          <p:cNvPr id="1060" name="Google Shape;1060;p15"/>
          <p:cNvCxnSpPr/>
          <p:nvPr/>
        </p:nvCxnSpPr>
        <p:spPr>
          <a:xfrm>
            <a:off x="1600200" y="2819400"/>
            <a:ext cx="609600" cy="228600"/>
          </a:xfrm>
          <a:prstGeom prst="straightConnector1">
            <a:avLst/>
          </a:prstGeom>
          <a:solidFill>
            <a:schemeClr val="accent1"/>
          </a:solidFill>
          <a:ln w="28575" cap="flat" cmpd="sng">
            <a:solidFill>
              <a:schemeClr val="dk1"/>
            </a:solidFill>
            <a:prstDash val="solid"/>
            <a:round/>
            <a:headEnd type="none" w="sm" len="sm"/>
            <a:tailEnd type="stealth" w="med" len="med"/>
          </a:ln>
        </p:spPr>
      </p:cxnSp>
      <p:pic>
        <p:nvPicPr>
          <p:cNvPr id="1061" name="Google Shape;1061;p15"/>
          <p:cNvPicPr preferRelativeResize="0"/>
          <p:nvPr/>
        </p:nvPicPr>
        <p:blipFill rotWithShape="1">
          <a:blip r:embed="rId4">
            <a:alphaModFix/>
          </a:blip>
          <a:srcRect/>
          <a:stretch/>
        </p:blipFill>
        <p:spPr>
          <a:xfrm>
            <a:off x="7696200" y="4572000"/>
            <a:ext cx="1097583" cy="1143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3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6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4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01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05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04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01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02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01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03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01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05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04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014"/>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056"/>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031"/>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012"/>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042"/>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027"/>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1045"/>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011"/>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054"/>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1032"/>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009"/>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1053"/>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047"/>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1010"/>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1052"/>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1033"/>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1051"/>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1008"/>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1048"/>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1007"/>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1050"/>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1044"/>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1006"/>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1037"/>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1022"/>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1059"/>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1029"/>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1019"/>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1041"/>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1020"/>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1058"/>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10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65"/>
        <p:cNvGrpSpPr/>
        <p:nvPr/>
      </p:nvGrpSpPr>
      <p:grpSpPr>
        <a:xfrm>
          <a:off x="0" y="0"/>
          <a:ext cx="0" cy="0"/>
          <a:chOff x="0" y="0"/>
          <a:chExt cx="0" cy="0"/>
        </a:xfrm>
      </p:grpSpPr>
      <p:pic>
        <p:nvPicPr>
          <p:cNvPr id="1066" name="Google Shape;1066;p16" descr="Plate 16.jpg                                                   00000158WD Passport                    00000000:"/>
          <p:cNvPicPr preferRelativeResize="0"/>
          <p:nvPr/>
        </p:nvPicPr>
        <p:blipFill rotWithShape="1">
          <a:blip r:embed="rId3">
            <a:alphaModFix/>
          </a:blip>
          <a:srcRect/>
          <a:stretch/>
        </p:blipFill>
        <p:spPr>
          <a:xfrm>
            <a:off x="-12700" y="379413"/>
            <a:ext cx="9170988" cy="6097587"/>
          </a:xfrm>
          <a:prstGeom prst="rect">
            <a:avLst/>
          </a:prstGeom>
          <a:noFill/>
          <a:ln w="9525" cap="flat" cmpd="sng">
            <a:solidFill>
              <a:srgbClr val="3CFF4A"/>
            </a:solidFill>
            <a:prstDash val="solid"/>
            <a:miter lim="800000"/>
            <a:headEnd type="none" w="sm" len="sm"/>
            <a:tailEnd type="none" w="sm" len="sm"/>
          </a:ln>
        </p:spPr>
      </p:pic>
      <p:sp>
        <p:nvSpPr>
          <p:cNvPr id="1067" name="Google Shape;1067;p16"/>
          <p:cNvSpPr/>
          <p:nvPr/>
        </p:nvSpPr>
        <p:spPr>
          <a:xfrm>
            <a:off x="4396109" y="1552661"/>
            <a:ext cx="245576" cy="127647"/>
          </a:xfrm>
          <a:custGeom>
            <a:avLst/>
            <a:gdLst/>
            <a:ahLst/>
            <a:cxnLst/>
            <a:rect l="l" t="t" r="r" b="b"/>
            <a:pathLst>
              <a:path w="245576" h="127647" extrusionOk="0">
                <a:moveTo>
                  <a:pt x="175891" y="39724"/>
                </a:moveTo>
                <a:lnTo>
                  <a:pt x="107506" y="20185"/>
                </a:lnTo>
                <a:cubicBezTo>
                  <a:pt x="40032" y="1783"/>
                  <a:pt x="95284" y="19368"/>
                  <a:pt x="39122" y="647"/>
                </a:cubicBezTo>
                <a:cubicBezTo>
                  <a:pt x="29353" y="3903"/>
                  <a:pt x="17096" y="3134"/>
                  <a:pt x="9814" y="10416"/>
                </a:cubicBezTo>
                <a:cubicBezTo>
                  <a:pt x="-14411" y="34641"/>
                  <a:pt x="10365" y="93546"/>
                  <a:pt x="39122" y="98339"/>
                </a:cubicBezTo>
                <a:lnTo>
                  <a:pt x="97737" y="108108"/>
                </a:lnTo>
                <a:cubicBezTo>
                  <a:pt x="107506" y="104852"/>
                  <a:pt x="116887" y="96646"/>
                  <a:pt x="127045" y="98339"/>
                </a:cubicBezTo>
                <a:cubicBezTo>
                  <a:pt x="157518" y="103418"/>
                  <a:pt x="214968" y="127647"/>
                  <a:pt x="214968" y="127647"/>
                </a:cubicBezTo>
                <a:cubicBezTo>
                  <a:pt x="224737" y="124390"/>
                  <a:pt x="239671" y="127088"/>
                  <a:pt x="244276" y="117877"/>
                </a:cubicBezTo>
                <a:cubicBezTo>
                  <a:pt x="248881" y="108667"/>
                  <a:pt x="240218" y="97138"/>
                  <a:pt x="234506" y="88570"/>
                </a:cubicBezTo>
                <a:cubicBezTo>
                  <a:pt x="214611" y="58728"/>
                  <a:pt x="201640" y="60323"/>
                  <a:pt x="175891" y="39724"/>
                </a:cubicBezTo>
                <a:cubicBezTo>
                  <a:pt x="145599" y="15490"/>
                  <a:pt x="167143" y="20695"/>
                  <a:pt x="127045" y="647"/>
                </a:cubicBezTo>
                <a:cubicBezTo>
                  <a:pt x="124132" y="-809"/>
                  <a:pt x="120532" y="647"/>
                  <a:pt x="117276" y="647"/>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68" name="Google Shape;1068;p16"/>
          <p:cNvSpPr/>
          <p:nvPr/>
        </p:nvSpPr>
        <p:spPr>
          <a:xfrm>
            <a:off x="4321941" y="1756632"/>
            <a:ext cx="386828" cy="255941"/>
          </a:xfrm>
          <a:custGeom>
            <a:avLst/>
            <a:gdLst/>
            <a:ahLst/>
            <a:cxnLst/>
            <a:rect l="l" t="t" r="r" b="b"/>
            <a:pathLst>
              <a:path w="386828" h="255941" extrusionOk="0">
                <a:moveTo>
                  <a:pt x="308674" y="99522"/>
                </a:moveTo>
                <a:cubicBezTo>
                  <a:pt x="294020" y="79984"/>
                  <a:pt x="323186" y="40906"/>
                  <a:pt x="269597" y="40906"/>
                </a:cubicBezTo>
                <a:cubicBezTo>
                  <a:pt x="259300" y="40906"/>
                  <a:pt x="250059" y="34393"/>
                  <a:pt x="240290" y="31137"/>
                </a:cubicBezTo>
                <a:cubicBezTo>
                  <a:pt x="202125" y="69302"/>
                  <a:pt x="242172" y="40906"/>
                  <a:pt x="191444" y="40906"/>
                </a:cubicBezTo>
                <a:cubicBezTo>
                  <a:pt x="178017" y="40906"/>
                  <a:pt x="165393" y="47419"/>
                  <a:pt x="152367" y="50676"/>
                </a:cubicBezTo>
                <a:cubicBezTo>
                  <a:pt x="142598" y="47419"/>
                  <a:pt x="133357" y="40906"/>
                  <a:pt x="123059" y="40906"/>
                </a:cubicBezTo>
                <a:cubicBezTo>
                  <a:pt x="103251" y="40906"/>
                  <a:pt x="84099" y="53133"/>
                  <a:pt x="64444" y="50676"/>
                </a:cubicBezTo>
                <a:cubicBezTo>
                  <a:pt x="55304" y="49534"/>
                  <a:pt x="51418" y="37650"/>
                  <a:pt x="44905" y="31137"/>
                </a:cubicBezTo>
                <a:cubicBezTo>
                  <a:pt x="41649" y="21368"/>
                  <a:pt x="44346" y="6435"/>
                  <a:pt x="35136" y="1830"/>
                </a:cubicBezTo>
                <a:cubicBezTo>
                  <a:pt x="25925" y="-2775"/>
                  <a:pt x="8326" y="1609"/>
                  <a:pt x="5828" y="11599"/>
                </a:cubicBezTo>
                <a:cubicBezTo>
                  <a:pt x="-10563" y="77161"/>
                  <a:pt x="10301" y="68477"/>
                  <a:pt x="35136" y="99522"/>
                </a:cubicBezTo>
                <a:cubicBezTo>
                  <a:pt x="42471" y="108690"/>
                  <a:pt x="47339" y="119662"/>
                  <a:pt x="54674" y="128830"/>
                </a:cubicBezTo>
                <a:cubicBezTo>
                  <a:pt x="60428" y="136022"/>
                  <a:pt x="68459" y="141176"/>
                  <a:pt x="74213" y="148368"/>
                </a:cubicBezTo>
                <a:cubicBezTo>
                  <a:pt x="81548" y="157536"/>
                  <a:pt x="84731" y="170159"/>
                  <a:pt x="93751" y="177676"/>
                </a:cubicBezTo>
                <a:cubicBezTo>
                  <a:pt x="104939" y="186999"/>
                  <a:pt x="120184" y="189989"/>
                  <a:pt x="132828" y="197214"/>
                </a:cubicBezTo>
                <a:cubicBezTo>
                  <a:pt x="185856" y="227516"/>
                  <a:pt x="137708" y="208611"/>
                  <a:pt x="191444" y="226522"/>
                </a:cubicBezTo>
                <a:cubicBezTo>
                  <a:pt x="202967" y="234204"/>
                  <a:pt x="232726" y="257756"/>
                  <a:pt x="250059" y="255830"/>
                </a:cubicBezTo>
                <a:cubicBezTo>
                  <a:pt x="270528" y="253556"/>
                  <a:pt x="289552" y="243940"/>
                  <a:pt x="308674" y="236291"/>
                </a:cubicBezTo>
                <a:cubicBezTo>
                  <a:pt x="367082" y="212929"/>
                  <a:pt x="340885" y="222299"/>
                  <a:pt x="386828" y="206983"/>
                </a:cubicBezTo>
                <a:cubicBezTo>
                  <a:pt x="383572" y="197214"/>
                  <a:pt x="382357" y="186506"/>
                  <a:pt x="377059" y="177676"/>
                </a:cubicBezTo>
                <a:cubicBezTo>
                  <a:pt x="372320" y="169778"/>
                  <a:pt x="361640" y="166375"/>
                  <a:pt x="357521" y="158137"/>
                </a:cubicBezTo>
                <a:cubicBezTo>
                  <a:pt x="336952" y="116999"/>
                  <a:pt x="323328" y="119060"/>
                  <a:pt x="308674" y="99522"/>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69" name="Google Shape;1069;p16"/>
          <p:cNvSpPr/>
          <p:nvPr/>
        </p:nvSpPr>
        <p:spPr>
          <a:xfrm>
            <a:off x="3966308" y="1385906"/>
            <a:ext cx="140013" cy="216783"/>
          </a:xfrm>
          <a:custGeom>
            <a:avLst/>
            <a:gdLst/>
            <a:ahLst/>
            <a:cxnLst/>
            <a:rect l="l" t="t" r="r" b="b"/>
            <a:pathLst>
              <a:path w="140013" h="216783" extrusionOk="0">
                <a:moveTo>
                  <a:pt x="127000" y="1325"/>
                </a:moveTo>
                <a:cubicBezTo>
                  <a:pt x="118859" y="-6816"/>
                  <a:pt x="91724" y="24571"/>
                  <a:pt x="78154" y="40402"/>
                </a:cubicBezTo>
                <a:cubicBezTo>
                  <a:pt x="36471" y="89031"/>
                  <a:pt x="106809" y="56899"/>
                  <a:pt x="39077" y="79479"/>
                </a:cubicBezTo>
                <a:lnTo>
                  <a:pt x="9769" y="167402"/>
                </a:lnTo>
                <a:lnTo>
                  <a:pt x="0" y="196709"/>
                </a:lnTo>
                <a:cubicBezTo>
                  <a:pt x="6513" y="203222"/>
                  <a:pt x="10506" y="214442"/>
                  <a:pt x="19538" y="216248"/>
                </a:cubicBezTo>
                <a:cubicBezTo>
                  <a:pt x="40675" y="220476"/>
                  <a:pt x="56688" y="198637"/>
                  <a:pt x="68384" y="186940"/>
                </a:cubicBezTo>
                <a:cubicBezTo>
                  <a:pt x="74897" y="167402"/>
                  <a:pt x="73360" y="142888"/>
                  <a:pt x="87923" y="128325"/>
                </a:cubicBezTo>
                <a:lnTo>
                  <a:pt x="127000" y="89248"/>
                </a:lnTo>
                <a:cubicBezTo>
                  <a:pt x="151687" y="15185"/>
                  <a:pt x="135141" y="9466"/>
                  <a:pt x="127000" y="1325"/>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70" name="Google Shape;1070;p16"/>
          <p:cNvSpPr/>
          <p:nvPr/>
        </p:nvSpPr>
        <p:spPr>
          <a:xfrm>
            <a:off x="3927231" y="1537061"/>
            <a:ext cx="169950" cy="223125"/>
          </a:xfrm>
          <a:custGeom>
            <a:avLst/>
            <a:gdLst/>
            <a:ahLst/>
            <a:cxnLst/>
            <a:rect l="l" t="t" r="r" b="b"/>
            <a:pathLst>
              <a:path w="169950" h="223125" extrusionOk="0">
                <a:moveTo>
                  <a:pt x="107461" y="16247"/>
                </a:moveTo>
                <a:cubicBezTo>
                  <a:pt x="89551" y="16247"/>
                  <a:pt x="67370" y="33977"/>
                  <a:pt x="48846" y="45554"/>
                </a:cubicBezTo>
                <a:cubicBezTo>
                  <a:pt x="27496" y="58898"/>
                  <a:pt x="26103" y="71422"/>
                  <a:pt x="19538" y="94401"/>
                </a:cubicBezTo>
                <a:cubicBezTo>
                  <a:pt x="-4995" y="180268"/>
                  <a:pt x="23423" y="92514"/>
                  <a:pt x="0" y="162785"/>
                </a:cubicBezTo>
                <a:cubicBezTo>
                  <a:pt x="3256" y="179067"/>
                  <a:pt x="-861" y="198875"/>
                  <a:pt x="9769" y="211631"/>
                </a:cubicBezTo>
                <a:cubicBezTo>
                  <a:pt x="28437" y="234033"/>
                  <a:pt x="59424" y="217875"/>
                  <a:pt x="78154" y="211631"/>
                </a:cubicBezTo>
                <a:cubicBezTo>
                  <a:pt x="87923" y="214888"/>
                  <a:pt x="97363" y="223420"/>
                  <a:pt x="107461" y="221401"/>
                </a:cubicBezTo>
                <a:cubicBezTo>
                  <a:pt x="116493" y="219595"/>
                  <a:pt x="119102" y="206601"/>
                  <a:pt x="127000" y="201862"/>
                </a:cubicBezTo>
                <a:cubicBezTo>
                  <a:pt x="135830" y="196564"/>
                  <a:pt x="146538" y="195349"/>
                  <a:pt x="156307" y="192093"/>
                </a:cubicBezTo>
                <a:cubicBezTo>
                  <a:pt x="177282" y="129172"/>
                  <a:pt x="171485" y="159389"/>
                  <a:pt x="156307" y="45554"/>
                </a:cubicBezTo>
                <a:cubicBezTo>
                  <a:pt x="145508" y="-35435"/>
                  <a:pt x="125371" y="16247"/>
                  <a:pt x="107461" y="16247"/>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71" name="Google Shape;1071;p16"/>
          <p:cNvSpPr/>
          <p:nvPr/>
        </p:nvSpPr>
        <p:spPr>
          <a:xfrm>
            <a:off x="3253154" y="1102115"/>
            <a:ext cx="952848" cy="1115500"/>
          </a:xfrm>
          <a:custGeom>
            <a:avLst/>
            <a:gdLst/>
            <a:ahLst/>
            <a:cxnLst/>
            <a:rect l="l" t="t" r="r" b="b"/>
            <a:pathLst>
              <a:path w="952848" h="1115500" extrusionOk="0">
                <a:moveTo>
                  <a:pt x="410308" y="1017808"/>
                </a:moveTo>
                <a:cubicBezTo>
                  <a:pt x="403795" y="1003154"/>
                  <a:pt x="378445" y="996992"/>
                  <a:pt x="361461" y="988500"/>
                </a:cubicBezTo>
                <a:cubicBezTo>
                  <a:pt x="352251" y="983895"/>
                  <a:pt x="341364" y="983336"/>
                  <a:pt x="332154" y="978731"/>
                </a:cubicBezTo>
                <a:cubicBezTo>
                  <a:pt x="307504" y="966406"/>
                  <a:pt x="301482" y="957829"/>
                  <a:pt x="283308" y="939654"/>
                </a:cubicBezTo>
                <a:cubicBezTo>
                  <a:pt x="286564" y="923372"/>
                  <a:pt x="283867" y="904624"/>
                  <a:pt x="293077" y="890808"/>
                </a:cubicBezTo>
                <a:cubicBezTo>
                  <a:pt x="298789" y="882240"/>
                  <a:pt x="313554" y="886337"/>
                  <a:pt x="322384" y="881039"/>
                </a:cubicBezTo>
                <a:cubicBezTo>
                  <a:pt x="330282" y="876300"/>
                  <a:pt x="333926" y="866070"/>
                  <a:pt x="341923" y="861500"/>
                </a:cubicBezTo>
                <a:cubicBezTo>
                  <a:pt x="357149" y="852800"/>
                  <a:pt x="374487" y="848475"/>
                  <a:pt x="390769" y="841962"/>
                </a:cubicBezTo>
                <a:cubicBezTo>
                  <a:pt x="397282" y="835449"/>
                  <a:pt x="404554" y="829615"/>
                  <a:pt x="410308" y="822423"/>
                </a:cubicBezTo>
                <a:cubicBezTo>
                  <a:pt x="432138" y="795136"/>
                  <a:pt x="442153" y="770651"/>
                  <a:pt x="449384" y="734500"/>
                </a:cubicBezTo>
                <a:cubicBezTo>
                  <a:pt x="453199" y="715425"/>
                  <a:pt x="466299" y="639432"/>
                  <a:pt x="478692" y="627039"/>
                </a:cubicBezTo>
                <a:lnTo>
                  <a:pt x="527538" y="578193"/>
                </a:lnTo>
                <a:lnTo>
                  <a:pt x="547077" y="558654"/>
                </a:lnTo>
                <a:cubicBezTo>
                  <a:pt x="570306" y="488968"/>
                  <a:pt x="537368" y="573219"/>
                  <a:pt x="586154" y="500039"/>
                </a:cubicBezTo>
                <a:cubicBezTo>
                  <a:pt x="591866" y="491471"/>
                  <a:pt x="591318" y="479942"/>
                  <a:pt x="595923" y="470731"/>
                </a:cubicBezTo>
                <a:cubicBezTo>
                  <a:pt x="603068" y="456440"/>
                  <a:pt x="638126" y="411204"/>
                  <a:pt x="644769" y="402347"/>
                </a:cubicBezTo>
                <a:cubicBezTo>
                  <a:pt x="648025" y="392578"/>
                  <a:pt x="649933" y="382250"/>
                  <a:pt x="654538" y="373039"/>
                </a:cubicBezTo>
                <a:cubicBezTo>
                  <a:pt x="659789" y="362537"/>
                  <a:pt x="669308" y="354460"/>
                  <a:pt x="674077" y="343731"/>
                </a:cubicBezTo>
                <a:cubicBezTo>
                  <a:pt x="705792" y="272373"/>
                  <a:pt x="669616" y="293115"/>
                  <a:pt x="722923" y="275347"/>
                </a:cubicBezTo>
                <a:cubicBezTo>
                  <a:pt x="739205" y="259065"/>
                  <a:pt x="764487" y="248345"/>
                  <a:pt x="771769" y="226500"/>
                </a:cubicBezTo>
                <a:cubicBezTo>
                  <a:pt x="775025" y="216731"/>
                  <a:pt x="773159" y="203178"/>
                  <a:pt x="781538" y="197193"/>
                </a:cubicBezTo>
                <a:cubicBezTo>
                  <a:pt x="798297" y="185222"/>
                  <a:pt x="820615" y="184167"/>
                  <a:pt x="840154" y="177654"/>
                </a:cubicBezTo>
                <a:lnTo>
                  <a:pt x="898769" y="158116"/>
                </a:lnTo>
                <a:lnTo>
                  <a:pt x="928077" y="148347"/>
                </a:lnTo>
                <a:cubicBezTo>
                  <a:pt x="950366" y="126056"/>
                  <a:pt x="965627" y="121633"/>
                  <a:pt x="937846" y="79962"/>
                </a:cubicBezTo>
                <a:cubicBezTo>
                  <a:pt x="932134" y="71394"/>
                  <a:pt x="918307" y="73449"/>
                  <a:pt x="908538" y="70193"/>
                </a:cubicBezTo>
                <a:cubicBezTo>
                  <a:pt x="870839" y="32492"/>
                  <a:pt x="909606" y="60423"/>
                  <a:pt x="840154" y="60423"/>
                </a:cubicBezTo>
                <a:cubicBezTo>
                  <a:pt x="829856" y="60423"/>
                  <a:pt x="820748" y="53483"/>
                  <a:pt x="810846" y="50654"/>
                </a:cubicBezTo>
                <a:cubicBezTo>
                  <a:pt x="797936" y="46966"/>
                  <a:pt x="784507" y="45131"/>
                  <a:pt x="771769" y="40885"/>
                </a:cubicBezTo>
                <a:cubicBezTo>
                  <a:pt x="755133" y="35340"/>
                  <a:pt x="739403" y="27340"/>
                  <a:pt x="722923" y="21347"/>
                </a:cubicBezTo>
                <a:cubicBezTo>
                  <a:pt x="703568" y="14309"/>
                  <a:pt x="664308" y="1808"/>
                  <a:pt x="664308" y="1808"/>
                </a:cubicBezTo>
                <a:cubicBezTo>
                  <a:pt x="628487" y="5064"/>
                  <a:pt x="592814" y="11577"/>
                  <a:pt x="556846" y="11577"/>
                </a:cubicBezTo>
                <a:cubicBezTo>
                  <a:pt x="478693" y="11577"/>
                  <a:pt x="576382" y="-14473"/>
                  <a:pt x="498231" y="11577"/>
                </a:cubicBezTo>
                <a:cubicBezTo>
                  <a:pt x="488462" y="18090"/>
                  <a:pt x="478092" y="23781"/>
                  <a:pt x="468923" y="31116"/>
                </a:cubicBezTo>
                <a:cubicBezTo>
                  <a:pt x="461731" y="36870"/>
                  <a:pt x="457381" y="46084"/>
                  <a:pt x="449384" y="50654"/>
                </a:cubicBezTo>
                <a:cubicBezTo>
                  <a:pt x="434158" y="59354"/>
                  <a:pt x="416820" y="63680"/>
                  <a:pt x="400538" y="70193"/>
                </a:cubicBezTo>
                <a:cubicBezTo>
                  <a:pt x="390086" y="85870"/>
                  <a:pt x="378166" y="107903"/>
                  <a:pt x="361461" y="119039"/>
                </a:cubicBezTo>
                <a:cubicBezTo>
                  <a:pt x="349344" y="127117"/>
                  <a:pt x="335410" y="132064"/>
                  <a:pt x="322384" y="138577"/>
                </a:cubicBezTo>
                <a:cubicBezTo>
                  <a:pt x="261538" y="199426"/>
                  <a:pt x="349627" y="117159"/>
                  <a:pt x="273538" y="167885"/>
                </a:cubicBezTo>
                <a:cubicBezTo>
                  <a:pt x="262043" y="175549"/>
                  <a:pt x="254000" y="187424"/>
                  <a:pt x="244231" y="197193"/>
                </a:cubicBezTo>
                <a:cubicBezTo>
                  <a:pt x="221435" y="265577"/>
                  <a:pt x="244230" y="249295"/>
                  <a:pt x="195384" y="265577"/>
                </a:cubicBezTo>
                <a:cubicBezTo>
                  <a:pt x="192128" y="275346"/>
                  <a:pt x="190220" y="285674"/>
                  <a:pt x="185615" y="294885"/>
                </a:cubicBezTo>
                <a:cubicBezTo>
                  <a:pt x="173290" y="319535"/>
                  <a:pt x="164713" y="325557"/>
                  <a:pt x="146538" y="343731"/>
                </a:cubicBezTo>
                <a:cubicBezTo>
                  <a:pt x="110915" y="450603"/>
                  <a:pt x="167725" y="288735"/>
                  <a:pt x="117231" y="402347"/>
                </a:cubicBezTo>
                <a:cubicBezTo>
                  <a:pt x="108866" y="421167"/>
                  <a:pt x="112255" y="446399"/>
                  <a:pt x="97692" y="460962"/>
                </a:cubicBezTo>
                <a:cubicBezTo>
                  <a:pt x="87923" y="470731"/>
                  <a:pt x="77229" y="479656"/>
                  <a:pt x="68384" y="490270"/>
                </a:cubicBezTo>
                <a:cubicBezTo>
                  <a:pt x="6756" y="564224"/>
                  <a:pt x="86159" y="482262"/>
                  <a:pt x="29308" y="539116"/>
                </a:cubicBezTo>
                <a:lnTo>
                  <a:pt x="9769" y="597731"/>
                </a:lnTo>
                <a:lnTo>
                  <a:pt x="0" y="627039"/>
                </a:lnTo>
                <a:cubicBezTo>
                  <a:pt x="3256" y="721475"/>
                  <a:pt x="949" y="816267"/>
                  <a:pt x="9769" y="910347"/>
                </a:cubicBezTo>
                <a:cubicBezTo>
                  <a:pt x="10865" y="922037"/>
                  <a:pt x="21006" y="931352"/>
                  <a:pt x="29308" y="939654"/>
                </a:cubicBezTo>
                <a:cubicBezTo>
                  <a:pt x="37610" y="947956"/>
                  <a:pt x="49447" y="951858"/>
                  <a:pt x="58615" y="959193"/>
                </a:cubicBezTo>
                <a:cubicBezTo>
                  <a:pt x="65807" y="964947"/>
                  <a:pt x="71641" y="972218"/>
                  <a:pt x="78154" y="978731"/>
                </a:cubicBezTo>
                <a:cubicBezTo>
                  <a:pt x="87923" y="975475"/>
                  <a:pt x="97364" y="966943"/>
                  <a:pt x="107461" y="968962"/>
                </a:cubicBezTo>
                <a:cubicBezTo>
                  <a:pt x="116493" y="970768"/>
                  <a:pt x="119102" y="983761"/>
                  <a:pt x="127000" y="988500"/>
                </a:cubicBezTo>
                <a:cubicBezTo>
                  <a:pt x="135830" y="993798"/>
                  <a:pt x="146539" y="995013"/>
                  <a:pt x="156308" y="998270"/>
                </a:cubicBezTo>
                <a:cubicBezTo>
                  <a:pt x="163992" y="1021321"/>
                  <a:pt x="163266" y="1033707"/>
                  <a:pt x="185615" y="1047116"/>
                </a:cubicBezTo>
                <a:cubicBezTo>
                  <a:pt x="194445" y="1052414"/>
                  <a:pt x="205154" y="1053629"/>
                  <a:pt x="214923" y="1056885"/>
                </a:cubicBezTo>
                <a:cubicBezTo>
                  <a:pt x="227080" y="1093357"/>
                  <a:pt x="215791" y="1085542"/>
                  <a:pt x="254000" y="1095962"/>
                </a:cubicBezTo>
                <a:cubicBezTo>
                  <a:pt x="279907" y="1103027"/>
                  <a:pt x="332154" y="1115500"/>
                  <a:pt x="332154" y="1115500"/>
                </a:cubicBezTo>
                <a:cubicBezTo>
                  <a:pt x="341773" y="1110691"/>
                  <a:pt x="391330" y="1087933"/>
                  <a:pt x="400538" y="1076423"/>
                </a:cubicBezTo>
                <a:cubicBezTo>
                  <a:pt x="413398" y="1060349"/>
                  <a:pt x="416821" y="1032462"/>
                  <a:pt x="410308" y="1017808"/>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72" name="Google Shape;1072;p16"/>
          <p:cNvSpPr/>
          <p:nvPr/>
        </p:nvSpPr>
        <p:spPr>
          <a:xfrm>
            <a:off x="3733800" y="1797050"/>
            <a:ext cx="378252" cy="349250"/>
          </a:xfrm>
          <a:custGeom>
            <a:avLst/>
            <a:gdLst/>
            <a:ahLst/>
            <a:cxnLst/>
            <a:rect l="l" t="t" r="r" b="b"/>
            <a:pathLst>
              <a:path w="378252" h="349250" extrusionOk="0">
                <a:moveTo>
                  <a:pt x="377825" y="63500"/>
                </a:moveTo>
                <a:cubicBezTo>
                  <a:pt x="375179" y="55033"/>
                  <a:pt x="365844" y="31171"/>
                  <a:pt x="352425" y="22225"/>
                </a:cubicBezTo>
                <a:cubicBezTo>
                  <a:pt x="349640" y="20369"/>
                  <a:pt x="346075" y="20108"/>
                  <a:pt x="342900" y="19050"/>
                </a:cubicBezTo>
                <a:cubicBezTo>
                  <a:pt x="338667" y="15875"/>
                  <a:pt x="334794" y="12150"/>
                  <a:pt x="330200" y="9525"/>
                </a:cubicBezTo>
                <a:cubicBezTo>
                  <a:pt x="327294" y="7865"/>
                  <a:pt x="323751" y="7668"/>
                  <a:pt x="320675" y="6350"/>
                </a:cubicBezTo>
                <a:cubicBezTo>
                  <a:pt x="316325" y="4486"/>
                  <a:pt x="312208" y="2117"/>
                  <a:pt x="307975" y="0"/>
                </a:cubicBezTo>
                <a:cubicBezTo>
                  <a:pt x="302683" y="1058"/>
                  <a:pt x="297496" y="3175"/>
                  <a:pt x="292100" y="3175"/>
                </a:cubicBezTo>
                <a:cubicBezTo>
                  <a:pt x="288753" y="3175"/>
                  <a:pt x="285922" y="0"/>
                  <a:pt x="282575" y="0"/>
                </a:cubicBezTo>
                <a:cubicBezTo>
                  <a:pt x="277179" y="0"/>
                  <a:pt x="271992" y="2117"/>
                  <a:pt x="266700" y="3175"/>
                </a:cubicBezTo>
                <a:cubicBezTo>
                  <a:pt x="262467" y="2117"/>
                  <a:pt x="258364" y="0"/>
                  <a:pt x="254000" y="0"/>
                </a:cubicBezTo>
                <a:cubicBezTo>
                  <a:pt x="248604" y="0"/>
                  <a:pt x="243331" y="1755"/>
                  <a:pt x="238125" y="3175"/>
                </a:cubicBezTo>
                <a:cubicBezTo>
                  <a:pt x="220862" y="7883"/>
                  <a:pt x="220623" y="8751"/>
                  <a:pt x="206375" y="15875"/>
                </a:cubicBezTo>
                <a:cubicBezTo>
                  <a:pt x="201986" y="22458"/>
                  <a:pt x="197485" y="30560"/>
                  <a:pt x="190500" y="34925"/>
                </a:cubicBezTo>
                <a:cubicBezTo>
                  <a:pt x="185667" y="37946"/>
                  <a:pt x="179917" y="39158"/>
                  <a:pt x="174625" y="41275"/>
                </a:cubicBezTo>
                <a:cubicBezTo>
                  <a:pt x="170392" y="46567"/>
                  <a:pt x="167070" y="52740"/>
                  <a:pt x="161925" y="57150"/>
                </a:cubicBezTo>
                <a:cubicBezTo>
                  <a:pt x="159384" y="59328"/>
                  <a:pt x="155013" y="58234"/>
                  <a:pt x="152400" y="60325"/>
                </a:cubicBezTo>
                <a:cubicBezTo>
                  <a:pt x="149420" y="62709"/>
                  <a:pt x="148981" y="67407"/>
                  <a:pt x="146050" y="69850"/>
                </a:cubicBezTo>
                <a:cubicBezTo>
                  <a:pt x="142414" y="72880"/>
                  <a:pt x="137136" y="73360"/>
                  <a:pt x="133350" y="76200"/>
                </a:cubicBezTo>
                <a:cubicBezTo>
                  <a:pt x="128561" y="79792"/>
                  <a:pt x="125325" y="85160"/>
                  <a:pt x="120650" y="88900"/>
                </a:cubicBezTo>
                <a:cubicBezTo>
                  <a:pt x="114691" y="93668"/>
                  <a:pt x="107950" y="97367"/>
                  <a:pt x="101600" y="101600"/>
                </a:cubicBezTo>
                <a:cubicBezTo>
                  <a:pt x="98425" y="103717"/>
                  <a:pt x="94773" y="105252"/>
                  <a:pt x="92075" y="107950"/>
                </a:cubicBezTo>
                <a:lnTo>
                  <a:pt x="82550" y="117475"/>
                </a:lnTo>
                <a:cubicBezTo>
                  <a:pt x="76369" y="136018"/>
                  <a:pt x="84211" y="118989"/>
                  <a:pt x="69850" y="133350"/>
                </a:cubicBezTo>
                <a:cubicBezTo>
                  <a:pt x="52550" y="150650"/>
                  <a:pt x="68992" y="143161"/>
                  <a:pt x="50800" y="149225"/>
                </a:cubicBezTo>
                <a:cubicBezTo>
                  <a:pt x="31555" y="178092"/>
                  <a:pt x="63040" y="133810"/>
                  <a:pt x="28575" y="168275"/>
                </a:cubicBezTo>
                <a:cubicBezTo>
                  <a:pt x="11642" y="185208"/>
                  <a:pt x="41275" y="172508"/>
                  <a:pt x="15875" y="180975"/>
                </a:cubicBezTo>
                <a:cubicBezTo>
                  <a:pt x="13758" y="184150"/>
                  <a:pt x="11232" y="187087"/>
                  <a:pt x="9525" y="190500"/>
                </a:cubicBezTo>
                <a:cubicBezTo>
                  <a:pt x="6987" y="195575"/>
                  <a:pt x="4531" y="207978"/>
                  <a:pt x="3175" y="212725"/>
                </a:cubicBezTo>
                <a:cubicBezTo>
                  <a:pt x="2256" y="215943"/>
                  <a:pt x="1058" y="219075"/>
                  <a:pt x="0" y="222250"/>
                </a:cubicBezTo>
                <a:cubicBezTo>
                  <a:pt x="4141" y="271939"/>
                  <a:pt x="-523" y="245732"/>
                  <a:pt x="9525" y="282575"/>
                </a:cubicBezTo>
                <a:cubicBezTo>
                  <a:pt x="10673" y="286785"/>
                  <a:pt x="10981" y="291264"/>
                  <a:pt x="12700" y="295275"/>
                </a:cubicBezTo>
                <a:cubicBezTo>
                  <a:pt x="14203" y="298782"/>
                  <a:pt x="17343" y="301387"/>
                  <a:pt x="19050" y="304800"/>
                </a:cubicBezTo>
                <a:cubicBezTo>
                  <a:pt x="20547" y="307793"/>
                  <a:pt x="20728" y="311332"/>
                  <a:pt x="22225" y="314325"/>
                </a:cubicBezTo>
                <a:cubicBezTo>
                  <a:pt x="27584" y="325043"/>
                  <a:pt x="30967" y="326012"/>
                  <a:pt x="41275" y="333375"/>
                </a:cubicBezTo>
                <a:cubicBezTo>
                  <a:pt x="44380" y="335593"/>
                  <a:pt x="47313" y="338175"/>
                  <a:pt x="50800" y="339725"/>
                </a:cubicBezTo>
                <a:cubicBezTo>
                  <a:pt x="67315" y="347065"/>
                  <a:pt x="73995" y="346667"/>
                  <a:pt x="92075" y="349250"/>
                </a:cubicBezTo>
                <a:cubicBezTo>
                  <a:pt x="117475" y="340783"/>
                  <a:pt x="85725" y="349250"/>
                  <a:pt x="111125" y="349250"/>
                </a:cubicBezTo>
                <a:cubicBezTo>
                  <a:pt x="114472" y="349250"/>
                  <a:pt x="117475" y="347133"/>
                  <a:pt x="120650" y="346075"/>
                </a:cubicBezTo>
                <a:cubicBezTo>
                  <a:pt x="123825" y="347133"/>
                  <a:pt x="126828" y="349250"/>
                  <a:pt x="130175" y="349250"/>
                </a:cubicBezTo>
                <a:cubicBezTo>
                  <a:pt x="134539" y="349250"/>
                  <a:pt x="138571" y="346792"/>
                  <a:pt x="142875" y="346075"/>
                </a:cubicBezTo>
                <a:cubicBezTo>
                  <a:pt x="151291" y="344672"/>
                  <a:pt x="159808" y="343958"/>
                  <a:pt x="168275" y="342900"/>
                </a:cubicBezTo>
                <a:cubicBezTo>
                  <a:pt x="186467" y="336836"/>
                  <a:pt x="170025" y="344325"/>
                  <a:pt x="187325" y="327025"/>
                </a:cubicBezTo>
                <a:cubicBezTo>
                  <a:pt x="205669" y="308681"/>
                  <a:pt x="188170" y="334556"/>
                  <a:pt x="206375" y="311150"/>
                </a:cubicBezTo>
                <a:cubicBezTo>
                  <a:pt x="211060" y="305126"/>
                  <a:pt x="214842" y="298450"/>
                  <a:pt x="219075" y="292100"/>
                </a:cubicBezTo>
                <a:cubicBezTo>
                  <a:pt x="221192" y="288925"/>
                  <a:pt x="224008" y="286118"/>
                  <a:pt x="225425" y="282575"/>
                </a:cubicBezTo>
                <a:lnTo>
                  <a:pt x="231775" y="266700"/>
                </a:lnTo>
                <a:cubicBezTo>
                  <a:pt x="237331" y="177805"/>
                  <a:pt x="230972" y="242941"/>
                  <a:pt x="238125" y="200025"/>
                </a:cubicBezTo>
                <a:cubicBezTo>
                  <a:pt x="239782" y="190085"/>
                  <a:pt x="238198" y="175836"/>
                  <a:pt x="247650" y="168275"/>
                </a:cubicBezTo>
                <a:cubicBezTo>
                  <a:pt x="250263" y="166184"/>
                  <a:pt x="254000" y="166158"/>
                  <a:pt x="257175" y="165100"/>
                </a:cubicBezTo>
                <a:cubicBezTo>
                  <a:pt x="258233" y="161925"/>
                  <a:pt x="258259" y="158188"/>
                  <a:pt x="260350" y="155575"/>
                </a:cubicBezTo>
                <a:cubicBezTo>
                  <a:pt x="264826" y="149980"/>
                  <a:pt x="273125" y="148142"/>
                  <a:pt x="279400" y="146050"/>
                </a:cubicBezTo>
                <a:cubicBezTo>
                  <a:pt x="297422" y="128028"/>
                  <a:pt x="280791" y="140692"/>
                  <a:pt x="317500" y="133350"/>
                </a:cubicBezTo>
                <a:cubicBezTo>
                  <a:pt x="324064" y="132037"/>
                  <a:pt x="330200" y="129117"/>
                  <a:pt x="336550" y="127000"/>
                </a:cubicBezTo>
                <a:lnTo>
                  <a:pt x="346075" y="123825"/>
                </a:lnTo>
                <a:cubicBezTo>
                  <a:pt x="354415" y="111315"/>
                  <a:pt x="354241" y="113386"/>
                  <a:pt x="358775" y="95250"/>
                </a:cubicBezTo>
                <a:cubicBezTo>
                  <a:pt x="359833" y="91017"/>
                  <a:pt x="360231" y="86561"/>
                  <a:pt x="361950" y="82550"/>
                </a:cubicBezTo>
                <a:cubicBezTo>
                  <a:pt x="363453" y="79043"/>
                  <a:pt x="367879" y="76818"/>
                  <a:pt x="368300" y="73025"/>
                </a:cubicBezTo>
                <a:cubicBezTo>
                  <a:pt x="370053" y="57247"/>
                  <a:pt x="380471" y="71967"/>
                  <a:pt x="377825" y="63500"/>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73" name="Google Shape;1073;p16"/>
          <p:cNvSpPr/>
          <p:nvPr/>
        </p:nvSpPr>
        <p:spPr>
          <a:xfrm>
            <a:off x="2892425" y="1955800"/>
            <a:ext cx="508000" cy="520700"/>
          </a:xfrm>
          <a:custGeom>
            <a:avLst/>
            <a:gdLst/>
            <a:ahLst/>
            <a:cxnLst/>
            <a:rect l="l" t="t" r="r" b="b"/>
            <a:pathLst>
              <a:path w="508000" h="520700" extrusionOk="0">
                <a:moveTo>
                  <a:pt x="304800" y="0"/>
                </a:moveTo>
                <a:cubicBezTo>
                  <a:pt x="292577" y="4889"/>
                  <a:pt x="286794" y="4785"/>
                  <a:pt x="279400" y="15875"/>
                </a:cubicBezTo>
                <a:cubicBezTo>
                  <a:pt x="277544" y="18660"/>
                  <a:pt x="278081" y="22615"/>
                  <a:pt x="276225" y="25400"/>
                </a:cubicBezTo>
                <a:cubicBezTo>
                  <a:pt x="257415" y="53615"/>
                  <a:pt x="274967" y="14736"/>
                  <a:pt x="260350" y="47625"/>
                </a:cubicBezTo>
                <a:cubicBezTo>
                  <a:pt x="258035" y="52833"/>
                  <a:pt x="256549" y="58402"/>
                  <a:pt x="254000" y="63500"/>
                </a:cubicBezTo>
                <a:cubicBezTo>
                  <a:pt x="252293" y="66913"/>
                  <a:pt x="249357" y="69612"/>
                  <a:pt x="247650" y="73025"/>
                </a:cubicBezTo>
                <a:cubicBezTo>
                  <a:pt x="246153" y="76018"/>
                  <a:pt x="247016" y="80372"/>
                  <a:pt x="244475" y="82550"/>
                </a:cubicBezTo>
                <a:cubicBezTo>
                  <a:pt x="239085" y="87170"/>
                  <a:pt x="231631" y="88627"/>
                  <a:pt x="225425" y="92075"/>
                </a:cubicBezTo>
                <a:cubicBezTo>
                  <a:pt x="212670" y="99161"/>
                  <a:pt x="218434" y="99062"/>
                  <a:pt x="203200" y="104775"/>
                </a:cubicBezTo>
                <a:cubicBezTo>
                  <a:pt x="193058" y="108578"/>
                  <a:pt x="180755" y="108097"/>
                  <a:pt x="171450" y="114300"/>
                </a:cubicBezTo>
                <a:cubicBezTo>
                  <a:pt x="149615" y="128856"/>
                  <a:pt x="159640" y="124587"/>
                  <a:pt x="142875" y="130175"/>
                </a:cubicBezTo>
                <a:cubicBezTo>
                  <a:pt x="138642" y="133350"/>
                  <a:pt x="134769" y="137075"/>
                  <a:pt x="130175" y="139700"/>
                </a:cubicBezTo>
                <a:cubicBezTo>
                  <a:pt x="127269" y="141360"/>
                  <a:pt x="123435" y="141019"/>
                  <a:pt x="120650" y="142875"/>
                </a:cubicBezTo>
                <a:cubicBezTo>
                  <a:pt x="116914" y="145366"/>
                  <a:pt x="114574" y="149525"/>
                  <a:pt x="111125" y="152400"/>
                </a:cubicBezTo>
                <a:cubicBezTo>
                  <a:pt x="108194" y="154843"/>
                  <a:pt x="104775" y="156633"/>
                  <a:pt x="101600" y="158750"/>
                </a:cubicBezTo>
                <a:cubicBezTo>
                  <a:pt x="99483" y="161925"/>
                  <a:pt x="97948" y="165577"/>
                  <a:pt x="95250" y="168275"/>
                </a:cubicBezTo>
                <a:cubicBezTo>
                  <a:pt x="91508" y="172017"/>
                  <a:pt x="85938" y="173735"/>
                  <a:pt x="82550" y="177800"/>
                </a:cubicBezTo>
                <a:cubicBezTo>
                  <a:pt x="80407" y="180371"/>
                  <a:pt x="81231" y="184540"/>
                  <a:pt x="79375" y="187325"/>
                </a:cubicBezTo>
                <a:cubicBezTo>
                  <a:pt x="72580" y="197518"/>
                  <a:pt x="70311" y="196696"/>
                  <a:pt x="60325" y="200025"/>
                </a:cubicBezTo>
                <a:cubicBezTo>
                  <a:pt x="52776" y="222673"/>
                  <a:pt x="63480" y="195292"/>
                  <a:pt x="47625" y="219075"/>
                </a:cubicBezTo>
                <a:cubicBezTo>
                  <a:pt x="45769" y="221860"/>
                  <a:pt x="46075" y="225674"/>
                  <a:pt x="44450" y="228600"/>
                </a:cubicBezTo>
                <a:cubicBezTo>
                  <a:pt x="40744" y="235271"/>
                  <a:pt x="35163" y="240824"/>
                  <a:pt x="31750" y="247650"/>
                </a:cubicBezTo>
                <a:lnTo>
                  <a:pt x="25400" y="260350"/>
                </a:lnTo>
                <a:cubicBezTo>
                  <a:pt x="24342" y="266700"/>
                  <a:pt x="24261" y="273293"/>
                  <a:pt x="22225" y="279400"/>
                </a:cubicBezTo>
                <a:cubicBezTo>
                  <a:pt x="21018" y="283020"/>
                  <a:pt x="17582" y="285512"/>
                  <a:pt x="15875" y="288925"/>
                </a:cubicBezTo>
                <a:cubicBezTo>
                  <a:pt x="14378" y="291918"/>
                  <a:pt x="14197" y="295457"/>
                  <a:pt x="12700" y="298450"/>
                </a:cubicBezTo>
                <a:cubicBezTo>
                  <a:pt x="-2394" y="328639"/>
                  <a:pt x="16382" y="277878"/>
                  <a:pt x="0" y="327025"/>
                </a:cubicBezTo>
                <a:cubicBezTo>
                  <a:pt x="3218" y="362425"/>
                  <a:pt x="914" y="406183"/>
                  <a:pt x="22225" y="438150"/>
                </a:cubicBezTo>
                <a:cubicBezTo>
                  <a:pt x="24716" y="441886"/>
                  <a:pt x="28575" y="444500"/>
                  <a:pt x="31750" y="447675"/>
                </a:cubicBezTo>
                <a:cubicBezTo>
                  <a:pt x="32808" y="450850"/>
                  <a:pt x="32558" y="454833"/>
                  <a:pt x="34925" y="457200"/>
                </a:cubicBezTo>
                <a:cubicBezTo>
                  <a:pt x="37292" y="459567"/>
                  <a:pt x="41457" y="458878"/>
                  <a:pt x="44450" y="460375"/>
                </a:cubicBezTo>
                <a:cubicBezTo>
                  <a:pt x="47863" y="462082"/>
                  <a:pt x="50562" y="465018"/>
                  <a:pt x="53975" y="466725"/>
                </a:cubicBezTo>
                <a:cubicBezTo>
                  <a:pt x="68571" y="474023"/>
                  <a:pt x="68402" y="472208"/>
                  <a:pt x="82550" y="476250"/>
                </a:cubicBezTo>
                <a:cubicBezTo>
                  <a:pt x="85768" y="477169"/>
                  <a:pt x="88900" y="478367"/>
                  <a:pt x="92075" y="479425"/>
                </a:cubicBezTo>
                <a:cubicBezTo>
                  <a:pt x="95250" y="482600"/>
                  <a:pt x="97584" y="486942"/>
                  <a:pt x="101600" y="488950"/>
                </a:cubicBezTo>
                <a:cubicBezTo>
                  <a:pt x="106427" y="491363"/>
                  <a:pt x="112240" y="490816"/>
                  <a:pt x="117475" y="492125"/>
                </a:cubicBezTo>
                <a:cubicBezTo>
                  <a:pt x="120722" y="492937"/>
                  <a:pt x="123782" y="494381"/>
                  <a:pt x="127000" y="495300"/>
                </a:cubicBezTo>
                <a:cubicBezTo>
                  <a:pt x="154907" y="503273"/>
                  <a:pt x="126387" y="494037"/>
                  <a:pt x="149225" y="501650"/>
                </a:cubicBezTo>
                <a:cubicBezTo>
                  <a:pt x="151342" y="504825"/>
                  <a:pt x="152262" y="509282"/>
                  <a:pt x="155575" y="511175"/>
                </a:cubicBezTo>
                <a:cubicBezTo>
                  <a:pt x="160260" y="513852"/>
                  <a:pt x="166215" y="513041"/>
                  <a:pt x="171450" y="514350"/>
                </a:cubicBezTo>
                <a:cubicBezTo>
                  <a:pt x="201237" y="521797"/>
                  <a:pt x="145662" y="513601"/>
                  <a:pt x="209550" y="520700"/>
                </a:cubicBezTo>
                <a:cubicBezTo>
                  <a:pt x="214842" y="519642"/>
                  <a:pt x="220091" y="518346"/>
                  <a:pt x="225425" y="517525"/>
                </a:cubicBezTo>
                <a:cubicBezTo>
                  <a:pt x="233858" y="516228"/>
                  <a:pt x="242392" y="515647"/>
                  <a:pt x="250825" y="514350"/>
                </a:cubicBezTo>
                <a:cubicBezTo>
                  <a:pt x="265056" y="512161"/>
                  <a:pt x="264635" y="511863"/>
                  <a:pt x="276225" y="508000"/>
                </a:cubicBezTo>
                <a:cubicBezTo>
                  <a:pt x="279400" y="504825"/>
                  <a:pt x="281825" y="500656"/>
                  <a:pt x="285750" y="498475"/>
                </a:cubicBezTo>
                <a:cubicBezTo>
                  <a:pt x="291601" y="495224"/>
                  <a:pt x="304800" y="492125"/>
                  <a:pt x="304800" y="492125"/>
                </a:cubicBezTo>
                <a:cubicBezTo>
                  <a:pt x="306917" y="488950"/>
                  <a:pt x="308278" y="485113"/>
                  <a:pt x="311150" y="482600"/>
                </a:cubicBezTo>
                <a:cubicBezTo>
                  <a:pt x="320215" y="474668"/>
                  <a:pt x="334112" y="466813"/>
                  <a:pt x="346075" y="463550"/>
                </a:cubicBezTo>
                <a:cubicBezTo>
                  <a:pt x="366292" y="458036"/>
                  <a:pt x="372643" y="463484"/>
                  <a:pt x="393700" y="450850"/>
                </a:cubicBezTo>
                <a:cubicBezTo>
                  <a:pt x="398992" y="447675"/>
                  <a:pt x="403957" y="443879"/>
                  <a:pt x="409575" y="441325"/>
                </a:cubicBezTo>
                <a:cubicBezTo>
                  <a:pt x="415669" y="438555"/>
                  <a:pt x="428625" y="434975"/>
                  <a:pt x="428625" y="434975"/>
                </a:cubicBezTo>
                <a:cubicBezTo>
                  <a:pt x="441621" y="415481"/>
                  <a:pt x="427387" y="435482"/>
                  <a:pt x="444500" y="415925"/>
                </a:cubicBezTo>
                <a:cubicBezTo>
                  <a:pt x="448962" y="410825"/>
                  <a:pt x="452738" y="405150"/>
                  <a:pt x="457200" y="400050"/>
                </a:cubicBezTo>
                <a:cubicBezTo>
                  <a:pt x="465988" y="390007"/>
                  <a:pt x="469309" y="390318"/>
                  <a:pt x="476250" y="377825"/>
                </a:cubicBezTo>
                <a:cubicBezTo>
                  <a:pt x="479018" y="372843"/>
                  <a:pt x="480212" y="367125"/>
                  <a:pt x="482600" y="361950"/>
                </a:cubicBezTo>
                <a:cubicBezTo>
                  <a:pt x="486567" y="353355"/>
                  <a:pt x="492307" y="345530"/>
                  <a:pt x="495300" y="336550"/>
                </a:cubicBezTo>
                <a:cubicBezTo>
                  <a:pt x="502857" y="313880"/>
                  <a:pt x="497937" y="323069"/>
                  <a:pt x="508000" y="307975"/>
                </a:cubicBezTo>
                <a:cubicBezTo>
                  <a:pt x="507950" y="307281"/>
                  <a:pt x="507418" y="263804"/>
                  <a:pt x="501650" y="250825"/>
                </a:cubicBezTo>
                <a:cubicBezTo>
                  <a:pt x="499144" y="245186"/>
                  <a:pt x="494885" y="240470"/>
                  <a:pt x="492125" y="234950"/>
                </a:cubicBezTo>
                <a:cubicBezTo>
                  <a:pt x="490628" y="231957"/>
                  <a:pt x="490806" y="228210"/>
                  <a:pt x="488950" y="225425"/>
                </a:cubicBezTo>
                <a:cubicBezTo>
                  <a:pt x="486459" y="221689"/>
                  <a:pt x="482300" y="219349"/>
                  <a:pt x="479425" y="215900"/>
                </a:cubicBezTo>
                <a:cubicBezTo>
                  <a:pt x="476982" y="212969"/>
                  <a:pt x="475518" y="209306"/>
                  <a:pt x="473075" y="206375"/>
                </a:cubicBezTo>
                <a:cubicBezTo>
                  <a:pt x="463227" y="194557"/>
                  <a:pt x="463113" y="197836"/>
                  <a:pt x="450850" y="187325"/>
                </a:cubicBezTo>
                <a:cubicBezTo>
                  <a:pt x="432830" y="171879"/>
                  <a:pt x="450768" y="182522"/>
                  <a:pt x="428625" y="171450"/>
                </a:cubicBezTo>
                <a:cubicBezTo>
                  <a:pt x="413712" y="151566"/>
                  <a:pt x="422842" y="162492"/>
                  <a:pt x="400050" y="139700"/>
                </a:cubicBezTo>
                <a:cubicBezTo>
                  <a:pt x="395817" y="135467"/>
                  <a:pt x="392139" y="130592"/>
                  <a:pt x="387350" y="127000"/>
                </a:cubicBezTo>
                <a:cubicBezTo>
                  <a:pt x="383117" y="123825"/>
                  <a:pt x="378583" y="121015"/>
                  <a:pt x="374650" y="117475"/>
                </a:cubicBezTo>
                <a:cubicBezTo>
                  <a:pt x="367975" y="111468"/>
                  <a:pt x="363632" y="102441"/>
                  <a:pt x="355600" y="98425"/>
                </a:cubicBezTo>
                <a:cubicBezTo>
                  <a:pt x="351367" y="96308"/>
                  <a:pt x="347009" y="94423"/>
                  <a:pt x="342900" y="92075"/>
                </a:cubicBezTo>
                <a:cubicBezTo>
                  <a:pt x="339587" y="90182"/>
                  <a:pt x="336788" y="87432"/>
                  <a:pt x="333375" y="85725"/>
                </a:cubicBezTo>
                <a:cubicBezTo>
                  <a:pt x="330382" y="84228"/>
                  <a:pt x="327068" y="83469"/>
                  <a:pt x="323850" y="82550"/>
                </a:cubicBezTo>
                <a:cubicBezTo>
                  <a:pt x="306352" y="77551"/>
                  <a:pt x="305605" y="78759"/>
                  <a:pt x="282575" y="76200"/>
                </a:cubicBezTo>
                <a:cubicBezTo>
                  <a:pt x="275167" y="77258"/>
                  <a:pt x="267834" y="79375"/>
                  <a:pt x="260350" y="79375"/>
                </a:cubicBezTo>
                <a:cubicBezTo>
                  <a:pt x="234950" y="79375"/>
                  <a:pt x="266700" y="70908"/>
                  <a:pt x="241300" y="79375"/>
                </a:cubicBezTo>
                <a:cubicBezTo>
                  <a:pt x="237067" y="78317"/>
                  <a:pt x="232740" y="74820"/>
                  <a:pt x="228600" y="76200"/>
                </a:cubicBezTo>
                <a:cubicBezTo>
                  <a:pt x="224980" y="77407"/>
                  <a:pt x="225425" y="83608"/>
                  <a:pt x="222250" y="85725"/>
                </a:cubicBezTo>
                <a:cubicBezTo>
                  <a:pt x="218619" y="88146"/>
                  <a:pt x="213783" y="87842"/>
                  <a:pt x="209550" y="88900"/>
                </a:cubicBezTo>
                <a:cubicBezTo>
                  <a:pt x="207433" y="92075"/>
                  <a:pt x="204907" y="95012"/>
                  <a:pt x="203200" y="98425"/>
                </a:cubicBezTo>
                <a:cubicBezTo>
                  <a:pt x="201703" y="101418"/>
                  <a:pt x="202392" y="105583"/>
                  <a:pt x="200025" y="107950"/>
                </a:cubicBezTo>
                <a:cubicBezTo>
                  <a:pt x="189496" y="118479"/>
                  <a:pt x="190500" y="112252"/>
                  <a:pt x="190500" y="10795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74" name="Google Shape;1074;p16"/>
          <p:cNvSpPr/>
          <p:nvPr/>
        </p:nvSpPr>
        <p:spPr>
          <a:xfrm>
            <a:off x="3292475" y="2419350"/>
            <a:ext cx="1290195" cy="320675"/>
          </a:xfrm>
          <a:custGeom>
            <a:avLst/>
            <a:gdLst/>
            <a:ahLst/>
            <a:cxnLst/>
            <a:rect l="l" t="t" r="r" b="b"/>
            <a:pathLst>
              <a:path w="1290195" h="320675" extrusionOk="0">
                <a:moveTo>
                  <a:pt x="282575" y="31750"/>
                </a:moveTo>
                <a:cubicBezTo>
                  <a:pt x="281467" y="31381"/>
                  <a:pt x="255623" y="22225"/>
                  <a:pt x="250825" y="22225"/>
                </a:cubicBezTo>
                <a:cubicBezTo>
                  <a:pt x="242292" y="22225"/>
                  <a:pt x="233892" y="24342"/>
                  <a:pt x="225425" y="25400"/>
                </a:cubicBezTo>
                <a:cubicBezTo>
                  <a:pt x="213695" y="21490"/>
                  <a:pt x="208268" y="19050"/>
                  <a:pt x="193675" y="19050"/>
                </a:cubicBezTo>
                <a:cubicBezTo>
                  <a:pt x="179876" y="19050"/>
                  <a:pt x="166158" y="21167"/>
                  <a:pt x="152400" y="22225"/>
                </a:cubicBezTo>
                <a:cubicBezTo>
                  <a:pt x="130556" y="14944"/>
                  <a:pt x="156966" y="22225"/>
                  <a:pt x="117475" y="22225"/>
                </a:cubicBezTo>
                <a:cubicBezTo>
                  <a:pt x="114128" y="22225"/>
                  <a:pt x="111125" y="20108"/>
                  <a:pt x="107950" y="19050"/>
                </a:cubicBezTo>
                <a:cubicBezTo>
                  <a:pt x="96308" y="20108"/>
                  <a:pt x="84715" y="22225"/>
                  <a:pt x="73025" y="22225"/>
                </a:cubicBezTo>
                <a:cubicBezTo>
                  <a:pt x="67629" y="22225"/>
                  <a:pt x="62546" y="19050"/>
                  <a:pt x="57150" y="19050"/>
                </a:cubicBezTo>
                <a:cubicBezTo>
                  <a:pt x="53163" y="19050"/>
                  <a:pt x="39417" y="23903"/>
                  <a:pt x="34925" y="25400"/>
                </a:cubicBezTo>
                <a:cubicBezTo>
                  <a:pt x="31750" y="28575"/>
                  <a:pt x="28992" y="32231"/>
                  <a:pt x="25400" y="34925"/>
                </a:cubicBezTo>
                <a:cubicBezTo>
                  <a:pt x="-6160" y="58595"/>
                  <a:pt x="22500" y="31475"/>
                  <a:pt x="0" y="53975"/>
                </a:cubicBezTo>
                <a:cubicBezTo>
                  <a:pt x="1058" y="73025"/>
                  <a:pt x="477" y="92237"/>
                  <a:pt x="3175" y="111125"/>
                </a:cubicBezTo>
                <a:cubicBezTo>
                  <a:pt x="3715" y="114903"/>
                  <a:pt x="7818" y="117237"/>
                  <a:pt x="9525" y="120650"/>
                </a:cubicBezTo>
                <a:cubicBezTo>
                  <a:pt x="11022" y="123643"/>
                  <a:pt x="10333" y="127808"/>
                  <a:pt x="12700" y="130175"/>
                </a:cubicBezTo>
                <a:cubicBezTo>
                  <a:pt x="15067" y="132542"/>
                  <a:pt x="19232" y="131853"/>
                  <a:pt x="22225" y="133350"/>
                </a:cubicBezTo>
                <a:cubicBezTo>
                  <a:pt x="25638" y="135057"/>
                  <a:pt x="28337" y="137993"/>
                  <a:pt x="31750" y="139700"/>
                </a:cubicBezTo>
                <a:cubicBezTo>
                  <a:pt x="34663" y="141157"/>
                  <a:pt x="51654" y="147851"/>
                  <a:pt x="57150" y="149225"/>
                </a:cubicBezTo>
                <a:cubicBezTo>
                  <a:pt x="62385" y="150534"/>
                  <a:pt x="67767" y="151187"/>
                  <a:pt x="73025" y="152400"/>
                </a:cubicBezTo>
                <a:cubicBezTo>
                  <a:pt x="81529" y="154362"/>
                  <a:pt x="98425" y="158750"/>
                  <a:pt x="98425" y="158750"/>
                </a:cubicBezTo>
                <a:cubicBezTo>
                  <a:pt x="117728" y="171619"/>
                  <a:pt x="97219" y="159488"/>
                  <a:pt x="120650" y="168275"/>
                </a:cubicBezTo>
                <a:cubicBezTo>
                  <a:pt x="125082" y="169937"/>
                  <a:pt x="129000" y="172761"/>
                  <a:pt x="133350" y="174625"/>
                </a:cubicBezTo>
                <a:cubicBezTo>
                  <a:pt x="136426" y="175943"/>
                  <a:pt x="139799" y="176482"/>
                  <a:pt x="142875" y="177800"/>
                </a:cubicBezTo>
                <a:cubicBezTo>
                  <a:pt x="147225" y="179664"/>
                  <a:pt x="151181" y="182392"/>
                  <a:pt x="155575" y="184150"/>
                </a:cubicBezTo>
                <a:cubicBezTo>
                  <a:pt x="161790" y="186636"/>
                  <a:pt x="168410" y="188014"/>
                  <a:pt x="174625" y="190500"/>
                </a:cubicBezTo>
                <a:cubicBezTo>
                  <a:pt x="179019" y="192258"/>
                  <a:pt x="182759" y="195605"/>
                  <a:pt x="187325" y="196850"/>
                </a:cubicBezTo>
                <a:cubicBezTo>
                  <a:pt x="194545" y="198819"/>
                  <a:pt x="202142" y="198967"/>
                  <a:pt x="209550" y="200025"/>
                </a:cubicBezTo>
                <a:cubicBezTo>
                  <a:pt x="231193" y="214454"/>
                  <a:pt x="203904" y="198143"/>
                  <a:pt x="238125" y="209550"/>
                </a:cubicBezTo>
                <a:cubicBezTo>
                  <a:pt x="248013" y="212846"/>
                  <a:pt x="256985" y="218472"/>
                  <a:pt x="266700" y="222250"/>
                </a:cubicBezTo>
                <a:cubicBezTo>
                  <a:pt x="297704" y="234307"/>
                  <a:pt x="290620" y="229538"/>
                  <a:pt x="320675" y="238125"/>
                </a:cubicBezTo>
                <a:cubicBezTo>
                  <a:pt x="327111" y="239964"/>
                  <a:pt x="333267" y="242714"/>
                  <a:pt x="339725" y="244475"/>
                </a:cubicBezTo>
                <a:cubicBezTo>
                  <a:pt x="344931" y="245895"/>
                  <a:pt x="350423" y="246127"/>
                  <a:pt x="355600" y="247650"/>
                </a:cubicBezTo>
                <a:cubicBezTo>
                  <a:pt x="413409" y="264653"/>
                  <a:pt x="373954" y="257059"/>
                  <a:pt x="412750" y="263525"/>
                </a:cubicBezTo>
                <a:cubicBezTo>
                  <a:pt x="418042" y="265642"/>
                  <a:pt x="423166" y="268237"/>
                  <a:pt x="428625" y="269875"/>
                </a:cubicBezTo>
                <a:cubicBezTo>
                  <a:pt x="433794" y="271426"/>
                  <a:pt x="439232" y="271879"/>
                  <a:pt x="444500" y="273050"/>
                </a:cubicBezTo>
                <a:cubicBezTo>
                  <a:pt x="448760" y="273997"/>
                  <a:pt x="452940" y="275278"/>
                  <a:pt x="457200" y="276225"/>
                </a:cubicBezTo>
                <a:cubicBezTo>
                  <a:pt x="462468" y="277396"/>
                  <a:pt x="467840" y="278091"/>
                  <a:pt x="473075" y="279400"/>
                </a:cubicBezTo>
                <a:cubicBezTo>
                  <a:pt x="480550" y="281269"/>
                  <a:pt x="487936" y="283484"/>
                  <a:pt x="495300" y="285750"/>
                </a:cubicBezTo>
                <a:cubicBezTo>
                  <a:pt x="501697" y="287718"/>
                  <a:pt x="507834" y="290567"/>
                  <a:pt x="514350" y="292100"/>
                </a:cubicBezTo>
                <a:cubicBezTo>
                  <a:pt x="525868" y="294810"/>
                  <a:pt x="537603" y="296505"/>
                  <a:pt x="549275" y="298450"/>
                </a:cubicBezTo>
                <a:cubicBezTo>
                  <a:pt x="567396" y="301470"/>
                  <a:pt x="581467" y="302732"/>
                  <a:pt x="600075" y="304800"/>
                </a:cubicBezTo>
                <a:cubicBezTo>
                  <a:pt x="628122" y="314149"/>
                  <a:pt x="616284" y="311150"/>
                  <a:pt x="673100" y="311150"/>
                </a:cubicBezTo>
                <a:cubicBezTo>
                  <a:pt x="676447" y="311150"/>
                  <a:pt x="679450" y="309033"/>
                  <a:pt x="682625" y="307975"/>
                </a:cubicBezTo>
                <a:cubicBezTo>
                  <a:pt x="709956" y="317085"/>
                  <a:pt x="690489" y="311524"/>
                  <a:pt x="749300" y="314325"/>
                </a:cubicBezTo>
                <a:lnTo>
                  <a:pt x="825500" y="317500"/>
                </a:lnTo>
                <a:cubicBezTo>
                  <a:pt x="857250" y="311150"/>
                  <a:pt x="825500" y="315383"/>
                  <a:pt x="857250" y="317500"/>
                </a:cubicBezTo>
                <a:cubicBezTo>
                  <a:pt x="883671" y="319261"/>
                  <a:pt x="910167" y="319617"/>
                  <a:pt x="936625" y="320675"/>
                </a:cubicBezTo>
                <a:cubicBezTo>
                  <a:pt x="951362" y="315763"/>
                  <a:pt x="971094" y="308915"/>
                  <a:pt x="984250" y="307975"/>
                </a:cubicBezTo>
                <a:lnTo>
                  <a:pt x="1028700" y="304800"/>
                </a:lnTo>
                <a:cubicBezTo>
                  <a:pt x="1033992" y="303742"/>
                  <a:pt x="1039455" y="303332"/>
                  <a:pt x="1044575" y="301625"/>
                </a:cubicBezTo>
                <a:cubicBezTo>
                  <a:pt x="1049065" y="300128"/>
                  <a:pt x="1052709" y="296520"/>
                  <a:pt x="1057275" y="295275"/>
                </a:cubicBezTo>
                <a:cubicBezTo>
                  <a:pt x="1064495" y="293306"/>
                  <a:pt x="1072070" y="292992"/>
                  <a:pt x="1079500" y="292100"/>
                </a:cubicBezTo>
                <a:cubicBezTo>
                  <a:pt x="1081673" y="291839"/>
                  <a:pt x="1134844" y="287627"/>
                  <a:pt x="1152525" y="282575"/>
                </a:cubicBezTo>
                <a:cubicBezTo>
                  <a:pt x="1162179" y="279817"/>
                  <a:pt x="1171575" y="276225"/>
                  <a:pt x="1181100" y="273050"/>
                </a:cubicBezTo>
                <a:cubicBezTo>
                  <a:pt x="1184275" y="271992"/>
                  <a:pt x="1187312" y="270348"/>
                  <a:pt x="1190625" y="269875"/>
                </a:cubicBezTo>
                <a:lnTo>
                  <a:pt x="1212850" y="266700"/>
                </a:lnTo>
                <a:cubicBezTo>
                  <a:pt x="1231355" y="260532"/>
                  <a:pt x="1219382" y="265022"/>
                  <a:pt x="1247775" y="250825"/>
                </a:cubicBezTo>
                <a:cubicBezTo>
                  <a:pt x="1263888" y="242768"/>
                  <a:pt x="1256537" y="247100"/>
                  <a:pt x="1270000" y="238125"/>
                </a:cubicBezTo>
                <a:cubicBezTo>
                  <a:pt x="1272117" y="234950"/>
                  <a:pt x="1274132" y="231705"/>
                  <a:pt x="1276350" y="228600"/>
                </a:cubicBezTo>
                <a:cubicBezTo>
                  <a:pt x="1279426" y="224294"/>
                  <a:pt x="1283250" y="220494"/>
                  <a:pt x="1285875" y="215900"/>
                </a:cubicBezTo>
                <a:cubicBezTo>
                  <a:pt x="1287535" y="212994"/>
                  <a:pt x="1287992" y="209550"/>
                  <a:pt x="1289050" y="206375"/>
                </a:cubicBezTo>
                <a:cubicBezTo>
                  <a:pt x="1287883" y="192376"/>
                  <a:pt x="1297365" y="165100"/>
                  <a:pt x="1276350" y="165100"/>
                </a:cubicBezTo>
                <a:cubicBezTo>
                  <a:pt x="1269912" y="165100"/>
                  <a:pt x="1263650" y="167217"/>
                  <a:pt x="1257300" y="168275"/>
                </a:cubicBezTo>
                <a:cubicBezTo>
                  <a:pt x="1253067" y="170392"/>
                  <a:pt x="1248709" y="172277"/>
                  <a:pt x="1244600" y="174625"/>
                </a:cubicBezTo>
                <a:cubicBezTo>
                  <a:pt x="1241287" y="176518"/>
                  <a:pt x="1238562" y="179425"/>
                  <a:pt x="1235075" y="180975"/>
                </a:cubicBezTo>
                <a:cubicBezTo>
                  <a:pt x="1228958" y="183693"/>
                  <a:pt x="1222375" y="185208"/>
                  <a:pt x="1216025" y="187325"/>
                </a:cubicBezTo>
                <a:lnTo>
                  <a:pt x="1206500" y="190500"/>
                </a:lnTo>
                <a:lnTo>
                  <a:pt x="1196975" y="193675"/>
                </a:lnTo>
                <a:cubicBezTo>
                  <a:pt x="1191683" y="192617"/>
                  <a:pt x="1186496" y="190500"/>
                  <a:pt x="1181100" y="190500"/>
                </a:cubicBezTo>
                <a:cubicBezTo>
                  <a:pt x="1173315" y="190500"/>
                  <a:pt x="1157742" y="194752"/>
                  <a:pt x="1149350" y="196850"/>
                </a:cubicBezTo>
                <a:cubicBezTo>
                  <a:pt x="1144058" y="195792"/>
                  <a:pt x="1138838" y="193079"/>
                  <a:pt x="1133475" y="193675"/>
                </a:cubicBezTo>
                <a:cubicBezTo>
                  <a:pt x="1128771" y="194198"/>
                  <a:pt x="1125207" y="198363"/>
                  <a:pt x="1120775" y="200025"/>
                </a:cubicBezTo>
                <a:cubicBezTo>
                  <a:pt x="1113197" y="202867"/>
                  <a:pt x="1095609" y="205278"/>
                  <a:pt x="1089025" y="206375"/>
                </a:cubicBezTo>
                <a:cubicBezTo>
                  <a:pt x="1066447" y="200731"/>
                  <a:pt x="1086203" y="203553"/>
                  <a:pt x="1063625" y="206375"/>
                </a:cubicBezTo>
                <a:cubicBezTo>
                  <a:pt x="1050979" y="207956"/>
                  <a:pt x="1038225" y="208492"/>
                  <a:pt x="1025525" y="209550"/>
                </a:cubicBezTo>
                <a:cubicBezTo>
                  <a:pt x="1007427" y="203517"/>
                  <a:pt x="1023620" y="206798"/>
                  <a:pt x="996950" y="212725"/>
                </a:cubicBezTo>
                <a:cubicBezTo>
                  <a:pt x="959020" y="221154"/>
                  <a:pt x="978073" y="217997"/>
                  <a:pt x="939800" y="222250"/>
                </a:cubicBezTo>
                <a:cubicBezTo>
                  <a:pt x="934508" y="221192"/>
                  <a:pt x="929321" y="219075"/>
                  <a:pt x="923925" y="219075"/>
                </a:cubicBezTo>
                <a:cubicBezTo>
                  <a:pt x="858085" y="219075"/>
                  <a:pt x="895537" y="227059"/>
                  <a:pt x="863600" y="219075"/>
                </a:cubicBezTo>
                <a:cubicBezTo>
                  <a:pt x="860425" y="220133"/>
                  <a:pt x="857422" y="222250"/>
                  <a:pt x="854075" y="222250"/>
                </a:cubicBezTo>
                <a:cubicBezTo>
                  <a:pt x="850728" y="222250"/>
                  <a:pt x="847797" y="219887"/>
                  <a:pt x="844550" y="219075"/>
                </a:cubicBezTo>
                <a:cubicBezTo>
                  <a:pt x="839315" y="217766"/>
                  <a:pt x="833967" y="216958"/>
                  <a:pt x="828675" y="215900"/>
                </a:cubicBezTo>
                <a:cubicBezTo>
                  <a:pt x="822325" y="216958"/>
                  <a:pt x="816040" y="219610"/>
                  <a:pt x="809625" y="219075"/>
                </a:cubicBezTo>
                <a:cubicBezTo>
                  <a:pt x="802955" y="218519"/>
                  <a:pt x="790575" y="212725"/>
                  <a:pt x="790575" y="212725"/>
                </a:cubicBezTo>
                <a:cubicBezTo>
                  <a:pt x="787400" y="213783"/>
                  <a:pt x="784376" y="216270"/>
                  <a:pt x="781050" y="215900"/>
                </a:cubicBezTo>
                <a:cubicBezTo>
                  <a:pt x="774397" y="215161"/>
                  <a:pt x="768626" y="210497"/>
                  <a:pt x="762000" y="209550"/>
                </a:cubicBezTo>
                <a:lnTo>
                  <a:pt x="739775" y="206375"/>
                </a:lnTo>
                <a:cubicBezTo>
                  <a:pt x="733425" y="207433"/>
                  <a:pt x="727150" y="209952"/>
                  <a:pt x="720725" y="209550"/>
                </a:cubicBezTo>
                <a:cubicBezTo>
                  <a:pt x="697965" y="208127"/>
                  <a:pt x="689568" y="202743"/>
                  <a:pt x="669925" y="196850"/>
                </a:cubicBezTo>
                <a:cubicBezTo>
                  <a:pt x="665745" y="195596"/>
                  <a:pt x="661458" y="194733"/>
                  <a:pt x="657225" y="193675"/>
                </a:cubicBezTo>
                <a:cubicBezTo>
                  <a:pt x="651933" y="194733"/>
                  <a:pt x="646705" y="197519"/>
                  <a:pt x="641350" y="196850"/>
                </a:cubicBezTo>
                <a:cubicBezTo>
                  <a:pt x="637564" y="196377"/>
                  <a:pt x="635238" y="192207"/>
                  <a:pt x="631825" y="190500"/>
                </a:cubicBezTo>
                <a:cubicBezTo>
                  <a:pt x="626727" y="187951"/>
                  <a:pt x="621242" y="186267"/>
                  <a:pt x="615950" y="184150"/>
                </a:cubicBezTo>
                <a:cubicBezTo>
                  <a:pt x="609600" y="185208"/>
                  <a:pt x="603090" y="189094"/>
                  <a:pt x="596900" y="187325"/>
                </a:cubicBezTo>
                <a:cubicBezTo>
                  <a:pt x="593682" y="186406"/>
                  <a:pt x="596448" y="179745"/>
                  <a:pt x="593725" y="177800"/>
                </a:cubicBezTo>
                <a:cubicBezTo>
                  <a:pt x="588278" y="173909"/>
                  <a:pt x="581169" y="173073"/>
                  <a:pt x="574675" y="171450"/>
                </a:cubicBezTo>
                <a:cubicBezTo>
                  <a:pt x="556740" y="166966"/>
                  <a:pt x="566254" y="169131"/>
                  <a:pt x="546100" y="165100"/>
                </a:cubicBezTo>
                <a:cubicBezTo>
                  <a:pt x="541867" y="162983"/>
                  <a:pt x="537818" y="160449"/>
                  <a:pt x="533400" y="158750"/>
                </a:cubicBezTo>
                <a:cubicBezTo>
                  <a:pt x="518164" y="152890"/>
                  <a:pt x="504749" y="148307"/>
                  <a:pt x="488950" y="146050"/>
                </a:cubicBezTo>
                <a:cubicBezTo>
                  <a:pt x="479463" y="144695"/>
                  <a:pt x="469900" y="143933"/>
                  <a:pt x="460375" y="142875"/>
                </a:cubicBezTo>
                <a:cubicBezTo>
                  <a:pt x="457200" y="141817"/>
                  <a:pt x="454132" y="140356"/>
                  <a:pt x="450850" y="139700"/>
                </a:cubicBezTo>
                <a:cubicBezTo>
                  <a:pt x="438225" y="137175"/>
                  <a:pt x="425241" y="136473"/>
                  <a:pt x="412750" y="133350"/>
                </a:cubicBezTo>
                <a:cubicBezTo>
                  <a:pt x="408517" y="132292"/>
                  <a:pt x="404310" y="131122"/>
                  <a:pt x="400050" y="130175"/>
                </a:cubicBezTo>
                <a:cubicBezTo>
                  <a:pt x="394782" y="129004"/>
                  <a:pt x="389410" y="128309"/>
                  <a:pt x="384175" y="127000"/>
                </a:cubicBezTo>
                <a:cubicBezTo>
                  <a:pt x="337180" y="115251"/>
                  <a:pt x="383220" y="124904"/>
                  <a:pt x="346075" y="117475"/>
                </a:cubicBezTo>
                <a:cubicBezTo>
                  <a:pt x="341842" y="115358"/>
                  <a:pt x="337807" y="112787"/>
                  <a:pt x="333375" y="111125"/>
                </a:cubicBezTo>
                <a:cubicBezTo>
                  <a:pt x="329289" y="109593"/>
                  <a:pt x="324686" y="109669"/>
                  <a:pt x="320675" y="107950"/>
                </a:cubicBezTo>
                <a:cubicBezTo>
                  <a:pt x="317168" y="106447"/>
                  <a:pt x="314563" y="103307"/>
                  <a:pt x="311150" y="101600"/>
                </a:cubicBezTo>
                <a:cubicBezTo>
                  <a:pt x="308157" y="100103"/>
                  <a:pt x="304701" y="99743"/>
                  <a:pt x="301625" y="98425"/>
                </a:cubicBezTo>
                <a:cubicBezTo>
                  <a:pt x="297275" y="96561"/>
                  <a:pt x="293275" y="93939"/>
                  <a:pt x="288925" y="92075"/>
                </a:cubicBezTo>
                <a:cubicBezTo>
                  <a:pt x="285849" y="90757"/>
                  <a:pt x="282393" y="90397"/>
                  <a:pt x="279400" y="88900"/>
                </a:cubicBezTo>
                <a:cubicBezTo>
                  <a:pt x="275987" y="87193"/>
                  <a:pt x="273382" y="84053"/>
                  <a:pt x="269875" y="82550"/>
                </a:cubicBezTo>
                <a:cubicBezTo>
                  <a:pt x="265952" y="80869"/>
                  <a:pt x="244125" y="76765"/>
                  <a:pt x="241300" y="76200"/>
                </a:cubicBezTo>
                <a:cubicBezTo>
                  <a:pt x="236008" y="73025"/>
                  <a:pt x="231155" y="68967"/>
                  <a:pt x="225425" y="66675"/>
                </a:cubicBezTo>
                <a:cubicBezTo>
                  <a:pt x="207311" y="59429"/>
                  <a:pt x="214023" y="67324"/>
                  <a:pt x="200025" y="60325"/>
                </a:cubicBezTo>
                <a:cubicBezTo>
                  <a:pt x="194505" y="57565"/>
                  <a:pt x="189383" y="54071"/>
                  <a:pt x="184150" y="50800"/>
                </a:cubicBezTo>
                <a:cubicBezTo>
                  <a:pt x="180914" y="48778"/>
                  <a:pt x="178038" y="46157"/>
                  <a:pt x="174625" y="44450"/>
                </a:cubicBezTo>
                <a:cubicBezTo>
                  <a:pt x="171632" y="42953"/>
                  <a:pt x="168234" y="42450"/>
                  <a:pt x="165100" y="41275"/>
                </a:cubicBezTo>
                <a:cubicBezTo>
                  <a:pt x="134728" y="29886"/>
                  <a:pt x="161320" y="38957"/>
                  <a:pt x="139700" y="31750"/>
                </a:cubicBezTo>
                <a:cubicBezTo>
                  <a:pt x="131233" y="25400"/>
                  <a:pt x="123766" y="17433"/>
                  <a:pt x="114300" y="12700"/>
                </a:cubicBezTo>
                <a:cubicBezTo>
                  <a:pt x="110067" y="10583"/>
                  <a:pt x="105950" y="8214"/>
                  <a:pt x="101600" y="6350"/>
                </a:cubicBezTo>
                <a:cubicBezTo>
                  <a:pt x="95223" y="3617"/>
                  <a:pt x="85820" y="1611"/>
                  <a:pt x="79375" y="0"/>
                </a:cubicBezTo>
                <a:cubicBezTo>
                  <a:pt x="56102" y="3325"/>
                  <a:pt x="57150" y="10659"/>
                  <a:pt x="57150"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75" name="Google Shape;1075;p16"/>
          <p:cNvSpPr/>
          <p:nvPr/>
        </p:nvSpPr>
        <p:spPr>
          <a:xfrm>
            <a:off x="3578225" y="2432021"/>
            <a:ext cx="508792" cy="168304"/>
          </a:xfrm>
          <a:custGeom>
            <a:avLst/>
            <a:gdLst/>
            <a:ahLst/>
            <a:cxnLst/>
            <a:rect l="l" t="t" r="r" b="b"/>
            <a:pathLst>
              <a:path w="508792" h="168304" extrusionOk="0">
                <a:moveTo>
                  <a:pt x="393700" y="152429"/>
                </a:moveTo>
                <a:cubicBezTo>
                  <a:pt x="382587" y="149254"/>
                  <a:pt x="383161" y="148080"/>
                  <a:pt x="377825" y="146079"/>
                </a:cubicBezTo>
                <a:cubicBezTo>
                  <a:pt x="374691" y="144904"/>
                  <a:pt x="371647" y="142904"/>
                  <a:pt x="368300" y="142904"/>
                </a:cubicBezTo>
                <a:cubicBezTo>
                  <a:pt x="364953" y="142904"/>
                  <a:pt x="361950" y="145021"/>
                  <a:pt x="358775" y="146079"/>
                </a:cubicBezTo>
                <a:cubicBezTo>
                  <a:pt x="344244" y="138814"/>
                  <a:pt x="343072" y="136554"/>
                  <a:pt x="323850" y="136554"/>
                </a:cubicBezTo>
                <a:cubicBezTo>
                  <a:pt x="319486" y="136554"/>
                  <a:pt x="315383" y="138671"/>
                  <a:pt x="311150" y="139729"/>
                </a:cubicBezTo>
                <a:cubicBezTo>
                  <a:pt x="265879" y="124639"/>
                  <a:pt x="312989" y="139801"/>
                  <a:pt x="279400" y="130204"/>
                </a:cubicBezTo>
                <a:cubicBezTo>
                  <a:pt x="276182" y="129285"/>
                  <a:pt x="273157" y="127685"/>
                  <a:pt x="269875" y="127029"/>
                </a:cubicBezTo>
                <a:cubicBezTo>
                  <a:pt x="241950" y="121444"/>
                  <a:pt x="239359" y="123299"/>
                  <a:pt x="219075" y="117504"/>
                </a:cubicBezTo>
                <a:cubicBezTo>
                  <a:pt x="203469" y="113045"/>
                  <a:pt x="213805" y="114689"/>
                  <a:pt x="193675" y="107979"/>
                </a:cubicBezTo>
                <a:cubicBezTo>
                  <a:pt x="174942" y="101735"/>
                  <a:pt x="171901" y="107221"/>
                  <a:pt x="149225" y="92104"/>
                </a:cubicBezTo>
                <a:cubicBezTo>
                  <a:pt x="141329" y="86840"/>
                  <a:pt x="136207" y="82857"/>
                  <a:pt x="127000" y="79404"/>
                </a:cubicBezTo>
                <a:cubicBezTo>
                  <a:pt x="102747" y="70309"/>
                  <a:pt x="126219" y="83776"/>
                  <a:pt x="98425" y="69879"/>
                </a:cubicBezTo>
                <a:cubicBezTo>
                  <a:pt x="95432" y="68382"/>
                  <a:pt x="111297" y="73054"/>
                  <a:pt x="107950" y="73054"/>
                </a:cubicBezTo>
                <a:cubicBezTo>
                  <a:pt x="103586" y="73054"/>
                  <a:pt x="99483" y="70937"/>
                  <a:pt x="95250" y="69879"/>
                </a:cubicBezTo>
                <a:cubicBezTo>
                  <a:pt x="78508" y="71972"/>
                  <a:pt x="73246" y="76340"/>
                  <a:pt x="60325" y="69879"/>
                </a:cubicBezTo>
                <a:cubicBezTo>
                  <a:pt x="56912" y="68172"/>
                  <a:pt x="54420" y="64736"/>
                  <a:pt x="50800" y="63529"/>
                </a:cubicBezTo>
                <a:cubicBezTo>
                  <a:pt x="44693" y="61493"/>
                  <a:pt x="38034" y="61751"/>
                  <a:pt x="31750" y="60354"/>
                </a:cubicBezTo>
                <a:cubicBezTo>
                  <a:pt x="25732" y="59017"/>
                  <a:pt x="13909" y="53960"/>
                  <a:pt x="9525" y="50829"/>
                </a:cubicBezTo>
                <a:cubicBezTo>
                  <a:pt x="5871" y="48219"/>
                  <a:pt x="3175" y="44479"/>
                  <a:pt x="0" y="41304"/>
                </a:cubicBezTo>
                <a:cubicBezTo>
                  <a:pt x="2117" y="34954"/>
                  <a:pt x="2459" y="27701"/>
                  <a:pt x="6350" y="22254"/>
                </a:cubicBezTo>
                <a:cubicBezTo>
                  <a:pt x="8295" y="19531"/>
                  <a:pt x="12882" y="20576"/>
                  <a:pt x="15875" y="19079"/>
                </a:cubicBezTo>
                <a:cubicBezTo>
                  <a:pt x="19288" y="17372"/>
                  <a:pt x="22225" y="14846"/>
                  <a:pt x="25400" y="12729"/>
                </a:cubicBezTo>
                <a:cubicBezTo>
                  <a:pt x="26458" y="9554"/>
                  <a:pt x="26208" y="5571"/>
                  <a:pt x="28575" y="3204"/>
                </a:cubicBezTo>
                <a:cubicBezTo>
                  <a:pt x="35502" y="-3723"/>
                  <a:pt x="56471" y="2653"/>
                  <a:pt x="60325" y="3204"/>
                </a:cubicBezTo>
                <a:cubicBezTo>
                  <a:pt x="63500" y="2146"/>
                  <a:pt x="66503" y="29"/>
                  <a:pt x="69850" y="29"/>
                </a:cubicBezTo>
                <a:cubicBezTo>
                  <a:pt x="105554" y="29"/>
                  <a:pt x="99830" y="2983"/>
                  <a:pt x="127000" y="6379"/>
                </a:cubicBezTo>
                <a:cubicBezTo>
                  <a:pt x="137554" y="7698"/>
                  <a:pt x="148167" y="8496"/>
                  <a:pt x="158750" y="9554"/>
                </a:cubicBezTo>
                <a:cubicBezTo>
                  <a:pt x="161925" y="8496"/>
                  <a:pt x="164928" y="6379"/>
                  <a:pt x="168275" y="6379"/>
                </a:cubicBezTo>
                <a:cubicBezTo>
                  <a:pt x="171622" y="6379"/>
                  <a:pt x="174582" y="8635"/>
                  <a:pt x="177800" y="9554"/>
                </a:cubicBezTo>
                <a:cubicBezTo>
                  <a:pt x="181996" y="10753"/>
                  <a:pt x="186267" y="11671"/>
                  <a:pt x="190500" y="12729"/>
                </a:cubicBezTo>
                <a:cubicBezTo>
                  <a:pt x="193675" y="11671"/>
                  <a:pt x="196678" y="9554"/>
                  <a:pt x="200025" y="9554"/>
                </a:cubicBezTo>
                <a:cubicBezTo>
                  <a:pt x="203372" y="9554"/>
                  <a:pt x="206289" y="11976"/>
                  <a:pt x="209550" y="12729"/>
                </a:cubicBezTo>
                <a:cubicBezTo>
                  <a:pt x="220067" y="15156"/>
                  <a:pt x="230717" y="16962"/>
                  <a:pt x="241300" y="19079"/>
                </a:cubicBezTo>
                <a:cubicBezTo>
                  <a:pt x="246592" y="20137"/>
                  <a:pt x="252055" y="20547"/>
                  <a:pt x="257175" y="22254"/>
                </a:cubicBezTo>
                <a:cubicBezTo>
                  <a:pt x="260350" y="23312"/>
                  <a:pt x="263399" y="24879"/>
                  <a:pt x="266700" y="25429"/>
                </a:cubicBezTo>
                <a:cubicBezTo>
                  <a:pt x="276153" y="27005"/>
                  <a:pt x="285750" y="27546"/>
                  <a:pt x="295275" y="28604"/>
                </a:cubicBezTo>
                <a:cubicBezTo>
                  <a:pt x="298450" y="29662"/>
                  <a:pt x="301553" y="30967"/>
                  <a:pt x="304800" y="31779"/>
                </a:cubicBezTo>
                <a:cubicBezTo>
                  <a:pt x="310035" y="33088"/>
                  <a:pt x="315622" y="33059"/>
                  <a:pt x="320675" y="34954"/>
                </a:cubicBezTo>
                <a:cubicBezTo>
                  <a:pt x="324248" y="36294"/>
                  <a:pt x="326627" y="39964"/>
                  <a:pt x="330200" y="41304"/>
                </a:cubicBezTo>
                <a:cubicBezTo>
                  <a:pt x="344691" y="46738"/>
                  <a:pt x="343849" y="41778"/>
                  <a:pt x="355600" y="47654"/>
                </a:cubicBezTo>
                <a:cubicBezTo>
                  <a:pt x="376449" y="58079"/>
                  <a:pt x="351410" y="52163"/>
                  <a:pt x="384175" y="60354"/>
                </a:cubicBezTo>
                <a:cubicBezTo>
                  <a:pt x="388408" y="61412"/>
                  <a:pt x="392695" y="62275"/>
                  <a:pt x="396875" y="63529"/>
                </a:cubicBezTo>
                <a:cubicBezTo>
                  <a:pt x="403286" y="65452"/>
                  <a:pt x="409575" y="67762"/>
                  <a:pt x="415925" y="69879"/>
                </a:cubicBezTo>
                <a:lnTo>
                  <a:pt x="444500" y="79404"/>
                </a:lnTo>
                <a:lnTo>
                  <a:pt x="473075" y="88929"/>
                </a:lnTo>
                <a:cubicBezTo>
                  <a:pt x="476250" y="89987"/>
                  <a:pt x="479815" y="90248"/>
                  <a:pt x="482600" y="92104"/>
                </a:cubicBezTo>
                <a:lnTo>
                  <a:pt x="492125" y="98454"/>
                </a:lnTo>
                <a:cubicBezTo>
                  <a:pt x="494242" y="101629"/>
                  <a:pt x="495495" y="105595"/>
                  <a:pt x="498475" y="107979"/>
                </a:cubicBezTo>
                <a:cubicBezTo>
                  <a:pt x="501088" y="110070"/>
                  <a:pt x="507491" y="107846"/>
                  <a:pt x="508000" y="111154"/>
                </a:cubicBezTo>
                <a:cubicBezTo>
                  <a:pt x="509938" y="123750"/>
                  <a:pt x="508109" y="136940"/>
                  <a:pt x="504825" y="149254"/>
                </a:cubicBezTo>
                <a:cubicBezTo>
                  <a:pt x="503668" y="153593"/>
                  <a:pt x="499225" y="156598"/>
                  <a:pt x="495300" y="158779"/>
                </a:cubicBezTo>
                <a:cubicBezTo>
                  <a:pt x="484518" y="164769"/>
                  <a:pt x="469026" y="166333"/>
                  <a:pt x="457200" y="168304"/>
                </a:cubicBezTo>
                <a:cubicBezTo>
                  <a:pt x="452967" y="167246"/>
                  <a:pt x="448864" y="165129"/>
                  <a:pt x="444500" y="165129"/>
                </a:cubicBezTo>
                <a:cubicBezTo>
                  <a:pt x="417407" y="165129"/>
                  <a:pt x="404813" y="155604"/>
                  <a:pt x="393700" y="152429"/>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76" name="Google Shape;1076;p16"/>
          <p:cNvSpPr/>
          <p:nvPr/>
        </p:nvSpPr>
        <p:spPr>
          <a:xfrm>
            <a:off x="4572000" y="2016125"/>
            <a:ext cx="214661" cy="333375"/>
          </a:xfrm>
          <a:custGeom>
            <a:avLst/>
            <a:gdLst/>
            <a:ahLst/>
            <a:cxnLst/>
            <a:rect l="l" t="t" r="r" b="b"/>
            <a:pathLst>
              <a:path w="214661" h="333375" extrusionOk="0">
                <a:moveTo>
                  <a:pt x="82550" y="9525"/>
                </a:moveTo>
                <a:cubicBezTo>
                  <a:pt x="77788" y="11112"/>
                  <a:pt x="69784" y="11303"/>
                  <a:pt x="63500" y="12700"/>
                </a:cubicBezTo>
                <a:cubicBezTo>
                  <a:pt x="60233" y="13426"/>
                  <a:pt x="56342" y="13508"/>
                  <a:pt x="53975" y="15875"/>
                </a:cubicBezTo>
                <a:cubicBezTo>
                  <a:pt x="37274" y="32576"/>
                  <a:pt x="69884" y="20629"/>
                  <a:pt x="38100" y="28575"/>
                </a:cubicBezTo>
                <a:cubicBezTo>
                  <a:pt x="35983" y="31750"/>
                  <a:pt x="34448" y="35402"/>
                  <a:pt x="31750" y="38100"/>
                </a:cubicBezTo>
                <a:cubicBezTo>
                  <a:pt x="29052" y="40798"/>
                  <a:pt x="24247" y="41214"/>
                  <a:pt x="22225" y="44450"/>
                </a:cubicBezTo>
                <a:cubicBezTo>
                  <a:pt x="-3675" y="85889"/>
                  <a:pt x="32770" y="46605"/>
                  <a:pt x="6350" y="73025"/>
                </a:cubicBezTo>
                <a:cubicBezTo>
                  <a:pt x="5292" y="81492"/>
                  <a:pt x="4382" y="89978"/>
                  <a:pt x="3175" y="98425"/>
                </a:cubicBezTo>
                <a:cubicBezTo>
                  <a:pt x="2265" y="104798"/>
                  <a:pt x="0" y="111037"/>
                  <a:pt x="0" y="117475"/>
                </a:cubicBezTo>
                <a:cubicBezTo>
                  <a:pt x="0" y="134441"/>
                  <a:pt x="1487" y="151393"/>
                  <a:pt x="3175" y="168275"/>
                </a:cubicBezTo>
                <a:cubicBezTo>
                  <a:pt x="3609" y="172617"/>
                  <a:pt x="4631" y="176964"/>
                  <a:pt x="6350" y="180975"/>
                </a:cubicBezTo>
                <a:cubicBezTo>
                  <a:pt x="9665" y="188711"/>
                  <a:pt x="16504" y="194304"/>
                  <a:pt x="22225" y="200025"/>
                </a:cubicBezTo>
                <a:cubicBezTo>
                  <a:pt x="23283" y="203200"/>
                  <a:pt x="23775" y="206624"/>
                  <a:pt x="25400" y="209550"/>
                </a:cubicBezTo>
                <a:cubicBezTo>
                  <a:pt x="29106" y="216221"/>
                  <a:pt x="35687" y="221360"/>
                  <a:pt x="38100" y="228600"/>
                </a:cubicBezTo>
                <a:cubicBezTo>
                  <a:pt x="39158" y="231775"/>
                  <a:pt x="39778" y="235132"/>
                  <a:pt x="41275" y="238125"/>
                </a:cubicBezTo>
                <a:cubicBezTo>
                  <a:pt x="44843" y="245261"/>
                  <a:pt x="51131" y="252159"/>
                  <a:pt x="57150" y="257175"/>
                </a:cubicBezTo>
                <a:cubicBezTo>
                  <a:pt x="60081" y="259618"/>
                  <a:pt x="63500" y="261408"/>
                  <a:pt x="66675" y="263525"/>
                </a:cubicBezTo>
                <a:cubicBezTo>
                  <a:pt x="71738" y="271120"/>
                  <a:pt x="74772" y="277019"/>
                  <a:pt x="82550" y="282575"/>
                </a:cubicBezTo>
                <a:cubicBezTo>
                  <a:pt x="86401" y="285326"/>
                  <a:pt x="91141" y="286577"/>
                  <a:pt x="95250" y="288925"/>
                </a:cubicBezTo>
                <a:cubicBezTo>
                  <a:pt x="98563" y="290818"/>
                  <a:pt x="101600" y="293158"/>
                  <a:pt x="104775" y="295275"/>
                </a:cubicBezTo>
                <a:cubicBezTo>
                  <a:pt x="106892" y="298450"/>
                  <a:pt x="108145" y="302416"/>
                  <a:pt x="111125" y="304800"/>
                </a:cubicBezTo>
                <a:cubicBezTo>
                  <a:pt x="113738" y="306891"/>
                  <a:pt x="117516" y="306800"/>
                  <a:pt x="120650" y="307975"/>
                </a:cubicBezTo>
                <a:cubicBezTo>
                  <a:pt x="125986" y="309976"/>
                  <a:pt x="131427" y="311776"/>
                  <a:pt x="136525" y="314325"/>
                </a:cubicBezTo>
                <a:cubicBezTo>
                  <a:pt x="139938" y="316032"/>
                  <a:pt x="142637" y="318968"/>
                  <a:pt x="146050" y="320675"/>
                </a:cubicBezTo>
                <a:cubicBezTo>
                  <a:pt x="149043" y="322172"/>
                  <a:pt x="152369" y="322888"/>
                  <a:pt x="155575" y="323850"/>
                </a:cubicBezTo>
                <a:cubicBezTo>
                  <a:pt x="191922" y="334754"/>
                  <a:pt x="165754" y="326185"/>
                  <a:pt x="187325" y="333375"/>
                </a:cubicBezTo>
                <a:cubicBezTo>
                  <a:pt x="210515" y="325645"/>
                  <a:pt x="204752" y="333519"/>
                  <a:pt x="209550" y="314325"/>
                </a:cubicBezTo>
                <a:cubicBezTo>
                  <a:pt x="217468" y="211397"/>
                  <a:pt x="215165" y="257936"/>
                  <a:pt x="209550" y="69850"/>
                </a:cubicBezTo>
                <a:cubicBezTo>
                  <a:pt x="209450" y="66505"/>
                  <a:pt x="207294" y="63543"/>
                  <a:pt x="206375" y="60325"/>
                </a:cubicBezTo>
                <a:cubicBezTo>
                  <a:pt x="205176" y="56129"/>
                  <a:pt x="204147" y="51885"/>
                  <a:pt x="203200" y="47625"/>
                </a:cubicBezTo>
                <a:cubicBezTo>
                  <a:pt x="200604" y="35942"/>
                  <a:pt x="202080" y="30630"/>
                  <a:pt x="193675" y="22225"/>
                </a:cubicBezTo>
                <a:cubicBezTo>
                  <a:pt x="190977" y="19527"/>
                  <a:pt x="187325" y="17992"/>
                  <a:pt x="184150" y="15875"/>
                </a:cubicBezTo>
                <a:cubicBezTo>
                  <a:pt x="183092" y="12700"/>
                  <a:pt x="183342" y="8717"/>
                  <a:pt x="180975" y="6350"/>
                </a:cubicBezTo>
                <a:cubicBezTo>
                  <a:pt x="179457" y="4832"/>
                  <a:pt x="158860" y="27"/>
                  <a:pt x="158750" y="0"/>
                </a:cubicBezTo>
                <a:cubicBezTo>
                  <a:pt x="119048" y="9926"/>
                  <a:pt x="168409" y="0"/>
                  <a:pt x="136525" y="0"/>
                </a:cubicBezTo>
                <a:cubicBezTo>
                  <a:pt x="130087" y="0"/>
                  <a:pt x="123825" y="2117"/>
                  <a:pt x="117475" y="3175"/>
                </a:cubicBezTo>
                <a:cubicBezTo>
                  <a:pt x="114300" y="2117"/>
                  <a:pt x="111297" y="0"/>
                  <a:pt x="107950" y="0"/>
                </a:cubicBezTo>
                <a:cubicBezTo>
                  <a:pt x="102554" y="0"/>
                  <a:pt x="97449" y="3664"/>
                  <a:pt x="92075" y="3175"/>
                </a:cubicBezTo>
                <a:cubicBezTo>
                  <a:pt x="85409" y="2569"/>
                  <a:pt x="87312" y="7938"/>
                  <a:pt x="82550" y="9525"/>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77" name="Google Shape;1077;p16"/>
          <p:cNvSpPr/>
          <p:nvPr/>
        </p:nvSpPr>
        <p:spPr>
          <a:xfrm>
            <a:off x="4473575" y="2111375"/>
            <a:ext cx="98425" cy="181341"/>
          </a:xfrm>
          <a:custGeom>
            <a:avLst/>
            <a:gdLst/>
            <a:ahLst/>
            <a:cxnLst/>
            <a:rect l="l" t="t" r="r" b="b"/>
            <a:pathLst>
              <a:path w="98425" h="181341" extrusionOk="0">
                <a:moveTo>
                  <a:pt x="69850" y="34925"/>
                </a:moveTo>
                <a:cubicBezTo>
                  <a:pt x="70379" y="34396"/>
                  <a:pt x="65020" y="9471"/>
                  <a:pt x="57150" y="3175"/>
                </a:cubicBezTo>
                <a:cubicBezTo>
                  <a:pt x="54537" y="1084"/>
                  <a:pt x="50800" y="1058"/>
                  <a:pt x="47625" y="0"/>
                </a:cubicBezTo>
                <a:cubicBezTo>
                  <a:pt x="41275" y="1058"/>
                  <a:pt x="34859" y="1778"/>
                  <a:pt x="28575" y="3175"/>
                </a:cubicBezTo>
                <a:cubicBezTo>
                  <a:pt x="25308" y="3901"/>
                  <a:pt x="21417" y="3983"/>
                  <a:pt x="19050" y="6350"/>
                </a:cubicBezTo>
                <a:cubicBezTo>
                  <a:pt x="13654" y="11746"/>
                  <a:pt x="8763" y="18160"/>
                  <a:pt x="6350" y="25400"/>
                </a:cubicBezTo>
                <a:lnTo>
                  <a:pt x="0" y="44450"/>
                </a:lnTo>
                <a:cubicBezTo>
                  <a:pt x="1058" y="68792"/>
                  <a:pt x="1655" y="93158"/>
                  <a:pt x="3175" y="117475"/>
                </a:cubicBezTo>
                <a:cubicBezTo>
                  <a:pt x="3773" y="127040"/>
                  <a:pt x="4893" y="136578"/>
                  <a:pt x="6350" y="146050"/>
                </a:cubicBezTo>
                <a:cubicBezTo>
                  <a:pt x="7014" y="150363"/>
                  <a:pt x="6799" y="155343"/>
                  <a:pt x="9525" y="158750"/>
                </a:cubicBezTo>
                <a:cubicBezTo>
                  <a:pt x="11616" y="161363"/>
                  <a:pt x="15875" y="160867"/>
                  <a:pt x="19050" y="161925"/>
                </a:cubicBezTo>
                <a:cubicBezTo>
                  <a:pt x="21167" y="165100"/>
                  <a:pt x="22087" y="169557"/>
                  <a:pt x="25400" y="171450"/>
                </a:cubicBezTo>
                <a:cubicBezTo>
                  <a:pt x="30085" y="174127"/>
                  <a:pt x="36007" y="173454"/>
                  <a:pt x="41275" y="174625"/>
                </a:cubicBezTo>
                <a:cubicBezTo>
                  <a:pt x="81630" y="183593"/>
                  <a:pt x="21970" y="171399"/>
                  <a:pt x="69850" y="180975"/>
                </a:cubicBezTo>
                <a:cubicBezTo>
                  <a:pt x="73025" y="179917"/>
                  <a:pt x="76028" y="177800"/>
                  <a:pt x="79375" y="177800"/>
                </a:cubicBezTo>
                <a:cubicBezTo>
                  <a:pt x="82722" y="177800"/>
                  <a:pt x="86030" y="182697"/>
                  <a:pt x="88900" y="180975"/>
                </a:cubicBezTo>
                <a:cubicBezTo>
                  <a:pt x="92169" y="179013"/>
                  <a:pt x="96990" y="163055"/>
                  <a:pt x="98425" y="158750"/>
                </a:cubicBezTo>
                <a:cubicBezTo>
                  <a:pt x="95656" y="131057"/>
                  <a:pt x="96858" y="132647"/>
                  <a:pt x="92075" y="111125"/>
                </a:cubicBezTo>
                <a:cubicBezTo>
                  <a:pt x="91128" y="106865"/>
                  <a:pt x="90619" y="102436"/>
                  <a:pt x="88900" y="98425"/>
                </a:cubicBezTo>
                <a:cubicBezTo>
                  <a:pt x="87397" y="94918"/>
                  <a:pt x="84667" y="92075"/>
                  <a:pt x="82550" y="88900"/>
                </a:cubicBezTo>
                <a:cubicBezTo>
                  <a:pt x="81492" y="84667"/>
                  <a:pt x="80574" y="80396"/>
                  <a:pt x="79375" y="76200"/>
                </a:cubicBezTo>
                <a:cubicBezTo>
                  <a:pt x="78456" y="72982"/>
                  <a:pt x="76799" y="69968"/>
                  <a:pt x="76200" y="66675"/>
                </a:cubicBezTo>
                <a:cubicBezTo>
                  <a:pt x="74674" y="58280"/>
                  <a:pt x="74322" y="49708"/>
                  <a:pt x="73025" y="41275"/>
                </a:cubicBezTo>
                <a:cubicBezTo>
                  <a:pt x="72951" y="40796"/>
                  <a:pt x="69226" y="18936"/>
                  <a:pt x="66675" y="15875"/>
                </a:cubicBezTo>
                <a:cubicBezTo>
                  <a:pt x="63287" y="11810"/>
                  <a:pt x="58281" y="9426"/>
                  <a:pt x="53975" y="6350"/>
                </a:cubicBezTo>
                <a:cubicBezTo>
                  <a:pt x="45035" y="-36"/>
                  <a:pt x="69321" y="35454"/>
                  <a:pt x="69850" y="34925"/>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78" name="Google Shape;1078;p16"/>
          <p:cNvSpPr/>
          <p:nvPr/>
        </p:nvSpPr>
        <p:spPr>
          <a:xfrm>
            <a:off x="4113330" y="2002440"/>
            <a:ext cx="334845" cy="153385"/>
          </a:xfrm>
          <a:custGeom>
            <a:avLst/>
            <a:gdLst/>
            <a:ahLst/>
            <a:cxnLst/>
            <a:rect l="l" t="t" r="r" b="b"/>
            <a:pathLst>
              <a:path w="334845" h="153385" extrusionOk="0">
                <a:moveTo>
                  <a:pt x="42745" y="985"/>
                </a:moveTo>
                <a:cubicBezTo>
                  <a:pt x="37453" y="5218"/>
                  <a:pt x="31280" y="8540"/>
                  <a:pt x="26870" y="13685"/>
                </a:cubicBezTo>
                <a:cubicBezTo>
                  <a:pt x="24692" y="16226"/>
                  <a:pt x="25551" y="20425"/>
                  <a:pt x="23695" y="23210"/>
                </a:cubicBezTo>
                <a:cubicBezTo>
                  <a:pt x="21204" y="26946"/>
                  <a:pt x="17345" y="29560"/>
                  <a:pt x="14170" y="32735"/>
                </a:cubicBezTo>
                <a:cubicBezTo>
                  <a:pt x="5055" y="69196"/>
                  <a:pt x="17801" y="24263"/>
                  <a:pt x="4645" y="54960"/>
                </a:cubicBezTo>
                <a:cubicBezTo>
                  <a:pt x="2926" y="58971"/>
                  <a:pt x="-2616" y="69192"/>
                  <a:pt x="1470" y="67660"/>
                </a:cubicBezTo>
                <a:cubicBezTo>
                  <a:pt x="34194" y="55388"/>
                  <a:pt x="21296" y="45047"/>
                  <a:pt x="45920" y="32735"/>
                </a:cubicBezTo>
                <a:cubicBezTo>
                  <a:pt x="95197" y="8097"/>
                  <a:pt x="74126" y="13759"/>
                  <a:pt x="106245" y="7335"/>
                </a:cubicBezTo>
                <a:cubicBezTo>
                  <a:pt x="109420" y="5218"/>
                  <a:pt x="115022" y="-2757"/>
                  <a:pt x="115770" y="985"/>
                </a:cubicBezTo>
                <a:cubicBezTo>
                  <a:pt x="118225" y="13259"/>
                  <a:pt x="108814" y="23545"/>
                  <a:pt x="103070" y="32735"/>
                </a:cubicBezTo>
                <a:cubicBezTo>
                  <a:pt x="99799" y="37968"/>
                  <a:pt x="96720" y="43318"/>
                  <a:pt x="93545" y="48610"/>
                </a:cubicBezTo>
                <a:cubicBezTo>
                  <a:pt x="92487" y="52843"/>
                  <a:pt x="86091" y="62166"/>
                  <a:pt x="90370" y="61310"/>
                </a:cubicBezTo>
                <a:cubicBezTo>
                  <a:pt x="98475" y="59689"/>
                  <a:pt x="102243" y="49536"/>
                  <a:pt x="109420" y="45435"/>
                </a:cubicBezTo>
                <a:cubicBezTo>
                  <a:pt x="117271" y="40949"/>
                  <a:pt x="126424" y="39268"/>
                  <a:pt x="134820" y="35910"/>
                </a:cubicBezTo>
                <a:cubicBezTo>
                  <a:pt x="142304" y="32917"/>
                  <a:pt x="149637" y="29560"/>
                  <a:pt x="157045" y="26385"/>
                </a:cubicBezTo>
                <a:cubicBezTo>
                  <a:pt x="159162" y="30618"/>
                  <a:pt x="162966" y="34371"/>
                  <a:pt x="163395" y="39085"/>
                </a:cubicBezTo>
                <a:cubicBezTo>
                  <a:pt x="164492" y="51149"/>
                  <a:pt x="157919" y="69225"/>
                  <a:pt x="153870" y="80360"/>
                </a:cubicBezTo>
                <a:cubicBezTo>
                  <a:pt x="151922" y="85716"/>
                  <a:pt x="149521" y="90899"/>
                  <a:pt x="147520" y="96235"/>
                </a:cubicBezTo>
                <a:cubicBezTo>
                  <a:pt x="146345" y="99369"/>
                  <a:pt x="141098" y="106572"/>
                  <a:pt x="144345" y="105760"/>
                </a:cubicBezTo>
                <a:cubicBezTo>
                  <a:pt x="150919" y="104116"/>
                  <a:pt x="154739" y="97046"/>
                  <a:pt x="160220" y="93060"/>
                </a:cubicBezTo>
                <a:cubicBezTo>
                  <a:pt x="166392" y="88571"/>
                  <a:pt x="172726" y="84287"/>
                  <a:pt x="179270" y="80360"/>
                </a:cubicBezTo>
                <a:cubicBezTo>
                  <a:pt x="188169" y="75021"/>
                  <a:pt x="198291" y="71482"/>
                  <a:pt x="207845" y="67660"/>
                </a:cubicBezTo>
                <a:cubicBezTo>
                  <a:pt x="242561" y="79232"/>
                  <a:pt x="178461" y="54939"/>
                  <a:pt x="233245" y="127985"/>
                </a:cubicBezTo>
                <a:cubicBezTo>
                  <a:pt x="237824" y="134090"/>
                  <a:pt x="240549" y="114331"/>
                  <a:pt x="245945" y="108935"/>
                </a:cubicBezTo>
                <a:cubicBezTo>
                  <a:pt x="256581" y="98299"/>
                  <a:pt x="280870" y="80360"/>
                  <a:pt x="280870" y="80360"/>
                </a:cubicBezTo>
                <a:cubicBezTo>
                  <a:pt x="282987" y="86710"/>
                  <a:pt x="285252" y="93013"/>
                  <a:pt x="287220" y="99410"/>
                </a:cubicBezTo>
                <a:cubicBezTo>
                  <a:pt x="289486" y="106774"/>
                  <a:pt x="285865" y="121635"/>
                  <a:pt x="293570" y="121635"/>
                </a:cubicBezTo>
                <a:cubicBezTo>
                  <a:pt x="301054" y="121635"/>
                  <a:pt x="294544" y="106563"/>
                  <a:pt x="296745" y="99410"/>
                </a:cubicBezTo>
                <a:cubicBezTo>
                  <a:pt x="302542" y="80570"/>
                  <a:pt x="303284" y="82351"/>
                  <a:pt x="315795" y="74010"/>
                </a:cubicBezTo>
                <a:cubicBezTo>
                  <a:pt x="315795" y="74010"/>
                  <a:pt x="327437" y="53902"/>
                  <a:pt x="331670" y="58135"/>
                </a:cubicBezTo>
                <a:cubicBezTo>
                  <a:pt x="336222" y="62687"/>
                  <a:pt x="333787" y="70835"/>
                  <a:pt x="334845" y="77185"/>
                </a:cubicBezTo>
                <a:cubicBezTo>
                  <a:pt x="333787" y="92002"/>
                  <a:pt x="333406" y="106882"/>
                  <a:pt x="331670" y="121635"/>
                </a:cubicBezTo>
                <a:cubicBezTo>
                  <a:pt x="331279" y="124959"/>
                  <a:pt x="329307" y="127913"/>
                  <a:pt x="328495" y="131160"/>
                </a:cubicBezTo>
                <a:cubicBezTo>
                  <a:pt x="324905" y="145520"/>
                  <a:pt x="325320" y="143047"/>
                  <a:pt x="325320" y="153385"/>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79" name="Google Shape;1079;p16"/>
          <p:cNvSpPr/>
          <p:nvPr/>
        </p:nvSpPr>
        <p:spPr>
          <a:xfrm>
            <a:off x="4301627" y="2520742"/>
            <a:ext cx="345950" cy="114508"/>
          </a:xfrm>
          <a:custGeom>
            <a:avLst/>
            <a:gdLst/>
            <a:ahLst/>
            <a:cxnLst/>
            <a:rect l="l" t="t" r="r" b="b"/>
            <a:pathLst>
              <a:path w="345950" h="114508" extrusionOk="0">
                <a:moveTo>
                  <a:pt x="149723" y="70058"/>
                </a:moveTo>
                <a:cubicBezTo>
                  <a:pt x="155015" y="73233"/>
                  <a:pt x="160078" y="76823"/>
                  <a:pt x="165598" y="79583"/>
                </a:cubicBezTo>
                <a:cubicBezTo>
                  <a:pt x="168591" y="81080"/>
                  <a:pt x="172130" y="81261"/>
                  <a:pt x="175123" y="82758"/>
                </a:cubicBezTo>
                <a:cubicBezTo>
                  <a:pt x="178536" y="84465"/>
                  <a:pt x="181161" y="87558"/>
                  <a:pt x="184648" y="89108"/>
                </a:cubicBezTo>
                <a:cubicBezTo>
                  <a:pt x="196729" y="94477"/>
                  <a:pt x="204446" y="95373"/>
                  <a:pt x="216398" y="98633"/>
                </a:cubicBezTo>
                <a:cubicBezTo>
                  <a:pt x="223831" y="100660"/>
                  <a:pt x="230996" y="103893"/>
                  <a:pt x="238623" y="104983"/>
                </a:cubicBezTo>
                <a:cubicBezTo>
                  <a:pt x="253328" y="107084"/>
                  <a:pt x="268274" y="106871"/>
                  <a:pt x="283073" y="108158"/>
                </a:cubicBezTo>
                <a:cubicBezTo>
                  <a:pt x="292621" y="108988"/>
                  <a:pt x="302123" y="110275"/>
                  <a:pt x="311648" y="111333"/>
                </a:cubicBezTo>
                <a:cubicBezTo>
                  <a:pt x="315881" y="112391"/>
                  <a:pt x="319984" y="114508"/>
                  <a:pt x="324348" y="114508"/>
                </a:cubicBezTo>
                <a:cubicBezTo>
                  <a:pt x="327695" y="114508"/>
                  <a:pt x="331260" y="113424"/>
                  <a:pt x="333873" y="111333"/>
                </a:cubicBezTo>
                <a:cubicBezTo>
                  <a:pt x="339468" y="106857"/>
                  <a:pt x="341306" y="98558"/>
                  <a:pt x="343398" y="92283"/>
                </a:cubicBezTo>
                <a:cubicBezTo>
                  <a:pt x="338563" y="425"/>
                  <a:pt x="360068" y="42731"/>
                  <a:pt x="327523" y="28783"/>
                </a:cubicBezTo>
                <a:cubicBezTo>
                  <a:pt x="324016" y="27280"/>
                  <a:pt x="321173" y="24550"/>
                  <a:pt x="317998" y="22433"/>
                </a:cubicBezTo>
                <a:cubicBezTo>
                  <a:pt x="309531" y="23491"/>
                  <a:pt x="301101" y="26317"/>
                  <a:pt x="292598" y="25608"/>
                </a:cubicBezTo>
                <a:cubicBezTo>
                  <a:pt x="287881" y="25215"/>
                  <a:pt x="284623" y="19536"/>
                  <a:pt x="279898" y="19258"/>
                </a:cubicBezTo>
                <a:cubicBezTo>
                  <a:pt x="266123" y="18448"/>
                  <a:pt x="252381" y="21375"/>
                  <a:pt x="238623" y="22433"/>
                </a:cubicBezTo>
                <a:cubicBezTo>
                  <a:pt x="231107" y="19928"/>
                  <a:pt x="220886" y="16083"/>
                  <a:pt x="213223" y="16083"/>
                </a:cubicBezTo>
                <a:cubicBezTo>
                  <a:pt x="207827" y="16083"/>
                  <a:pt x="202640" y="18200"/>
                  <a:pt x="197348" y="19258"/>
                </a:cubicBezTo>
                <a:cubicBezTo>
                  <a:pt x="194868" y="18018"/>
                  <a:pt x="179795" y="9733"/>
                  <a:pt x="175123" y="9733"/>
                </a:cubicBezTo>
                <a:cubicBezTo>
                  <a:pt x="169727" y="9733"/>
                  <a:pt x="164540" y="11850"/>
                  <a:pt x="159248" y="12908"/>
                </a:cubicBezTo>
                <a:cubicBezTo>
                  <a:pt x="137023" y="5500"/>
                  <a:pt x="146548" y="4441"/>
                  <a:pt x="130673" y="9733"/>
                </a:cubicBezTo>
                <a:cubicBezTo>
                  <a:pt x="121122" y="5912"/>
                  <a:pt x="109655" y="208"/>
                  <a:pt x="98923" y="208"/>
                </a:cubicBezTo>
                <a:cubicBezTo>
                  <a:pt x="94559" y="208"/>
                  <a:pt x="90456" y="2325"/>
                  <a:pt x="86223" y="3383"/>
                </a:cubicBezTo>
                <a:cubicBezTo>
                  <a:pt x="83048" y="2325"/>
                  <a:pt x="80045" y="208"/>
                  <a:pt x="76698" y="208"/>
                </a:cubicBezTo>
                <a:cubicBezTo>
                  <a:pt x="37207" y="208"/>
                  <a:pt x="63617" y="7489"/>
                  <a:pt x="41773" y="208"/>
                </a:cubicBezTo>
                <a:cubicBezTo>
                  <a:pt x="38598" y="1266"/>
                  <a:pt x="35595" y="3383"/>
                  <a:pt x="32248" y="3383"/>
                </a:cubicBezTo>
                <a:cubicBezTo>
                  <a:pt x="4341" y="3383"/>
                  <a:pt x="32861" y="-4230"/>
                  <a:pt x="10023" y="3383"/>
                </a:cubicBezTo>
                <a:cubicBezTo>
                  <a:pt x="6848" y="6558"/>
                  <a:pt x="1472" y="8525"/>
                  <a:pt x="498" y="12908"/>
                </a:cubicBezTo>
                <a:cubicBezTo>
                  <a:pt x="-899" y="19192"/>
                  <a:pt x="794" y="26200"/>
                  <a:pt x="3673" y="31958"/>
                </a:cubicBezTo>
                <a:cubicBezTo>
                  <a:pt x="5380" y="35371"/>
                  <a:pt x="9785" y="36601"/>
                  <a:pt x="13198" y="38308"/>
                </a:cubicBezTo>
                <a:cubicBezTo>
                  <a:pt x="19707" y="41562"/>
                  <a:pt x="32560" y="43450"/>
                  <a:pt x="38598" y="44658"/>
                </a:cubicBezTo>
                <a:cubicBezTo>
                  <a:pt x="41773" y="46775"/>
                  <a:pt x="44710" y="49301"/>
                  <a:pt x="48123" y="51008"/>
                </a:cubicBezTo>
                <a:cubicBezTo>
                  <a:pt x="51116" y="52505"/>
                  <a:pt x="54430" y="53264"/>
                  <a:pt x="57648" y="54183"/>
                </a:cubicBezTo>
                <a:cubicBezTo>
                  <a:pt x="80463" y="60702"/>
                  <a:pt x="60034" y="53986"/>
                  <a:pt x="86223" y="60533"/>
                </a:cubicBezTo>
                <a:cubicBezTo>
                  <a:pt x="89470" y="61345"/>
                  <a:pt x="92530" y="62789"/>
                  <a:pt x="95748" y="63708"/>
                </a:cubicBezTo>
                <a:cubicBezTo>
                  <a:pt x="99944" y="64907"/>
                  <a:pt x="104268" y="65629"/>
                  <a:pt x="108448" y="66883"/>
                </a:cubicBezTo>
                <a:cubicBezTo>
                  <a:pt x="114859" y="68806"/>
                  <a:pt x="120896" y="72133"/>
                  <a:pt x="127498" y="73233"/>
                </a:cubicBezTo>
                <a:lnTo>
                  <a:pt x="146548" y="76408"/>
                </a:lnTo>
                <a:cubicBezTo>
                  <a:pt x="149723" y="75350"/>
                  <a:pt x="152726" y="73233"/>
                  <a:pt x="156073" y="73233"/>
                </a:cubicBezTo>
                <a:cubicBezTo>
                  <a:pt x="160437" y="73233"/>
                  <a:pt x="164513" y="75461"/>
                  <a:pt x="168773" y="76408"/>
                </a:cubicBezTo>
                <a:cubicBezTo>
                  <a:pt x="174041" y="77579"/>
                  <a:pt x="179380" y="78412"/>
                  <a:pt x="184648" y="79583"/>
                </a:cubicBezTo>
                <a:cubicBezTo>
                  <a:pt x="188908" y="80530"/>
                  <a:pt x="193011" y="82276"/>
                  <a:pt x="197348" y="82758"/>
                </a:cubicBezTo>
                <a:cubicBezTo>
                  <a:pt x="202607" y="83342"/>
                  <a:pt x="207931" y="82758"/>
                  <a:pt x="213223" y="82758"/>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80" name="Google Shape;1080;p16"/>
          <p:cNvSpPr/>
          <p:nvPr/>
        </p:nvSpPr>
        <p:spPr>
          <a:xfrm>
            <a:off x="2932631" y="1416050"/>
            <a:ext cx="467794" cy="680179"/>
          </a:xfrm>
          <a:custGeom>
            <a:avLst/>
            <a:gdLst/>
            <a:ahLst/>
            <a:cxnLst/>
            <a:rect l="l" t="t" r="r" b="b"/>
            <a:pathLst>
              <a:path w="467794" h="680179" extrusionOk="0">
                <a:moveTo>
                  <a:pt x="467794" y="12700"/>
                </a:moveTo>
                <a:cubicBezTo>
                  <a:pt x="462502" y="13758"/>
                  <a:pt x="457253" y="15054"/>
                  <a:pt x="451919" y="15875"/>
                </a:cubicBezTo>
                <a:cubicBezTo>
                  <a:pt x="427915" y="19568"/>
                  <a:pt x="432763" y="16311"/>
                  <a:pt x="416994" y="22225"/>
                </a:cubicBezTo>
                <a:cubicBezTo>
                  <a:pt x="411658" y="24226"/>
                  <a:pt x="406217" y="26026"/>
                  <a:pt x="401119" y="28575"/>
                </a:cubicBezTo>
                <a:cubicBezTo>
                  <a:pt x="395599" y="31335"/>
                  <a:pt x="390477" y="34829"/>
                  <a:pt x="385244" y="38100"/>
                </a:cubicBezTo>
                <a:cubicBezTo>
                  <a:pt x="382008" y="40122"/>
                  <a:pt x="379132" y="42743"/>
                  <a:pt x="375719" y="44450"/>
                </a:cubicBezTo>
                <a:cubicBezTo>
                  <a:pt x="372726" y="45947"/>
                  <a:pt x="369369" y="46567"/>
                  <a:pt x="366194" y="47625"/>
                </a:cubicBezTo>
                <a:cubicBezTo>
                  <a:pt x="363019" y="50800"/>
                  <a:pt x="360078" y="54228"/>
                  <a:pt x="356669" y="57150"/>
                </a:cubicBezTo>
                <a:cubicBezTo>
                  <a:pt x="352651" y="60594"/>
                  <a:pt x="347711" y="62933"/>
                  <a:pt x="343969" y="66675"/>
                </a:cubicBezTo>
                <a:cubicBezTo>
                  <a:pt x="322802" y="87842"/>
                  <a:pt x="353494" y="65617"/>
                  <a:pt x="328094" y="82550"/>
                </a:cubicBezTo>
                <a:cubicBezTo>
                  <a:pt x="325977" y="86783"/>
                  <a:pt x="324092" y="91141"/>
                  <a:pt x="321744" y="95250"/>
                </a:cubicBezTo>
                <a:cubicBezTo>
                  <a:pt x="319851" y="98563"/>
                  <a:pt x="317101" y="101362"/>
                  <a:pt x="315394" y="104775"/>
                </a:cubicBezTo>
                <a:cubicBezTo>
                  <a:pt x="297479" y="140605"/>
                  <a:pt x="321376" y="102125"/>
                  <a:pt x="299519" y="133350"/>
                </a:cubicBezTo>
                <a:cubicBezTo>
                  <a:pt x="295142" y="139602"/>
                  <a:pt x="294059" y="149987"/>
                  <a:pt x="286819" y="152400"/>
                </a:cubicBezTo>
                <a:cubicBezTo>
                  <a:pt x="273674" y="156782"/>
                  <a:pt x="280079" y="153719"/>
                  <a:pt x="267769" y="161925"/>
                </a:cubicBezTo>
                <a:cubicBezTo>
                  <a:pt x="262057" y="179061"/>
                  <a:pt x="269059" y="165540"/>
                  <a:pt x="251894" y="177800"/>
                </a:cubicBezTo>
                <a:cubicBezTo>
                  <a:pt x="233689" y="190803"/>
                  <a:pt x="249943" y="182926"/>
                  <a:pt x="236019" y="196850"/>
                </a:cubicBezTo>
                <a:cubicBezTo>
                  <a:pt x="231227" y="201642"/>
                  <a:pt x="225209" y="205048"/>
                  <a:pt x="220144" y="209550"/>
                </a:cubicBezTo>
                <a:cubicBezTo>
                  <a:pt x="202064" y="225621"/>
                  <a:pt x="214808" y="219795"/>
                  <a:pt x="197919" y="225425"/>
                </a:cubicBezTo>
                <a:lnTo>
                  <a:pt x="175694" y="247650"/>
                </a:lnTo>
                <a:cubicBezTo>
                  <a:pt x="172519" y="250825"/>
                  <a:pt x="170429" y="255755"/>
                  <a:pt x="166169" y="257175"/>
                </a:cubicBezTo>
                <a:lnTo>
                  <a:pt x="156644" y="260350"/>
                </a:lnTo>
                <a:cubicBezTo>
                  <a:pt x="154527" y="263525"/>
                  <a:pt x="152829" y="267023"/>
                  <a:pt x="150294" y="269875"/>
                </a:cubicBezTo>
                <a:cubicBezTo>
                  <a:pt x="144328" y="276587"/>
                  <a:pt x="136225" y="281453"/>
                  <a:pt x="131244" y="288925"/>
                </a:cubicBezTo>
                <a:cubicBezTo>
                  <a:pt x="113046" y="316222"/>
                  <a:pt x="134864" y="281685"/>
                  <a:pt x="121719" y="307975"/>
                </a:cubicBezTo>
                <a:cubicBezTo>
                  <a:pt x="109409" y="332594"/>
                  <a:pt x="120174" y="303084"/>
                  <a:pt x="112194" y="327025"/>
                </a:cubicBezTo>
                <a:cubicBezTo>
                  <a:pt x="113252" y="331258"/>
                  <a:pt x="112575" y="336373"/>
                  <a:pt x="115369" y="339725"/>
                </a:cubicBezTo>
                <a:cubicBezTo>
                  <a:pt x="118399" y="343361"/>
                  <a:pt x="123675" y="344317"/>
                  <a:pt x="128069" y="346075"/>
                </a:cubicBezTo>
                <a:cubicBezTo>
                  <a:pt x="134284" y="348561"/>
                  <a:pt x="140769" y="350308"/>
                  <a:pt x="147119" y="352425"/>
                </a:cubicBezTo>
                <a:cubicBezTo>
                  <a:pt x="160784" y="356980"/>
                  <a:pt x="153397" y="354788"/>
                  <a:pt x="169344" y="358775"/>
                </a:cubicBezTo>
                <a:cubicBezTo>
                  <a:pt x="171461" y="361950"/>
                  <a:pt x="172151" y="366883"/>
                  <a:pt x="175694" y="368300"/>
                </a:cubicBezTo>
                <a:cubicBezTo>
                  <a:pt x="178801" y="369543"/>
                  <a:pt x="182349" y="363403"/>
                  <a:pt x="185219" y="365125"/>
                </a:cubicBezTo>
                <a:cubicBezTo>
                  <a:pt x="189278" y="367560"/>
                  <a:pt x="189452" y="373592"/>
                  <a:pt x="191569" y="377825"/>
                </a:cubicBezTo>
                <a:cubicBezTo>
                  <a:pt x="189452" y="401108"/>
                  <a:pt x="187899" y="424450"/>
                  <a:pt x="185219" y="447675"/>
                </a:cubicBezTo>
                <a:cubicBezTo>
                  <a:pt x="184719" y="452010"/>
                  <a:pt x="184465" y="456744"/>
                  <a:pt x="182044" y="460375"/>
                </a:cubicBezTo>
                <a:cubicBezTo>
                  <a:pt x="179927" y="463550"/>
                  <a:pt x="175694" y="464608"/>
                  <a:pt x="172519" y="466725"/>
                </a:cubicBezTo>
                <a:cubicBezTo>
                  <a:pt x="170402" y="469900"/>
                  <a:pt x="167876" y="472837"/>
                  <a:pt x="166169" y="476250"/>
                </a:cubicBezTo>
                <a:cubicBezTo>
                  <a:pt x="164672" y="479243"/>
                  <a:pt x="165361" y="483408"/>
                  <a:pt x="162994" y="485775"/>
                </a:cubicBezTo>
                <a:cubicBezTo>
                  <a:pt x="160627" y="488142"/>
                  <a:pt x="156644" y="487892"/>
                  <a:pt x="153469" y="488950"/>
                </a:cubicBezTo>
                <a:cubicBezTo>
                  <a:pt x="136756" y="505663"/>
                  <a:pt x="152122" y="492799"/>
                  <a:pt x="128069" y="504825"/>
                </a:cubicBezTo>
                <a:cubicBezTo>
                  <a:pt x="103450" y="517135"/>
                  <a:pt x="132960" y="506370"/>
                  <a:pt x="109019" y="514350"/>
                </a:cubicBezTo>
                <a:cubicBezTo>
                  <a:pt x="86265" y="548481"/>
                  <a:pt x="106638" y="523214"/>
                  <a:pt x="86794" y="539750"/>
                </a:cubicBezTo>
                <a:cubicBezTo>
                  <a:pt x="83345" y="542625"/>
                  <a:pt x="80923" y="546665"/>
                  <a:pt x="77269" y="549275"/>
                </a:cubicBezTo>
                <a:cubicBezTo>
                  <a:pt x="73418" y="552026"/>
                  <a:pt x="68355" y="552785"/>
                  <a:pt x="64569" y="555625"/>
                </a:cubicBezTo>
                <a:cubicBezTo>
                  <a:pt x="59780" y="559217"/>
                  <a:pt x="55545" y="563599"/>
                  <a:pt x="51869" y="568325"/>
                </a:cubicBezTo>
                <a:cubicBezTo>
                  <a:pt x="48080" y="573196"/>
                  <a:pt x="47029" y="580184"/>
                  <a:pt x="42344" y="584200"/>
                </a:cubicBezTo>
                <a:cubicBezTo>
                  <a:pt x="39031" y="587040"/>
                  <a:pt x="33877" y="586317"/>
                  <a:pt x="29644" y="587375"/>
                </a:cubicBezTo>
                <a:cubicBezTo>
                  <a:pt x="27062" y="595122"/>
                  <a:pt x="26274" y="600270"/>
                  <a:pt x="20119" y="606425"/>
                </a:cubicBezTo>
                <a:cubicBezTo>
                  <a:pt x="16377" y="610167"/>
                  <a:pt x="11652" y="612775"/>
                  <a:pt x="7419" y="615950"/>
                </a:cubicBezTo>
                <a:cubicBezTo>
                  <a:pt x="5302" y="628650"/>
                  <a:pt x="1746" y="641193"/>
                  <a:pt x="1069" y="654050"/>
                </a:cubicBezTo>
                <a:cubicBezTo>
                  <a:pt x="676" y="661523"/>
                  <a:pt x="-2449" y="672928"/>
                  <a:pt x="4244" y="676275"/>
                </a:cubicBezTo>
                <a:cubicBezTo>
                  <a:pt x="18475" y="683390"/>
                  <a:pt x="35994" y="678392"/>
                  <a:pt x="51869" y="679450"/>
                </a:cubicBezTo>
                <a:cubicBezTo>
                  <a:pt x="55938" y="678433"/>
                  <a:pt x="69539" y="675377"/>
                  <a:pt x="74094" y="673100"/>
                </a:cubicBezTo>
                <a:cubicBezTo>
                  <a:pt x="79614" y="670340"/>
                  <a:pt x="84449" y="666335"/>
                  <a:pt x="89969" y="663575"/>
                </a:cubicBezTo>
                <a:cubicBezTo>
                  <a:pt x="100929" y="658095"/>
                  <a:pt x="113934" y="659530"/>
                  <a:pt x="124894" y="654050"/>
                </a:cubicBezTo>
                <a:cubicBezTo>
                  <a:pt x="138829" y="647082"/>
                  <a:pt x="130420" y="646916"/>
                  <a:pt x="147119" y="641350"/>
                </a:cubicBezTo>
                <a:cubicBezTo>
                  <a:pt x="194948" y="625407"/>
                  <a:pt x="126381" y="654090"/>
                  <a:pt x="182044" y="631825"/>
                </a:cubicBezTo>
                <a:cubicBezTo>
                  <a:pt x="207787" y="621528"/>
                  <a:pt x="187731" y="628432"/>
                  <a:pt x="213794" y="622300"/>
                </a:cubicBezTo>
                <a:cubicBezTo>
                  <a:pt x="226537" y="619302"/>
                  <a:pt x="251894" y="612775"/>
                  <a:pt x="251894" y="612775"/>
                </a:cubicBezTo>
                <a:cubicBezTo>
                  <a:pt x="255069" y="609600"/>
                  <a:pt x="257683" y="605741"/>
                  <a:pt x="261419" y="603250"/>
                </a:cubicBezTo>
                <a:cubicBezTo>
                  <a:pt x="264204" y="601394"/>
                  <a:pt x="268302" y="602130"/>
                  <a:pt x="270944" y="600075"/>
                </a:cubicBezTo>
                <a:cubicBezTo>
                  <a:pt x="278033" y="594562"/>
                  <a:pt x="289994" y="581025"/>
                  <a:pt x="289994" y="581025"/>
                </a:cubicBezTo>
                <a:cubicBezTo>
                  <a:pt x="298393" y="547430"/>
                  <a:pt x="286990" y="586991"/>
                  <a:pt x="299519" y="558800"/>
                </a:cubicBezTo>
                <a:cubicBezTo>
                  <a:pt x="302237" y="552683"/>
                  <a:pt x="303752" y="546100"/>
                  <a:pt x="305869" y="539750"/>
                </a:cubicBezTo>
                <a:cubicBezTo>
                  <a:pt x="315443" y="472735"/>
                  <a:pt x="302014" y="572628"/>
                  <a:pt x="312219" y="412750"/>
                </a:cubicBezTo>
                <a:cubicBezTo>
                  <a:pt x="312352" y="410667"/>
                  <a:pt x="319174" y="362100"/>
                  <a:pt x="321744" y="349250"/>
                </a:cubicBezTo>
                <a:cubicBezTo>
                  <a:pt x="322600" y="344971"/>
                  <a:pt x="324202" y="340854"/>
                  <a:pt x="324919" y="336550"/>
                </a:cubicBezTo>
                <a:cubicBezTo>
                  <a:pt x="326001" y="330058"/>
                  <a:pt x="327372" y="307544"/>
                  <a:pt x="331269" y="298450"/>
                </a:cubicBezTo>
                <a:cubicBezTo>
                  <a:pt x="332772" y="294943"/>
                  <a:pt x="335912" y="292338"/>
                  <a:pt x="337619" y="288925"/>
                </a:cubicBezTo>
                <a:cubicBezTo>
                  <a:pt x="339116" y="285932"/>
                  <a:pt x="339169" y="282326"/>
                  <a:pt x="340794" y="279400"/>
                </a:cubicBezTo>
                <a:cubicBezTo>
                  <a:pt x="344500" y="272729"/>
                  <a:pt x="351081" y="267590"/>
                  <a:pt x="353494" y="260350"/>
                </a:cubicBezTo>
                <a:cubicBezTo>
                  <a:pt x="364581" y="227089"/>
                  <a:pt x="354119" y="252907"/>
                  <a:pt x="366194" y="231775"/>
                </a:cubicBezTo>
                <a:cubicBezTo>
                  <a:pt x="373669" y="218694"/>
                  <a:pt x="373690" y="215637"/>
                  <a:pt x="378894" y="200025"/>
                </a:cubicBezTo>
                <a:lnTo>
                  <a:pt x="382069" y="190500"/>
                </a:lnTo>
                <a:cubicBezTo>
                  <a:pt x="381011" y="171450"/>
                  <a:pt x="383264" y="151922"/>
                  <a:pt x="378894" y="133350"/>
                </a:cubicBezTo>
                <a:cubicBezTo>
                  <a:pt x="378127" y="130092"/>
                  <a:pt x="372716" y="136525"/>
                  <a:pt x="369369" y="136525"/>
                </a:cubicBezTo>
                <a:cubicBezTo>
                  <a:pt x="363973" y="136525"/>
                  <a:pt x="358786" y="134408"/>
                  <a:pt x="353494" y="133350"/>
                </a:cubicBezTo>
                <a:cubicBezTo>
                  <a:pt x="340976" y="152127"/>
                  <a:pt x="354951" y="134577"/>
                  <a:pt x="334444" y="149225"/>
                </a:cubicBezTo>
                <a:cubicBezTo>
                  <a:pt x="309471" y="167063"/>
                  <a:pt x="341409" y="149771"/>
                  <a:pt x="315394" y="171450"/>
                </a:cubicBezTo>
                <a:cubicBezTo>
                  <a:pt x="312823" y="173593"/>
                  <a:pt x="309044" y="173567"/>
                  <a:pt x="305869" y="174625"/>
                </a:cubicBezTo>
                <a:cubicBezTo>
                  <a:pt x="296753" y="186780"/>
                  <a:pt x="295805" y="186466"/>
                  <a:pt x="289994" y="200025"/>
                </a:cubicBezTo>
                <a:cubicBezTo>
                  <a:pt x="288676" y="203101"/>
                  <a:pt x="288874" y="206908"/>
                  <a:pt x="286819" y="209550"/>
                </a:cubicBezTo>
                <a:cubicBezTo>
                  <a:pt x="281306" y="216639"/>
                  <a:pt x="272750" y="221128"/>
                  <a:pt x="267769" y="228600"/>
                </a:cubicBezTo>
                <a:cubicBezTo>
                  <a:pt x="265652" y="231775"/>
                  <a:pt x="263862" y="235194"/>
                  <a:pt x="261419" y="238125"/>
                </a:cubicBezTo>
                <a:cubicBezTo>
                  <a:pt x="252642" y="248658"/>
                  <a:pt x="251456" y="245351"/>
                  <a:pt x="245544" y="257175"/>
                </a:cubicBezTo>
                <a:cubicBezTo>
                  <a:pt x="241748" y="264768"/>
                  <a:pt x="238767" y="274331"/>
                  <a:pt x="236019" y="282575"/>
                </a:cubicBezTo>
                <a:cubicBezTo>
                  <a:pt x="230023" y="330543"/>
                  <a:pt x="235773" y="287351"/>
                  <a:pt x="229669" y="327025"/>
                </a:cubicBezTo>
                <a:cubicBezTo>
                  <a:pt x="226671" y="346511"/>
                  <a:pt x="227846" y="346106"/>
                  <a:pt x="223319" y="361950"/>
                </a:cubicBezTo>
                <a:cubicBezTo>
                  <a:pt x="222400" y="365168"/>
                  <a:pt x="221769" y="368549"/>
                  <a:pt x="220144" y="371475"/>
                </a:cubicBezTo>
                <a:cubicBezTo>
                  <a:pt x="216438" y="378146"/>
                  <a:pt x="207444" y="390525"/>
                  <a:pt x="207444" y="390525"/>
                </a:cubicBezTo>
                <a:cubicBezTo>
                  <a:pt x="208502" y="410633"/>
                  <a:pt x="208015" y="430883"/>
                  <a:pt x="210619" y="450850"/>
                </a:cubicBezTo>
                <a:cubicBezTo>
                  <a:pt x="211231" y="455543"/>
                  <a:pt x="215105" y="459200"/>
                  <a:pt x="216969" y="463550"/>
                </a:cubicBezTo>
                <a:cubicBezTo>
                  <a:pt x="224645" y="481460"/>
                  <a:pt x="215263" y="464293"/>
                  <a:pt x="223319" y="485775"/>
                </a:cubicBezTo>
                <a:cubicBezTo>
                  <a:pt x="224981" y="490207"/>
                  <a:pt x="227552" y="494242"/>
                  <a:pt x="229669" y="498475"/>
                </a:cubicBezTo>
                <a:cubicBezTo>
                  <a:pt x="235021" y="490448"/>
                  <a:pt x="237316" y="488814"/>
                  <a:pt x="239194" y="479425"/>
                </a:cubicBezTo>
                <a:cubicBezTo>
                  <a:pt x="241144" y="469674"/>
                  <a:pt x="240762" y="457239"/>
                  <a:pt x="245544" y="447675"/>
                </a:cubicBezTo>
                <a:cubicBezTo>
                  <a:pt x="249964" y="438834"/>
                  <a:pt x="254397" y="435647"/>
                  <a:pt x="261419" y="428625"/>
                </a:cubicBezTo>
                <a:cubicBezTo>
                  <a:pt x="268230" y="408193"/>
                  <a:pt x="259255" y="430385"/>
                  <a:pt x="274119" y="409575"/>
                </a:cubicBezTo>
                <a:cubicBezTo>
                  <a:pt x="276870" y="405724"/>
                  <a:pt x="278352" y="401108"/>
                  <a:pt x="280469" y="396875"/>
                </a:cubicBezTo>
                <a:cubicBezTo>
                  <a:pt x="281527" y="388408"/>
                  <a:pt x="282795" y="379965"/>
                  <a:pt x="283644" y="371475"/>
                </a:cubicBezTo>
                <a:cubicBezTo>
                  <a:pt x="284912" y="358794"/>
                  <a:pt x="285135" y="346007"/>
                  <a:pt x="286819" y="333375"/>
                </a:cubicBezTo>
                <a:cubicBezTo>
                  <a:pt x="287261" y="330058"/>
                  <a:pt x="289182" y="327097"/>
                  <a:pt x="289994" y="323850"/>
                </a:cubicBezTo>
                <a:cubicBezTo>
                  <a:pt x="292864" y="312369"/>
                  <a:pt x="291837" y="304878"/>
                  <a:pt x="299519" y="295275"/>
                </a:cubicBezTo>
                <a:cubicBezTo>
                  <a:pt x="311947" y="279741"/>
                  <a:pt x="315057" y="278566"/>
                  <a:pt x="328094" y="269875"/>
                </a:cubicBezTo>
                <a:cubicBezTo>
                  <a:pt x="330211" y="264583"/>
                  <a:pt x="331676" y="258982"/>
                  <a:pt x="334444" y="254000"/>
                </a:cubicBezTo>
                <a:cubicBezTo>
                  <a:pt x="340482" y="243132"/>
                  <a:pt x="352667" y="234255"/>
                  <a:pt x="356669" y="222250"/>
                </a:cubicBezTo>
                <a:cubicBezTo>
                  <a:pt x="357727" y="219075"/>
                  <a:pt x="358219" y="215651"/>
                  <a:pt x="359844" y="212725"/>
                </a:cubicBezTo>
                <a:cubicBezTo>
                  <a:pt x="363550" y="206054"/>
                  <a:pt x="370131" y="200915"/>
                  <a:pt x="372544" y="193675"/>
                </a:cubicBezTo>
                <a:lnTo>
                  <a:pt x="378894" y="174625"/>
                </a:lnTo>
                <a:cubicBezTo>
                  <a:pt x="381011" y="150283"/>
                  <a:pt x="379318" y="125304"/>
                  <a:pt x="385244" y="101600"/>
                </a:cubicBezTo>
                <a:cubicBezTo>
                  <a:pt x="386302" y="97367"/>
                  <a:pt x="386254" y="92689"/>
                  <a:pt x="388419" y="88900"/>
                </a:cubicBezTo>
                <a:cubicBezTo>
                  <a:pt x="394023" y="79093"/>
                  <a:pt x="399833" y="79812"/>
                  <a:pt x="407469" y="73025"/>
                </a:cubicBezTo>
                <a:cubicBezTo>
                  <a:pt x="414181" y="67059"/>
                  <a:pt x="426519" y="53975"/>
                  <a:pt x="426519" y="53975"/>
                </a:cubicBezTo>
                <a:cubicBezTo>
                  <a:pt x="427577" y="49742"/>
                  <a:pt x="428495" y="45471"/>
                  <a:pt x="429694" y="41275"/>
                </a:cubicBezTo>
                <a:cubicBezTo>
                  <a:pt x="430613" y="38057"/>
                  <a:pt x="432869" y="35097"/>
                  <a:pt x="432869" y="31750"/>
                </a:cubicBezTo>
                <a:cubicBezTo>
                  <a:pt x="432869" y="27386"/>
                  <a:pt x="430893" y="23246"/>
                  <a:pt x="429694" y="19050"/>
                </a:cubicBezTo>
                <a:cubicBezTo>
                  <a:pt x="428775" y="15832"/>
                  <a:pt x="428610" y="12138"/>
                  <a:pt x="426519" y="9525"/>
                </a:cubicBezTo>
                <a:cubicBezTo>
                  <a:pt x="423965" y="6332"/>
                  <a:pt x="414863" y="2109"/>
                  <a:pt x="410644"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81" name="Google Shape;1081;p16"/>
          <p:cNvSpPr/>
          <p:nvPr/>
        </p:nvSpPr>
        <p:spPr>
          <a:xfrm>
            <a:off x="1132392" y="2325077"/>
            <a:ext cx="2164267" cy="3614615"/>
          </a:xfrm>
          <a:custGeom>
            <a:avLst/>
            <a:gdLst/>
            <a:ahLst/>
            <a:cxnLst/>
            <a:rect l="l" t="t" r="r" b="b"/>
            <a:pathLst>
              <a:path w="2164267" h="3614615" extrusionOk="0">
                <a:moveTo>
                  <a:pt x="1534608" y="78154"/>
                </a:moveTo>
                <a:cubicBezTo>
                  <a:pt x="1505300" y="91180"/>
                  <a:pt x="1477111" y="107089"/>
                  <a:pt x="1446685" y="117231"/>
                </a:cubicBezTo>
                <a:cubicBezTo>
                  <a:pt x="1427894" y="123495"/>
                  <a:pt x="1406861" y="120736"/>
                  <a:pt x="1388070" y="127000"/>
                </a:cubicBezTo>
                <a:cubicBezTo>
                  <a:pt x="1376931" y="130713"/>
                  <a:pt x="1369264" y="141287"/>
                  <a:pt x="1358762" y="146538"/>
                </a:cubicBezTo>
                <a:cubicBezTo>
                  <a:pt x="1349551" y="151143"/>
                  <a:pt x="1339223" y="153051"/>
                  <a:pt x="1329454" y="156308"/>
                </a:cubicBezTo>
                <a:cubicBezTo>
                  <a:pt x="1243409" y="242350"/>
                  <a:pt x="1367771" y="128829"/>
                  <a:pt x="1251300" y="195385"/>
                </a:cubicBezTo>
                <a:cubicBezTo>
                  <a:pt x="1241106" y="201210"/>
                  <a:pt x="1240930" y="217358"/>
                  <a:pt x="1231762" y="224692"/>
                </a:cubicBezTo>
                <a:cubicBezTo>
                  <a:pt x="1223721" y="231125"/>
                  <a:pt x="1211665" y="229856"/>
                  <a:pt x="1202454" y="234461"/>
                </a:cubicBezTo>
                <a:cubicBezTo>
                  <a:pt x="1185471" y="242953"/>
                  <a:pt x="1168798" y="252376"/>
                  <a:pt x="1153608" y="263769"/>
                </a:cubicBezTo>
                <a:cubicBezTo>
                  <a:pt x="1142555" y="272059"/>
                  <a:pt x="1136016" y="285755"/>
                  <a:pt x="1124300" y="293077"/>
                </a:cubicBezTo>
                <a:cubicBezTo>
                  <a:pt x="1066725" y="329061"/>
                  <a:pt x="1091602" y="299657"/>
                  <a:pt x="1046146" y="322385"/>
                </a:cubicBezTo>
                <a:cubicBezTo>
                  <a:pt x="1029163" y="330877"/>
                  <a:pt x="1014586" y="343835"/>
                  <a:pt x="997300" y="351692"/>
                </a:cubicBezTo>
                <a:cubicBezTo>
                  <a:pt x="978551" y="360214"/>
                  <a:pt x="958223" y="364718"/>
                  <a:pt x="938685" y="371231"/>
                </a:cubicBezTo>
                <a:cubicBezTo>
                  <a:pt x="919147" y="377744"/>
                  <a:pt x="898491" y="381558"/>
                  <a:pt x="880070" y="390769"/>
                </a:cubicBezTo>
                <a:cubicBezTo>
                  <a:pt x="867044" y="397282"/>
                  <a:pt x="854942" y="406123"/>
                  <a:pt x="840993" y="410308"/>
                </a:cubicBezTo>
                <a:cubicBezTo>
                  <a:pt x="822020" y="416000"/>
                  <a:pt x="801801" y="416192"/>
                  <a:pt x="782377" y="420077"/>
                </a:cubicBezTo>
                <a:cubicBezTo>
                  <a:pt x="769211" y="422710"/>
                  <a:pt x="756326" y="426590"/>
                  <a:pt x="743300" y="429846"/>
                </a:cubicBezTo>
                <a:cubicBezTo>
                  <a:pt x="730274" y="439615"/>
                  <a:pt x="718360" y="451076"/>
                  <a:pt x="704223" y="459154"/>
                </a:cubicBezTo>
                <a:cubicBezTo>
                  <a:pt x="695282" y="464263"/>
                  <a:pt x="683746" y="463625"/>
                  <a:pt x="674916" y="468923"/>
                </a:cubicBezTo>
                <a:cubicBezTo>
                  <a:pt x="607861" y="509155"/>
                  <a:pt x="709097" y="470552"/>
                  <a:pt x="626070" y="498231"/>
                </a:cubicBezTo>
                <a:cubicBezTo>
                  <a:pt x="553869" y="570428"/>
                  <a:pt x="666005" y="464123"/>
                  <a:pt x="577223" y="527538"/>
                </a:cubicBezTo>
                <a:cubicBezTo>
                  <a:pt x="562233" y="538245"/>
                  <a:pt x="553473" y="556396"/>
                  <a:pt x="538146" y="566615"/>
                </a:cubicBezTo>
                <a:cubicBezTo>
                  <a:pt x="528377" y="573128"/>
                  <a:pt x="517753" y="578513"/>
                  <a:pt x="508839" y="586154"/>
                </a:cubicBezTo>
                <a:cubicBezTo>
                  <a:pt x="494853" y="598142"/>
                  <a:pt x="482788" y="612205"/>
                  <a:pt x="469762" y="625231"/>
                </a:cubicBezTo>
                <a:cubicBezTo>
                  <a:pt x="459993" y="635000"/>
                  <a:pt x="448117" y="643043"/>
                  <a:pt x="440454" y="654538"/>
                </a:cubicBezTo>
                <a:cubicBezTo>
                  <a:pt x="433941" y="664307"/>
                  <a:pt x="429218" y="675544"/>
                  <a:pt x="420916" y="683846"/>
                </a:cubicBezTo>
                <a:cubicBezTo>
                  <a:pt x="412614" y="692148"/>
                  <a:pt x="400628" y="695868"/>
                  <a:pt x="391608" y="703385"/>
                </a:cubicBezTo>
                <a:cubicBezTo>
                  <a:pt x="342823" y="744038"/>
                  <a:pt x="384496" y="725293"/>
                  <a:pt x="332993" y="742461"/>
                </a:cubicBezTo>
                <a:cubicBezTo>
                  <a:pt x="329736" y="752230"/>
                  <a:pt x="329816" y="763858"/>
                  <a:pt x="323223" y="771769"/>
                </a:cubicBezTo>
                <a:cubicBezTo>
                  <a:pt x="296554" y="803771"/>
                  <a:pt x="277191" y="799201"/>
                  <a:pt x="245070" y="820615"/>
                </a:cubicBezTo>
                <a:cubicBezTo>
                  <a:pt x="237406" y="825724"/>
                  <a:pt x="232723" y="834400"/>
                  <a:pt x="225531" y="840154"/>
                </a:cubicBezTo>
                <a:cubicBezTo>
                  <a:pt x="163917" y="889444"/>
                  <a:pt x="223856" y="832058"/>
                  <a:pt x="176685" y="879231"/>
                </a:cubicBezTo>
                <a:cubicBezTo>
                  <a:pt x="158007" y="935266"/>
                  <a:pt x="179561" y="885165"/>
                  <a:pt x="147377" y="928077"/>
                </a:cubicBezTo>
                <a:cubicBezTo>
                  <a:pt x="133288" y="946863"/>
                  <a:pt x="124904" y="970087"/>
                  <a:pt x="108300" y="986692"/>
                </a:cubicBezTo>
                <a:cubicBezTo>
                  <a:pt x="80460" y="1014533"/>
                  <a:pt x="93871" y="998567"/>
                  <a:pt x="69223" y="1035538"/>
                </a:cubicBezTo>
                <a:cubicBezTo>
                  <a:pt x="37288" y="1131346"/>
                  <a:pt x="89062" y="996011"/>
                  <a:pt x="30146" y="1084385"/>
                </a:cubicBezTo>
                <a:cubicBezTo>
                  <a:pt x="22698" y="1095556"/>
                  <a:pt x="24065" y="1110551"/>
                  <a:pt x="20377" y="1123461"/>
                </a:cubicBezTo>
                <a:cubicBezTo>
                  <a:pt x="17548" y="1133363"/>
                  <a:pt x="13864" y="1143000"/>
                  <a:pt x="10608" y="1152769"/>
                </a:cubicBezTo>
                <a:cubicBezTo>
                  <a:pt x="7352" y="1247205"/>
                  <a:pt x="839" y="1341585"/>
                  <a:pt x="839" y="1436077"/>
                </a:cubicBezTo>
                <a:cubicBezTo>
                  <a:pt x="839" y="1452681"/>
                  <a:pt x="-4243" y="1477497"/>
                  <a:pt x="10608" y="1484923"/>
                </a:cubicBezTo>
                <a:cubicBezTo>
                  <a:pt x="31203" y="1495221"/>
                  <a:pt x="56198" y="1478410"/>
                  <a:pt x="78993" y="1475154"/>
                </a:cubicBezTo>
                <a:cubicBezTo>
                  <a:pt x="141878" y="1433229"/>
                  <a:pt x="73920" y="1472053"/>
                  <a:pt x="196223" y="1445846"/>
                </a:cubicBezTo>
                <a:cubicBezTo>
                  <a:pt x="255390" y="1433168"/>
                  <a:pt x="230868" y="1428524"/>
                  <a:pt x="274377" y="1406769"/>
                </a:cubicBezTo>
                <a:cubicBezTo>
                  <a:pt x="283588" y="1402164"/>
                  <a:pt x="293695" y="1399498"/>
                  <a:pt x="303685" y="1397000"/>
                </a:cubicBezTo>
                <a:cubicBezTo>
                  <a:pt x="325986" y="1391425"/>
                  <a:pt x="359504" y="1388629"/>
                  <a:pt x="381839" y="1377461"/>
                </a:cubicBezTo>
                <a:cubicBezTo>
                  <a:pt x="438705" y="1349028"/>
                  <a:pt x="392094" y="1351088"/>
                  <a:pt x="469762" y="1299308"/>
                </a:cubicBezTo>
                <a:cubicBezTo>
                  <a:pt x="510565" y="1272105"/>
                  <a:pt x="490768" y="1288072"/>
                  <a:pt x="528377" y="1250461"/>
                </a:cubicBezTo>
                <a:cubicBezTo>
                  <a:pt x="551172" y="1253718"/>
                  <a:pt x="573736" y="1260231"/>
                  <a:pt x="596762" y="1260231"/>
                </a:cubicBezTo>
                <a:cubicBezTo>
                  <a:pt x="610189" y="1260231"/>
                  <a:pt x="622412" y="1250461"/>
                  <a:pt x="635839" y="1250461"/>
                </a:cubicBezTo>
                <a:cubicBezTo>
                  <a:pt x="655647" y="1250461"/>
                  <a:pt x="674916" y="1256974"/>
                  <a:pt x="694454" y="1260231"/>
                </a:cubicBezTo>
                <a:cubicBezTo>
                  <a:pt x="704223" y="1256974"/>
                  <a:pt x="722401" y="1240253"/>
                  <a:pt x="723762" y="1250461"/>
                </a:cubicBezTo>
                <a:cubicBezTo>
                  <a:pt x="730662" y="1302207"/>
                  <a:pt x="719458" y="1354852"/>
                  <a:pt x="713993" y="1406769"/>
                </a:cubicBezTo>
                <a:cubicBezTo>
                  <a:pt x="712915" y="1417010"/>
                  <a:pt x="710656" y="1428036"/>
                  <a:pt x="704223" y="1436077"/>
                </a:cubicBezTo>
                <a:cubicBezTo>
                  <a:pt x="696889" y="1445245"/>
                  <a:pt x="684084" y="1448281"/>
                  <a:pt x="674916" y="1455615"/>
                </a:cubicBezTo>
                <a:cubicBezTo>
                  <a:pt x="633812" y="1488499"/>
                  <a:pt x="675688" y="1478355"/>
                  <a:pt x="596762" y="1514231"/>
                </a:cubicBezTo>
                <a:cubicBezTo>
                  <a:pt x="581646" y="1521102"/>
                  <a:pt x="564198" y="1520744"/>
                  <a:pt x="547916" y="1524000"/>
                </a:cubicBezTo>
                <a:cubicBezTo>
                  <a:pt x="538147" y="1530513"/>
                  <a:pt x="529337" y="1538769"/>
                  <a:pt x="518608" y="1543538"/>
                </a:cubicBezTo>
                <a:cubicBezTo>
                  <a:pt x="499788" y="1551903"/>
                  <a:pt x="459993" y="1563077"/>
                  <a:pt x="459993" y="1563077"/>
                </a:cubicBezTo>
                <a:cubicBezTo>
                  <a:pt x="453480" y="1569590"/>
                  <a:pt x="444573" y="1574377"/>
                  <a:pt x="440454" y="1582615"/>
                </a:cubicBezTo>
                <a:cubicBezTo>
                  <a:pt x="431243" y="1601036"/>
                  <a:pt x="420916" y="1641231"/>
                  <a:pt x="420916" y="1641231"/>
                </a:cubicBezTo>
                <a:cubicBezTo>
                  <a:pt x="424172" y="1742180"/>
                  <a:pt x="422523" y="1843406"/>
                  <a:pt x="430685" y="1944077"/>
                </a:cubicBezTo>
                <a:cubicBezTo>
                  <a:pt x="432349" y="1964605"/>
                  <a:pt x="446184" y="1982497"/>
                  <a:pt x="450223" y="2002692"/>
                </a:cubicBezTo>
                <a:cubicBezTo>
                  <a:pt x="452324" y="2013195"/>
                  <a:pt x="460751" y="2065827"/>
                  <a:pt x="469762" y="2080846"/>
                </a:cubicBezTo>
                <a:cubicBezTo>
                  <a:pt x="474501" y="2088744"/>
                  <a:pt x="482787" y="2093872"/>
                  <a:pt x="489300" y="2100385"/>
                </a:cubicBezTo>
                <a:cubicBezTo>
                  <a:pt x="492557" y="2113410"/>
                  <a:pt x="495381" y="2126551"/>
                  <a:pt x="499070" y="2139461"/>
                </a:cubicBezTo>
                <a:cubicBezTo>
                  <a:pt x="501899" y="2149363"/>
                  <a:pt x="506341" y="2158779"/>
                  <a:pt x="508839" y="2168769"/>
                </a:cubicBezTo>
                <a:cubicBezTo>
                  <a:pt x="524273" y="2230505"/>
                  <a:pt x="504727" y="2203733"/>
                  <a:pt x="538146" y="2237154"/>
                </a:cubicBezTo>
                <a:cubicBezTo>
                  <a:pt x="541403" y="2246923"/>
                  <a:pt x="541931" y="2258082"/>
                  <a:pt x="547916" y="2266461"/>
                </a:cubicBezTo>
                <a:cubicBezTo>
                  <a:pt x="576890" y="2307024"/>
                  <a:pt x="579235" y="2302952"/>
                  <a:pt x="616300" y="2315308"/>
                </a:cubicBezTo>
                <a:cubicBezTo>
                  <a:pt x="622813" y="2321821"/>
                  <a:pt x="628344" y="2329493"/>
                  <a:pt x="635839" y="2334846"/>
                </a:cubicBezTo>
                <a:cubicBezTo>
                  <a:pt x="676215" y="2363686"/>
                  <a:pt x="676054" y="2361277"/>
                  <a:pt x="713993" y="2373923"/>
                </a:cubicBezTo>
                <a:cubicBezTo>
                  <a:pt x="723762" y="2380436"/>
                  <a:pt x="732508" y="2388836"/>
                  <a:pt x="743300" y="2393461"/>
                </a:cubicBezTo>
                <a:cubicBezTo>
                  <a:pt x="761853" y="2401412"/>
                  <a:pt x="827763" y="2410795"/>
                  <a:pt x="840993" y="2413000"/>
                </a:cubicBezTo>
                <a:cubicBezTo>
                  <a:pt x="854019" y="2419513"/>
                  <a:pt x="866684" y="2426801"/>
                  <a:pt x="880070" y="2432538"/>
                </a:cubicBezTo>
                <a:cubicBezTo>
                  <a:pt x="899699" y="2440950"/>
                  <a:pt x="928614" y="2447117"/>
                  <a:pt x="948454" y="2452077"/>
                </a:cubicBezTo>
                <a:cubicBezTo>
                  <a:pt x="1004449" y="2536068"/>
                  <a:pt x="929891" y="2437228"/>
                  <a:pt x="997300" y="2491154"/>
                </a:cubicBezTo>
                <a:cubicBezTo>
                  <a:pt x="1011579" y="2502577"/>
                  <a:pt x="1028133" y="2547171"/>
                  <a:pt x="1036377" y="2559538"/>
                </a:cubicBezTo>
                <a:cubicBezTo>
                  <a:pt x="1041486" y="2567202"/>
                  <a:pt x="1049403" y="2572564"/>
                  <a:pt x="1055916" y="2579077"/>
                </a:cubicBezTo>
                <a:cubicBezTo>
                  <a:pt x="1063861" y="2602914"/>
                  <a:pt x="1066285" y="2618754"/>
                  <a:pt x="1085223" y="2637692"/>
                </a:cubicBezTo>
                <a:cubicBezTo>
                  <a:pt x="1096736" y="2649205"/>
                  <a:pt x="1111938" y="2656404"/>
                  <a:pt x="1124300" y="2667000"/>
                </a:cubicBezTo>
                <a:cubicBezTo>
                  <a:pt x="1134790" y="2675991"/>
                  <a:pt x="1141892" y="2688986"/>
                  <a:pt x="1153608" y="2696308"/>
                </a:cubicBezTo>
                <a:cubicBezTo>
                  <a:pt x="1168479" y="2705602"/>
                  <a:pt x="1187125" y="2707330"/>
                  <a:pt x="1202454" y="2715846"/>
                </a:cubicBezTo>
                <a:cubicBezTo>
                  <a:pt x="1216687" y="2723753"/>
                  <a:pt x="1228282" y="2735690"/>
                  <a:pt x="1241531" y="2745154"/>
                </a:cubicBezTo>
                <a:cubicBezTo>
                  <a:pt x="1284666" y="2775964"/>
                  <a:pt x="1257702" y="2751555"/>
                  <a:pt x="1290377" y="2784231"/>
                </a:cubicBezTo>
                <a:cubicBezTo>
                  <a:pt x="1293633" y="2794000"/>
                  <a:pt x="1295541" y="2804328"/>
                  <a:pt x="1300146" y="2813538"/>
                </a:cubicBezTo>
                <a:cubicBezTo>
                  <a:pt x="1313747" y="2840740"/>
                  <a:pt x="1327388" y="2850549"/>
                  <a:pt x="1348993" y="2872154"/>
                </a:cubicBezTo>
                <a:cubicBezTo>
                  <a:pt x="1352249" y="2881923"/>
                  <a:pt x="1351481" y="2894180"/>
                  <a:pt x="1358762" y="2901461"/>
                </a:cubicBezTo>
                <a:cubicBezTo>
                  <a:pt x="1375366" y="2918065"/>
                  <a:pt x="1400773" y="2923934"/>
                  <a:pt x="1417377" y="2940538"/>
                </a:cubicBezTo>
                <a:cubicBezTo>
                  <a:pt x="1445218" y="2968379"/>
                  <a:pt x="1429252" y="2954968"/>
                  <a:pt x="1466223" y="2979615"/>
                </a:cubicBezTo>
                <a:cubicBezTo>
                  <a:pt x="1476465" y="3010340"/>
                  <a:pt x="1473939" y="3017324"/>
                  <a:pt x="1505300" y="3038231"/>
                </a:cubicBezTo>
                <a:cubicBezTo>
                  <a:pt x="1513868" y="3043943"/>
                  <a:pt x="1524839" y="3044744"/>
                  <a:pt x="1534608" y="3048000"/>
                </a:cubicBezTo>
                <a:cubicBezTo>
                  <a:pt x="1541121" y="3057769"/>
                  <a:pt x="1546811" y="3068140"/>
                  <a:pt x="1554146" y="3077308"/>
                </a:cubicBezTo>
                <a:cubicBezTo>
                  <a:pt x="1559900" y="3084500"/>
                  <a:pt x="1568159" y="3089478"/>
                  <a:pt x="1573685" y="3096846"/>
                </a:cubicBezTo>
                <a:cubicBezTo>
                  <a:pt x="1587775" y="3115632"/>
                  <a:pt x="1599736" y="3135923"/>
                  <a:pt x="1612762" y="3155461"/>
                </a:cubicBezTo>
                <a:cubicBezTo>
                  <a:pt x="1619275" y="3165230"/>
                  <a:pt x="1622531" y="3178256"/>
                  <a:pt x="1632300" y="3184769"/>
                </a:cubicBezTo>
                <a:cubicBezTo>
                  <a:pt x="1673103" y="3211972"/>
                  <a:pt x="1653305" y="3196006"/>
                  <a:pt x="1690916" y="3233615"/>
                </a:cubicBezTo>
                <a:cubicBezTo>
                  <a:pt x="1709423" y="3289137"/>
                  <a:pt x="1693403" y="3255641"/>
                  <a:pt x="1759300" y="3321538"/>
                </a:cubicBezTo>
                <a:lnTo>
                  <a:pt x="1808146" y="3370385"/>
                </a:lnTo>
                <a:cubicBezTo>
                  <a:pt x="1817915" y="3380154"/>
                  <a:pt x="1823907" y="3396983"/>
                  <a:pt x="1837454" y="3399692"/>
                </a:cubicBezTo>
                <a:lnTo>
                  <a:pt x="1886300" y="3409461"/>
                </a:lnTo>
                <a:cubicBezTo>
                  <a:pt x="1889557" y="3419230"/>
                  <a:pt x="1890772" y="3429939"/>
                  <a:pt x="1896070" y="3438769"/>
                </a:cubicBezTo>
                <a:cubicBezTo>
                  <a:pt x="1906959" y="3456917"/>
                  <a:pt x="1929553" y="3465555"/>
                  <a:pt x="1944916" y="3477846"/>
                </a:cubicBezTo>
                <a:cubicBezTo>
                  <a:pt x="2014518" y="3533527"/>
                  <a:pt x="1903555" y="3456787"/>
                  <a:pt x="1993762" y="3516923"/>
                </a:cubicBezTo>
                <a:cubicBezTo>
                  <a:pt x="1997018" y="3526692"/>
                  <a:pt x="1997546" y="3537851"/>
                  <a:pt x="2003531" y="3546231"/>
                </a:cubicBezTo>
                <a:cubicBezTo>
                  <a:pt x="2025068" y="3576383"/>
                  <a:pt x="2048139" y="3592267"/>
                  <a:pt x="2081685" y="3604846"/>
                </a:cubicBezTo>
                <a:cubicBezTo>
                  <a:pt x="2094257" y="3609560"/>
                  <a:pt x="2107736" y="3611359"/>
                  <a:pt x="2120762" y="3614615"/>
                </a:cubicBezTo>
                <a:cubicBezTo>
                  <a:pt x="2130531" y="3598333"/>
                  <a:pt x="2141578" y="3582752"/>
                  <a:pt x="2150070" y="3565769"/>
                </a:cubicBezTo>
                <a:cubicBezTo>
                  <a:pt x="2179334" y="3507240"/>
                  <a:pt x="2155100" y="3395826"/>
                  <a:pt x="2150070" y="3360615"/>
                </a:cubicBezTo>
                <a:cubicBezTo>
                  <a:pt x="2148410" y="3348992"/>
                  <a:pt x="2136356" y="3341502"/>
                  <a:pt x="2130531" y="3331308"/>
                </a:cubicBezTo>
                <a:cubicBezTo>
                  <a:pt x="2123306" y="3318664"/>
                  <a:pt x="2119071" y="3304348"/>
                  <a:pt x="2110993" y="3292231"/>
                </a:cubicBezTo>
                <a:cubicBezTo>
                  <a:pt x="2105884" y="3284567"/>
                  <a:pt x="2097351" y="3279768"/>
                  <a:pt x="2091454" y="3272692"/>
                </a:cubicBezTo>
                <a:cubicBezTo>
                  <a:pt x="2081030" y="3260184"/>
                  <a:pt x="2071915" y="3246641"/>
                  <a:pt x="2062146" y="3233615"/>
                </a:cubicBezTo>
                <a:cubicBezTo>
                  <a:pt x="2038918" y="3163931"/>
                  <a:pt x="2071854" y="3248177"/>
                  <a:pt x="2023070" y="3175000"/>
                </a:cubicBezTo>
                <a:cubicBezTo>
                  <a:pt x="2002846" y="3144663"/>
                  <a:pt x="2026698" y="3142734"/>
                  <a:pt x="1993762" y="3116385"/>
                </a:cubicBezTo>
                <a:cubicBezTo>
                  <a:pt x="1985721" y="3109952"/>
                  <a:pt x="1974223" y="3109872"/>
                  <a:pt x="1964454" y="3106615"/>
                </a:cubicBezTo>
                <a:cubicBezTo>
                  <a:pt x="1957941" y="3093589"/>
                  <a:pt x="1954239" y="3078726"/>
                  <a:pt x="1944916" y="3067538"/>
                </a:cubicBezTo>
                <a:cubicBezTo>
                  <a:pt x="1937399" y="3058518"/>
                  <a:pt x="1924776" y="3055335"/>
                  <a:pt x="1915608" y="3048000"/>
                </a:cubicBezTo>
                <a:cubicBezTo>
                  <a:pt x="1846006" y="2992319"/>
                  <a:pt x="1956969" y="3069059"/>
                  <a:pt x="1866762" y="3008923"/>
                </a:cubicBezTo>
                <a:cubicBezTo>
                  <a:pt x="1863506" y="2999154"/>
                  <a:pt x="1857969" y="2989866"/>
                  <a:pt x="1856993" y="2979615"/>
                </a:cubicBezTo>
                <a:cubicBezTo>
                  <a:pt x="1851427" y="2921174"/>
                  <a:pt x="1872220" y="2856887"/>
                  <a:pt x="1847223" y="2803769"/>
                </a:cubicBezTo>
                <a:cubicBezTo>
                  <a:pt x="1837419" y="2782935"/>
                  <a:pt x="1801634" y="2810282"/>
                  <a:pt x="1778839" y="2813538"/>
                </a:cubicBezTo>
                <a:cubicBezTo>
                  <a:pt x="1769070" y="2810282"/>
                  <a:pt x="1755964" y="2811810"/>
                  <a:pt x="1749531" y="2803769"/>
                </a:cubicBezTo>
                <a:cubicBezTo>
                  <a:pt x="1741143" y="2793285"/>
                  <a:pt x="1743451" y="2777602"/>
                  <a:pt x="1739762" y="2764692"/>
                </a:cubicBezTo>
                <a:cubicBezTo>
                  <a:pt x="1736933" y="2754791"/>
                  <a:pt x="1732491" y="2745375"/>
                  <a:pt x="1729993" y="2735385"/>
                </a:cubicBezTo>
                <a:cubicBezTo>
                  <a:pt x="1725966" y="2719276"/>
                  <a:pt x="1724592" y="2702558"/>
                  <a:pt x="1720223" y="2686538"/>
                </a:cubicBezTo>
                <a:cubicBezTo>
                  <a:pt x="1714804" y="2666669"/>
                  <a:pt x="1715248" y="2642486"/>
                  <a:pt x="1700685" y="2627923"/>
                </a:cubicBezTo>
                <a:lnTo>
                  <a:pt x="1681146" y="2608385"/>
                </a:lnTo>
                <a:cubicBezTo>
                  <a:pt x="1671377" y="2611641"/>
                  <a:pt x="1661740" y="2615325"/>
                  <a:pt x="1651839" y="2618154"/>
                </a:cubicBezTo>
                <a:cubicBezTo>
                  <a:pt x="1619649" y="2627351"/>
                  <a:pt x="1597490" y="2630977"/>
                  <a:pt x="1563916" y="2637692"/>
                </a:cubicBezTo>
                <a:cubicBezTo>
                  <a:pt x="1560659" y="2618154"/>
                  <a:pt x="1558031" y="2598500"/>
                  <a:pt x="1554146" y="2579077"/>
                </a:cubicBezTo>
                <a:cubicBezTo>
                  <a:pt x="1551513" y="2565911"/>
                  <a:pt x="1557237" y="2543858"/>
                  <a:pt x="1544377" y="2540000"/>
                </a:cubicBezTo>
                <a:cubicBezTo>
                  <a:pt x="1516133" y="2531527"/>
                  <a:pt x="1485762" y="2546513"/>
                  <a:pt x="1456454" y="2549769"/>
                </a:cubicBezTo>
                <a:cubicBezTo>
                  <a:pt x="1446685" y="2553025"/>
                  <a:pt x="1434428" y="2566820"/>
                  <a:pt x="1427146" y="2559538"/>
                </a:cubicBezTo>
                <a:cubicBezTo>
                  <a:pt x="1419865" y="2552257"/>
                  <a:pt x="1437457" y="2540514"/>
                  <a:pt x="1436916" y="2530231"/>
                </a:cubicBezTo>
                <a:cubicBezTo>
                  <a:pt x="1431431" y="2426013"/>
                  <a:pt x="1436460" y="2402433"/>
                  <a:pt x="1397839" y="2334846"/>
                </a:cubicBezTo>
                <a:cubicBezTo>
                  <a:pt x="1392014" y="2324652"/>
                  <a:pt x="1384813" y="2315307"/>
                  <a:pt x="1378300" y="2305538"/>
                </a:cubicBezTo>
                <a:cubicBezTo>
                  <a:pt x="1375044" y="2292512"/>
                  <a:pt x="1372220" y="2279371"/>
                  <a:pt x="1368531" y="2266461"/>
                </a:cubicBezTo>
                <a:cubicBezTo>
                  <a:pt x="1365702" y="2256560"/>
                  <a:pt x="1368663" y="2239983"/>
                  <a:pt x="1358762" y="2237154"/>
                </a:cubicBezTo>
                <a:cubicBezTo>
                  <a:pt x="1339716" y="2231712"/>
                  <a:pt x="1319685" y="2243667"/>
                  <a:pt x="1300146" y="2246923"/>
                </a:cubicBezTo>
                <a:cubicBezTo>
                  <a:pt x="1290377" y="2243667"/>
                  <a:pt x="1278120" y="2244435"/>
                  <a:pt x="1270839" y="2237154"/>
                </a:cubicBezTo>
                <a:cubicBezTo>
                  <a:pt x="1254234" y="2220549"/>
                  <a:pt x="1254788" y="2183143"/>
                  <a:pt x="1231762" y="2178538"/>
                </a:cubicBezTo>
                <a:cubicBezTo>
                  <a:pt x="1169750" y="2166136"/>
                  <a:pt x="1199025" y="2172796"/>
                  <a:pt x="1143839" y="2159000"/>
                </a:cubicBezTo>
                <a:cubicBezTo>
                  <a:pt x="1137326" y="2152487"/>
                  <a:pt x="1129039" y="2147359"/>
                  <a:pt x="1124300" y="2139461"/>
                </a:cubicBezTo>
                <a:cubicBezTo>
                  <a:pt x="1119002" y="2130631"/>
                  <a:pt x="1121812" y="2117435"/>
                  <a:pt x="1114531" y="2110154"/>
                </a:cubicBezTo>
                <a:cubicBezTo>
                  <a:pt x="1107249" y="2102872"/>
                  <a:pt x="1094992" y="2103641"/>
                  <a:pt x="1085223" y="2100385"/>
                </a:cubicBezTo>
                <a:cubicBezTo>
                  <a:pt x="1055915" y="2103641"/>
                  <a:pt x="1026788" y="2110154"/>
                  <a:pt x="997300" y="2110154"/>
                </a:cubicBezTo>
                <a:cubicBezTo>
                  <a:pt x="899195" y="2110154"/>
                  <a:pt x="1051079" y="2079614"/>
                  <a:pt x="928916" y="2110154"/>
                </a:cubicBezTo>
                <a:cubicBezTo>
                  <a:pt x="919147" y="2100385"/>
                  <a:pt x="901879" y="2094474"/>
                  <a:pt x="899608" y="2080846"/>
                </a:cubicBezTo>
                <a:cubicBezTo>
                  <a:pt x="896351" y="2061306"/>
                  <a:pt x="938684" y="2038513"/>
                  <a:pt x="948454" y="2032000"/>
                </a:cubicBezTo>
                <a:cubicBezTo>
                  <a:pt x="954967" y="2012462"/>
                  <a:pt x="953430" y="1987948"/>
                  <a:pt x="967993" y="1973385"/>
                </a:cubicBezTo>
                <a:cubicBezTo>
                  <a:pt x="995833" y="1945543"/>
                  <a:pt x="982422" y="1961510"/>
                  <a:pt x="1007070" y="1924538"/>
                </a:cubicBezTo>
                <a:cubicBezTo>
                  <a:pt x="1010326" y="1901743"/>
                  <a:pt x="1012323" y="1878733"/>
                  <a:pt x="1016839" y="1856154"/>
                </a:cubicBezTo>
                <a:cubicBezTo>
                  <a:pt x="1018859" y="1846056"/>
                  <a:pt x="1019326" y="1834128"/>
                  <a:pt x="1026608" y="1826846"/>
                </a:cubicBezTo>
                <a:cubicBezTo>
                  <a:pt x="1038678" y="1814776"/>
                  <a:pt x="1077480" y="1803376"/>
                  <a:pt x="1094993" y="1797538"/>
                </a:cubicBezTo>
                <a:cubicBezTo>
                  <a:pt x="1110197" y="1782334"/>
                  <a:pt x="1135679" y="1760684"/>
                  <a:pt x="1143839" y="1738923"/>
                </a:cubicBezTo>
                <a:cubicBezTo>
                  <a:pt x="1149669" y="1723376"/>
                  <a:pt x="1150352" y="1706359"/>
                  <a:pt x="1153608" y="1690077"/>
                </a:cubicBezTo>
                <a:cubicBezTo>
                  <a:pt x="1120303" y="1590159"/>
                  <a:pt x="1125837" y="1631172"/>
                  <a:pt x="1143839" y="1475154"/>
                </a:cubicBezTo>
                <a:cubicBezTo>
                  <a:pt x="1147645" y="1442164"/>
                  <a:pt x="1163377" y="1377461"/>
                  <a:pt x="1163377" y="1377461"/>
                </a:cubicBezTo>
                <a:cubicBezTo>
                  <a:pt x="1154920" y="1318260"/>
                  <a:pt x="1142875" y="1272892"/>
                  <a:pt x="1163377" y="1211385"/>
                </a:cubicBezTo>
                <a:cubicBezTo>
                  <a:pt x="1167090" y="1200246"/>
                  <a:pt x="1182916" y="1198359"/>
                  <a:pt x="1192685" y="1191846"/>
                </a:cubicBezTo>
                <a:cubicBezTo>
                  <a:pt x="1197169" y="1173910"/>
                  <a:pt x="1216603" y="1119869"/>
                  <a:pt x="1192685" y="1103923"/>
                </a:cubicBezTo>
                <a:cubicBezTo>
                  <a:pt x="1178869" y="1094712"/>
                  <a:pt x="1160121" y="1110436"/>
                  <a:pt x="1143839" y="1113692"/>
                </a:cubicBezTo>
                <a:cubicBezTo>
                  <a:pt x="1130813" y="1100666"/>
                  <a:pt x="1103450" y="1092989"/>
                  <a:pt x="1104762" y="1074615"/>
                </a:cubicBezTo>
                <a:cubicBezTo>
                  <a:pt x="1112867" y="961137"/>
                  <a:pt x="1078972" y="951187"/>
                  <a:pt x="1153608" y="908538"/>
                </a:cubicBezTo>
                <a:cubicBezTo>
                  <a:pt x="1162549" y="903429"/>
                  <a:pt x="1173147" y="902025"/>
                  <a:pt x="1182916" y="898769"/>
                </a:cubicBezTo>
                <a:cubicBezTo>
                  <a:pt x="1268528" y="813154"/>
                  <a:pt x="1159932" y="917921"/>
                  <a:pt x="1241531" y="849923"/>
                </a:cubicBezTo>
                <a:cubicBezTo>
                  <a:pt x="1269738" y="826417"/>
                  <a:pt x="1271166" y="820124"/>
                  <a:pt x="1290377" y="791308"/>
                </a:cubicBezTo>
                <a:cubicBezTo>
                  <a:pt x="1293633" y="781539"/>
                  <a:pt x="1293713" y="770041"/>
                  <a:pt x="1300146" y="762000"/>
                </a:cubicBezTo>
                <a:cubicBezTo>
                  <a:pt x="1307481" y="752831"/>
                  <a:pt x="1320285" y="749796"/>
                  <a:pt x="1329454" y="742461"/>
                </a:cubicBezTo>
                <a:cubicBezTo>
                  <a:pt x="1367767" y="711811"/>
                  <a:pt x="1327406" y="730119"/>
                  <a:pt x="1378300" y="713154"/>
                </a:cubicBezTo>
                <a:cubicBezTo>
                  <a:pt x="1396473" y="694981"/>
                  <a:pt x="1402499" y="686400"/>
                  <a:pt x="1427146" y="674077"/>
                </a:cubicBezTo>
                <a:cubicBezTo>
                  <a:pt x="1436357" y="669472"/>
                  <a:pt x="1446685" y="667564"/>
                  <a:pt x="1456454" y="664308"/>
                </a:cubicBezTo>
                <a:cubicBezTo>
                  <a:pt x="1578614" y="694847"/>
                  <a:pt x="1426733" y="664308"/>
                  <a:pt x="1524839" y="664308"/>
                </a:cubicBezTo>
                <a:cubicBezTo>
                  <a:pt x="1541443" y="664308"/>
                  <a:pt x="1557403" y="670821"/>
                  <a:pt x="1573685" y="674077"/>
                </a:cubicBezTo>
                <a:cubicBezTo>
                  <a:pt x="1607786" y="639974"/>
                  <a:pt x="1584485" y="657451"/>
                  <a:pt x="1651839" y="635000"/>
                </a:cubicBezTo>
                <a:lnTo>
                  <a:pt x="1681146" y="625231"/>
                </a:lnTo>
                <a:cubicBezTo>
                  <a:pt x="1690915" y="628487"/>
                  <a:pt x="1700356" y="637020"/>
                  <a:pt x="1710454" y="635000"/>
                </a:cubicBezTo>
                <a:cubicBezTo>
                  <a:pt x="1777501" y="621590"/>
                  <a:pt x="1676282" y="597556"/>
                  <a:pt x="1759300" y="625231"/>
                </a:cubicBezTo>
                <a:cubicBezTo>
                  <a:pt x="1765813" y="615462"/>
                  <a:pt x="1777383" y="607574"/>
                  <a:pt x="1778839" y="595923"/>
                </a:cubicBezTo>
                <a:cubicBezTo>
                  <a:pt x="1781946" y="571070"/>
                  <a:pt x="1767548" y="535785"/>
                  <a:pt x="1749531" y="517769"/>
                </a:cubicBezTo>
                <a:cubicBezTo>
                  <a:pt x="1741229" y="509467"/>
                  <a:pt x="1729391" y="505566"/>
                  <a:pt x="1720223" y="498231"/>
                </a:cubicBezTo>
                <a:cubicBezTo>
                  <a:pt x="1713031" y="492477"/>
                  <a:pt x="1707198" y="485205"/>
                  <a:pt x="1700685" y="478692"/>
                </a:cubicBezTo>
                <a:cubicBezTo>
                  <a:pt x="1694172" y="459154"/>
                  <a:pt x="1682228" y="440644"/>
                  <a:pt x="1681146" y="420077"/>
                </a:cubicBezTo>
                <a:cubicBezTo>
                  <a:pt x="1677890" y="358205"/>
                  <a:pt x="1676986" y="296164"/>
                  <a:pt x="1671377" y="234461"/>
                </a:cubicBezTo>
                <a:cubicBezTo>
                  <a:pt x="1670445" y="224206"/>
                  <a:pt x="1664317" y="215089"/>
                  <a:pt x="1661608" y="205154"/>
                </a:cubicBezTo>
                <a:cubicBezTo>
                  <a:pt x="1654543" y="179247"/>
                  <a:pt x="1650562" y="152475"/>
                  <a:pt x="1642070" y="127000"/>
                </a:cubicBezTo>
                <a:cubicBezTo>
                  <a:pt x="1638813" y="117231"/>
                  <a:pt x="1638012" y="106260"/>
                  <a:pt x="1632300" y="97692"/>
                </a:cubicBezTo>
                <a:cubicBezTo>
                  <a:pt x="1624637" y="86197"/>
                  <a:pt x="1613606" y="77229"/>
                  <a:pt x="1602993" y="68385"/>
                </a:cubicBezTo>
                <a:cubicBezTo>
                  <a:pt x="1581361" y="50358"/>
                  <a:pt x="1570577" y="46222"/>
                  <a:pt x="1544377" y="39077"/>
                </a:cubicBezTo>
                <a:cubicBezTo>
                  <a:pt x="1454567" y="14583"/>
                  <a:pt x="1486144" y="39459"/>
                  <a:pt x="1446685"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82" name="Google Shape;1082;p16"/>
          <p:cNvSpPr/>
          <p:nvPr/>
        </p:nvSpPr>
        <p:spPr>
          <a:xfrm>
            <a:off x="3038231" y="2715846"/>
            <a:ext cx="1934772" cy="625231"/>
          </a:xfrm>
          <a:custGeom>
            <a:avLst/>
            <a:gdLst/>
            <a:ahLst/>
            <a:cxnLst/>
            <a:rect l="l" t="t" r="r" b="b"/>
            <a:pathLst>
              <a:path w="1934772" h="625231" extrusionOk="0">
                <a:moveTo>
                  <a:pt x="107461" y="0"/>
                </a:moveTo>
                <a:cubicBezTo>
                  <a:pt x="91179" y="13026"/>
                  <a:pt x="68960" y="20973"/>
                  <a:pt x="58615" y="39077"/>
                </a:cubicBezTo>
                <a:cubicBezTo>
                  <a:pt x="53506" y="48018"/>
                  <a:pt x="59443" y="63276"/>
                  <a:pt x="68384" y="68385"/>
                </a:cubicBezTo>
                <a:cubicBezTo>
                  <a:pt x="85582" y="78213"/>
                  <a:pt x="107461" y="74898"/>
                  <a:pt x="127000" y="78154"/>
                </a:cubicBezTo>
                <a:cubicBezTo>
                  <a:pt x="136769" y="81410"/>
                  <a:pt x="146176" y="86081"/>
                  <a:pt x="156307" y="87923"/>
                </a:cubicBezTo>
                <a:cubicBezTo>
                  <a:pt x="182138" y="92619"/>
                  <a:pt x="211666" y="84666"/>
                  <a:pt x="234461" y="97692"/>
                </a:cubicBezTo>
                <a:cubicBezTo>
                  <a:pt x="243402" y="102801"/>
                  <a:pt x="233903" y="122395"/>
                  <a:pt x="224692" y="127000"/>
                </a:cubicBezTo>
                <a:cubicBezTo>
                  <a:pt x="204097" y="137298"/>
                  <a:pt x="179102" y="133513"/>
                  <a:pt x="156307" y="136769"/>
                </a:cubicBezTo>
                <a:cubicBezTo>
                  <a:pt x="140025" y="143282"/>
                  <a:pt x="124097" y="150762"/>
                  <a:pt x="107461" y="156308"/>
                </a:cubicBezTo>
                <a:cubicBezTo>
                  <a:pt x="94723" y="160554"/>
                  <a:pt x="75832" y="154905"/>
                  <a:pt x="68384" y="166077"/>
                </a:cubicBezTo>
                <a:cubicBezTo>
                  <a:pt x="63275" y="173741"/>
                  <a:pt x="82169" y="178424"/>
                  <a:pt x="87923" y="185616"/>
                </a:cubicBezTo>
                <a:cubicBezTo>
                  <a:pt x="95257" y="194784"/>
                  <a:pt x="100948" y="205154"/>
                  <a:pt x="107461" y="214923"/>
                </a:cubicBezTo>
                <a:cubicBezTo>
                  <a:pt x="70195" y="252191"/>
                  <a:pt x="108862" y="224692"/>
                  <a:pt x="48846" y="224692"/>
                </a:cubicBezTo>
                <a:cubicBezTo>
                  <a:pt x="32242" y="224692"/>
                  <a:pt x="16282" y="231205"/>
                  <a:pt x="0" y="234462"/>
                </a:cubicBezTo>
                <a:cubicBezTo>
                  <a:pt x="91160" y="252694"/>
                  <a:pt x="126162" y="263769"/>
                  <a:pt x="224692" y="263769"/>
                </a:cubicBezTo>
                <a:cubicBezTo>
                  <a:pt x="241296" y="263769"/>
                  <a:pt x="257256" y="257256"/>
                  <a:pt x="273538" y="254000"/>
                </a:cubicBezTo>
                <a:cubicBezTo>
                  <a:pt x="296333" y="257256"/>
                  <a:pt x="318897" y="263769"/>
                  <a:pt x="341923" y="263769"/>
                </a:cubicBezTo>
                <a:cubicBezTo>
                  <a:pt x="355350" y="263769"/>
                  <a:pt x="367573" y="254000"/>
                  <a:pt x="381000" y="254000"/>
                </a:cubicBezTo>
                <a:cubicBezTo>
                  <a:pt x="407254" y="254000"/>
                  <a:pt x="433103" y="260513"/>
                  <a:pt x="459154" y="263769"/>
                </a:cubicBezTo>
                <a:cubicBezTo>
                  <a:pt x="468923" y="267026"/>
                  <a:pt x="481180" y="266258"/>
                  <a:pt x="488461" y="273539"/>
                </a:cubicBezTo>
                <a:cubicBezTo>
                  <a:pt x="511737" y="296815"/>
                  <a:pt x="481475" y="308775"/>
                  <a:pt x="517769" y="322385"/>
                </a:cubicBezTo>
                <a:cubicBezTo>
                  <a:pt x="536316" y="329340"/>
                  <a:pt x="556961" y="328269"/>
                  <a:pt x="576384" y="332154"/>
                </a:cubicBezTo>
                <a:cubicBezTo>
                  <a:pt x="589550" y="334787"/>
                  <a:pt x="602435" y="338667"/>
                  <a:pt x="615461" y="341923"/>
                </a:cubicBezTo>
                <a:cubicBezTo>
                  <a:pt x="625230" y="338667"/>
                  <a:pt x="634471" y="332154"/>
                  <a:pt x="644769" y="332154"/>
                </a:cubicBezTo>
                <a:cubicBezTo>
                  <a:pt x="655067" y="332154"/>
                  <a:pt x="664612" y="337867"/>
                  <a:pt x="674077" y="341923"/>
                </a:cubicBezTo>
                <a:cubicBezTo>
                  <a:pt x="758584" y="378141"/>
                  <a:pt x="673727" y="348320"/>
                  <a:pt x="742461" y="371231"/>
                </a:cubicBezTo>
                <a:cubicBezTo>
                  <a:pt x="758796" y="395733"/>
                  <a:pt x="774756" y="423823"/>
                  <a:pt x="801077" y="439616"/>
                </a:cubicBezTo>
                <a:cubicBezTo>
                  <a:pt x="818066" y="449809"/>
                  <a:pt x="875153" y="463019"/>
                  <a:pt x="898769" y="468923"/>
                </a:cubicBezTo>
                <a:cubicBezTo>
                  <a:pt x="982754" y="524914"/>
                  <a:pt x="876499" y="457789"/>
                  <a:pt x="957384" y="498231"/>
                </a:cubicBezTo>
                <a:cubicBezTo>
                  <a:pt x="967886" y="503482"/>
                  <a:pt x="975553" y="514056"/>
                  <a:pt x="986692" y="517769"/>
                </a:cubicBezTo>
                <a:cubicBezTo>
                  <a:pt x="1005483" y="524033"/>
                  <a:pt x="1025819" y="523996"/>
                  <a:pt x="1045307" y="527539"/>
                </a:cubicBezTo>
                <a:cubicBezTo>
                  <a:pt x="1061644" y="530509"/>
                  <a:pt x="1077991" y="533505"/>
                  <a:pt x="1094154" y="537308"/>
                </a:cubicBezTo>
                <a:cubicBezTo>
                  <a:pt x="1133363" y="546534"/>
                  <a:pt x="1172307" y="556847"/>
                  <a:pt x="1211384" y="566616"/>
                </a:cubicBezTo>
                <a:lnTo>
                  <a:pt x="1250461" y="576385"/>
                </a:lnTo>
                <a:cubicBezTo>
                  <a:pt x="1260230" y="573129"/>
                  <a:pt x="1269480" y="566187"/>
                  <a:pt x="1279769" y="566616"/>
                </a:cubicBezTo>
                <a:cubicBezTo>
                  <a:pt x="1348404" y="569476"/>
                  <a:pt x="1484923" y="586154"/>
                  <a:pt x="1484923" y="586154"/>
                </a:cubicBezTo>
                <a:cubicBezTo>
                  <a:pt x="1501205" y="582898"/>
                  <a:pt x="1517266" y="574551"/>
                  <a:pt x="1533769" y="576385"/>
                </a:cubicBezTo>
                <a:cubicBezTo>
                  <a:pt x="1548243" y="577993"/>
                  <a:pt x="1558897" y="591738"/>
                  <a:pt x="1572846" y="595923"/>
                </a:cubicBezTo>
                <a:cubicBezTo>
                  <a:pt x="1591818" y="601615"/>
                  <a:pt x="1611923" y="602436"/>
                  <a:pt x="1631461" y="605692"/>
                </a:cubicBezTo>
                <a:cubicBezTo>
                  <a:pt x="1647743" y="602436"/>
                  <a:pt x="1663703" y="595923"/>
                  <a:pt x="1680307" y="595923"/>
                </a:cubicBezTo>
                <a:cubicBezTo>
                  <a:pt x="1692577" y="595923"/>
                  <a:pt x="1734869" y="610854"/>
                  <a:pt x="1748692" y="615462"/>
                </a:cubicBezTo>
                <a:cubicBezTo>
                  <a:pt x="1758461" y="612205"/>
                  <a:pt x="1767702" y="605692"/>
                  <a:pt x="1778000" y="605692"/>
                </a:cubicBezTo>
                <a:cubicBezTo>
                  <a:pt x="1791427" y="605692"/>
                  <a:pt x="1803970" y="612549"/>
                  <a:pt x="1817077" y="615462"/>
                </a:cubicBezTo>
                <a:cubicBezTo>
                  <a:pt x="1833286" y="619064"/>
                  <a:pt x="1849641" y="621975"/>
                  <a:pt x="1865923" y="625231"/>
                </a:cubicBezTo>
                <a:cubicBezTo>
                  <a:pt x="1878949" y="621975"/>
                  <a:pt x="1892090" y="619151"/>
                  <a:pt x="1905000" y="615462"/>
                </a:cubicBezTo>
                <a:cubicBezTo>
                  <a:pt x="1914901" y="612633"/>
                  <a:pt x="1932614" y="615849"/>
                  <a:pt x="1934307" y="605692"/>
                </a:cubicBezTo>
                <a:cubicBezTo>
                  <a:pt x="1937190" y="588394"/>
                  <a:pt x="1926181" y="570160"/>
                  <a:pt x="1914769" y="556846"/>
                </a:cubicBezTo>
                <a:cubicBezTo>
                  <a:pt x="1893954" y="532561"/>
                  <a:pt x="1828670" y="530591"/>
                  <a:pt x="1807307" y="527539"/>
                </a:cubicBezTo>
                <a:cubicBezTo>
                  <a:pt x="1768230" y="530795"/>
                  <a:pt x="1729202" y="539917"/>
                  <a:pt x="1690077" y="537308"/>
                </a:cubicBezTo>
                <a:cubicBezTo>
                  <a:pt x="1678362" y="536527"/>
                  <a:pt x="1670963" y="523594"/>
                  <a:pt x="1660769" y="517769"/>
                </a:cubicBezTo>
                <a:cubicBezTo>
                  <a:pt x="1648125" y="510544"/>
                  <a:pt x="1635641" y="502416"/>
                  <a:pt x="1621692" y="498231"/>
                </a:cubicBezTo>
                <a:cubicBezTo>
                  <a:pt x="1602720" y="492539"/>
                  <a:pt x="1582500" y="492347"/>
                  <a:pt x="1563077" y="488462"/>
                </a:cubicBezTo>
                <a:cubicBezTo>
                  <a:pt x="1549911" y="485829"/>
                  <a:pt x="1537026" y="481949"/>
                  <a:pt x="1524000" y="478692"/>
                </a:cubicBezTo>
                <a:cubicBezTo>
                  <a:pt x="1491436" y="481949"/>
                  <a:pt x="1458937" y="490972"/>
                  <a:pt x="1426307" y="488462"/>
                </a:cubicBezTo>
                <a:cubicBezTo>
                  <a:pt x="1414601" y="487562"/>
                  <a:pt x="1407792" y="473548"/>
                  <a:pt x="1397000" y="468923"/>
                </a:cubicBezTo>
                <a:cubicBezTo>
                  <a:pt x="1384659" y="463634"/>
                  <a:pt x="1371089" y="461787"/>
                  <a:pt x="1357923" y="459154"/>
                </a:cubicBezTo>
                <a:cubicBezTo>
                  <a:pt x="1338499" y="455269"/>
                  <a:pt x="1318796" y="452928"/>
                  <a:pt x="1299307" y="449385"/>
                </a:cubicBezTo>
                <a:cubicBezTo>
                  <a:pt x="1282970" y="446415"/>
                  <a:pt x="1266743" y="442872"/>
                  <a:pt x="1250461" y="439616"/>
                </a:cubicBezTo>
                <a:cubicBezTo>
                  <a:pt x="1240692" y="442872"/>
                  <a:pt x="1231251" y="451405"/>
                  <a:pt x="1221154" y="449385"/>
                </a:cubicBezTo>
                <a:cubicBezTo>
                  <a:pt x="1212122" y="447578"/>
                  <a:pt x="1209279" y="434955"/>
                  <a:pt x="1201615" y="429846"/>
                </a:cubicBezTo>
                <a:cubicBezTo>
                  <a:pt x="1189498" y="421768"/>
                  <a:pt x="1175564" y="416821"/>
                  <a:pt x="1162538" y="410308"/>
                </a:cubicBezTo>
                <a:cubicBezTo>
                  <a:pt x="1149512" y="413564"/>
                  <a:pt x="1136784" y="421742"/>
                  <a:pt x="1123461" y="420077"/>
                </a:cubicBezTo>
                <a:cubicBezTo>
                  <a:pt x="1109010" y="418271"/>
                  <a:pt x="1097692" y="406454"/>
                  <a:pt x="1084384" y="400539"/>
                </a:cubicBezTo>
                <a:cubicBezTo>
                  <a:pt x="1012690" y="368675"/>
                  <a:pt x="1058128" y="396060"/>
                  <a:pt x="1006231" y="361462"/>
                </a:cubicBezTo>
                <a:cubicBezTo>
                  <a:pt x="1002974" y="351693"/>
                  <a:pt x="1003163" y="339973"/>
                  <a:pt x="996461" y="332154"/>
                </a:cubicBezTo>
                <a:cubicBezTo>
                  <a:pt x="963831" y="294086"/>
                  <a:pt x="941821" y="290759"/>
                  <a:pt x="898769" y="273539"/>
                </a:cubicBezTo>
                <a:cubicBezTo>
                  <a:pt x="865475" y="281862"/>
                  <a:pt x="859089" y="295326"/>
                  <a:pt x="840154" y="263769"/>
                </a:cubicBezTo>
                <a:cubicBezTo>
                  <a:pt x="834856" y="254939"/>
                  <a:pt x="838295" y="241054"/>
                  <a:pt x="830384" y="234462"/>
                </a:cubicBezTo>
                <a:cubicBezTo>
                  <a:pt x="816912" y="223236"/>
                  <a:pt x="797820" y="221436"/>
                  <a:pt x="781538" y="214923"/>
                </a:cubicBezTo>
                <a:cubicBezTo>
                  <a:pt x="778282" y="205154"/>
                  <a:pt x="779810" y="192049"/>
                  <a:pt x="771769" y="185616"/>
                </a:cubicBezTo>
                <a:cubicBezTo>
                  <a:pt x="746641" y="165513"/>
                  <a:pt x="697008" y="181794"/>
                  <a:pt x="674077" y="185616"/>
                </a:cubicBezTo>
                <a:cubicBezTo>
                  <a:pt x="606864" y="163210"/>
                  <a:pt x="688127" y="185616"/>
                  <a:pt x="566615" y="185616"/>
                </a:cubicBezTo>
                <a:cubicBezTo>
                  <a:pt x="556317" y="185616"/>
                  <a:pt x="547405" y="177866"/>
                  <a:pt x="537307" y="175846"/>
                </a:cubicBezTo>
                <a:cubicBezTo>
                  <a:pt x="514728" y="171330"/>
                  <a:pt x="491718" y="169333"/>
                  <a:pt x="468923" y="166077"/>
                </a:cubicBezTo>
                <a:cubicBezTo>
                  <a:pt x="452641" y="169333"/>
                  <a:pt x="436681" y="175846"/>
                  <a:pt x="420077" y="175846"/>
                </a:cubicBezTo>
                <a:cubicBezTo>
                  <a:pt x="409779" y="175846"/>
                  <a:pt x="401067" y="166077"/>
                  <a:pt x="390769" y="166077"/>
                </a:cubicBezTo>
                <a:cubicBezTo>
                  <a:pt x="364515" y="166077"/>
                  <a:pt x="338666" y="172590"/>
                  <a:pt x="312615" y="175846"/>
                </a:cubicBezTo>
                <a:cubicBezTo>
                  <a:pt x="166407" y="151478"/>
                  <a:pt x="349031" y="175846"/>
                  <a:pt x="185615" y="175846"/>
                </a:cubicBezTo>
                <a:cubicBezTo>
                  <a:pt x="175317" y="175846"/>
                  <a:pt x="166574" y="166867"/>
                  <a:pt x="156307" y="166077"/>
                </a:cubicBezTo>
                <a:cubicBezTo>
                  <a:pt x="123839" y="163580"/>
                  <a:pt x="91179" y="166077"/>
                  <a:pt x="58615" y="166077"/>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83" name="Google Shape;1083;p16"/>
          <p:cNvSpPr/>
          <p:nvPr/>
        </p:nvSpPr>
        <p:spPr>
          <a:xfrm>
            <a:off x="3621010" y="3693392"/>
            <a:ext cx="618928" cy="325654"/>
          </a:xfrm>
          <a:custGeom>
            <a:avLst/>
            <a:gdLst/>
            <a:ahLst/>
            <a:cxnLst/>
            <a:rect l="l" t="t" r="r" b="b"/>
            <a:pathLst>
              <a:path w="618928" h="325654" extrusionOk="0">
                <a:moveTo>
                  <a:pt x="530513" y="100588"/>
                </a:moveTo>
                <a:cubicBezTo>
                  <a:pt x="522475" y="96569"/>
                  <a:pt x="514743" y="91868"/>
                  <a:pt x="506399" y="88530"/>
                </a:cubicBezTo>
                <a:cubicBezTo>
                  <a:pt x="501271" y="86479"/>
                  <a:pt x="495740" y="85594"/>
                  <a:pt x="490324" y="84511"/>
                </a:cubicBezTo>
                <a:cubicBezTo>
                  <a:pt x="475637" y="81574"/>
                  <a:pt x="460695" y="79904"/>
                  <a:pt x="446116" y="76473"/>
                </a:cubicBezTo>
                <a:cubicBezTo>
                  <a:pt x="437868" y="74532"/>
                  <a:pt x="430176" y="70664"/>
                  <a:pt x="422002" y="68435"/>
                </a:cubicBezTo>
                <a:cubicBezTo>
                  <a:pt x="415412" y="66638"/>
                  <a:pt x="408451" y="66379"/>
                  <a:pt x="401908" y="64416"/>
                </a:cubicBezTo>
                <a:cubicBezTo>
                  <a:pt x="394998" y="62343"/>
                  <a:pt x="388812" y="58128"/>
                  <a:pt x="381813" y="56378"/>
                </a:cubicBezTo>
                <a:cubicBezTo>
                  <a:pt x="367283" y="52745"/>
                  <a:pt x="352292" y="51277"/>
                  <a:pt x="337606" y="48340"/>
                </a:cubicBezTo>
                <a:cubicBezTo>
                  <a:pt x="332190" y="47257"/>
                  <a:pt x="326922" y="45519"/>
                  <a:pt x="321530" y="44321"/>
                </a:cubicBezTo>
                <a:cubicBezTo>
                  <a:pt x="314862" y="42839"/>
                  <a:pt x="308133" y="41642"/>
                  <a:pt x="301435" y="40302"/>
                </a:cubicBezTo>
                <a:cubicBezTo>
                  <a:pt x="266886" y="17267"/>
                  <a:pt x="310598" y="41829"/>
                  <a:pt x="277322" y="36283"/>
                </a:cubicBezTo>
                <a:cubicBezTo>
                  <a:pt x="272557" y="35489"/>
                  <a:pt x="269459" y="30642"/>
                  <a:pt x="265265" y="28245"/>
                </a:cubicBezTo>
                <a:cubicBezTo>
                  <a:pt x="260064" y="25273"/>
                  <a:pt x="254665" y="22640"/>
                  <a:pt x="249190" y="20207"/>
                </a:cubicBezTo>
                <a:cubicBezTo>
                  <a:pt x="242597" y="17277"/>
                  <a:pt x="235688" y="15099"/>
                  <a:pt x="229095" y="12169"/>
                </a:cubicBezTo>
                <a:cubicBezTo>
                  <a:pt x="223620" y="9736"/>
                  <a:pt x="218629" y="6235"/>
                  <a:pt x="213020" y="4131"/>
                </a:cubicBezTo>
                <a:cubicBezTo>
                  <a:pt x="207848" y="2191"/>
                  <a:pt x="202303" y="1451"/>
                  <a:pt x="196944" y="111"/>
                </a:cubicBezTo>
                <a:cubicBezTo>
                  <a:pt x="178189" y="1451"/>
                  <a:pt x="159482" y="4131"/>
                  <a:pt x="140679" y="4131"/>
                </a:cubicBezTo>
                <a:cubicBezTo>
                  <a:pt x="135156" y="4131"/>
                  <a:pt x="130052" y="-797"/>
                  <a:pt x="124604" y="111"/>
                </a:cubicBezTo>
                <a:cubicBezTo>
                  <a:pt x="120866" y="734"/>
                  <a:pt x="119955" y="6455"/>
                  <a:pt x="116566" y="8150"/>
                </a:cubicBezTo>
                <a:cubicBezTo>
                  <a:pt x="111626" y="10620"/>
                  <a:pt x="105849" y="10829"/>
                  <a:pt x="100490" y="12169"/>
                </a:cubicBezTo>
                <a:cubicBezTo>
                  <a:pt x="87758" y="18536"/>
                  <a:pt x="78772" y="21831"/>
                  <a:pt x="68339" y="32264"/>
                </a:cubicBezTo>
                <a:cubicBezTo>
                  <a:pt x="50160" y="50443"/>
                  <a:pt x="71718" y="40516"/>
                  <a:pt x="48245" y="48340"/>
                </a:cubicBezTo>
                <a:cubicBezTo>
                  <a:pt x="42886" y="53699"/>
                  <a:pt x="37159" y="58713"/>
                  <a:pt x="32169" y="64416"/>
                </a:cubicBezTo>
                <a:cubicBezTo>
                  <a:pt x="27758" y="69457"/>
                  <a:pt x="25199" y="76133"/>
                  <a:pt x="20113" y="80492"/>
                </a:cubicBezTo>
                <a:cubicBezTo>
                  <a:pt x="15564" y="84391"/>
                  <a:pt x="9396" y="85851"/>
                  <a:pt x="4037" y="88530"/>
                </a:cubicBezTo>
                <a:cubicBezTo>
                  <a:pt x="2697" y="92549"/>
                  <a:pt x="-264" y="96361"/>
                  <a:pt x="18" y="100588"/>
                </a:cubicBezTo>
                <a:cubicBezTo>
                  <a:pt x="1102" y="116850"/>
                  <a:pt x="2902" y="133355"/>
                  <a:pt x="8056" y="148816"/>
                </a:cubicBezTo>
                <a:cubicBezTo>
                  <a:pt x="9853" y="154208"/>
                  <a:pt x="15798" y="157174"/>
                  <a:pt x="20113" y="160873"/>
                </a:cubicBezTo>
                <a:cubicBezTo>
                  <a:pt x="25198" y="165232"/>
                  <a:pt x="31043" y="168642"/>
                  <a:pt x="36188" y="172930"/>
                </a:cubicBezTo>
                <a:cubicBezTo>
                  <a:pt x="39099" y="175356"/>
                  <a:pt x="40936" y="179089"/>
                  <a:pt x="44226" y="180969"/>
                </a:cubicBezTo>
                <a:cubicBezTo>
                  <a:pt x="60874" y="190483"/>
                  <a:pt x="61809" y="186783"/>
                  <a:pt x="76377" y="193026"/>
                </a:cubicBezTo>
                <a:cubicBezTo>
                  <a:pt x="81884" y="195386"/>
                  <a:pt x="87216" y="198154"/>
                  <a:pt x="92453" y="201064"/>
                </a:cubicBezTo>
                <a:cubicBezTo>
                  <a:pt x="99281" y="204858"/>
                  <a:pt x="105409" y="209948"/>
                  <a:pt x="112547" y="213121"/>
                </a:cubicBezTo>
                <a:cubicBezTo>
                  <a:pt x="117594" y="215364"/>
                  <a:pt x="123264" y="215800"/>
                  <a:pt x="128623" y="217140"/>
                </a:cubicBezTo>
                <a:cubicBezTo>
                  <a:pt x="133981" y="219819"/>
                  <a:pt x="139561" y="222096"/>
                  <a:pt x="144698" y="225178"/>
                </a:cubicBezTo>
                <a:cubicBezTo>
                  <a:pt x="152982" y="230148"/>
                  <a:pt x="168812" y="241254"/>
                  <a:pt x="168812" y="241254"/>
                </a:cubicBezTo>
                <a:cubicBezTo>
                  <a:pt x="172831" y="247952"/>
                  <a:pt x="177375" y="254362"/>
                  <a:pt x="180868" y="261349"/>
                </a:cubicBezTo>
                <a:cubicBezTo>
                  <a:pt x="182763" y="265139"/>
                  <a:pt x="181632" y="270695"/>
                  <a:pt x="184887" y="273407"/>
                </a:cubicBezTo>
                <a:cubicBezTo>
                  <a:pt x="190429" y="278026"/>
                  <a:pt x="198529" y="278219"/>
                  <a:pt x="204982" y="281445"/>
                </a:cubicBezTo>
                <a:cubicBezTo>
                  <a:pt x="209302" y="283605"/>
                  <a:pt x="213020" y="286804"/>
                  <a:pt x="217039" y="289483"/>
                </a:cubicBezTo>
                <a:cubicBezTo>
                  <a:pt x="219718" y="293502"/>
                  <a:pt x="221146" y="298733"/>
                  <a:pt x="225076" y="301540"/>
                </a:cubicBezTo>
                <a:cubicBezTo>
                  <a:pt x="241448" y="313234"/>
                  <a:pt x="268268" y="311368"/>
                  <a:pt x="285360" y="313597"/>
                </a:cubicBezTo>
                <a:cubicBezTo>
                  <a:pt x="384152" y="326483"/>
                  <a:pt x="289160" y="318607"/>
                  <a:pt x="401908" y="325654"/>
                </a:cubicBezTo>
                <a:cubicBezTo>
                  <a:pt x="438370" y="316539"/>
                  <a:pt x="393315" y="325654"/>
                  <a:pt x="446116" y="325654"/>
                </a:cubicBezTo>
                <a:cubicBezTo>
                  <a:pt x="450352" y="325654"/>
                  <a:pt x="454063" y="322663"/>
                  <a:pt x="458173" y="321635"/>
                </a:cubicBezTo>
                <a:cubicBezTo>
                  <a:pt x="464800" y="319978"/>
                  <a:pt x="471489" y="318463"/>
                  <a:pt x="478267" y="317616"/>
                </a:cubicBezTo>
                <a:cubicBezTo>
                  <a:pt x="492950" y="315781"/>
                  <a:pt x="507739" y="314937"/>
                  <a:pt x="522475" y="313597"/>
                </a:cubicBezTo>
                <a:cubicBezTo>
                  <a:pt x="550751" y="304172"/>
                  <a:pt x="515844" y="316439"/>
                  <a:pt x="550607" y="301540"/>
                </a:cubicBezTo>
                <a:cubicBezTo>
                  <a:pt x="558677" y="298081"/>
                  <a:pt x="570583" y="295541"/>
                  <a:pt x="578739" y="293502"/>
                </a:cubicBezTo>
                <a:cubicBezTo>
                  <a:pt x="582758" y="290823"/>
                  <a:pt x="587381" y="288879"/>
                  <a:pt x="590796" y="285464"/>
                </a:cubicBezTo>
                <a:cubicBezTo>
                  <a:pt x="601072" y="275188"/>
                  <a:pt x="597405" y="273335"/>
                  <a:pt x="602853" y="261349"/>
                </a:cubicBezTo>
                <a:cubicBezTo>
                  <a:pt x="607811" y="250441"/>
                  <a:pt x="618928" y="229197"/>
                  <a:pt x="618928" y="229197"/>
                </a:cubicBezTo>
                <a:cubicBezTo>
                  <a:pt x="617589" y="214461"/>
                  <a:pt x="617637" y="199532"/>
                  <a:pt x="614910" y="184988"/>
                </a:cubicBezTo>
                <a:cubicBezTo>
                  <a:pt x="611877" y="168812"/>
                  <a:pt x="599368" y="153636"/>
                  <a:pt x="590796" y="140778"/>
                </a:cubicBezTo>
                <a:cubicBezTo>
                  <a:pt x="580079" y="124702"/>
                  <a:pt x="586777" y="131400"/>
                  <a:pt x="570702" y="120683"/>
                </a:cubicBezTo>
                <a:cubicBezTo>
                  <a:pt x="568023" y="116664"/>
                  <a:pt x="566079" y="112041"/>
                  <a:pt x="562664" y="108626"/>
                </a:cubicBezTo>
                <a:cubicBezTo>
                  <a:pt x="550499" y="96461"/>
                  <a:pt x="548326" y="97148"/>
                  <a:pt x="534532" y="92550"/>
                </a:cubicBezTo>
                <a:cubicBezTo>
                  <a:pt x="527055" y="85072"/>
                  <a:pt x="524578" y="81544"/>
                  <a:pt x="514437" y="76473"/>
                </a:cubicBezTo>
                <a:cubicBezTo>
                  <a:pt x="510648" y="74578"/>
                  <a:pt x="506399" y="73794"/>
                  <a:pt x="502380" y="72454"/>
                </a:cubicBezTo>
                <a:cubicBezTo>
                  <a:pt x="495682" y="67095"/>
                  <a:pt x="489958" y="60214"/>
                  <a:pt x="482286" y="56378"/>
                </a:cubicBezTo>
                <a:cubicBezTo>
                  <a:pt x="476176" y="53323"/>
                  <a:pt x="468781" y="54156"/>
                  <a:pt x="462191" y="52359"/>
                </a:cubicBezTo>
                <a:cubicBezTo>
                  <a:pt x="439604" y="46199"/>
                  <a:pt x="430644" y="39373"/>
                  <a:pt x="405927" y="36283"/>
                </a:cubicBezTo>
                <a:cubicBezTo>
                  <a:pt x="371896" y="32029"/>
                  <a:pt x="381413" y="39901"/>
                  <a:pt x="369757" y="28245"/>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84" name="Google Shape;1084;p16"/>
          <p:cNvSpPr/>
          <p:nvPr/>
        </p:nvSpPr>
        <p:spPr>
          <a:xfrm>
            <a:off x="2945853" y="4026815"/>
            <a:ext cx="1161462" cy="800060"/>
          </a:xfrm>
          <a:custGeom>
            <a:avLst/>
            <a:gdLst/>
            <a:ahLst/>
            <a:cxnLst/>
            <a:rect l="l" t="t" r="r" b="b"/>
            <a:pathLst>
              <a:path w="1161462" h="800060" extrusionOk="0">
                <a:moveTo>
                  <a:pt x="819855" y="152993"/>
                </a:moveTo>
                <a:cubicBezTo>
                  <a:pt x="806459" y="150314"/>
                  <a:pt x="792978" y="148027"/>
                  <a:pt x="779666" y="144955"/>
                </a:cubicBezTo>
                <a:cubicBezTo>
                  <a:pt x="775538" y="144002"/>
                  <a:pt x="771683" y="142100"/>
                  <a:pt x="767610" y="140936"/>
                </a:cubicBezTo>
                <a:cubicBezTo>
                  <a:pt x="762299" y="139419"/>
                  <a:pt x="756893" y="138257"/>
                  <a:pt x="751534" y="136917"/>
                </a:cubicBezTo>
                <a:cubicBezTo>
                  <a:pt x="723896" y="118491"/>
                  <a:pt x="736585" y="123896"/>
                  <a:pt x="715364" y="116822"/>
                </a:cubicBezTo>
                <a:cubicBezTo>
                  <a:pt x="708040" y="105835"/>
                  <a:pt x="694223" y="83402"/>
                  <a:pt x="683213" y="80650"/>
                </a:cubicBezTo>
                <a:lnTo>
                  <a:pt x="651062" y="72612"/>
                </a:lnTo>
                <a:cubicBezTo>
                  <a:pt x="634986" y="73952"/>
                  <a:pt x="618966" y="76631"/>
                  <a:pt x="602835" y="76631"/>
                </a:cubicBezTo>
                <a:cubicBezTo>
                  <a:pt x="530345" y="76631"/>
                  <a:pt x="632161" y="64977"/>
                  <a:pt x="550589" y="76631"/>
                </a:cubicBezTo>
                <a:cubicBezTo>
                  <a:pt x="537786" y="73430"/>
                  <a:pt x="527687" y="70634"/>
                  <a:pt x="514419" y="68593"/>
                </a:cubicBezTo>
                <a:cubicBezTo>
                  <a:pt x="503744" y="66951"/>
                  <a:pt x="492985" y="65914"/>
                  <a:pt x="482268" y="64574"/>
                </a:cubicBezTo>
                <a:cubicBezTo>
                  <a:pt x="461631" y="57695"/>
                  <a:pt x="461105" y="56536"/>
                  <a:pt x="430022" y="56536"/>
                </a:cubicBezTo>
                <a:cubicBezTo>
                  <a:pt x="425786" y="56536"/>
                  <a:pt x="421984" y="59215"/>
                  <a:pt x="417965" y="60555"/>
                </a:cubicBezTo>
                <a:lnTo>
                  <a:pt x="393852" y="52517"/>
                </a:lnTo>
                <a:cubicBezTo>
                  <a:pt x="389833" y="51177"/>
                  <a:pt x="385949" y="49329"/>
                  <a:pt x="381795" y="48498"/>
                </a:cubicBezTo>
                <a:lnTo>
                  <a:pt x="361701" y="44479"/>
                </a:lnTo>
                <a:cubicBezTo>
                  <a:pt x="355003" y="40460"/>
                  <a:pt x="348593" y="35916"/>
                  <a:pt x="341606" y="32422"/>
                </a:cubicBezTo>
                <a:cubicBezTo>
                  <a:pt x="337817" y="30528"/>
                  <a:pt x="333516" y="29890"/>
                  <a:pt x="329550" y="28403"/>
                </a:cubicBezTo>
                <a:cubicBezTo>
                  <a:pt x="291106" y="13986"/>
                  <a:pt x="324764" y="25468"/>
                  <a:pt x="297399" y="16346"/>
                </a:cubicBezTo>
                <a:cubicBezTo>
                  <a:pt x="293380" y="12327"/>
                  <a:pt x="290071" y="7441"/>
                  <a:pt x="285342" y="4288"/>
                </a:cubicBezTo>
                <a:cubicBezTo>
                  <a:pt x="271877" y="-4689"/>
                  <a:pt x="248574" y="3015"/>
                  <a:pt x="237115" y="4288"/>
                </a:cubicBezTo>
                <a:cubicBezTo>
                  <a:pt x="231756" y="2948"/>
                  <a:pt x="226563" y="269"/>
                  <a:pt x="221039" y="269"/>
                </a:cubicBezTo>
                <a:cubicBezTo>
                  <a:pt x="211830" y="269"/>
                  <a:pt x="204036" y="8263"/>
                  <a:pt x="196926" y="12326"/>
                </a:cubicBezTo>
                <a:cubicBezTo>
                  <a:pt x="191724" y="15299"/>
                  <a:pt x="186209" y="17685"/>
                  <a:pt x="180850" y="20365"/>
                </a:cubicBezTo>
                <a:cubicBezTo>
                  <a:pt x="179511" y="24384"/>
                  <a:pt x="179827" y="29426"/>
                  <a:pt x="176832" y="32422"/>
                </a:cubicBezTo>
                <a:cubicBezTo>
                  <a:pt x="173837" y="35418"/>
                  <a:pt x="168453" y="34339"/>
                  <a:pt x="164775" y="36441"/>
                </a:cubicBezTo>
                <a:cubicBezTo>
                  <a:pt x="148669" y="45644"/>
                  <a:pt x="149649" y="47072"/>
                  <a:pt x="140661" y="60555"/>
                </a:cubicBezTo>
                <a:cubicBezTo>
                  <a:pt x="139322" y="65914"/>
                  <a:pt x="138582" y="71459"/>
                  <a:pt x="136643" y="76631"/>
                </a:cubicBezTo>
                <a:cubicBezTo>
                  <a:pt x="120879" y="118672"/>
                  <a:pt x="134904" y="67510"/>
                  <a:pt x="124586" y="108784"/>
                </a:cubicBezTo>
                <a:cubicBezTo>
                  <a:pt x="127265" y="115482"/>
                  <a:pt x="130091" y="122124"/>
                  <a:pt x="132624" y="128879"/>
                </a:cubicBezTo>
                <a:cubicBezTo>
                  <a:pt x="134111" y="132846"/>
                  <a:pt x="132662" y="139488"/>
                  <a:pt x="136643" y="140936"/>
                </a:cubicBezTo>
                <a:cubicBezTo>
                  <a:pt x="149296" y="145537"/>
                  <a:pt x="163436" y="143615"/>
                  <a:pt x="176832" y="144955"/>
                </a:cubicBezTo>
                <a:cubicBezTo>
                  <a:pt x="182190" y="146295"/>
                  <a:pt x="187667" y="147227"/>
                  <a:pt x="192907" y="148974"/>
                </a:cubicBezTo>
                <a:cubicBezTo>
                  <a:pt x="199751" y="151255"/>
                  <a:pt x="206042" y="155114"/>
                  <a:pt x="213002" y="157012"/>
                </a:cubicBezTo>
                <a:cubicBezTo>
                  <a:pt x="220863" y="159156"/>
                  <a:pt x="229077" y="159691"/>
                  <a:pt x="237115" y="161031"/>
                </a:cubicBezTo>
                <a:cubicBezTo>
                  <a:pt x="241134" y="159691"/>
                  <a:pt x="244936" y="157012"/>
                  <a:pt x="249172" y="157012"/>
                </a:cubicBezTo>
                <a:cubicBezTo>
                  <a:pt x="259272" y="157012"/>
                  <a:pt x="265159" y="165006"/>
                  <a:pt x="273285" y="169069"/>
                </a:cubicBezTo>
                <a:cubicBezTo>
                  <a:pt x="291751" y="178302"/>
                  <a:pt x="291470" y="173506"/>
                  <a:pt x="305436" y="185145"/>
                </a:cubicBezTo>
                <a:cubicBezTo>
                  <a:pt x="309802" y="188784"/>
                  <a:pt x="312216" y="195092"/>
                  <a:pt x="317493" y="197203"/>
                </a:cubicBezTo>
                <a:cubicBezTo>
                  <a:pt x="326288" y="200721"/>
                  <a:pt x="336248" y="199882"/>
                  <a:pt x="345625" y="201222"/>
                </a:cubicBezTo>
                <a:cubicBezTo>
                  <a:pt x="349644" y="199882"/>
                  <a:pt x="353446" y="197203"/>
                  <a:pt x="357682" y="197203"/>
                </a:cubicBezTo>
                <a:cubicBezTo>
                  <a:pt x="361918" y="197203"/>
                  <a:pt x="365666" y="200058"/>
                  <a:pt x="369739" y="201222"/>
                </a:cubicBezTo>
                <a:cubicBezTo>
                  <a:pt x="405064" y="211315"/>
                  <a:pt x="368962" y="199624"/>
                  <a:pt x="397871" y="209260"/>
                </a:cubicBezTo>
                <a:cubicBezTo>
                  <a:pt x="401890" y="207920"/>
                  <a:pt x="405692" y="205241"/>
                  <a:pt x="409928" y="205241"/>
                </a:cubicBezTo>
                <a:cubicBezTo>
                  <a:pt x="463767" y="205241"/>
                  <a:pt x="429890" y="214663"/>
                  <a:pt x="458154" y="205241"/>
                </a:cubicBezTo>
                <a:cubicBezTo>
                  <a:pt x="490306" y="215958"/>
                  <a:pt x="450116" y="205241"/>
                  <a:pt x="482268" y="205241"/>
                </a:cubicBezTo>
                <a:cubicBezTo>
                  <a:pt x="486504" y="205241"/>
                  <a:pt x="490215" y="208232"/>
                  <a:pt x="494325" y="209260"/>
                </a:cubicBezTo>
                <a:cubicBezTo>
                  <a:pt x="500952" y="210917"/>
                  <a:pt x="507721" y="211939"/>
                  <a:pt x="514419" y="213279"/>
                </a:cubicBezTo>
                <a:cubicBezTo>
                  <a:pt x="517098" y="209260"/>
                  <a:pt x="518685" y="204239"/>
                  <a:pt x="522457" y="201222"/>
                </a:cubicBezTo>
                <a:cubicBezTo>
                  <a:pt x="525765" y="198576"/>
                  <a:pt x="530881" y="199383"/>
                  <a:pt x="534514" y="197203"/>
                </a:cubicBezTo>
                <a:cubicBezTo>
                  <a:pt x="537763" y="195253"/>
                  <a:pt x="539872" y="191844"/>
                  <a:pt x="542551" y="189164"/>
                </a:cubicBezTo>
                <a:cubicBezTo>
                  <a:pt x="550589" y="190504"/>
                  <a:pt x="558516" y="193184"/>
                  <a:pt x="566665" y="193184"/>
                </a:cubicBezTo>
                <a:cubicBezTo>
                  <a:pt x="570901" y="193184"/>
                  <a:pt x="574648" y="190328"/>
                  <a:pt x="578721" y="189164"/>
                </a:cubicBezTo>
                <a:cubicBezTo>
                  <a:pt x="614080" y="179060"/>
                  <a:pt x="577919" y="190771"/>
                  <a:pt x="606854" y="181126"/>
                </a:cubicBezTo>
                <a:cubicBezTo>
                  <a:pt x="610873" y="178447"/>
                  <a:pt x="614129" y="173771"/>
                  <a:pt x="618910" y="173088"/>
                </a:cubicBezTo>
                <a:cubicBezTo>
                  <a:pt x="624378" y="172307"/>
                  <a:pt x="629462" y="177107"/>
                  <a:pt x="634986" y="177107"/>
                </a:cubicBezTo>
                <a:cubicBezTo>
                  <a:pt x="639222" y="177107"/>
                  <a:pt x="643024" y="174428"/>
                  <a:pt x="647043" y="173088"/>
                </a:cubicBezTo>
                <a:cubicBezTo>
                  <a:pt x="689908" y="183805"/>
                  <a:pt x="636327" y="173088"/>
                  <a:pt x="679194" y="173088"/>
                </a:cubicBezTo>
                <a:cubicBezTo>
                  <a:pt x="684718" y="173088"/>
                  <a:pt x="689911" y="175767"/>
                  <a:pt x="695270" y="177107"/>
                </a:cubicBezTo>
                <a:cubicBezTo>
                  <a:pt x="700628" y="175767"/>
                  <a:pt x="706820" y="176255"/>
                  <a:pt x="711345" y="173088"/>
                </a:cubicBezTo>
                <a:cubicBezTo>
                  <a:pt x="720658" y="166569"/>
                  <a:pt x="735459" y="148974"/>
                  <a:pt x="735459" y="148974"/>
                </a:cubicBezTo>
                <a:lnTo>
                  <a:pt x="739477" y="136917"/>
                </a:lnTo>
                <a:cubicBezTo>
                  <a:pt x="736798" y="142276"/>
                  <a:pt x="735275" y="148390"/>
                  <a:pt x="731440" y="152993"/>
                </a:cubicBezTo>
                <a:cubicBezTo>
                  <a:pt x="724137" y="161758"/>
                  <a:pt x="713378" y="162532"/>
                  <a:pt x="703307" y="165050"/>
                </a:cubicBezTo>
                <a:cubicBezTo>
                  <a:pt x="675734" y="155858"/>
                  <a:pt x="691131" y="159258"/>
                  <a:pt x="639005" y="165050"/>
                </a:cubicBezTo>
                <a:cubicBezTo>
                  <a:pt x="633108" y="165705"/>
                  <a:pt x="614010" y="169510"/>
                  <a:pt x="606854" y="173088"/>
                </a:cubicBezTo>
                <a:cubicBezTo>
                  <a:pt x="602534" y="175248"/>
                  <a:pt x="598816" y="178447"/>
                  <a:pt x="594797" y="181126"/>
                </a:cubicBezTo>
                <a:cubicBezTo>
                  <a:pt x="586318" y="206565"/>
                  <a:pt x="598641" y="181227"/>
                  <a:pt x="570684" y="197203"/>
                </a:cubicBezTo>
                <a:cubicBezTo>
                  <a:pt x="566490" y="199600"/>
                  <a:pt x="565325" y="205241"/>
                  <a:pt x="562646" y="209260"/>
                </a:cubicBezTo>
                <a:cubicBezTo>
                  <a:pt x="561306" y="217298"/>
                  <a:pt x="561204" y="225643"/>
                  <a:pt x="558627" y="233374"/>
                </a:cubicBezTo>
                <a:cubicBezTo>
                  <a:pt x="555364" y="243164"/>
                  <a:pt x="542680" y="253405"/>
                  <a:pt x="534514" y="257488"/>
                </a:cubicBezTo>
                <a:cubicBezTo>
                  <a:pt x="529574" y="259958"/>
                  <a:pt x="523797" y="260167"/>
                  <a:pt x="518438" y="261507"/>
                </a:cubicBezTo>
                <a:cubicBezTo>
                  <a:pt x="514419" y="265526"/>
                  <a:pt x="511465" y="271022"/>
                  <a:pt x="506381" y="273564"/>
                </a:cubicBezTo>
                <a:cubicBezTo>
                  <a:pt x="500272" y="276619"/>
                  <a:pt x="493065" y="276737"/>
                  <a:pt x="486287" y="277584"/>
                </a:cubicBezTo>
                <a:cubicBezTo>
                  <a:pt x="471605" y="279420"/>
                  <a:pt x="456815" y="280263"/>
                  <a:pt x="442079" y="281603"/>
                </a:cubicBezTo>
                <a:cubicBezTo>
                  <a:pt x="438060" y="280263"/>
                  <a:pt x="434109" y="278699"/>
                  <a:pt x="430022" y="277584"/>
                </a:cubicBezTo>
                <a:cubicBezTo>
                  <a:pt x="419364" y="274677"/>
                  <a:pt x="397871" y="269545"/>
                  <a:pt x="397871" y="269545"/>
                </a:cubicBezTo>
                <a:cubicBezTo>
                  <a:pt x="388494" y="270885"/>
                  <a:pt x="379212" y="273564"/>
                  <a:pt x="369739" y="273564"/>
                </a:cubicBezTo>
                <a:cubicBezTo>
                  <a:pt x="365503" y="273564"/>
                  <a:pt x="361861" y="270241"/>
                  <a:pt x="357682" y="269545"/>
                </a:cubicBezTo>
                <a:cubicBezTo>
                  <a:pt x="345716" y="267551"/>
                  <a:pt x="333569" y="266866"/>
                  <a:pt x="321512" y="265526"/>
                </a:cubicBezTo>
                <a:cubicBezTo>
                  <a:pt x="317493" y="266866"/>
                  <a:pt x="313691" y="269545"/>
                  <a:pt x="309455" y="269545"/>
                </a:cubicBezTo>
                <a:cubicBezTo>
                  <a:pt x="299355" y="269545"/>
                  <a:pt x="293468" y="261551"/>
                  <a:pt x="285342" y="257488"/>
                </a:cubicBezTo>
                <a:cubicBezTo>
                  <a:pt x="281553" y="255593"/>
                  <a:pt x="277179" y="255138"/>
                  <a:pt x="273285" y="253469"/>
                </a:cubicBezTo>
                <a:cubicBezTo>
                  <a:pt x="267779" y="251109"/>
                  <a:pt x="262685" y="247864"/>
                  <a:pt x="257210" y="245431"/>
                </a:cubicBezTo>
                <a:cubicBezTo>
                  <a:pt x="242795" y="239024"/>
                  <a:pt x="238314" y="237793"/>
                  <a:pt x="225058" y="233374"/>
                </a:cubicBezTo>
                <a:cubicBezTo>
                  <a:pt x="217020" y="234714"/>
                  <a:pt x="209094" y="237393"/>
                  <a:pt x="200945" y="237393"/>
                </a:cubicBezTo>
                <a:cubicBezTo>
                  <a:pt x="196709" y="237393"/>
                  <a:pt x="193124" y="233374"/>
                  <a:pt x="188888" y="233374"/>
                </a:cubicBezTo>
                <a:cubicBezTo>
                  <a:pt x="180739" y="233374"/>
                  <a:pt x="172813" y="236053"/>
                  <a:pt x="164775" y="237393"/>
                </a:cubicBezTo>
                <a:cubicBezTo>
                  <a:pt x="160756" y="240072"/>
                  <a:pt x="157132" y="243469"/>
                  <a:pt x="152718" y="245431"/>
                </a:cubicBezTo>
                <a:cubicBezTo>
                  <a:pt x="144976" y="248872"/>
                  <a:pt x="128605" y="253469"/>
                  <a:pt x="128605" y="253469"/>
                </a:cubicBezTo>
                <a:cubicBezTo>
                  <a:pt x="120567" y="250790"/>
                  <a:pt x="112454" y="248327"/>
                  <a:pt x="104491" y="245431"/>
                </a:cubicBezTo>
                <a:cubicBezTo>
                  <a:pt x="88912" y="239766"/>
                  <a:pt x="86279" y="237357"/>
                  <a:pt x="72340" y="233374"/>
                </a:cubicBezTo>
                <a:cubicBezTo>
                  <a:pt x="67029" y="231857"/>
                  <a:pt x="61623" y="230695"/>
                  <a:pt x="56265" y="229355"/>
                </a:cubicBezTo>
                <a:cubicBezTo>
                  <a:pt x="15002" y="239671"/>
                  <a:pt x="63674" y="223180"/>
                  <a:pt x="32151" y="249450"/>
                </a:cubicBezTo>
                <a:cubicBezTo>
                  <a:pt x="27908" y="252986"/>
                  <a:pt x="21248" y="251530"/>
                  <a:pt x="16076" y="253469"/>
                </a:cubicBezTo>
                <a:cubicBezTo>
                  <a:pt x="10466" y="255573"/>
                  <a:pt x="5359" y="258828"/>
                  <a:pt x="0" y="261507"/>
                </a:cubicBezTo>
                <a:cubicBezTo>
                  <a:pt x="1340" y="290980"/>
                  <a:pt x="-1036" y="320859"/>
                  <a:pt x="4019" y="349926"/>
                </a:cubicBezTo>
                <a:cubicBezTo>
                  <a:pt x="4745" y="354100"/>
                  <a:pt x="12182" y="352276"/>
                  <a:pt x="16076" y="353945"/>
                </a:cubicBezTo>
                <a:cubicBezTo>
                  <a:pt x="21582" y="356305"/>
                  <a:pt x="26645" y="359623"/>
                  <a:pt x="32151" y="361983"/>
                </a:cubicBezTo>
                <a:cubicBezTo>
                  <a:pt x="40228" y="365445"/>
                  <a:pt x="52118" y="367981"/>
                  <a:pt x="60283" y="370022"/>
                </a:cubicBezTo>
                <a:cubicBezTo>
                  <a:pt x="92435" y="391457"/>
                  <a:pt x="53585" y="363324"/>
                  <a:pt x="80378" y="390117"/>
                </a:cubicBezTo>
                <a:cubicBezTo>
                  <a:pt x="89629" y="399368"/>
                  <a:pt x="96212" y="399099"/>
                  <a:pt x="108510" y="402174"/>
                </a:cubicBezTo>
                <a:cubicBezTo>
                  <a:pt x="119227" y="434326"/>
                  <a:pt x="103151" y="396815"/>
                  <a:pt x="124586" y="418250"/>
                </a:cubicBezTo>
                <a:cubicBezTo>
                  <a:pt x="145727" y="439391"/>
                  <a:pt x="104449" y="424268"/>
                  <a:pt x="144680" y="434326"/>
                </a:cubicBezTo>
                <a:cubicBezTo>
                  <a:pt x="147359" y="438345"/>
                  <a:pt x="149701" y="442611"/>
                  <a:pt x="152718" y="446383"/>
                </a:cubicBezTo>
                <a:cubicBezTo>
                  <a:pt x="155085" y="449342"/>
                  <a:pt x="158806" y="451173"/>
                  <a:pt x="160756" y="454422"/>
                </a:cubicBezTo>
                <a:cubicBezTo>
                  <a:pt x="162936" y="458055"/>
                  <a:pt x="161779" y="463483"/>
                  <a:pt x="164775" y="466479"/>
                </a:cubicBezTo>
                <a:cubicBezTo>
                  <a:pt x="167771" y="469475"/>
                  <a:pt x="172813" y="469158"/>
                  <a:pt x="176832" y="470498"/>
                </a:cubicBezTo>
                <a:cubicBezTo>
                  <a:pt x="196411" y="499871"/>
                  <a:pt x="170354" y="465100"/>
                  <a:pt x="200945" y="490593"/>
                </a:cubicBezTo>
                <a:cubicBezTo>
                  <a:pt x="225184" y="510792"/>
                  <a:pt x="192253" y="497073"/>
                  <a:pt x="221039" y="506669"/>
                </a:cubicBezTo>
                <a:cubicBezTo>
                  <a:pt x="223718" y="510688"/>
                  <a:pt x="225305" y="515709"/>
                  <a:pt x="229077" y="518726"/>
                </a:cubicBezTo>
                <a:cubicBezTo>
                  <a:pt x="232385" y="521372"/>
                  <a:pt x="238138" y="519749"/>
                  <a:pt x="241134" y="522745"/>
                </a:cubicBezTo>
                <a:cubicBezTo>
                  <a:pt x="244130" y="525741"/>
                  <a:pt x="242973" y="531169"/>
                  <a:pt x="245153" y="534802"/>
                </a:cubicBezTo>
                <a:cubicBezTo>
                  <a:pt x="247103" y="538051"/>
                  <a:pt x="250512" y="540161"/>
                  <a:pt x="253191" y="542841"/>
                </a:cubicBezTo>
                <a:cubicBezTo>
                  <a:pt x="255870" y="548200"/>
                  <a:pt x="258868" y="553410"/>
                  <a:pt x="261228" y="558917"/>
                </a:cubicBezTo>
                <a:cubicBezTo>
                  <a:pt x="272062" y="584199"/>
                  <a:pt x="264864" y="602994"/>
                  <a:pt x="269266" y="635279"/>
                </a:cubicBezTo>
                <a:cubicBezTo>
                  <a:pt x="273974" y="669803"/>
                  <a:pt x="275373" y="649021"/>
                  <a:pt x="285342" y="671450"/>
                </a:cubicBezTo>
                <a:cubicBezTo>
                  <a:pt x="288783" y="679193"/>
                  <a:pt x="285342" y="692884"/>
                  <a:pt x="293380" y="695564"/>
                </a:cubicBezTo>
                <a:cubicBezTo>
                  <a:pt x="297399" y="696904"/>
                  <a:pt x="301542" y="697914"/>
                  <a:pt x="305436" y="699583"/>
                </a:cubicBezTo>
                <a:cubicBezTo>
                  <a:pt x="310943" y="701943"/>
                  <a:pt x="315700" y="706168"/>
                  <a:pt x="321512" y="707621"/>
                </a:cubicBezTo>
                <a:cubicBezTo>
                  <a:pt x="331990" y="710241"/>
                  <a:pt x="342946" y="710300"/>
                  <a:pt x="353663" y="711640"/>
                </a:cubicBezTo>
                <a:cubicBezTo>
                  <a:pt x="367556" y="669961"/>
                  <a:pt x="353699" y="715186"/>
                  <a:pt x="361701" y="611164"/>
                </a:cubicBezTo>
                <a:cubicBezTo>
                  <a:pt x="362125" y="605657"/>
                  <a:pt x="362270" y="599401"/>
                  <a:pt x="365720" y="595088"/>
                </a:cubicBezTo>
                <a:cubicBezTo>
                  <a:pt x="368366" y="591780"/>
                  <a:pt x="373987" y="592963"/>
                  <a:pt x="377776" y="591069"/>
                </a:cubicBezTo>
                <a:cubicBezTo>
                  <a:pt x="382096" y="588909"/>
                  <a:pt x="385814" y="585710"/>
                  <a:pt x="389833" y="583031"/>
                </a:cubicBezTo>
                <a:cubicBezTo>
                  <a:pt x="391173" y="587050"/>
                  <a:pt x="393852" y="590852"/>
                  <a:pt x="393852" y="595088"/>
                </a:cubicBezTo>
                <a:cubicBezTo>
                  <a:pt x="393852" y="603408"/>
                  <a:pt x="385859" y="613106"/>
                  <a:pt x="381795" y="619202"/>
                </a:cubicBezTo>
                <a:cubicBezTo>
                  <a:pt x="383590" y="633561"/>
                  <a:pt x="381085" y="652469"/>
                  <a:pt x="393852" y="663412"/>
                </a:cubicBezTo>
                <a:cubicBezTo>
                  <a:pt x="399783" y="668496"/>
                  <a:pt x="406836" y="672237"/>
                  <a:pt x="413947" y="675469"/>
                </a:cubicBezTo>
                <a:cubicBezTo>
                  <a:pt x="421660" y="678975"/>
                  <a:pt x="438060" y="683507"/>
                  <a:pt x="438060" y="683507"/>
                </a:cubicBezTo>
                <a:cubicBezTo>
                  <a:pt x="443419" y="682167"/>
                  <a:pt x="449452" y="676560"/>
                  <a:pt x="454136" y="679488"/>
                </a:cubicBezTo>
                <a:cubicBezTo>
                  <a:pt x="462328" y="684608"/>
                  <a:pt x="466623" y="694633"/>
                  <a:pt x="470211" y="703602"/>
                </a:cubicBezTo>
                <a:cubicBezTo>
                  <a:pt x="472890" y="710301"/>
                  <a:pt x="472820" y="718947"/>
                  <a:pt x="478249" y="723698"/>
                </a:cubicBezTo>
                <a:cubicBezTo>
                  <a:pt x="484625" y="729277"/>
                  <a:pt x="502362" y="731736"/>
                  <a:pt x="502362" y="731736"/>
                </a:cubicBezTo>
                <a:cubicBezTo>
                  <a:pt x="503702" y="735755"/>
                  <a:pt x="502934" y="741331"/>
                  <a:pt x="506381" y="743793"/>
                </a:cubicBezTo>
                <a:cubicBezTo>
                  <a:pt x="513276" y="748718"/>
                  <a:pt x="530495" y="751831"/>
                  <a:pt x="530495" y="751831"/>
                </a:cubicBezTo>
                <a:cubicBezTo>
                  <a:pt x="534514" y="750491"/>
                  <a:pt x="538315" y="747812"/>
                  <a:pt x="542551" y="747812"/>
                </a:cubicBezTo>
                <a:cubicBezTo>
                  <a:pt x="546787" y="747812"/>
                  <a:pt x="550429" y="752527"/>
                  <a:pt x="554608" y="751831"/>
                </a:cubicBezTo>
                <a:cubicBezTo>
                  <a:pt x="559373" y="751037"/>
                  <a:pt x="562646" y="746472"/>
                  <a:pt x="566665" y="743793"/>
                </a:cubicBezTo>
                <a:cubicBezTo>
                  <a:pt x="596968" y="753895"/>
                  <a:pt x="559616" y="744968"/>
                  <a:pt x="590778" y="739774"/>
                </a:cubicBezTo>
                <a:cubicBezTo>
                  <a:pt x="594957" y="739078"/>
                  <a:pt x="598816" y="742453"/>
                  <a:pt x="602835" y="743793"/>
                </a:cubicBezTo>
                <a:cubicBezTo>
                  <a:pt x="606854" y="741114"/>
                  <a:pt x="610082" y="736192"/>
                  <a:pt x="614892" y="735755"/>
                </a:cubicBezTo>
                <a:cubicBezTo>
                  <a:pt x="643728" y="733133"/>
                  <a:pt x="644580" y="737927"/>
                  <a:pt x="663118" y="751831"/>
                </a:cubicBezTo>
                <a:cubicBezTo>
                  <a:pt x="665181" y="758020"/>
                  <a:pt x="668759" y="772279"/>
                  <a:pt x="675175" y="775945"/>
                </a:cubicBezTo>
                <a:cubicBezTo>
                  <a:pt x="681106" y="779334"/>
                  <a:pt x="688602" y="778482"/>
                  <a:pt x="695270" y="779964"/>
                </a:cubicBezTo>
                <a:cubicBezTo>
                  <a:pt x="700662" y="781162"/>
                  <a:pt x="705987" y="782643"/>
                  <a:pt x="711345" y="783983"/>
                </a:cubicBezTo>
                <a:cubicBezTo>
                  <a:pt x="716704" y="782643"/>
                  <a:pt x="721897" y="779964"/>
                  <a:pt x="727421" y="779964"/>
                </a:cubicBezTo>
                <a:cubicBezTo>
                  <a:pt x="762746" y="779964"/>
                  <a:pt x="726644" y="789600"/>
                  <a:pt x="755553" y="779964"/>
                </a:cubicBezTo>
                <a:cubicBezTo>
                  <a:pt x="760912" y="782643"/>
                  <a:pt x="766122" y="785642"/>
                  <a:pt x="771629" y="788002"/>
                </a:cubicBezTo>
                <a:cubicBezTo>
                  <a:pt x="775523" y="789671"/>
                  <a:pt x="780053" y="789841"/>
                  <a:pt x="783685" y="792021"/>
                </a:cubicBezTo>
                <a:cubicBezTo>
                  <a:pt x="786934" y="793971"/>
                  <a:pt x="789044" y="797380"/>
                  <a:pt x="791723" y="800060"/>
                </a:cubicBezTo>
                <a:cubicBezTo>
                  <a:pt x="823876" y="789340"/>
                  <a:pt x="783685" y="800060"/>
                  <a:pt x="815836" y="800060"/>
                </a:cubicBezTo>
                <a:cubicBezTo>
                  <a:pt x="820073" y="800060"/>
                  <a:pt x="823874" y="797380"/>
                  <a:pt x="827893" y="796040"/>
                </a:cubicBezTo>
                <a:cubicBezTo>
                  <a:pt x="838610" y="797380"/>
                  <a:pt x="849244" y="800060"/>
                  <a:pt x="860044" y="800060"/>
                </a:cubicBezTo>
                <a:cubicBezTo>
                  <a:pt x="865568" y="800060"/>
                  <a:pt x="870948" y="797980"/>
                  <a:pt x="876120" y="796040"/>
                </a:cubicBezTo>
                <a:cubicBezTo>
                  <a:pt x="891111" y="790418"/>
                  <a:pt x="902893" y="780464"/>
                  <a:pt x="916309" y="771926"/>
                </a:cubicBezTo>
                <a:cubicBezTo>
                  <a:pt x="922899" y="767732"/>
                  <a:pt x="928993" y="762339"/>
                  <a:pt x="936403" y="759869"/>
                </a:cubicBezTo>
                <a:cubicBezTo>
                  <a:pt x="974554" y="747152"/>
                  <a:pt x="952079" y="752598"/>
                  <a:pt x="1004725" y="747812"/>
                </a:cubicBezTo>
                <a:cubicBezTo>
                  <a:pt x="1008744" y="749152"/>
                  <a:pt x="1012762" y="753171"/>
                  <a:pt x="1016781" y="751831"/>
                </a:cubicBezTo>
                <a:cubicBezTo>
                  <a:pt x="1025946" y="748776"/>
                  <a:pt x="1032255" y="740076"/>
                  <a:pt x="1040895" y="735755"/>
                </a:cubicBezTo>
                <a:cubicBezTo>
                  <a:pt x="1060759" y="725822"/>
                  <a:pt x="1051287" y="729611"/>
                  <a:pt x="1069027" y="723698"/>
                </a:cubicBezTo>
                <a:cubicBezTo>
                  <a:pt x="1083156" y="704858"/>
                  <a:pt x="1082774" y="708897"/>
                  <a:pt x="1089122" y="683507"/>
                </a:cubicBezTo>
                <a:cubicBezTo>
                  <a:pt x="1090462" y="678148"/>
                  <a:pt x="1092058" y="672847"/>
                  <a:pt x="1093141" y="667431"/>
                </a:cubicBezTo>
                <a:cubicBezTo>
                  <a:pt x="1094739" y="659440"/>
                  <a:pt x="1093850" y="650764"/>
                  <a:pt x="1097159" y="643317"/>
                </a:cubicBezTo>
                <a:cubicBezTo>
                  <a:pt x="1099467" y="638123"/>
                  <a:pt x="1105197" y="635279"/>
                  <a:pt x="1109216" y="631260"/>
                </a:cubicBezTo>
                <a:cubicBezTo>
                  <a:pt x="1105625" y="563021"/>
                  <a:pt x="1120285" y="571398"/>
                  <a:pt x="1093141" y="538822"/>
                </a:cubicBezTo>
                <a:cubicBezTo>
                  <a:pt x="1090715" y="535911"/>
                  <a:pt x="1087782" y="533463"/>
                  <a:pt x="1085103" y="530783"/>
                </a:cubicBezTo>
                <a:cubicBezTo>
                  <a:pt x="1083763" y="526764"/>
                  <a:pt x="1081084" y="522962"/>
                  <a:pt x="1081084" y="518726"/>
                </a:cubicBezTo>
                <a:cubicBezTo>
                  <a:pt x="1081084" y="508001"/>
                  <a:pt x="1086578" y="498469"/>
                  <a:pt x="1093141" y="490593"/>
                </a:cubicBezTo>
                <a:cubicBezTo>
                  <a:pt x="1096779" y="486227"/>
                  <a:pt x="1101178" y="482555"/>
                  <a:pt x="1105197" y="478536"/>
                </a:cubicBezTo>
                <a:cubicBezTo>
                  <a:pt x="1102560" y="471943"/>
                  <a:pt x="1096343" y="452401"/>
                  <a:pt x="1089122" y="446383"/>
                </a:cubicBezTo>
                <a:cubicBezTo>
                  <a:pt x="1084520" y="442547"/>
                  <a:pt x="1078248" y="441317"/>
                  <a:pt x="1073046" y="438345"/>
                </a:cubicBezTo>
                <a:cubicBezTo>
                  <a:pt x="1068852" y="435949"/>
                  <a:pt x="1065008" y="432986"/>
                  <a:pt x="1060989" y="430307"/>
                </a:cubicBezTo>
                <a:cubicBezTo>
                  <a:pt x="1052994" y="418313"/>
                  <a:pt x="1046162" y="410354"/>
                  <a:pt x="1044914" y="394136"/>
                </a:cubicBezTo>
                <a:cubicBezTo>
                  <a:pt x="1044187" y="384691"/>
                  <a:pt x="1047238" y="375323"/>
                  <a:pt x="1048933" y="366003"/>
                </a:cubicBezTo>
                <a:cubicBezTo>
                  <a:pt x="1049921" y="360568"/>
                  <a:pt x="1049888" y="354522"/>
                  <a:pt x="1052952" y="349926"/>
                </a:cubicBezTo>
                <a:cubicBezTo>
                  <a:pt x="1055631" y="345907"/>
                  <a:pt x="1060594" y="343850"/>
                  <a:pt x="1065008" y="341888"/>
                </a:cubicBezTo>
                <a:cubicBezTo>
                  <a:pt x="1072751" y="338447"/>
                  <a:pt x="1089122" y="333850"/>
                  <a:pt x="1089122" y="333850"/>
                </a:cubicBezTo>
                <a:cubicBezTo>
                  <a:pt x="1097260" y="336175"/>
                  <a:pt x="1121342" y="339965"/>
                  <a:pt x="1129311" y="349926"/>
                </a:cubicBezTo>
                <a:cubicBezTo>
                  <a:pt x="1151501" y="377663"/>
                  <a:pt x="1110829" y="346980"/>
                  <a:pt x="1145386" y="370022"/>
                </a:cubicBezTo>
                <a:cubicBezTo>
                  <a:pt x="1148065" y="374041"/>
                  <a:pt x="1151264" y="377759"/>
                  <a:pt x="1153424" y="382079"/>
                </a:cubicBezTo>
                <a:cubicBezTo>
                  <a:pt x="1161156" y="397543"/>
                  <a:pt x="1160435" y="427050"/>
                  <a:pt x="1161462" y="438345"/>
                </a:cubicBezTo>
                <a:cubicBezTo>
                  <a:pt x="1160122" y="442364"/>
                  <a:pt x="1160438" y="447406"/>
                  <a:pt x="1157443" y="450402"/>
                </a:cubicBezTo>
                <a:cubicBezTo>
                  <a:pt x="1149404" y="458442"/>
                  <a:pt x="1141369" y="453083"/>
                  <a:pt x="1133330" y="450402"/>
                </a:cubicBezTo>
                <a:cubicBezTo>
                  <a:pt x="1129311" y="451742"/>
                  <a:pt x="1125427" y="455253"/>
                  <a:pt x="1121273" y="454422"/>
                </a:cubicBezTo>
                <a:cubicBezTo>
                  <a:pt x="1117557" y="453679"/>
                  <a:pt x="1116388" y="448485"/>
                  <a:pt x="1113235" y="446383"/>
                </a:cubicBezTo>
                <a:cubicBezTo>
                  <a:pt x="1108250" y="443060"/>
                  <a:pt x="1102361" y="441318"/>
                  <a:pt x="1097159" y="438345"/>
                </a:cubicBezTo>
                <a:cubicBezTo>
                  <a:pt x="1092965" y="435949"/>
                  <a:pt x="1089122" y="432986"/>
                  <a:pt x="1085103" y="430307"/>
                </a:cubicBezTo>
                <a:cubicBezTo>
                  <a:pt x="1082424" y="426288"/>
                  <a:pt x="1080776" y="421342"/>
                  <a:pt x="1077065" y="418250"/>
                </a:cubicBezTo>
                <a:cubicBezTo>
                  <a:pt x="1064521" y="407797"/>
                  <a:pt x="1061496" y="412475"/>
                  <a:pt x="1048933" y="406193"/>
                </a:cubicBezTo>
                <a:cubicBezTo>
                  <a:pt x="1044613" y="404033"/>
                  <a:pt x="1041290" y="400117"/>
                  <a:pt x="1036876" y="398155"/>
                </a:cubicBezTo>
                <a:cubicBezTo>
                  <a:pt x="1029134" y="394714"/>
                  <a:pt x="1020341" y="393906"/>
                  <a:pt x="1012763" y="390117"/>
                </a:cubicBezTo>
                <a:lnTo>
                  <a:pt x="996687" y="382079"/>
                </a:lnTo>
                <a:cubicBezTo>
                  <a:pt x="994008" y="378060"/>
                  <a:pt x="990809" y="374342"/>
                  <a:pt x="988649" y="370022"/>
                </a:cubicBezTo>
                <a:cubicBezTo>
                  <a:pt x="986754" y="366233"/>
                  <a:pt x="987626" y="360960"/>
                  <a:pt x="984630" y="357964"/>
                </a:cubicBezTo>
                <a:cubicBezTo>
                  <a:pt x="981635" y="354968"/>
                  <a:pt x="976593" y="355285"/>
                  <a:pt x="972574" y="353945"/>
                </a:cubicBezTo>
                <a:cubicBezTo>
                  <a:pt x="968555" y="349926"/>
                  <a:pt x="965064" y="345298"/>
                  <a:pt x="960517" y="341888"/>
                </a:cubicBezTo>
                <a:cubicBezTo>
                  <a:pt x="945332" y="330499"/>
                  <a:pt x="943200" y="330757"/>
                  <a:pt x="928366" y="325812"/>
                </a:cubicBezTo>
                <a:cubicBezTo>
                  <a:pt x="905330" y="291258"/>
                  <a:pt x="936003" y="331922"/>
                  <a:pt x="908271" y="309736"/>
                </a:cubicBezTo>
                <a:cubicBezTo>
                  <a:pt x="883039" y="289551"/>
                  <a:pt x="921076" y="302890"/>
                  <a:pt x="884158" y="293660"/>
                </a:cubicBezTo>
                <a:cubicBezTo>
                  <a:pt x="833902" y="306224"/>
                  <a:pt x="896385" y="293660"/>
                  <a:pt x="856025" y="293660"/>
                </a:cubicBezTo>
                <a:cubicBezTo>
                  <a:pt x="849194" y="293660"/>
                  <a:pt x="842629" y="296339"/>
                  <a:pt x="835931" y="297679"/>
                </a:cubicBezTo>
                <a:cubicBezTo>
                  <a:pt x="799226" y="273209"/>
                  <a:pt x="855429" y="306573"/>
                  <a:pt x="803780" y="293660"/>
                </a:cubicBezTo>
                <a:cubicBezTo>
                  <a:pt x="798266" y="292281"/>
                  <a:pt x="796452" y="284756"/>
                  <a:pt x="791723" y="281603"/>
                </a:cubicBezTo>
                <a:cubicBezTo>
                  <a:pt x="788198" y="279253"/>
                  <a:pt x="783685" y="278924"/>
                  <a:pt x="779666" y="277584"/>
                </a:cubicBezTo>
                <a:cubicBezTo>
                  <a:pt x="776987" y="274904"/>
                  <a:pt x="774782" y="271647"/>
                  <a:pt x="771629" y="269545"/>
                </a:cubicBezTo>
                <a:cubicBezTo>
                  <a:pt x="757369" y="260037"/>
                  <a:pt x="752392" y="260875"/>
                  <a:pt x="735459" y="257488"/>
                </a:cubicBezTo>
                <a:cubicBezTo>
                  <a:pt x="731440" y="254809"/>
                  <a:pt x="727984" y="250977"/>
                  <a:pt x="723402" y="249450"/>
                </a:cubicBezTo>
                <a:cubicBezTo>
                  <a:pt x="701654" y="242201"/>
                  <a:pt x="693743" y="246223"/>
                  <a:pt x="671156" y="249450"/>
                </a:cubicBezTo>
                <a:cubicBezTo>
                  <a:pt x="643595" y="240263"/>
                  <a:pt x="677803" y="249450"/>
                  <a:pt x="639005" y="249450"/>
                </a:cubicBezTo>
                <a:cubicBezTo>
                  <a:pt x="633481" y="249450"/>
                  <a:pt x="628288" y="246771"/>
                  <a:pt x="622929" y="245431"/>
                </a:cubicBezTo>
                <a:cubicBezTo>
                  <a:pt x="610872" y="246771"/>
                  <a:pt x="598890" y="249450"/>
                  <a:pt x="586759" y="249450"/>
                </a:cubicBezTo>
                <a:cubicBezTo>
                  <a:pt x="582523" y="249450"/>
                  <a:pt x="578939" y="245431"/>
                  <a:pt x="574703" y="245431"/>
                </a:cubicBezTo>
                <a:cubicBezTo>
                  <a:pt x="570467" y="245431"/>
                  <a:pt x="566782" y="248531"/>
                  <a:pt x="562646" y="249450"/>
                </a:cubicBezTo>
                <a:cubicBezTo>
                  <a:pt x="554691" y="251218"/>
                  <a:pt x="546570" y="252129"/>
                  <a:pt x="538532" y="253469"/>
                </a:cubicBezTo>
                <a:cubicBezTo>
                  <a:pt x="533174" y="252129"/>
                  <a:pt x="527252" y="252190"/>
                  <a:pt x="522457" y="249450"/>
                </a:cubicBezTo>
                <a:cubicBezTo>
                  <a:pt x="517522" y="246630"/>
                  <a:pt x="515865" y="238954"/>
                  <a:pt x="510400" y="237393"/>
                </a:cubicBezTo>
                <a:cubicBezTo>
                  <a:pt x="505089" y="235876"/>
                  <a:pt x="499683" y="240072"/>
                  <a:pt x="494325" y="241412"/>
                </a:cubicBezTo>
                <a:cubicBezTo>
                  <a:pt x="490306" y="238733"/>
                  <a:pt x="486588" y="235534"/>
                  <a:pt x="482268" y="233374"/>
                </a:cubicBezTo>
                <a:cubicBezTo>
                  <a:pt x="475845" y="230162"/>
                  <a:pt x="460144" y="227053"/>
                  <a:pt x="454136" y="225336"/>
                </a:cubicBezTo>
                <a:cubicBezTo>
                  <a:pt x="438587" y="220893"/>
                  <a:pt x="447018" y="221317"/>
                  <a:pt x="438060" y="221317"/>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85" name="Google Shape;1085;p16"/>
          <p:cNvSpPr/>
          <p:nvPr/>
        </p:nvSpPr>
        <p:spPr>
          <a:xfrm>
            <a:off x="4102986" y="4095408"/>
            <a:ext cx="550899" cy="434057"/>
          </a:xfrm>
          <a:custGeom>
            <a:avLst/>
            <a:gdLst/>
            <a:ahLst/>
            <a:cxnLst/>
            <a:rect l="l" t="t" r="r" b="b"/>
            <a:pathLst>
              <a:path w="550899" h="434057" extrusionOk="0">
                <a:moveTo>
                  <a:pt x="185179" y="32152"/>
                </a:moveTo>
                <a:cubicBezTo>
                  <a:pt x="173122" y="33492"/>
                  <a:pt x="161140" y="36172"/>
                  <a:pt x="149009" y="36172"/>
                </a:cubicBezTo>
                <a:cubicBezTo>
                  <a:pt x="144772" y="36172"/>
                  <a:pt x="141189" y="32152"/>
                  <a:pt x="136952" y="32152"/>
                </a:cubicBezTo>
                <a:cubicBezTo>
                  <a:pt x="121798" y="32152"/>
                  <a:pt x="118514" y="39639"/>
                  <a:pt x="104801" y="44210"/>
                </a:cubicBezTo>
                <a:cubicBezTo>
                  <a:pt x="98321" y="46370"/>
                  <a:pt x="91334" y="46572"/>
                  <a:pt x="84707" y="48229"/>
                </a:cubicBezTo>
                <a:cubicBezTo>
                  <a:pt x="80597" y="49257"/>
                  <a:pt x="76760" y="51220"/>
                  <a:pt x="72650" y="52248"/>
                </a:cubicBezTo>
                <a:cubicBezTo>
                  <a:pt x="66023" y="53905"/>
                  <a:pt x="59224" y="54785"/>
                  <a:pt x="52556" y="56267"/>
                </a:cubicBezTo>
                <a:cubicBezTo>
                  <a:pt x="47164" y="57465"/>
                  <a:pt x="41839" y="58946"/>
                  <a:pt x="36480" y="60286"/>
                </a:cubicBezTo>
                <a:cubicBezTo>
                  <a:pt x="35140" y="65645"/>
                  <a:pt x="32901" y="70856"/>
                  <a:pt x="32461" y="76362"/>
                </a:cubicBezTo>
                <a:cubicBezTo>
                  <a:pt x="29553" y="112710"/>
                  <a:pt x="48079" y="151689"/>
                  <a:pt x="16385" y="172819"/>
                </a:cubicBezTo>
                <a:cubicBezTo>
                  <a:pt x="12860" y="175169"/>
                  <a:pt x="8348" y="175498"/>
                  <a:pt x="4329" y="176838"/>
                </a:cubicBezTo>
                <a:cubicBezTo>
                  <a:pt x="846" y="187286"/>
                  <a:pt x="-5023" y="195420"/>
                  <a:pt x="8348" y="204971"/>
                </a:cubicBezTo>
                <a:cubicBezTo>
                  <a:pt x="13906" y="208942"/>
                  <a:pt x="21815" y="207334"/>
                  <a:pt x="28442" y="208991"/>
                </a:cubicBezTo>
                <a:cubicBezTo>
                  <a:pt x="32552" y="210019"/>
                  <a:pt x="36605" y="211341"/>
                  <a:pt x="40499" y="213010"/>
                </a:cubicBezTo>
                <a:cubicBezTo>
                  <a:pt x="46005" y="215370"/>
                  <a:pt x="51012" y="218823"/>
                  <a:pt x="56574" y="221048"/>
                </a:cubicBezTo>
                <a:cubicBezTo>
                  <a:pt x="95269" y="236527"/>
                  <a:pt x="67121" y="221885"/>
                  <a:pt x="112839" y="237124"/>
                </a:cubicBezTo>
                <a:cubicBezTo>
                  <a:pt x="116858" y="238464"/>
                  <a:pt x="120823" y="239979"/>
                  <a:pt x="124896" y="241143"/>
                </a:cubicBezTo>
                <a:cubicBezTo>
                  <a:pt x="129630" y="242495"/>
                  <a:pt x="147583" y="246249"/>
                  <a:pt x="153028" y="249181"/>
                </a:cubicBezTo>
                <a:cubicBezTo>
                  <a:pt x="166133" y="256238"/>
                  <a:pt x="199255" y="278779"/>
                  <a:pt x="217330" y="285352"/>
                </a:cubicBezTo>
                <a:cubicBezTo>
                  <a:pt x="223750" y="287686"/>
                  <a:pt x="230727" y="288031"/>
                  <a:pt x="237425" y="289371"/>
                </a:cubicBezTo>
                <a:cubicBezTo>
                  <a:pt x="263841" y="315790"/>
                  <a:pt x="214172" y="268512"/>
                  <a:pt x="269576" y="305448"/>
                </a:cubicBezTo>
                <a:cubicBezTo>
                  <a:pt x="288413" y="318006"/>
                  <a:pt x="276868" y="312692"/>
                  <a:pt x="305746" y="317505"/>
                </a:cubicBezTo>
                <a:cubicBezTo>
                  <a:pt x="316463" y="322864"/>
                  <a:pt x="326273" y="330675"/>
                  <a:pt x="337897" y="333581"/>
                </a:cubicBezTo>
                <a:cubicBezTo>
                  <a:pt x="343256" y="334921"/>
                  <a:pt x="348801" y="335661"/>
                  <a:pt x="353973" y="337600"/>
                </a:cubicBezTo>
                <a:cubicBezTo>
                  <a:pt x="382161" y="348171"/>
                  <a:pt x="358782" y="342014"/>
                  <a:pt x="382105" y="353676"/>
                </a:cubicBezTo>
                <a:cubicBezTo>
                  <a:pt x="385894" y="355571"/>
                  <a:pt x="390143" y="356355"/>
                  <a:pt x="394162" y="357695"/>
                </a:cubicBezTo>
                <a:cubicBezTo>
                  <a:pt x="396841" y="361714"/>
                  <a:pt x="399019" y="366117"/>
                  <a:pt x="402200" y="369752"/>
                </a:cubicBezTo>
                <a:cubicBezTo>
                  <a:pt x="408438" y="376881"/>
                  <a:pt x="422294" y="389848"/>
                  <a:pt x="422294" y="389848"/>
                </a:cubicBezTo>
                <a:cubicBezTo>
                  <a:pt x="424750" y="397216"/>
                  <a:pt x="429685" y="419071"/>
                  <a:pt x="438370" y="426019"/>
                </a:cubicBezTo>
                <a:cubicBezTo>
                  <a:pt x="440990" y="428115"/>
                  <a:pt x="465452" y="433794"/>
                  <a:pt x="466502" y="434057"/>
                </a:cubicBezTo>
                <a:cubicBezTo>
                  <a:pt x="470521" y="432717"/>
                  <a:pt x="474770" y="431933"/>
                  <a:pt x="478559" y="430038"/>
                </a:cubicBezTo>
                <a:cubicBezTo>
                  <a:pt x="509725" y="414455"/>
                  <a:pt x="472366" y="428084"/>
                  <a:pt x="502672" y="417981"/>
                </a:cubicBezTo>
                <a:cubicBezTo>
                  <a:pt x="504012" y="411283"/>
                  <a:pt x="502497" y="403278"/>
                  <a:pt x="506691" y="397886"/>
                </a:cubicBezTo>
                <a:cubicBezTo>
                  <a:pt x="512622" y="390260"/>
                  <a:pt x="530805" y="381809"/>
                  <a:pt x="530805" y="381809"/>
                </a:cubicBezTo>
                <a:cubicBezTo>
                  <a:pt x="528126" y="375111"/>
                  <a:pt x="525300" y="368469"/>
                  <a:pt x="522767" y="361714"/>
                </a:cubicBezTo>
                <a:cubicBezTo>
                  <a:pt x="521280" y="357747"/>
                  <a:pt x="518466" y="353884"/>
                  <a:pt x="518748" y="349657"/>
                </a:cubicBezTo>
                <a:cubicBezTo>
                  <a:pt x="520931" y="316905"/>
                  <a:pt x="523336" y="311781"/>
                  <a:pt x="530805" y="289371"/>
                </a:cubicBezTo>
                <a:cubicBezTo>
                  <a:pt x="532144" y="275974"/>
                  <a:pt x="531796" y="262300"/>
                  <a:pt x="534823" y="249181"/>
                </a:cubicBezTo>
                <a:cubicBezTo>
                  <a:pt x="535909" y="244474"/>
                  <a:pt x="540899" y="241538"/>
                  <a:pt x="542861" y="237124"/>
                </a:cubicBezTo>
                <a:cubicBezTo>
                  <a:pt x="546302" y="229381"/>
                  <a:pt x="550899" y="213010"/>
                  <a:pt x="550899" y="213010"/>
                </a:cubicBezTo>
                <a:cubicBezTo>
                  <a:pt x="549559" y="196934"/>
                  <a:pt x="549012" y="180772"/>
                  <a:pt x="546880" y="164781"/>
                </a:cubicBezTo>
                <a:cubicBezTo>
                  <a:pt x="545664" y="155659"/>
                  <a:pt x="538113" y="144324"/>
                  <a:pt x="534823" y="136648"/>
                </a:cubicBezTo>
                <a:cubicBezTo>
                  <a:pt x="533154" y="132754"/>
                  <a:pt x="533406" y="127935"/>
                  <a:pt x="530805" y="124591"/>
                </a:cubicBezTo>
                <a:cubicBezTo>
                  <a:pt x="523826" y="115618"/>
                  <a:pt x="516439" y="106325"/>
                  <a:pt x="506691" y="100476"/>
                </a:cubicBezTo>
                <a:cubicBezTo>
                  <a:pt x="482455" y="85934"/>
                  <a:pt x="493096" y="92752"/>
                  <a:pt x="474540" y="80381"/>
                </a:cubicBezTo>
                <a:cubicBezTo>
                  <a:pt x="457125" y="81721"/>
                  <a:pt x="439761" y="84400"/>
                  <a:pt x="422294" y="84400"/>
                </a:cubicBezTo>
                <a:cubicBezTo>
                  <a:pt x="390143" y="84400"/>
                  <a:pt x="430334" y="73682"/>
                  <a:pt x="398181" y="84400"/>
                </a:cubicBezTo>
                <a:cubicBezTo>
                  <a:pt x="395502" y="80381"/>
                  <a:pt x="392303" y="76663"/>
                  <a:pt x="390143" y="72343"/>
                </a:cubicBezTo>
                <a:cubicBezTo>
                  <a:pt x="383605" y="59267"/>
                  <a:pt x="389604" y="59748"/>
                  <a:pt x="378086" y="48229"/>
                </a:cubicBezTo>
                <a:cubicBezTo>
                  <a:pt x="374671" y="44814"/>
                  <a:pt x="369801" y="43208"/>
                  <a:pt x="366030" y="40191"/>
                </a:cubicBezTo>
                <a:cubicBezTo>
                  <a:pt x="363071" y="37824"/>
                  <a:pt x="360671" y="34832"/>
                  <a:pt x="357992" y="32152"/>
                </a:cubicBezTo>
                <a:cubicBezTo>
                  <a:pt x="339237" y="33492"/>
                  <a:pt x="320530" y="36172"/>
                  <a:pt x="301727" y="36172"/>
                </a:cubicBezTo>
                <a:cubicBezTo>
                  <a:pt x="269576" y="36172"/>
                  <a:pt x="309767" y="25452"/>
                  <a:pt x="277614" y="36172"/>
                </a:cubicBezTo>
                <a:cubicBezTo>
                  <a:pt x="273595" y="34832"/>
                  <a:pt x="269794" y="32152"/>
                  <a:pt x="265557" y="32152"/>
                </a:cubicBezTo>
                <a:cubicBezTo>
                  <a:pt x="257408" y="32152"/>
                  <a:pt x="249399" y="37940"/>
                  <a:pt x="241444" y="36172"/>
                </a:cubicBezTo>
                <a:cubicBezTo>
                  <a:pt x="235895" y="34939"/>
                  <a:pt x="233753" y="27753"/>
                  <a:pt x="229387" y="24114"/>
                </a:cubicBezTo>
                <a:cubicBezTo>
                  <a:pt x="225676" y="21022"/>
                  <a:pt x="221744" y="18038"/>
                  <a:pt x="217330" y="16076"/>
                </a:cubicBezTo>
                <a:cubicBezTo>
                  <a:pt x="198224" y="7584"/>
                  <a:pt x="189324" y="7389"/>
                  <a:pt x="169104" y="4019"/>
                </a:cubicBezTo>
                <a:cubicBezTo>
                  <a:pt x="95037" y="18832"/>
                  <a:pt x="186385" y="4019"/>
                  <a:pt x="136952" y="4019"/>
                </a:cubicBezTo>
                <a:cubicBezTo>
                  <a:pt x="118150" y="4019"/>
                  <a:pt x="99443" y="6698"/>
                  <a:pt x="80688" y="8038"/>
                </a:cubicBezTo>
                <a:cubicBezTo>
                  <a:pt x="51779" y="-1598"/>
                  <a:pt x="87881" y="8038"/>
                  <a:pt x="52556" y="8038"/>
                </a:cubicBezTo>
                <a:cubicBezTo>
                  <a:pt x="48320" y="8038"/>
                  <a:pt x="44667" y="4777"/>
                  <a:pt x="40499" y="4019"/>
                </a:cubicBezTo>
                <a:cubicBezTo>
                  <a:pt x="17481" y="-166"/>
                  <a:pt x="17851" y="0"/>
                  <a:pt x="4329"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cxnSp>
        <p:nvCxnSpPr>
          <p:cNvPr id="1086" name="Google Shape;1086;p16"/>
          <p:cNvCxnSpPr>
            <a:endCxn id="1067" idx="6"/>
          </p:cNvCxnSpPr>
          <p:nvPr/>
        </p:nvCxnSpPr>
        <p:spPr>
          <a:xfrm flipH="1">
            <a:off x="4523100" y="685800"/>
            <a:ext cx="353700" cy="965100"/>
          </a:xfrm>
          <a:prstGeom prst="straightConnector1">
            <a:avLst/>
          </a:prstGeom>
          <a:solidFill>
            <a:schemeClr val="accent1"/>
          </a:solidFill>
          <a:ln w="9525" cap="flat" cmpd="sng">
            <a:solidFill>
              <a:schemeClr val="dk1"/>
            </a:solidFill>
            <a:prstDash val="solid"/>
            <a:round/>
            <a:headEnd type="none" w="sm" len="sm"/>
            <a:tailEnd type="stealth" w="med" len="med"/>
          </a:ln>
        </p:spPr>
      </p:cxnSp>
      <p:sp>
        <p:nvSpPr>
          <p:cNvPr id="1087" name="Google Shape;1087;p16"/>
          <p:cNvSpPr txBox="1"/>
          <p:nvPr/>
        </p:nvSpPr>
        <p:spPr>
          <a:xfrm>
            <a:off x="4648200" y="457200"/>
            <a:ext cx="492443"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Times"/>
                <a:ea typeface="Times"/>
                <a:cs typeface="Times"/>
                <a:sym typeface="Times"/>
              </a:rPr>
              <a:t>DLF</a:t>
            </a:r>
            <a:endParaRPr sz="1400" b="0" i="0" u="none" strike="noStrike" cap="none">
              <a:solidFill>
                <a:srgbClr val="000000"/>
              </a:solidFill>
              <a:latin typeface="Arial"/>
              <a:ea typeface="Arial"/>
              <a:cs typeface="Arial"/>
              <a:sym typeface="Arial"/>
            </a:endParaRPr>
          </a:p>
        </p:txBody>
      </p:sp>
      <p:cxnSp>
        <p:nvCxnSpPr>
          <p:cNvPr id="1088" name="Google Shape;1088;p16"/>
          <p:cNvCxnSpPr>
            <a:endCxn id="1068" idx="1"/>
          </p:cNvCxnSpPr>
          <p:nvPr/>
        </p:nvCxnSpPr>
        <p:spPr>
          <a:xfrm flipH="1">
            <a:off x="4591500" y="609600"/>
            <a:ext cx="666300" cy="11880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089" name="Google Shape;1089;p16"/>
          <p:cNvCxnSpPr>
            <a:stCxn id="1090" idx="2"/>
            <a:endCxn id="1077" idx="17"/>
          </p:cNvCxnSpPr>
          <p:nvPr/>
        </p:nvCxnSpPr>
        <p:spPr>
          <a:xfrm flipH="1">
            <a:off x="4565506" y="581799"/>
            <a:ext cx="1440600" cy="16407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091" name="Google Shape;1091;p16"/>
          <p:cNvCxnSpPr>
            <a:endCxn id="1076" idx="27"/>
          </p:cNvCxnSpPr>
          <p:nvPr/>
        </p:nvCxnSpPr>
        <p:spPr>
          <a:xfrm flipH="1">
            <a:off x="4800600" y="838200"/>
            <a:ext cx="1295400" cy="13716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092" name="Google Shape;1092;p16"/>
          <p:cNvCxnSpPr>
            <a:endCxn id="1079" idx="11"/>
          </p:cNvCxnSpPr>
          <p:nvPr/>
        </p:nvCxnSpPr>
        <p:spPr>
          <a:xfrm flipH="1">
            <a:off x="4629300" y="1143000"/>
            <a:ext cx="1847700" cy="14064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093" name="Google Shape;1093;p16"/>
          <p:cNvCxnSpPr>
            <a:endCxn id="1074" idx="55"/>
          </p:cNvCxnSpPr>
          <p:nvPr/>
        </p:nvCxnSpPr>
        <p:spPr>
          <a:xfrm flipH="1">
            <a:off x="4505400" y="1524000"/>
            <a:ext cx="2352600" cy="11622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094" name="Google Shape;1094;p16"/>
          <p:cNvCxnSpPr>
            <a:endCxn id="1078" idx="20"/>
          </p:cNvCxnSpPr>
          <p:nvPr/>
        </p:nvCxnSpPr>
        <p:spPr>
          <a:xfrm flipH="1">
            <a:off x="4292700" y="228600"/>
            <a:ext cx="431700" cy="18543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095" name="Google Shape;1095;p16"/>
          <p:cNvCxnSpPr>
            <a:endCxn id="1075" idx="39"/>
          </p:cNvCxnSpPr>
          <p:nvPr/>
        </p:nvCxnSpPr>
        <p:spPr>
          <a:xfrm>
            <a:off x="1600200" y="2286000"/>
            <a:ext cx="2308200" cy="1872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096" name="Google Shape;1096;p16"/>
          <p:cNvCxnSpPr>
            <a:endCxn id="1069" idx="8"/>
          </p:cNvCxnSpPr>
          <p:nvPr/>
        </p:nvCxnSpPr>
        <p:spPr>
          <a:xfrm flipH="1">
            <a:off x="4093200" y="609600"/>
            <a:ext cx="97800" cy="8655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097" name="Google Shape;1097;p16"/>
          <p:cNvCxnSpPr>
            <a:endCxn id="1072" idx="21"/>
          </p:cNvCxnSpPr>
          <p:nvPr/>
        </p:nvCxnSpPr>
        <p:spPr>
          <a:xfrm>
            <a:off x="3200400" y="609600"/>
            <a:ext cx="615900" cy="13050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098" name="Google Shape;1098;p16"/>
          <p:cNvCxnSpPr>
            <a:endCxn id="1070" idx="2"/>
          </p:cNvCxnSpPr>
          <p:nvPr/>
        </p:nvCxnSpPr>
        <p:spPr>
          <a:xfrm>
            <a:off x="3657600" y="381000"/>
            <a:ext cx="289200" cy="12504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099" name="Google Shape;1099;p16"/>
          <p:cNvCxnSpPr>
            <a:endCxn id="1071" idx="40"/>
          </p:cNvCxnSpPr>
          <p:nvPr/>
        </p:nvCxnSpPr>
        <p:spPr>
          <a:xfrm>
            <a:off x="2667000" y="1066800"/>
            <a:ext cx="781500" cy="3009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00" name="Google Shape;1100;p16"/>
          <p:cNvCxnSpPr>
            <a:endCxn id="1080" idx="18"/>
          </p:cNvCxnSpPr>
          <p:nvPr/>
        </p:nvCxnSpPr>
        <p:spPr>
          <a:xfrm>
            <a:off x="1981200" y="1447800"/>
            <a:ext cx="1127100" cy="2160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01" name="Google Shape;1101;p16"/>
          <p:cNvCxnSpPr>
            <a:endCxn id="1073" idx="22"/>
          </p:cNvCxnSpPr>
          <p:nvPr/>
        </p:nvCxnSpPr>
        <p:spPr>
          <a:xfrm>
            <a:off x="1828800" y="1981200"/>
            <a:ext cx="1089000" cy="2349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02" name="Google Shape;1102;p16"/>
          <p:cNvCxnSpPr>
            <a:endCxn id="1081" idx="20"/>
          </p:cNvCxnSpPr>
          <p:nvPr/>
        </p:nvCxnSpPr>
        <p:spPr>
          <a:xfrm>
            <a:off x="914400" y="2438400"/>
            <a:ext cx="795300" cy="4143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03" name="Google Shape;1103;p16"/>
          <p:cNvCxnSpPr>
            <a:endCxn id="1082" idx="60"/>
          </p:cNvCxnSpPr>
          <p:nvPr/>
        </p:nvCxnSpPr>
        <p:spPr>
          <a:xfrm flipH="1">
            <a:off x="4200900" y="2133600"/>
            <a:ext cx="3266700" cy="9927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04" name="Google Shape;1104;p16"/>
          <p:cNvCxnSpPr>
            <a:endCxn id="1083" idx="53"/>
          </p:cNvCxnSpPr>
          <p:nvPr/>
        </p:nvCxnSpPr>
        <p:spPr>
          <a:xfrm flipH="1">
            <a:off x="4211700" y="2438400"/>
            <a:ext cx="3865500" cy="13959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05" name="Google Shape;1105;p16"/>
          <p:cNvCxnSpPr>
            <a:stCxn id="1106" idx="0"/>
            <a:endCxn id="1084" idx="29"/>
          </p:cNvCxnSpPr>
          <p:nvPr/>
        </p:nvCxnSpPr>
        <p:spPr>
          <a:xfrm rot="10800000" flipH="1">
            <a:off x="1766013" y="4155600"/>
            <a:ext cx="1312500" cy="15594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07" name="Google Shape;1107;p16"/>
          <p:cNvCxnSpPr>
            <a:stCxn id="1106" idx="0"/>
            <a:endCxn id="1084" idx="122"/>
          </p:cNvCxnSpPr>
          <p:nvPr/>
        </p:nvCxnSpPr>
        <p:spPr>
          <a:xfrm rot="10800000" flipH="1">
            <a:off x="1766014" y="4621800"/>
            <a:ext cx="1545600" cy="10932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08" name="Google Shape;1108;p16"/>
          <p:cNvCxnSpPr>
            <a:endCxn id="1085" idx="40"/>
          </p:cNvCxnSpPr>
          <p:nvPr/>
        </p:nvCxnSpPr>
        <p:spPr>
          <a:xfrm flipH="1">
            <a:off x="4650000" y="3124200"/>
            <a:ext cx="3808200" cy="1136100"/>
          </a:xfrm>
          <a:prstGeom prst="straightConnector1">
            <a:avLst/>
          </a:prstGeom>
          <a:solidFill>
            <a:schemeClr val="accent1"/>
          </a:solidFill>
          <a:ln w="9525" cap="flat" cmpd="sng">
            <a:solidFill>
              <a:schemeClr val="dk1"/>
            </a:solidFill>
            <a:prstDash val="solid"/>
            <a:round/>
            <a:headEnd type="none" w="sm" len="sm"/>
            <a:tailEnd type="stealth" w="med" len="med"/>
          </a:ln>
        </p:spPr>
      </p:cxnSp>
      <p:sp>
        <p:nvSpPr>
          <p:cNvPr id="1109" name="Google Shape;1109;p16"/>
          <p:cNvSpPr txBox="1"/>
          <p:nvPr/>
        </p:nvSpPr>
        <p:spPr>
          <a:xfrm>
            <a:off x="4502050" y="-48399"/>
            <a:ext cx="603350"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Times"/>
                <a:ea typeface="Times"/>
                <a:cs typeface="Times"/>
                <a:sym typeface="Times"/>
              </a:rPr>
              <a:t>PRetF</a:t>
            </a:r>
            <a:endParaRPr sz="1200" b="1" i="0" u="none" strike="noStrike" cap="none">
              <a:solidFill>
                <a:schemeClr val="dk1"/>
              </a:solidFill>
              <a:latin typeface="Times"/>
              <a:ea typeface="Times"/>
              <a:cs typeface="Times"/>
              <a:sym typeface="Times"/>
            </a:endParaRPr>
          </a:p>
        </p:txBody>
      </p:sp>
      <p:sp>
        <p:nvSpPr>
          <p:cNvPr id="1110" name="Google Shape;1110;p16"/>
          <p:cNvSpPr txBox="1"/>
          <p:nvPr/>
        </p:nvSpPr>
        <p:spPr>
          <a:xfrm>
            <a:off x="3962400" y="304800"/>
            <a:ext cx="617702"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Times"/>
                <a:ea typeface="Times"/>
                <a:cs typeface="Times"/>
                <a:sym typeface="Times"/>
              </a:rPr>
              <a:t>MesTr</a:t>
            </a:r>
            <a:endParaRPr sz="1200" b="1" i="0" u="none" strike="noStrike" cap="none">
              <a:solidFill>
                <a:schemeClr val="dk1"/>
              </a:solidFill>
              <a:latin typeface="Times"/>
              <a:ea typeface="Times"/>
              <a:cs typeface="Times"/>
              <a:sym typeface="Times"/>
            </a:endParaRPr>
          </a:p>
        </p:txBody>
      </p:sp>
      <p:sp>
        <p:nvSpPr>
          <p:cNvPr id="1111" name="Google Shape;1111;p16"/>
          <p:cNvSpPr txBox="1"/>
          <p:nvPr/>
        </p:nvSpPr>
        <p:spPr>
          <a:xfrm>
            <a:off x="8382000" y="2895600"/>
            <a:ext cx="646331"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Times"/>
                <a:ea typeface="Times"/>
                <a:cs typeface="Times"/>
                <a:sym typeface="Times"/>
              </a:rPr>
              <a:t>PonNu</a:t>
            </a:r>
            <a:endParaRPr sz="1200" b="1" i="0" u="none" strike="noStrike" cap="none">
              <a:solidFill>
                <a:schemeClr val="dk1"/>
              </a:solidFill>
              <a:latin typeface="Times"/>
              <a:ea typeface="Times"/>
              <a:cs typeface="Times"/>
              <a:sym typeface="Times"/>
            </a:endParaRPr>
          </a:p>
        </p:txBody>
      </p:sp>
      <p:sp>
        <p:nvSpPr>
          <p:cNvPr id="1112" name="Google Shape;1112;p16"/>
          <p:cNvSpPr txBox="1"/>
          <p:nvPr/>
        </p:nvSpPr>
        <p:spPr>
          <a:xfrm>
            <a:off x="8001000" y="2209800"/>
            <a:ext cx="663463"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FF0000"/>
                </a:solidFill>
                <a:latin typeface="Times"/>
                <a:ea typeface="Times"/>
                <a:cs typeface="Times"/>
                <a:sym typeface="Times"/>
              </a:rPr>
              <a:t>CoNuF</a:t>
            </a:r>
            <a:endParaRPr sz="1200" b="1" i="0" u="none" strike="noStrike" cap="none">
              <a:solidFill>
                <a:srgbClr val="FF0000"/>
              </a:solidFill>
              <a:latin typeface="Times"/>
              <a:ea typeface="Times"/>
              <a:cs typeface="Times"/>
              <a:sym typeface="Times"/>
            </a:endParaRPr>
          </a:p>
        </p:txBody>
      </p:sp>
      <p:sp>
        <p:nvSpPr>
          <p:cNvPr id="1113" name="Google Shape;1113;p16"/>
          <p:cNvSpPr txBox="1"/>
          <p:nvPr/>
        </p:nvSpPr>
        <p:spPr>
          <a:xfrm>
            <a:off x="7391400" y="1905000"/>
            <a:ext cx="1633781"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Times"/>
                <a:ea typeface="Times"/>
                <a:cs typeface="Times"/>
                <a:sym typeface="Times"/>
              </a:rPr>
              <a:t>Pontocerebellar fibers</a:t>
            </a:r>
            <a:endParaRPr sz="1400" b="0" i="0" u="none" strike="noStrike" cap="none">
              <a:solidFill>
                <a:srgbClr val="000000"/>
              </a:solidFill>
              <a:latin typeface="Arial"/>
              <a:ea typeface="Arial"/>
              <a:cs typeface="Arial"/>
              <a:sym typeface="Arial"/>
            </a:endParaRPr>
          </a:p>
        </p:txBody>
      </p:sp>
      <p:sp>
        <p:nvSpPr>
          <p:cNvPr id="1114" name="Google Shape;1114;p16"/>
          <p:cNvSpPr txBox="1"/>
          <p:nvPr/>
        </p:nvSpPr>
        <p:spPr>
          <a:xfrm>
            <a:off x="6781800" y="1295400"/>
            <a:ext cx="432555"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Times"/>
                <a:ea typeface="Times"/>
                <a:cs typeface="Times"/>
                <a:sym typeface="Times"/>
              </a:rPr>
              <a:t>ML</a:t>
            </a:r>
            <a:endParaRPr sz="1400" b="0" i="0" u="none" strike="noStrike" cap="none">
              <a:solidFill>
                <a:srgbClr val="000000"/>
              </a:solidFill>
              <a:latin typeface="Arial"/>
              <a:ea typeface="Arial"/>
              <a:cs typeface="Arial"/>
              <a:sym typeface="Arial"/>
            </a:endParaRPr>
          </a:p>
        </p:txBody>
      </p:sp>
      <p:sp>
        <p:nvSpPr>
          <p:cNvPr id="1115" name="Google Shape;1115;p16"/>
          <p:cNvSpPr txBox="1"/>
          <p:nvPr/>
        </p:nvSpPr>
        <p:spPr>
          <a:xfrm>
            <a:off x="6400800" y="914400"/>
            <a:ext cx="556563"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Times"/>
                <a:ea typeface="Times"/>
                <a:cs typeface="Times"/>
                <a:sym typeface="Times"/>
              </a:rPr>
              <a:t>RuSp</a:t>
            </a:r>
            <a:endParaRPr sz="1200" b="1" i="0" u="none" strike="noStrike" cap="none">
              <a:solidFill>
                <a:schemeClr val="dk1"/>
              </a:solidFill>
              <a:latin typeface="Times"/>
              <a:ea typeface="Times"/>
              <a:cs typeface="Times"/>
              <a:sym typeface="Times"/>
            </a:endParaRPr>
          </a:p>
        </p:txBody>
      </p:sp>
      <p:sp>
        <p:nvSpPr>
          <p:cNvPr id="1116" name="Google Shape;1116;p16"/>
          <p:cNvSpPr txBox="1"/>
          <p:nvPr/>
        </p:nvSpPr>
        <p:spPr>
          <a:xfrm>
            <a:off x="6019800" y="609600"/>
            <a:ext cx="560821"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Times"/>
                <a:ea typeface="Times"/>
                <a:cs typeface="Times"/>
                <a:sym typeface="Times"/>
              </a:rPr>
              <a:t>RaNa</a:t>
            </a:r>
            <a:endParaRPr sz="1200" b="1" i="0" u="none" strike="noStrike" cap="none">
              <a:solidFill>
                <a:schemeClr val="dk1"/>
              </a:solidFill>
              <a:latin typeface="Times"/>
              <a:ea typeface="Times"/>
              <a:cs typeface="Times"/>
              <a:sym typeface="Times"/>
            </a:endParaRPr>
          </a:p>
        </p:txBody>
      </p:sp>
      <p:sp>
        <p:nvSpPr>
          <p:cNvPr id="1090" name="Google Shape;1090;p16"/>
          <p:cNvSpPr txBox="1"/>
          <p:nvPr/>
        </p:nvSpPr>
        <p:spPr>
          <a:xfrm>
            <a:off x="5715000" y="304800"/>
            <a:ext cx="582211"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Times"/>
                <a:ea typeface="Times"/>
                <a:cs typeface="Times"/>
                <a:sym typeface="Times"/>
              </a:rPr>
              <a:t>TecSp</a:t>
            </a:r>
            <a:endParaRPr sz="1200" b="1" i="0" u="none" strike="noStrike" cap="none">
              <a:solidFill>
                <a:schemeClr val="dk1"/>
              </a:solidFill>
              <a:latin typeface="Times"/>
              <a:ea typeface="Times"/>
              <a:cs typeface="Times"/>
              <a:sym typeface="Times"/>
            </a:endParaRPr>
          </a:p>
        </p:txBody>
      </p:sp>
      <p:sp>
        <p:nvSpPr>
          <p:cNvPr id="1117" name="Google Shape;1117;p16"/>
          <p:cNvSpPr txBox="1"/>
          <p:nvPr/>
        </p:nvSpPr>
        <p:spPr>
          <a:xfrm>
            <a:off x="5105400" y="381000"/>
            <a:ext cx="526556"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Times"/>
                <a:ea typeface="Times"/>
                <a:cs typeface="Times"/>
                <a:sym typeface="Times"/>
              </a:rPr>
              <a:t>MLF</a:t>
            </a:r>
            <a:endParaRPr sz="1400" b="0" i="0" u="none" strike="noStrike" cap="none">
              <a:solidFill>
                <a:srgbClr val="000000"/>
              </a:solidFill>
              <a:latin typeface="Arial"/>
              <a:ea typeface="Arial"/>
              <a:cs typeface="Arial"/>
              <a:sym typeface="Arial"/>
            </a:endParaRPr>
          </a:p>
        </p:txBody>
      </p:sp>
      <p:sp>
        <p:nvSpPr>
          <p:cNvPr id="1118" name="Google Shape;1118;p16"/>
          <p:cNvSpPr txBox="1"/>
          <p:nvPr/>
        </p:nvSpPr>
        <p:spPr>
          <a:xfrm>
            <a:off x="3200400" y="76200"/>
            <a:ext cx="1287532"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Times"/>
                <a:ea typeface="Times"/>
                <a:cs typeface="Times"/>
                <a:sym typeface="Times"/>
              </a:rPr>
              <a:t>Locus Coeruleus</a:t>
            </a:r>
            <a:endParaRPr sz="1200" b="1" i="0" u="none" strike="noStrike" cap="none">
              <a:solidFill>
                <a:schemeClr val="dk1"/>
              </a:solidFill>
              <a:latin typeface="Times"/>
              <a:ea typeface="Times"/>
              <a:cs typeface="Times"/>
              <a:sym typeface="Times"/>
            </a:endParaRPr>
          </a:p>
        </p:txBody>
      </p:sp>
      <p:sp>
        <p:nvSpPr>
          <p:cNvPr id="1119" name="Google Shape;1119;p16"/>
          <p:cNvSpPr txBox="1"/>
          <p:nvPr/>
        </p:nvSpPr>
        <p:spPr>
          <a:xfrm>
            <a:off x="2923733" y="332601"/>
            <a:ext cx="505267"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Times"/>
                <a:ea typeface="Times"/>
                <a:cs typeface="Times"/>
                <a:sym typeface="Times"/>
              </a:rPr>
              <a:t>CTT</a:t>
            </a:r>
            <a:endParaRPr sz="1400" b="0" i="0" u="none" strike="noStrike" cap="none">
              <a:solidFill>
                <a:srgbClr val="000000"/>
              </a:solidFill>
              <a:latin typeface="Arial"/>
              <a:ea typeface="Arial"/>
              <a:cs typeface="Arial"/>
              <a:sym typeface="Arial"/>
            </a:endParaRPr>
          </a:p>
        </p:txBody>
      </p:sp>
      <p:sp>
        <p:nvSpPr>
          <p:cNvPr id="1120" name="Google Shape;1120;p16"/>
          <p:cNvSpPr txBox="1"/>
          <p:nvPr/>
        </p:nvSpPr>
        <p:spPr>
          <a:xfrm>
            <a:off x="0" y="2009001"/>
            <a:ext cx="2318889"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Times"/>
                <a:ea typeface="Times"/>
                <a:cs typeface="Times"/>
                <a:sym typeface="Times"/>
              </a:rPr>
              <a:t>Ventral Trigeminothalamic tract</a:t>
            </a:r>
            <a:endParaRPr sz="1400" b="0" i="0" u="none" strike="noStrike" cap="none">
              <a:solidFill>
                <a:srgbClr val="000000"/>
              </a:solidFill>
              <a:latin typeface="Arial"/>
              <a:ea typeface="Arial"/>
              <a:cs typeface="Arial"/>
              <a:sym typeface="Arial"/>
            </a:endParaRPr>
          </a:p>
        </p:txBody>
      </p:sp>
      <p:sp>
        <p:nvSpPr>
          <p:cNvPr id="1121" name="Google Shape;1121;p16"/>
          <p:cNvSpPr txBox="1"/>
          <p:nvPr/>
        </p:nvSpPr>
        <p:spPr>
          <a:xfrm>
            <a:off x="2362200" y="838200"/>
            <a:ext cx="475386"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Times"/>
                <a:ea typeface="Times"/>
                <a:cs typeface="Times"/>
                <a:sym typeface="Times"/>
              </a:rPr>
              <a:t>SCP</a:t>
            </a:r>
            <a:endParaRPr sz="1400" b="0" i="0" u="none" strike="noStrike" cap="none">
              <a:solidFill>
                <a:srgbClr val="000000"/>
              </a:solidFill>
              <a:latin typeface="Arial"/>
              <a:ea typeface="Arial"/>
              <a:cs typeface="Arial"/>
              <a:sym typeface="Arial"/>
            </a:endParaRPr>
          </a:p>
        </p:txBody>
      </p:sp>
      <p:sp>
        <p:nvSpPr>
          <p:cNvPr id="1122" name="Google Shape;1122;p16"/>
          <p:cNvSpPr txBox="1"/>
          <p:nvPr/>
        </p:nvSpPr>
        <p:spPr>
          <a:xfrm>
            <a:off x="1143000" y="1170801"/>
            <a:ext cx="1415772"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Times"/>
                <a:ea typeface="Times"/>
                <a:cs typeface="Times"/>
                <a:sym typeface="Times"/>
              </a:rPr>
              <a:t>Lateral Lemniscus</a:t>
            </a:r>
            <a:endParaRPr sz="1200" b="1" i="0" u="none" strike="noStrike" cap="none">
              <a:solidFill>
                <a:schemeClr val="dk1"/>
              </a:solidFill>
              <a:latin typeface="Times"/>
              <a:ea typeface="Times"/>
              <a:cs typeface="Times"/>
              <a:sym typeface="Times"/>
            </a:endParaRPr>
          </a:p>
        </p:txBody>
      </p:sp>
      <p:sp>
        <p:nvSpPr>
          <p:cNvPr id="1123" name="Google Shape;1123;p16"/>
          <p:cNvSpPr txBox="1"/>
          <p:nvPr/>
        </p:nvSpPr>
        <p:spPr>
          <a:xfrm>
            <a:off x="1447800" y="1676400"/>
            <a:ext cx="484027"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Times"/>
                <a:ea typeface="Times"/>
                <a:cs typeface="Times"/>
                <a:sym typeface="Times"/>
              </a:rPr>
              <a:t>ALS</a:t>
            </a:r>
            <a:endParaRPr sz="1400" b="0" i="0" u="none" strike="noStrike" cap="none">
              <a:solidFill>
                <a:srgbClr val="000000"/>
              </a:solidFill>
              <a:latin typeface="Arial"/>
              <a:ea typeface="Arial"/>
              <a:cs typeface="Arial"/>
              <a:sym typeface="Arial"/>
            </a:endParaRPr>
          </a:p>
        </p:txBody>
      </p:sp>
      <p:sp>
        <p:nvSpPr>
          <p:cNvPr id="1124" name="Google Shape;1124;p16"/>
          <p:cNvSpPr txBox="1"/>
          <p:nvPr/>
        </p:nvSpPr>
        <p:spPr>
          <a:xfrm>
            <a:off x="533400" y="2209800"/>
            <a:ext cx="535047"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Times"/>
                <a:ea typeface="Times"/>
                <a:cs typeface="Times"/>
                <a:sym typeface="Times"/>
              </a:rPr>
              <a:t>MCP</a:t>
            </a:r>
            <a:endParaRPr sz="1400" b="0" i="0" u="none" strike="noStrike" cap="none">
              <a:solidFill>
                <a:srgbClr val="000000"/>
              </a:solidFill>
              <a:latin typeface="Arial"/>
              <a:ea typeface="Arial"/>
              <a:cs typeface="Arial"/>
              <a:sym typeface="Arial"/>
            </a:endParaRPr>
          </a:p>
        </p:txBody>
      </p:sp>
      <p:sp>
        <p:nvSpPr>
          <p:cNvPr id="1106" name="Google Shape;1106;p16"/>
          <p:cNvSpPr txBox="1"/>
          <p:nvPr/>
        </p:nvSpPr>
        <p:spPr>
          <a:xfrm>
            <a:off x="1524000" y="5715000"/>
            <a:ext cx="484027"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Times"/>
                <a:ea typeface="Times"/>
                <a:cs typeface="Times"/>
                <a:sym typeface="Times"/>
              </a:rPr>
              <a:t>CST</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8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8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8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7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8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9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7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9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07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09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11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09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11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07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09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120"/>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10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12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08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100"/>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122"/>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071"/>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121"/>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070"/>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1118"/>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069"/>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096"/>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1110"/>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078"/>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1094"/>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109"/>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1102"/>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1124"/>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1082"/>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1103"/>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1103"/>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1113"/>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1104"/>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1112"/>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1107"/>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1084"/>
                                        </p:tgtEl>
                                        <p:attrNameLst>
                                          <p:attrName>style.visibility</p:attrName>
                                        </p:attrNameLst>
                                      </p:cBhvr>
                                      <p:to>
                                        <p:strVal val="visible"/>
                                      </p:to>
                                    </p:set>
                                  </p:childTnLst>
                                </p:cTn>
                              </p:par>
                              <p:par>
                                <p:cTn id="183" presetID="1" presetClass="entr" presetSubtype="0" fill="hold" nodeType="withEffect">
                                  <p:stCondLst>
                                    <p:cond delay="0"/>
                                  </p:stCondLst>
                                  <p:childTnLst>
                                    <p:set>
                                      <p:cBhvr>
                                        <p:cTn id="184" dur="1" fill="hold">
                                          <p:stCondLst>
                                            <p:cond delay="0"/>
                                          </p:stCondLst>
                                        </p:cTn>
                                        <p:tgtEl>
                                          <p:spTgt spid="1105"/>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nodeType="clickEffect">
                                  <p:stCondLst>
                                    <p:cond delay="0"/>
                                  </p:stCondLst>
                                  <p:childTnLst>
                                    <p:set>
                                      <p:cBhvr>
                                        <p:cTn id="188" dur="1" fill="hold">
                                          <p:stCondLst>
                                            <p:cond delay="0"/>
                                          </p:stCondLst>
                                        </p:cTn>
                                        <p:tgtEl>
                                          <p:spTgt spid="1106"/>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nodeType="clickEffect">
                                  <p:stCondLst>
                                    <p:cond delay="0"/>
                                  </p:stCondLst>
                                  <p:childTnLst>
                                    <p:set>
                                      <p:cBhvr>
                                        <p:cTn id="192" dur="1" fill="hold">
                                          <p:stCondLst>
                                            <p:cond delay="0"/>
                                          </p:stCondLst>
                                        </p:cTn>
                                        <p:tgtEl>
                                          <p:spTgt spid="1085"/>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nodeType="clickEffect">
                                  <p:stCondLst>
                                    <p:cond delay="0"/>
                                  </p:stCondLst>
                                  <p:childTnLst>
                                    <p:set>
                                      <p:cBhvr>
                                        <p:cTn id="196" dur="1" fill="hold">
                                          <p:stCondLst>
                                            <p:cond delay="0"/>
                                          </p:stCondLst>
                                        </p:cTn>
                                        <p:tgtEl>
                                          <p:spTgt spid="1108"/>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nodeType="clickEffect">
                                  <p:stCondLst>
                                    <p:cond delay="0"/>
                                  </p:stCondLst>
                                  <p:childTnLst>
                                    <p:set>
                                      <p:cBhvr>
                                        <p:cTn id="200" dur="1" fill="hold">
                                          <p:stCondLst>
                                            <p:cond delay="0"/>
                                          </p:stCondLst>
                                        </p:cTn>
                                        <p:tgtEl>
                                          <p:spTgt spid="1111"/>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nodeType="clickEffect">
                                  <p:stCondLst>
                                    <p:cond delay="0"/>
                                  </p:stCondLst>
                                  <p:childTnLst>
                                    <p:set>
                                      <p:cBhvr>
                                        <p:cTn id="204" dur="1" fill="hold">
                                          <p:stCondLst>
                                            <p:cond delay="0"/>
                                          </p:stCondLst>
                                        </p:cTn>
                                        <p:tgtEl>
                                          <p:spTgt spid="1072"/>
                                        </p:tgtEl>
                                        <p:attrNameLst>
                                          <p:attrName>style.visibility</p:attrName>
                                        </p:attrNameLst>
                                      </p:cBhvr>
                                      <p:to>
                                        <p:strVal val="visible"/>
                                      </p:to>
                                    </p:set>
                                  </p:childTnLst>
                                </p:cTn>
                              </p:par>
                            </p:childTnLst>
                          </p:cTn>
                        </p:par>
                      </p:childTnLst>
                    </p:cTn>
                  </p:par>
                  <p:par>
                    <p:cTn id="205" fill="hold">
                      <p:stCondLst>
                        <p:cond delay="indefinite"/>
                      </p:stCondLst>
                      <p:childTnLst>
                        <p:par>
                          <p:cTn id="206" fill="hold">
                            <p:stCondLst>
                              <p:cond delay="0"/>
                            </p:stCondLst>
                            <p:childTnLst>
                              <p:par>
                                <p:cTn id="207" presetID="1" presetClass="entr" presetSubtype="0" fill="hold" nodeType="clickEffect">
                                  <p:stCondLst>
                                    <p:cond delay="0"/>
                                  </p:stCondLst>
                                  <p:childTnLst>
                                    <p:set>
                                      <p:cBhvr>
                                        <p:cTn id="208" dur="1" fill="hold">
                                          <p:stCondLst>
                                            <p:cond delay="0"/>
                                          </p:stCondLst>
                                        </p:cTn>
                                        <p:tgtEl>
                                          <p:spTgt spid="1097"/>
                                        </p:tgtEl>
                                        <p:attrNameLst>
                                          <p:attrName>style.visibility</p:attrName>
                                        </p:attrNameLst>
                                      </p:cBhvr>
                                      <p:to>
                                        <p:strVal val="visible"/>
                                      </p:to>
                                    </p:set>
                                  </p:childTnLst>
                                </p:cTn>
                              </p:par>
                            </p:childTnLst>
                          </p:cTn>
                        </p:par>
                      </p:childTnLst>
                    </p:cTn>
                  </p:par>
                  <p:par>
                    <p:cTn id="209" fill="hold">
                      <p:stCondLst>
                        <p:cond delay="indefinite"/>
                      </p:stCondLst>
                      <p:childTnLst>
                        <p:par>
                          <p:cTn id="210" fill="hold">
                            <p:stCondLst>
                              <p:cond delay="0"/>
                            </p:stCondLst>
                            <p:childTnLst>
                              <p:par>
                                <p:cTn id="211" presetID="1" presetClass="entr" presetSubtype="0" fill="hold" nodeType="clickEffect">
                                  <p:stCondLst>
                                    <p:cond delay="0"/>
                                  </p:stCondLst>
                                  <p:childTnLst>
                                    <p:set>
                                      <p:cBhvr>
                                        <p:cTn id="212" dur="1" fill="hold">
                                          <p:stCondLst>
                                            <p:cond delay="0"/>
                                          </p:stCondLst>
                                        </p:cTn>
                                        <p:tgtEl>
                                          <p:spTgt spid="11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28"/>
        <p:cNvGrpSpPr/>
        <p:nvPr/>
      </p:nvGrpSpPr>
      <p:grpSpPr>
        <a:xfrm>
          <a:off x="0" y="0"/>
          <a:ext cx="0" cy="0"/>
          <a:chOff x="0" y="0"/>
          <a:chExt cx="0" cy="0"/>
        </a:xfrm>
      </p:grpSpPr>
      <p:pic>
        <p:nvPicPr>
          <p:cNvPr id="1129" name="Google Shape;1129;p17" descr="Plate 17.jpg                                                   00000158WD Passport                    00000000:"/>
          <p:cNvPicPr preferRelativeResize="0"/>
          <p:nvPr/>
        </p:nvPicPr>
        <p:blipFill rotWithShape="1">
          <a:blip r:embed="rId3">
            <a:alphaModFix/>
          </a:blip>
          <a:srcRect/>
          <a:stretch/>
        </p:blipFill>
        <p:spPr>
          <a:xfrm>
            <a:off x="914400" y="31750"/>
            <a:ext cx="7315200" cy="6792913"/>
          </a:xfrm>
          <a:prstGeom prst="rect">
            <a:avLst/>
          </a:prstGeom>
          <a:noFill/>
          <a:ln>
            <a:noFill/>
          </a:ln>
        </p:spPr>
      </p:pic>
      <p:sp>
        <p:nvSpPr>
          <p:cNvPr id="1130" name="Google Shape;1130;p17"/>
          <p:cNvSpPr/>
          <p:nvPr/>
        </p:nvSpPr>
        <p:spPr>
          <a:xfrm>
            <a:off x="3588608" y="272585"/>
            <a:ext cx="840904" cy="799171"/>
          </a:xfrm>
          <a:custGeom>
            <a:avLst/>
            <a:gdLst/>
            <a:ahLst/>
            <a:cxnLst/>
            <a:rect l="l" t="t" r="r" b="b"/>
            <a:pathLst>
              <a:path w="840904" h="799171" extrusionOk="0">
                <a:moveTo>
                  <a:pt x="97490" y="154878"/>
                </a:moveTo>
                <a:cubicBezTo>
                  <a:pt x="95425" y="170366"/>
                  <a:pt x="99176" y="175723"/>
                  <a:pt x="78904" y="223025"/>
                </a:cubicBezTo>
                <a:cubicBezTo>
                  <a:pt x="76332" y="229027"/>
                  <a:pt x="75880" y="235902"/>
                  <a:pt x="72709" y="241610"/>
                </a:cubicBezTo>
                <a:cubicBezTo>
                  <a:pt x="65477" y="254627"/>
                  <a:pt x="52638" y="264654"/>
                  <a:pt x="47929" y="278781"/>
                </a:cubicBezTo>
                <a:lnTo>
                  <a:pt x="35538" y="315952"/>
                </a:lnTo>
                <a:cubicBezTo>
                  <a:pt x="33473" y="322147"/>
                  <a:pt x="32965" y="329104"/>
                  <a:pt x="29343" y="334537"/>
                </a:cubicBezTo>
                <a:lnTo>
                  <a:pt x="16953" y="353122"/>
                </a:lnTo>
                <a:cubicBezTo>
                  <a:pt x="14888" y="359317"/>
                  <a:pt x="12552" y="365429"/>
                  <a:pt x="10758" y="371708"/>
                </a:cubicBezTo>
                <a:cubicBezTo>
                  <a:pt x="-9373" y="442167"/>
                  <a:pt x="3600" y="459003"/>
                  <a:pt x="10758" y="569952"/>
                </a:cubicBezTo>
                <a:cubicBezTo>
                  <a:pt x="11178" y="576469"/>
                  <a:pt x="14033" y="582696"/>
                  <a:pt x="16953" y="588537"/>
                </a:cubicBezTo>
                <a:cubicBezTo>
                  <a:pt x="20283" y="595196"/>
                  <a:pt x="25213" y="600927"/>
                  <a:pt x="29343" y="607122"/>
                </a:cubicBezTo>
                <a:cubicBezTo>
                  <a:pt x="51935" y="674902"/>
                  <a:pt x="15905" y="572240"/>
                  <a:pt x="47929" y="644293"/>
                </a:cubicBezTo>
                <a:cubicBezTo>
                  <a:pt x="53233" y="656228"/>
                  <a:pt x="56189" y="669074"/>
                  <a:pt x="60319" y="681464"/>
                </a:cubicBezTo>
                <a:cubicBezTo>
                  <a:pt x="62384" y="687659"/>
                  <a:pt x="61081" y="696427"/>
                  <a:pt x="66514" y="700049"/>
                </a:cubicBezTo>
                <a:lnTo>
                  <a:pt x="85099" y="712439"/>
                </a:lnTo>
                <a:cubicBezTo>
                  <a:pt x="107994" y="746780"/>
                  <a:pt x="84391" y="719618"/>
                  <a:pt x="116075" y="737220"/>
                </a:cubicBezTo>
                <a:cubicBezTo>
                  <a:pt x="180266" y="772881"/>
                  <a:pt x="123749" y="758313"/>
                  <a:pt x="202807" y="768195"/>
                </a:cubicBezTo>
                <a:cubicBezTo>
                  <a:pt x="211067" y="770260"/>
                  <a:pt x="219189" y="772991"/>
                  <a:pt x="227587" y="774391"/>
                </a:cubicBezTo>
                <a:cubicBezTo>
                  <a:pt x="273712" y="782079"/>
                  <a:pt x="267074" y="776325"/>
                  <a:pt x="301929" y="786781"/>
                </a:cubicBezTo>
                <a:cubicBezTo>
                  <a:pt x="314438" y="790534"/>
                  <a:pt x="339099" y="799171"/>
                  <a:pt x="339099" y="799171"/>
                </a:cubicBezTo>
                <a:cubicBezTo>
                  <a:pt x="370075" y="797106"/>
                  <a:pt x="401294" y="797366"/>
                  <a:pt x="432026" y="792976"/>
                </a:cubicBezTo>
                <a:cubicBezTo>
                  <a:pt x="444955" y="791129"/>
                  <a:pt x="456807" y="784716"/>
                  <a:pt x="469197" y="780586"/>
                </a:cubicBezTo>
                <a:lnTo>
                  <a:pt x="506368" y="768195"/>
                </a:lnTo>
                <a:cubicBezTo>
                  <a:pt x="512563" y="766130"/>
                  <a:pt x="519520" y="765622"/>
                  <a:pt x="524953" y="762000"/>
                </a:cubicBezTo>
                <a:cubicBezTo>
                  <a:pt x="582154" y="723866"/>
                  <a:pt x="511791" y="772529"/>
                  <a:pt x="555929" y="737220"/>
                </a:cubicBezTo>
                <a:cubicBezTo>
                  <a:pt x="561743" y="732569"/>
                  <a:pt x="568319" y="728960"/>
                  <a:pt x="574514" y="724830"/>
                </a:cubicBezTo>
                <a:cubicBezTo>
                  <a:pt x="605272" y="678690"/>
                  <a:pt x="565743" y="735353"/>
                  <a:pt x="605490" y="687659"/>
                </a:cubicBezTo>
                <a:cubicBezTo>
                  <a:pt x="610257" y="681939"/>
                  <a:pt x="613229" y="674888"/>
                  <a:pt x="617880" y="669074"/>
                </a:cubicBezTo>
                <a:cubicBezTo>
                  <a:pt x="621529" y="664513"/>
                  <a:pt x="626621" y="661244"/>
                  <a:pt x="630270" y="656683"/>
                </a:cubicBezTo>
                <a:cubicBezTo>
                  <a:pt x="634921" y="650869"/>
                  <a:pt x="637395" y="643363"/>
                  <a:pt x="642660" y="638098"/>
                </a:cubicBezTo>
                <a:cubicBezTo>
                  <a:pt x="687081" y="593678"/>
                  <a:pt x="634159" y="662944"/>
                  <a:pt x="679831" y="607122"/>
                </a:cubicBezTo>
                <a:cubicBezTo>
                  <a:pt x="692908" y="591139"/>
                  <a:pt x="704612" y="574081"/>
                  <a:pt x="717002" y="557561"/>
                </a:cubicBezTo>
                <a:lnTo>
                  <a:pt x="735587" y="532781"/>
                </a:lnTo>
                <a:cubicBezTo>
                  <a:pt x="737652" y="526586"/>
                  <a:pt x="739210" y="520197"/>
                  <a:pt x="741782" y="514195"/>
                </a:cubicBezTo>
                <a:cubicBezTo>
                  <a:pt x="757163" y="478306"/>
                  <a:pt x="755283" y="497366"/>
                  <a:pt x="766563" y="452244"/>
                </a:cubicBezTo>
                <a:cubicBezTo>
                  <a:pt x="770026" y="438392"/>
                  <a:pt x="779116" y="399342"/>
                  <a:pt x="785148" y="390293"/>
                </a:cubicBezTo>
                <a:lnTo>
                  <a:pt x="797538" y="371708"/>
                </a:lnTo>
                <a:cubicBezTo>
                  <a:pt x="820130" y="303928"/>
                  <a:pt x="784100" y="406590"/>
                  <a:pt x="816124" y="334537"/>
                </a:cubicBezTo>
                <a:cubicBezTo>
                  <a:pt x="821428" y="322602"/>
                  <a:pt x="824384" y="309756"/>
                  <a:pt x="828514" y="297366"/>
                </a:cubicBezTo>
                <a:cubicBezTo>
                  <a:pt x="837402" y="270701"/>
                  <a:pt x="833125" y="285119"/>
                  <a:pt x="840904" y="254000"/>
                </a:cubicBezTo>
                <a:cubicBezTo>
                  <a:pt x="838839" y="227155"/>
                  <a:pt x="841561" y="199502"/>
                  <a:pt x="834709" y="173464"/>
                </a:cubicBezTo>
                <a:cubicBezTo>
                  <a:pt x="830919" y="159063"/>
                  <a:pt x="822319" y="144553"/>
                  <a:pt x="809929" y="136293"/>
                </a:cubicBezTo>
                <a:lnTo>
                  <a:pt x="772758" y="111513"/>
                </a:lnTo>
                <a:cubicBezTo>
                  <a:pt x="761454" y="94556"/>
                  <a:pt x="761347" y="89233"/>
                  <a:pt x="741782" y="80537"/>
                </a:cubicBezTo>
                <a:cubicBezTo>
                  <a:pt x="729847" y="75233"/>
                  <a:pt x="704612" y="68147"/>
                  <a:pt x="704612" y="68147"/>
                </a:cubicBezTo>
                <a:cubicBezTo>
                  <a:pt x="700482" y="64017"/>
                  <a:pt x="697445" y="58368"/>
                  <a:pt x="692221" y="55756"/>
                </a:cubicBezTo>
                <a:cubicBezTo>
                  <a:pt x="684606" y="51948"/>
                  <a:pt x="675628" y="51900"/>
                  <a:pt x="667441" y="49561"/>
                </a:cubicBezTo>
                <a:cubicBezTo>
                  <a:pt x="661162" y="47767"/>
                  <a:pt x="655050" y="45431"/>
                  <a:pt x="648855" y="43366"/>
                </a:cubicBezTo>
                <a:cubicBezTo>
                  <a:pt x="644725" y="37171"/>
                  <a:pt x="642279" y="29432"/>
                  <a:pt x="636465" y="24781"/>
                </a:cubicBezTo>
                <a:cubicBezTo>
                  <a:pt x="631366" y="20702"/>
                  <a:pt x="624243" y="20054"/>
                  <a:pt x="617880" y="18586"/>
                </a:cubicBezTo>
                <a:cubicBezTo>
                  <a:pt x="562370" y="5775"/>
                  <a:pt x="558827" y="6557"/>
                  <a:pt x="506368" y="0"/>
                </a:cubicBezTo>
                <a:cubicBezTo>
                  <a:pt x="458872" y="2065"/>
                  <a:pt x="411308" y="2924"/>
                  <a:pt x="363880" y="6195"/>
                </a:cubicBezTo>
                <a:cubicBezTo>
                  <a:pt x="351348" y="7059"/>
                  <a:pt x="338895" y="9344"/>
                  <a:pt x="326709" y="12391"/>
                </a:cubicBezTo>
                <a:cubicBezTo>
                  <a:pt x="314038" y="15559"/>
                  <a:pt x="289538" y="24781"/>
                  <a:pt x="289538" y="24781"/>
                </a:cubicBezTo>
                <a:cubicBezTo>
                  <a:pt x="283343" y="28911"/>
                  <a:pt x="277757" y="34147"/>
                  <a:pt x="270953" y="37171"/>
                </a:cubicBezTo>
                <a:cubicBezTo>
                  <a:pt x="259018" y="42475"/>
                  <a:pt x="233782" y="49561"/>
                  <a:pt x="233782" y="49561"/>
                </a:cubicBezTo>
                <a:cubicBezTo>
                  <a:pt x="215612" y="61675"/>
                  <a:pt x="217131" y="63017"/>
                  <a:pt x="196612" y="68147"/>
                </a:cubicBezTo>
                <a:cubicBezTo>
                  <a:pt x="182472" y="71682"/>
                  <a:pt x="161213" y="73456"/>
                  <a:pt x="147051" y="80537"/>
                </a:cubicBezTo>
                <a:cubicBezTo>
                  <a:pt x="99013" y="104555"/>
                  <a:pt x="156593" y="83551"/>
                  <a:pt x="109880" y="99122"/>
                </a:cubicBezTo>
                <a:cubicBezTo>
                  <a:pt x="105750" y="103252"/>
                  <a:pt x="100495" y="106504"/>
                  <a:pt x="97490" y="111513"/>
                </a:cubicBezTo>
                <a:cubicBezTo>
                  <a:pt x="94130" y="117113"/>
                  <a:pt x="93719" y="124035"/>
                  <a:pt x="91294" y="130098"/>
                </a:cubicBezTo>
                <a:cubicBezTo>
                  <a:pt x="89579" y="134385"/>
                  <a:pt x="99555" y="139390"/>
                  <a:pt x="97490" y="154878"/>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131" name="Google Shape;1131;p17"/>
          <p:cNvSpPr/>
          <p:nvPr/>
        </p:nvSpPr>
        <p:spPr>
          <a:xfrm>
            <a:off x="4429512" y="1072805"/>
            <a:ext cx="422858" cy="537927"/>
          </a:xfrm>
          <a:custGeom>
            <a:avLst/>
            <a:gdLst/>
            <a:ahLst/>
            <a:cxnLst/>
            <a:rect l="l" t="t" r="r" b="b"/>
            <a:pathLst>
              <a:path w="422858" h="537927" extrusionOk="0">
                <a:moveTo>
                  <a:pt x="229220" y="17536"/>
                </a:moveTo>
                <a:cubicBezTo>
                  <a:pt x="210635" y="19601"/>
                  <a:pt x="191801" y="20065"/>
                  <a:pt x="173464" y="23732"/>
                </a:cubicBezTo>
                <a:cubicBezTo>
                  <a:pt x="160657" y="26293"/>
                  <a:pt x="148964" y="32954"/>
                  <a:pt x="136293" y="36122"/>
                </a:cubicBezTo>
                <a:lnTo>
                  <a:pt x="111512" y="42317"/>
                </a:lnTo>
                <a:cubicBezTo>
                  <a:pt x="107382" y="48512"/>
                  <a:pt x="103773" y="55088"/>
                  <a:pt x="99122" y="60902"/>
                </a:cubicBezTo>
                <a:cubicBezTo>
                  <a:pt x="95473" y="65463"/>
                  <a:pt x="89737" y="68284"/>
                  <a:pt x="86732" y="73293"/>
                </a:cubicBezTo>
                <a:cubicBezTo>
                  <a:pt x="83372" y="78893"/>
                  <a:pt x="83777" y="86208"/>
                  <a:pt x="80537" y="91878"/>
                </a:cubicBezTo>
                <a:cubicBezTo>
                  <a:pt x="70721" y="109055"/>
                  <a:pt x="62308" y="116301"/>
                  <a:pt x="49561" y="129049"/>
                </a:cubicBezTo>
                <a:cubicBezTo>
                  <a:pt x="45431" y="141439"/>
                  <a:pt x="44415" y="155352"/>
                  <a:pt x="37171" y="166219"/>
                </a:cubicBezTo>
                <a:cubicBezTo>
                  <a:pt x="33041" y="172414"/>
                  <a:pt x="29432" y="178991"/>
                  <a:pt x="24781" y="184805"/>
                </a:cubicBezTo>
                <a:cubicBezTo>
                  <a:pt x="-10535" y="228950"/>
                  <a:pt x="38142" y="158568"/>
                  <a:pt x="0" y="215780"/>
                </a:cubicBezTo>
                <a:cubicBezTo>
                  <a:pt x="4130" y="219910"/>
                  <a:pt x="7717" y="224666"/>
                  <a:pt x="12390" y="228171"/>
                </a:cubicBezTo>
                <a:cubicBezTo>
                  <a:pt x="24303" y="237106"/>
                  <a:pt x="49561" y="252951"/>
                  <a:pt x="49561" y="252951"/>
                </a:cubicBezTo>
                <a:cubicBezTo>
                  <a:pt x="53642" y="265195"/>
                  <a:pt x="57229" y="281387"/>
                  <a:pt x="68147" y="290122"/>
                </a:cubicBezTo>
                <a:cubicBezTo>
                  <a:pt x="73246" y="294201"/>
                  <a:pt x="80537" y="294252"/>
                  <a:pt x="86732" y="296317"/>
                </a:cubicBezTo>
                <a:cubicBezTo>
                  <a:pt x="90862" y="304577"/>
                  <a:pt x="93210" y="314003"/>
                  <a:pt x="99122" y="321097"/>
                </a:cubicBezTo>
                <a:cubicBezTo>
                  <a:pt x="103889" y="326817"/>
                  <a:pt x="113057" y="327674"/>
                  <a:pt x="117708" y="333488"/>
                </a:cubicBezTo>
                <a:cubicBezTo>
                  <a:pt x="121787" y="338587"/>
                  <a:pt x="120983" y="346232"/>
                  <a:pt x="123903" y="352073"/>
                </a:cubicBezTo>
                <a:cubicBezTo>
                  <a:pt x="127233" y="358732"/>
                  <a:pt x="132163" y="364463"/>
                  <a:pt x="136293" y="370658"/>
                </a:cubicBezTo>
                <a:cubicBezTo>
                  <a:pt x="138358" y="376853"/>
                  <a:pt x="139568" y="383403"/>
                  <a:pt x="142488" y="389244"/>
                </a:cubicBezTo>
                <a:cubicBezTo>
                  <a:pt x="145818" y="395903"/>
                  <a:pt x="151854" y="401025"/>
                  <a:pt x="154878" y="407829"/>
                </a:cubicBezTo>
                <a:cubicBezTo>
                  <a:pt x="184365" y="474175"/>
                  <a:pt x="151619" y="421528"/>
                  <a:pt x="179659" y="463585"/>
                </a:cubicBezTo>
                <a:lnTo>
                  <a:pt x="198244" y="519341"/>
                </a:lnTo>
                <a:lnTo>
                  <a:pt x="204439" y="537927"/>
                </a:lnTo>
                <a:cubicBezTo>
                  <a:pt x="208569" y="533797"/>
                  <a:pt x="214982" y="531077"/>
                  <a:pt x="216829" y="525536"/>
                </a:cubicBezTo>
                <a:cubicBezTo>
                  <a:pt x="223496" y="505535"/>
                  <a:pt x="218610" y="482683"/>
                  <a:pt x="229220" y="463585"/>
                </a:cubicBezTo>
                <a:cubicBezTo>
                  <a:pt x="236452" y="450568"/>
                  <a:pt x="243471" y="436944"/>
                  <a:pt x="254000" y="426415"/>
                </a:cubicBezTo>
                <a:lnTo>
                  <a:pt x="278781" y="401634"/>
                </a:lnTo>
                <a:cubicBezTo>
                  <a:pt x="283819" y="386519"/>
                  <a:pt x="285357" y="376472"/>
                  <a:pt x="297366" y="364463"/>
                </a:cubicBezTo>
                <a:cubicBezTo>
                  <a:pt x="302631" y="359198"/>
                  <a:pt x="309756" y="356203"/>
                  <a:pt x="315951" y="352073"/>
                </a:cubicBezTo>
                <a:cubicBezTo>
                  <a:pt x="333505" y="299420"/>
                  <a:pt x="309023" y="363622"/>
                  <a:pt x="334537" y="321097"/>
                </a:cubicBezTo>
                <a:cubicBezTo>
                  <a:pt x="337897" y="315497"/>
                  <a:pt x="337812" y="308353"/>
                  <a:pt x="340732" y="302512"/>
                </a:cubicBezTo>
                <a:cubicBezTo>
                  <a:pt x="346281" y="291414"/>
                  <a:pt x="368758" y="262194"/>
                  <a:pt x="377903" y="259146"/>
                </a:cubicBezTo>
                <a:lnTo>
                  <a:pt x="396488" y="252951"/>
                </a:lnTo>
                <a:cubicBezTo>
                  <a:pt x="421843" y="214918"/>
                  <a:pt x="430752" y="219454"/>
                  <a:pt x="415073" y="172415"/>
                </a:cubicBezTo>
                <a:cubicBezTo>
                  <a:pt x="413226" y="166874"/>
                  <a:pt x="407691" y="163029"/>
                  <a:pt x="402683" y="160024"/>
                </a:cubicBezTo>
                <a:cubicBezTo>
                  <a:pt x="397084" y="156664"/>
                  <a:pt x="390293" y="155894"/>
                  <a:pt x="384098" y="153829"/>
                </a:cubicBezTo>
                <a:cubicBezTo>
                  <a:pt x="373194" y="121117"/>
                  <a:pt x="381525" y="140678"/>
                  <a:pt x="353122" y="98073"/>
                </a:cubicBezTo>
                <a:cubicBezTo>
                  <a:pt x="341912" y="81258"/>
                  <a:pt x="333979" y="66725"/>
                  <a:pt x="315951" y="54707"/>
                </a:cubicBezTo>
                <a:cubicBezTo>
                  <a:pt x="303561" y="46447"/>
                  <a:pt x="292908" y="34636"/>
                  <a:pt x="278781" y="29927"/>
                </a:cubicBezTo>
                <a:lnTo>
                  <a:pt x="260195" y="23732"/>
                </a:lnTo>
                <a:cubicBezTo>
                  <a:pt x="217710" y="-18756"/>
                  <a:pt x="249158" y="6581"/>
                  <a:pt x="117708" y="17536"/>
                </a:cubicBezTo>
                <a:cubicBezTo>
                  <a:pt x="93245" y="19575"/>
                  <a:pt x="99122" y="23004"/>
                  <a:pt x="99122" y="42317"/>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132" name="Google Shape;1132;p17"/>
          <p:cNvSpPr/>
          <p:nvPr/>
        </p:nvSpPr>
        <p:spPr>
          <a:xfrm>
            <a:off x="3917460" y="1660293"/>
            <a:ext cx="468686" cy="489414"/>
          </a:xfrm>
          <a:custGeom>
            <a:avLst/>
            <a:gdLst/>
            <a:ahLst/>
            <a:cxnLst/>
            <a:rect l="l" t="t" r="r" b="b"/>
            <a:pathLst>
              <a:path w="468686" h="489414" extrusionOk="0">
                <a:moveTo>
                  <a:pt x="183711" y="0"/>
                </a:moveTo>
                <a:cubicBezTo>
                  <a:pt x="179581" y="10325"/>
                  <a:pt x="176837" y="21320"/>
                  <a:pt x="171320" y="30975"/>
                </a:cubicBezTo>
                <a:cubicBezTo>
                  <a:pt x="168422" y="36046"/>
                  <a:pt x="162579" y="38805"/>
                  <a:pt x="158930" y="43366"/>
                </a:cubicBezTo>
                <a:cubicBezTo>
                  <a:pt x="154279" y="49180"/>
                  <a:pt x="151443" y="56348"/>
                  <a:pt x="146540" y="61951"/>
                </a:cubicBezTo>
                <a:cubicBezTo>
                  <a:pt x="136924" y="72940"/>
                  <a:pt x="115564" y="92927"/>
                  <a:pt x="115564" y="92927"/>
                </a:cubicBezTo>
                <a:cubicBezTo>
                  <a:pt x="111434" y="105317"/>
                  <a:pt x="110418" y="119230"/>
                  <a:pt x="103174" y="130097"/>
                </a:cubicBezTo>
                <a:cubicBezTo>
                  <a:pt x="99044" y="136292"/>
                  <a:pt x="95551" y="142963"/>
                  <a:pt x="90784" y="148683"/>
                </a:cubicBezTo>
                <a:cubicBezTo>
                  <a:pt x="51024" y="196397"/>
                  <a:pt x="90581" y="139698"/>
                  <a:pt x="59808" y="185853"/>
                </a:cubicBezTo>
                <a:lnTo>
                  <a:pt x="28833" y="278780"/>
                </a:lnTo>
                <a:lnTo>
                  <a:pt x="16442" y="315951"/>
                </a:lnTo>
                <a:cubicBezTo>
                  <a:pt x="14377" y="322146"/>
                  <a:pt x="11528" y="328133"/>
                  <a:pt x="10247" y="334536"/>
                </a:cubicBezTo>
                <a:lnTo>
                  <a:pt x="4052" y="365512"/>
                </a:lnTo>
                <a:cubicBezTo>
                  <a:pt x="13456" y="525386"/>
                  <a:pt x="-23640" y="450788"/>
                  <a:pt x="28833" y="477024"/>
                </a:cubicBezTo>
                <a:cubicBezTo>
                  <a:pt x="35492" y="480354"/>
                  <a:pt x="41223" y="485284"/>
                  <a:pt x="47418" y="489414"/>
                </a:cubicBezTo>
                <a:cubicBezTo>
                  <a:pt x="68671" y="487643"/>
                  <a:pt x="132888" y="488189"/>
                  <a:pt x="158930" y="470829"/>
                </a:cubicBezTo>
                <a:cubicBezTo>
                  <a:pt x="165125" y="466699"/>
                  <a:pt x="171702" y="463090"/>
                  <a:pt x="177516" y="458439"/>
                </a:cubicBezTo>
                <a:cubicBezTo>
                  <a:pt x="196726" y="443071"/>
                  <a:pt x="183064" y="446371"/>
                  <a:pt x="208491" y="433658"/>
                </a:cubicBezTo>
                <a:cubicBezTo>
                  <a:pt x="214332" y="430738"/>
                  <a:pt x="220882" y="429528"/>
                  <a:pt x="227077" y="427463"/>
                </a:cubicBezTo>
                <a:cubicBezTo>
                  <a:pt x="322308" y="434265"/>
                  <a:pt x="317120" y="437663"/>
                  <a:pt x="419125" y="427463"/>
                </a:cubicBezTo>
                <a:cubicBezTo>
                  <a:pt x="425623" y="426813"/>
                  <a:pt x="431516" y="423333"/>
                  <a:pt x="437711" y="421268"/>
                </a:cubicBezTo>
                <a:cubicBezTo>
                  <a:pt x="441841" y="415073"/>
                  <a:pt x="445450" y="408497"/>
                  <a:pt x="450101" y="402683"/>
                </a:cubicBezTo>
                <a:cubicBezTo>
                  <a:pt x="453750" y="398122"/>
                  <a:pt x="459486" y="395301"/>
                  <a:pt x="462491" y="390292"/>
                </a:cubicBezTo>
                <a:cubicBezTo>
                  <a:pt x="465851" y="384692"/>
                  <a:pt x="466621" y="377902"/>
                  <a:pt x="468686" y="371707"/>
                </a:cubicBezTo>
                <a:cubicBezTo>
                  <a:pt x="460274" y="295999"/>
                  <a:pt x="478605" y="331322"/>
                  <a:pt x="443906" y="303561"/>
                </a:cubicBezTo>
                <a:cubicBezTo>
                  <a:pt x="439345" y="299912"/>
                  <a:pt x="436740" y="293782"/>
                  <a:pt x="431516" y="291170"/>
                </a:cubicBezTo>
                <a:cubicBezTo>
                  <a:pt x="423900" y="287362"/>
                  <a:pt x="414890" y="287422"/>
                  <a:pt x="406735" y="284975"/>
                </a:cubicBezTo>
                <a:cubicBezTo>
                  <a:pt x="394225" y="281222"/>
                  <a:pt x="369564" y="272585"/>
                  <a:pt x="369564" y="272585"/>
                </a:cubicBezTo>
                <a:cubicBezTo>
                  <a:pt x="363369" y="268455"/>
                  <a:pt x="357783" y="263219"/>
                  <a:pt x="350979" y="260195"/>
                </a:cubicBezTo>
                <a:cubicBezTo>
                  <a:pt x="339044" y="254891"/>
                  <a:pt x="313808" y="247805"/>
                  <a:pt x="313808" y="247805"/>
                </a:cubicBezTo>
                <a:cubicBezTo>
                  <a:pt x="282419" y="216413"/>
                  <a:pt x="323038" y="253341"/>
                  <a:pt x="282833" y="229219"/>
                </a:cubicBezTo>
                <a:cubicBezTo>
                  <a:pt x="277824" y="226214"/>
                  <a:pt x="275003" y="220478"/>
                  <a:pt x="270442" y="216829"/>
                </a:cubicBezTo>
                <a:cubicBezTo>
                  <a:pt x="253285" y="203104"/>
                  <a:pt x="252903" y="204788"/>
                  <a:pt x="233272" y="198244"/>
                </a:cubicBezTo>
                <a:cubicBezTo>
                  <a:pt x="229142" y="194114"/>
                  <a:pt x="223886" y="190862"/>
                  <a:pt x="220881" y="185853"/>
                </a:cubicBezTo>
                <a:cubicBezTo>
                  <a:pt x="217521" y="180254"/>
                  <a:pt x="217606" y="173109"/>
                  <a:pt x="214686" y="167268"/>
                </a:cubicBezTo>
                <a:cubicBezTo>
                  <a:pt x="211356" y="160609"/>
                  <a:pt x="206426" y="154878"/>
                  <a:pt x="202296" y="148683"/>
                </a:cubicBezTo>
                <a:cubicBezTo>
                  <a:pt x="198166" y="136293"/>
                  <a:pt x="197151" y="122379"/>
                  <a:pt x="189906" y="111512"/>
                </a:cubicBezTo>
                <a:cubicBezTo>
                  <a:pt x="185776" y="105317"/>
                  <a:pt x="180846" y="99586"/>
                  <a:pt x="177516" y="92927"/>
                </a:cubicBezTo>
                <a:cubicBezTo>
                  <a:pt x="172563" y="83021"/>
                  <a:pt x="167773" y="58830"/>
                  <a:pt x="165125" y="49561"/>
                </a:cubicBezTo>
                <a:cubicBezTo>
                  <a:pt x="160143" y="32123"/>
                  <a:pt x="160297" y="25236"/>
                  <a:pt x="140345" y="18585"/>
                </a:cubicBezTo>
                <a:cubicBezTo>
                  <a:pt x="134468" y="16626"/>
                  <a:pt x="127955" y="18585"/>
                  <a:pt x="121760" y="18585"/>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133" name="Google Shape;1133;p17"/>
          <p:cNvSpPr/>
          <p:nvPr/>
        </p:nvSpPr>
        <p:spPr>
          <a:xfrm>
            <a:off x="3447630" y="1412344"/>
            <a:ext cx="609068" cy="1028534"/>
          </a:xfrm>
          <a:custGeom>
            <a:avLst/>
            <a:gdLst/>
            <a:ahLst/>
            <a:cxnLst/>
            <a:rect l="l" t="t" r="r" b="b"/>
            <a:pathLst>
              <a:path w="609068" h="1028534" extrusionOk="0">
                <a:moveTo>
                  <a:pt x="566809" y="334680"/>
                </a:moveTo>
                <a:cubicBezTo>
                  <a:pt x="571079" y="245012"/>
                  <a:pt x="582106" y="234798"/>
                  <a:pt x="566809" y="173607"/>
                </a:cubicBezTo>
                <a:cubicBezTo>
                  <a:pt x="565225" y="167272"/>
                  <a:pt x="562679" y="161217"/>
                  <a:pt x="560614" y="155022"/>
                </a:cubicBezTo>
                <a:cubicBezTo>
                  <a:pt x="562679" y="142632"/>
                  <a:pt x="562144" y="129514"/>
                  <a:pt x="566809" y="117851"/>
                </a:cubicBezTo>
                <a:cubicBezTo>
                  <a:pt x="570644" y="108264"/>
                  <a:pt x="580271" y="102036"/>
                  <a:pt x="585394" y="93071"/>
                </a:cubicBezTo>
                <a:cubicBezTo>
                  <a:pt x="588634" y="87401"/>
                  <a:pt x="589525" y="80680"/>
                  <a:pt x="591590" y="74485"/>
                </a:cubicBezTo>
                <a:cubicBezTo>
                  <a:pt x="589735" y="55940"/>
                  <a:pt x="600839" y="5816"/>
                  <a:pt x="566809" y="144"/>
                </a:cubicBezTo>
                <a:cubicBezTo>
                  <a:pt x="560368" y="-930"/>
                  <a:pt x="554419" y="4274"/>
                  <a:pt x="548224" y="6339"/>
                </a:cubicBezTo>
                <a:cubicBezTo>
                  <a:pt x="536697" y="17865"/>
                  <a:pt x="531259" y="21682"/>
                  <a:pt x="523443" y="37315"/>
                </a:cubicBezTo>
                <a:cubicBezTo>
                  <a:pt x="520523" y="43156"/>
                  <a:pt x="523605" y="54404"/>
                  <a:pt x="517248" y="55900"/>
                </a:cubicBezTo>
                <a:cubicBezTo>
                  <a:pt x="485023" y="63482"/>
                  <a:pt x="451167" y="60030"/>
                  <a:pt x="418126" y="62095"/>
                </a:cubicBezTo>
                <a:cubicBezTo>
                  <a:pt x="420191" y="70355"/>
                  <a:pt x="421982" y="78689"/>
                  <a:pt x="424321" y="86876"/>
                </a:cubicBezTo>
                <a:cubicBezTo>
                  <a:pt x="426115" y="93155"/>
                  <a:pt x="430516" y="98931"/>
                  <a:pt x="430516" y="105461"/>
                </a:cubicBezTo>
                <a:cubicBezTo>
                  <a:pt x="430516" y="113975"/>
                  <a:pt x="432268" y="127185"/>
                  <a:pt x="424321" y="130241"/>
                </a:cubicBezTo>
                <a:cubicBezTo>
                  <a:pt x="401112" y="139167"/>
                  <a:pt x="374760" y="134371"/>
                  <a:pt x="349980" y="136436"/>
                </a:cubicBezTo>
                <a:cubicBezTo>
                  <a:pt x="352045" y="150891"/>
                  <a:pt x="359716" y="165636"/>
                  <a:pt x="356175" y="179802"/>
                </a:cubicBezTo>
                <a:cubicBezTo>
                  <a:pt x="354591" y="186137"/>
                  <a:pt x="339655" y="179802"/>
                  <a:pt x="337590" y="185997"/>
                </a:cubicBezTo>
                <a:cubicBezTo>
                  <a:pt x="335743" y="191538"/>
                  <a:pt x="345419" y="194739"/>
                  <a:pt x="349980" y="198388"/>
                </a:cubicBezTo>
                <a:cubicBezTo>
                  <a:pt x="355794" y="203039"/>
                  <a:pt x="362370" y="206648"/>
                  <a:pt x="368565" y="210778"/>
                </a:cubicBezTo>
                <a:cubicBezTo>
                  <a:pt x="362370" y="212843"/>
                  <a:pt x="356434" y="215980"/>
                  <a:pt x="349980" y="216973"/>
                </a:cubicBezTo>
                <a:cubicBezTo>
                  <a:pt x="329468" y="220129"/>
                  <a:pt x="303385" y="209208"/>
                  <a:pt x="288029" y="223168"/>
                </a:cubicBezTo>
                <a:cubicBezTo>
                  <a:pt x="274192" y="235747"/>
                  <a:pt x="284907" y="260479"/>
                  <a:pt x="281833" y="278924"/>
                </a:cubicBezTo>
                <a:cubicBezTo>
                  <a:pt x="280759" y="285366"/>
                  <a:pt x="277703" y="291315"/>
                  <a:pt x="275638" y="297510"/>
                </a:cubicBezTo>
                <a:cubicBezTo>
                  <a:pt x="265313" y="295445"/>
                  <a:pt x="254878" y="293869"/>
                  <a:pt x="244663" y="291315"/>
                </a:cubicBezTo>
                <a:cubicBezTo>
                  <a:pt x="238327" y="289731"/>
                  <a:pt x="229700" y="279685"/>
                  <a:pt x="226077" y="285119"/>
                </a:cubicBezTo>
                <a:cubicBezTo>
                  <a:pt x="221354" y="292203"/>
                  <a:pt x="230207" y="301640"/>
                  <a:pt x="232272" y="309900"/>
                </a:cubicBezTo>
                <a:cubicBezTo>
                  <a:pt x="230207" y="318160"/>
                  <a:pt x="232888" y="329571"/>
                  <a:pt x="226077" y="334680"/>
                </a:cubicBezTo>
                <a:cubicBezTo>
                  <a:pt x="220042" y="339206"/>
                  <a:pt x="190563" y="317199"/>
                  <a:pt x="188907" y="316095"/>
                </a:cubicBezTo>
                <a:cubicBezTo>
                  <a:pt x="184777" y="320225"/>
                  <a:pt x="179521" y="323476"/>
                  <a:pt x="176516" y="328485"/>
                </a:cubicBezTo>
                <a:cubicBezTo>
                  <a:pt x="173156" y="334085"/>
                  <a:pt x="172614" y="340956"/>
                  <a:pt x="170321" y="347071"/>
                </a:cubicBezTo>
                <a:cubicBezTo>
                  <a:pt x="166416" y="357483"/>
                  <a:pt x="162061" y="367721"/>
                  <a:pt x="157931" y="378046"/>
                </a:cubicBezTo>
                <a:cubicBezTo>
                  <a:pt x="155866" y="400762"/>
                  <a:pt x="162550" y="426110"/>
                  <a:pt x="151736" y="446193"/>
                </a:cubicBezTo>
                <a:cubicBezTo>
                  <a:pt x="145544" y="457692"/>
                  <a:pt x="114565" y="458583"/>
                  <a:pt x="114565" y="458583"/>
                </a:cubicBezTo>
                <a:cubicBezTo>
                  <a:pt x="112982" y="475991"/>
                  <a:pt x="114093" y="521479"/>
                  <a:pt x="102175" y="545315"/>
                </a:cubicBezTo>
                <a:cubicBezTo>
                  <a:pt x="98845" y="551974"/>
                  <a:pt x="93115" y="557241"/>
                  <a:pt x="89785" y="563900"/>
                </a:cubicBezTo>
                <a:cubicBezTo>
                  <a:pt x="86865" y="569741"/>
                  <a:pt x="88904" y="578689"/>
                  <a:pt x="83590" y="582485"/>
                </a:cubicBezTo>
                <a:cubicBezTo>
                  <a:pt x="72962" y="590076"/>
                  <a:pt x="46419" y="594876"/>
                  <a:pt x="46419" y="594876"/>
                </a:cubicBezTo>
                <a:cubicBezTo>
                  <a:pt x="42289" y="601071"/>
                  <a:pt x="37053" y="606657"/>
                  <a:pt x="34029" y="613461"/>
                </a:cubicBezTo>
                <a:cubicBezTo>
                  <a:pt x="28724" y="625396"/>
                  <a:pt x="34028" y="646502"/>
                  <a:pt x="21638" y="650632"/>
                </a:cubicBezTo>
                <a:lnTo>
                  <a:pt x="3053" y="656827"/>
                </a:lnTo>
                <a:cubicBezTo>
                  <a:pt x="7507" y="728089"/>
                  <a:pt x="-17801" y="745523"/>
                  <a:pt x="27833" y="768339"/>
                </a:cubicBezTo>
                <a:cubicBezTo>
                  <a:pt x="33674" y="771259"/>
                  <a:pt x="40224" y="772469"/>
                  <a:pt x="46419" y="774534"/>
                </a:cubicBezTo>
                <a:cubicBezTo>
                  <a:pt x="89023" y="802937"/>
                  <a:pt x="69463" y="794606"/>
                  <a:pt x="102175" y="805510"/>
                </a:cubicBezTo>
                <a:cubicBezTo>
                  <a:pt x="123415" y="837370"/>
                  <a:pt x="103650" y="812885"/>
                  <a:pt x="133150" y="836485"/>
                </a:cubicBezTo>
                <a:cubicBezTo>
                  <a:pt x="157447" y="855923"/>
                  <a:pt x="131851" y="844313"/>
                  <a:pt x="164126" y="855071"/>
                </a:cubicBezTo>
                <a:cubicBezTo>
                  <a:pt x="173328" y="868873"/>
                  <a:pt x="176294" y="875956"/>
                  <a:pt x="188907" y="886046"/>
                </a:cubicBezTo>
                <a:cubicBezTo>
                  <a:pt x="194721" y="890697"/>
                  <a:pt x="201678" y="893785"/>
                  <a:pt x="207492" y="898436"/>
                </a:cubicBezTo>
                <a:cubicBezTo>
                  <a:pt x="231789" y="917875"/>
                  <a:pt x="206190" y="906263"/>
                  <a:pt x="238468" y="917022"/>
                </a:cubicBezTo>
                <a:cubicBezTo>
                  <a:pt x="282723" y="946525"/>
                  <a:pt x="261192" y="938191"/>
                  <a:pt x="300419" y="947997"/>
                </a:cubicBezTo>
                <a:cubicBezTo>
                  <a:pt x="324083" y="971663"/>
                  <a:pt x="300084" y="950275"/>
                  <a:pt x="337590" y="972778"/>
                </a:cubicBezTo>
                <a:cubicBezTo>
                  <a:pt x="350359" y="980439"/>
                  <a:pt x="362370" y="989298"/>
                  <a:pt x="374760" y="997558"/>
                </a:cubicBezTo>
                <a:cubicBezTo>
                  <a:pt x="380955" y="1001688"/>
                  <a:pt x="386282" y="1007594"/>
                  <a:pt x="393346" y="1009949"/>
                </a:cubicBezTo>
                <a:lnTo>
                  <a:pt x="430516" y="1022339"/>
                </a:lnTo>
                <a:lnTo>
                  <a:pt x="449102" y="1028534"/>
                </a:lnTo>
                <a:cubicBezTo>
                  <a:pt x="486273" y="1026469"/>
                  <a:pt x="523539" y="1025709"/>
                  <a:pt x="560614" y="1022339"/>
                </a:cubicBezTo>
                <a:cubicBezTo>
                  <a:pt x="569093" y="1021568"/>
                  <a:pt x="577779" y="1019952"/>
                  <a:pt x="585394" y="1016144"/>
                </a:cubicBezTo>
                <a:cubicBezTo>
                  <a:pt x="590618" y="1013532"/>
                  <a:pt x="593655" y="1007884"/>
                  <a:pt x="597785" y="1003754"/>
                </a:cubicBezTo>
                <a:cubicBezTo>
                  <a:pt x="607535" y="974502"/>
                  <a:pt x="617345" y="953348"/>
                  <a:pt x="597785" y="917022"/>
                </a:cubicBezTo>
                <a:cubicBezTo>
                  <a:pt x="591593" y="905523"/>
                  <a:pt x="560614" y="904632"/>
                  <a:pt x="560614" y="904632"/>
                </a:cubicBezTo>
                <a:cubicBezTo>
                  <a:pt x="525303" y="869321"/>
                  <a:pt x="542314" y="889572"/>
                  <a:pt x="511053" y="842680"/>
                </a:cubicBezTo>
                <a:cubicBezTo>
                  <a:pt x="506923" y="836485"/>
                  <a:pt x="506007" y="825319"/>
                  <a:pt x="498663" y="824095"/>
                </a:cubicBezTo>
                <a:lnTo>
                  <a:pt x="461492" y="817900"/>
                </a:lnTo>
                <a:cubicBezTo>
                  <a:pt x="448201" y="778026"/>
                  <a:pt x="460777" y="819804"/>
                  <a:pt x="449102" y="749754"/>
                </a:cubicBezTo>
                <a:cubicBezTo>
                  <a:pt x="446508" y="734189"/>
                  <a:pt x="441624" y="721123"/>
                  <a:pt x="436711" y="706388"/>
                </a:cubicBezTo>
                <a:cubicBezTo>
                  <a:pt x="434646" y="679542"/>
                  <a:pt x="430516" y="652776"/>
                  <a:pt x="430516" y="625851"/>
                </a:cubicBezTo>
                <a:cubicBezTo>
                  <a:pt x="430516" y="580903"/>
                  <a:pt x="432346" y="557496"/>
                  <a:pt x="442907" y="520534"/>
                </a:cubicBezTo>
                <a:cubicBezTo>
                  <a:pt x="444701" y="514255"/>
                  <a:pt x="446182" y="507790"/>
                  <a:pt x="449102" y="501949"/>
                </a:cubicBezTo>
                <a:cubicBezTo>
                  <a:pt x="452432" y="495289"/>
                  <a:pt x="458162" y="490023"/>
                  <a:pt x="461492" y="483363"/>
                </a:cubicBezTo>
                <a:cubicBezTo>
                  <a:pt x="487138" y="432070"/>
                  <a:pt x="444572" y="499450"/>
                  <a:pt x="480077" y="446193"/>
                </a:cubicBezTo>
                <a:cubicBezTo>
                  <a:pt x="482142" y="439998"/>
                  <a:pt x="484478" y="433886"/>
                  <a:pt x="486272" y="427607"/>
                </a:cubicBezTo>
                <a:cubicBezTo>
                  <a:pt x="488917" y="418351"/>
                  <a:pt x="493715" y="394138"/>
                  <a:pt x="498663" y="384241"/>
                </a:cubicBezTo>
                <a:cubicBezTo>
                  <a:pt x="501993" y="377582"/>
                  <a:pt x="508029" y="372460"/>
                  <a:pt x="511053" y="365656"/>
                </a:cubicBezTo>
                <a:cubicBezTo>
                  <a:pt x="535310" y="311078"/>
                  <a:pt x="508106" y="343821"/>
                  <a:pt x="542029" y="309900"/>
                </a:cubicBezTo>
                <a:cubicBezTo>
                  <a:pt x="544094" y="303705"/>
                  <a:pt x="544864" y="296915"/>
                  <a:pt x="548224" y="291315"/>
                </a:cubicBezTo>
                <a:cubicBezTo>
                  <a:pt x="570289" y="254540"/>
                  <a:pt x="551753" y="308156"/>
                  <a:pt x="573004" y="260339"/>
                </a:cubicBezTo>
                <a:cubicBezTo>
                  <a:pt x="578308" y="248404"/>
                  <a:pt x="585394" y="223168"/>
                  <a:pt x="585394" y="223168"/>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134" name="Google Shape;1134;p17"/>
          <p:cNvSpPr/>
          <p:nvPr/>
        </p:nvSpPr>
        <p:spPr>
          <a:xfrm>
            <a:off x="3252439" y="1987888"/>
            <a:ext cx="173463" cy="353868"/>
          </a:xfrm>
          <a:custGeom>
            <a:avLst/>
            <a:gdLst/>
            <a:ahLst/>
            <a:cxnLst/>
            <a:rect l="l" t="t" r="r" b="b"/>
            <a:pathLst>
              <a:path w="173463" h="353868" extrusionOk="0">
                <a:moveTo>
                  <a:pt x="142488" y="37917"/>
                </a:moveTo>
                <a:cubicBezTo>
                  <a:pt x="116205" y="32661"/>
                  <a:pt x="106819" y="26653"/>
                  <a:pt x="80537" y="37917"/>
                </a:cubicBezTo>
                <a:cubicBezTo>
                  <a:pt x="75168" y="40218"/>
                  <a:pt x="72276" y="46177"/>
                  <a:pt x="68146" y="50307"/>
                </a:cubicBezTo>
                <a:cubicBezTo>
                  <a:pt x="51758" y="115861"/>
                  <a:pt x="74008" y="38666"/>
                  <a:pt x="49561" y="93673"/>
                </a:cubicBezTo>
                <a:cubicBezTo>
                  <a:pt x="43817" y="106597"/>
                  <a:pt x="39285" y="137826"/>
                  <a:pt x="24781" y="149429"/>
                </a:cubicBezTo>
                <a:cubicBezTo>
                  <a:pt x="19682" y="153508"/>
                  <a:pt x="12390" y="153559"/>
                  <a:pt x="6195" y="155624"/>
                </a:cubicBezTo>
                <a:cubicBezTo>
                  <a:pt x="4130" y="161819"/>
                  <a:pt x="0" y="167680"/>
                  <a:pt x="0" y="174210"/>
                </a:cubicBezTo>
                <a:cubicBezTo>
                  <a:pt x="0" y="187021"/>
                  <a:pt x="3678" y="224932"/>
                  <a:pt x="12390" y="242356"/>
                </a:cubicBezTo>
                <a:cubicBezTo>
                  <a:pt x="15720" y="249016"/>
                  <a:pt x="20014" y="255221"/>
                  <a:pt x="24781" y="260941"/>
                </a:cubicBezTo>
                <a:cubicBezTo>
                  <a:pt x="30390" y="267672"/>
                  <a:pt x="37757" y="272796"/>
                  <a:pt x="43366" y="279527"/>
                </a:cubicBezTo>
                <a:cubicBezTo>
                  <a:pt x="48132" y="285247"/>
                  <a:pt x="52426" y="291453"/>
                  <a:pt x="55756" y="298112"/>
                </a:cubicBezTo>
                <a:cubicBezTo>
                  <a:pt x="58676" y="303953"/>
                  <a:pt x="58155" y="311383"/>
                  <a:pt x="61951" y="316697"/>
                </a:cubicBezTo>
                <a:cubicBezTo>
                  <a:pt x="68741" y="326203"/>
                  <a:pt x="75650" y="337784"/>
                  <a:pt x="86732" y="341478"/>
                </a:cubicBezTo>
                <a:lnTo>
                  <a:pt x="123902" y="353868"/>
                </a:lnTo>
                <a:cubicBezTo>
                  <a:pt x="134227" y="351803"/>
                  <a:pt x="146789" y="354414"/>
                  <a:pt x="154878" y="347673"/>
                </a:cubicBezTo>
                <a:cubicBezTo>
                  <a:pt x="161419" y="342222"/>
                  <a:pt x="158083" y="330864"/>
                  <a:pt x="161073" y="322892"/>
                </a:cubicBezTo>
                <a:cubicBezTo>
                  <a:pt x="164316" y="314245"/>
                  <a:pt x="169333" y="306372"/>
                  <a:pt x="173463" y="298112"/>
                </a:cubicBezTo>
                <a:cubicBezTo>
                  <a:pt x="171398" y="283657"/>
                  <a:pt x="170551" y="268974"/>
                  <a:pt x="167268" y="254746"/>
                </a:cubicBezTo>
                <a:cubicBezTo>
                  <a:pt x="164331" y="242020"/>
                  <a:pt x="154878" y="217575"/>
                  <a:pt x="154878" y="217575"/>
                </a:cubicBezTo>
                <a:cubicBezTo>
                  <a:pt x="152813" y="170079"/>
                  <a:pt x="152329" y="122489"/>
                  <a:pt x="148683" y="75088"/>
                </a:cubicBezTo>
                <a:cubicBezTo>
                  <a:pt x="148182" y="68577"/>
                  <a:pt x="145408" y="62343"/>
                  <a:pt x="142488" y="56502"/>
                </a:cubicBezTo>
                <a:cubicBezTo>
                  <a:pt x="139158" y="49843"/>
                  <a:pt x="133428" y="44576"/>
                  <a:pt x="130098" y="37917"/>
                </a:cubicBezTo>
                <a:cubicBezTo>
                  <a:pt x="121745" y="21212"/>
                  <a:pt x="128796" y="17312"/>
                  <a:pt x="111512" y="6941"/>
                </a:cubicBezTo>
                <a:cubicBezTo>
                  <a:pt x="94658" y="-3172"/>
                  <a:pt x="73870" y="746"/>
                  <a:pt x="55756" y="746"/>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135" name="Google Shape;1135;p17"/>
          <p:cNvSpPr/>
          <p:nvPr/>
        </p:nvSpPr>
        <p:spPr>
          <a:xfrm>
            <a:off x="3221463" y="978829"/>
            <a:ext cx="619513" cy="1096537"/>
          </a:xfrm>
          <a:custGeom>
            <a:avLst/>
            <a:gdLst/>
            <a:ahLst/>
            <a:cxnLst/>
            <a:rect l="l" t="t" r="r" b="b"/>
            <a:pathLst>
              <a:path w="619513" h="1096537" extrusionOk="0">
                <a:moveTo>
                  <a:pt x="353122" y="0"/>
                </a:moveTo>
                <a:cubicBezTo>
                  <a:pt x="351057" y="45431"/>
                  <a:pt x="351452" y="91041"/>
                  <a:pt x="346927" y="136293"/>
                </a:cubicBezTo>
                <a:cubicBezTo>
                  <a:pt x="345233" y="153237"/>
                  <a:pt x="348706" y="176408"/>
                  <a:pt x="334537" y="185854"/>
                </a:cubicBezTo>
                <a:lnTo>
                  <a:pt x="315952" y="198244"/>
                </a:lnTo>
                <a:cubicBezTo>
                  <a:pt x="311822" y="214764"/>
                  <a:pt x="308946" y="231650"/>
                  <a:pt x="303561" y="247805"/>
                </a:cubicBezTo>
                <a:cubicBezTo>
                  <a:pt x="301496" y="254000"/>
                  <a:pt x="300286" y="260550"/>
                  <a:pt x="297366" y="266391"/>
                </a:cubicBezTo>
                <a:cubicBezTo>
                  <a:pt x="294036" y="273050"/>
                  <a:pt x="288306" y="278317"/>
                  <a:pt x="284976" y="284976"/>
                </a:cubicBezTo>
                <a:cubicBezTo>
                  <a:pt x="282056" y="290817"/>
                  <a:pt x="281701" y="297720"/>
                  <a:pt x="278781" y="303561"/>
                </a:cubicBezTo>
                <a:cubicBezTo>
                  <a:pt x="275451" y="310221"/>
                  <a:pt x="269415" y="315343"/>
                  <a:pt x="266391" y="322147"/>
                </a:cubicBezTo>
                <a:cubicBezTo>
                  <a:pt x="266383" y="322166"/>
                  <a:pt x="250906" y="368601"/>
                  <a:pt x="247805" y="377903"/>
                </a:cubicBezTo>
                <a:cubicBezTo>
                  <a:pt x="245740" y="384098"/>
                  <a:pt x="245232" y="391055"/>
                  <a:pt x="241610" y="396488"/>
                </a:cubicBezTo>
                <a:lnTo>
                  <a:pt x="229220" y="415073"/>
                </a:lnTo>
                <a:cubicBezTo>
                  <a:pt x="214695" y="458652"/>
                  <a:pt x="233596" y="404864"/>
                  <a:pt x="210635" y="458439"/>
                </a:cubicBezTo>
                <a:cubicBezTo>
                  <a:pt x="208062" y="464441"/>
                  <a:pt x="207611" y="471316"/>
                  <a:pt x="204439" y="477025"/>
                </a:cubicBezTo>
                <a:cubicBezTo>
                  <a:pt x="197207" y="490042"/>
                  <a:pt x="179659" y="514195"/>
                  <a:pt x="179659" y="514195"/>
                </a:cubicBezTo>
                <a:cubicBezTo>
                  <a:pt x="177594" y="522455"/>
                  <a:pt x="177272" y="531360"/>
                  <a:pt x="173464" y="538976"/>
                </a:cubicBezTo>
                <a:cubicBezTo>
                  <a:pt x="166804" y="552295"/>
                  <a:pt x="148683" y="576147"/>
                  <a:pt x="148683" y="576147"/>
                </a:cubicBezTo>
                <a:cubicBezTo>
                  <a:pt x="146618" y="582342"/>
                  <a:pt x="145408" y="588891"/>
                  <a:pt x="142488" y="594732"/>
                </a:cubicBezTo>
                <a:cubicBezTo>
                  <a:pt x="139158" y="601391"/>
                  <a:pt x="132237" y="606186"/>
                  <a:pt x="130098" y="613317"/>
                </a:cubicBezTo>
                <a:cubicBezTo>
                  <a:pt x="128122" y="619904"/>
                  <a:pt x="118219" y="702920"/>
                  <a:pt x="117708" y="706244"/>
                </a:cubicBezTo>
                <a:cubicBezTo>
                  <a:pt x="116683" y="712908"/>
                  <a:pt x="108537" y="753414"/>
                  <a:pt x="105317" y="762000"/>
                </a:cubicBezTo>
                <a:cubicBezTo>
                  <a:pt x="89318" y="804664"/>
                  <a:pt x="92692" y="769250"/>
                  <a:pt x="80537" y="823951"/>
                </a:cubicBezTo>
                <a:cubicBezTo>
                  <a:pt x="66144" y="888723"/>
                  <a:pt x="76662" y="862679"/>
                  <a:pt x="55757" y="904488"/>
                </a:cubicBezTo>
                <a:cubicBezTo>
                  <a:pt x="53692" y="914813"/>
                  <a:pt x="52115" y="925249"/>
                  <a:pt x="49561" y="935464"/>
                </a:cubicBezTo>
                <a:cubicBezTo>
                  <a:pt x="47977" y="941799"/>
                  <a:pt x="44950" y="947714"/>
                  <a:pt x="43366" y="954049"/>
                </a:cubicBezTo>
                <a:cubicBezTo>
                  <a:pt x="40812" y="964264"/>
                  <a:pt x="39942" y="974866"/>
                  <a:pt x="37171" y="985025"/>
                </a:cubicBezTo>
                <a:cubicBezTo>
                  <a:pt x="33735" y="997625"/>
                  <a:pt x="28911" y="1009805"/>
                  <a:pt x="24781" y="1022195"/>
                </a:cubicBezTo>
                <a:lnTo>
                  <a:pt x="18586" y="1040781"/>
                </a:lnTo>
                <a:lnTo>
                  <a:pt x="6196" y="1077951"/>
                </a:lnTo>
                <a:lnTo>
                  <a:pt x="0" y="1096537"/>
                </a:lnTo>
                <a:lnTo>
                  <a:pt x="6196" y="1077951"/>
                </a:lnTo>
                <a:lnTo>
                  <a:pt x="12391" y="1059366"/>
                </a:lnTo>
                <a:cubicBezTo>
                  <a:pt x="18799" y="1040141"/>
                  <a:pt x="19494" y="1035136"/>
                  <a:pt x="30976" y="1016000"/>
                </a:cubicBezTo>
                <a:cubicBezTo>
                  <a:pt x="38637" y="1003231"/>
                  <a:pt x="42438" y="985490"/>
                  <a:pt x="55757" y="978830"/>
                </a:cubicBezTo>
                <a:cubicBezTo>
                  <a:pt x="64017" y="974700"/>
                  <a:pt x="72519" y="971021"/>
                  <a:pt x="80537" y="966439"/>
                </a:cubicBezTo>
                <a:cubicBezTo>
                  <a:pt x="87001" y="962745"/>
                  <a:pt x="92318" y="957073"/>
                  <a:pt x="99122" y="954049"/>
                </a:cubicBezTo>
                <a:cubicBezTo>
                  <a:pt x="111057" y="948745"/>
                  <a:pt x="136293" y="941659"/>
                  <a:pt x="136293" y="941659"/>
                </a:cubicBezTo>
                <a:cubicBezTo>
                  <a:pt x="150748" y="943724"/>
                  <a:pt x="167276" y="940115"/>
                  <a:pt x="179659" y="947854"/>
                </a:cubicBezTo>
                <a:cubicBezTo>
                  <a:pt x="214833" y="969837"/>
                  <a:pt x="156765" y="982330"/>
                  <a:pt x="204439" y="966439"/>
                </a:cubicBezTo>
                <a:cubicBezTo>
                  <a:pt x="224075" y="936987"/>
                  <a:pt x="214475" y="954918"/>
                  <a:pt x="229220" y="910683"/>
                </a:cubicBezTo>
                <a:lnTo>
                  <a:pt x="235415" y="892098"/>
                </a:lnTo>
                <a:cubicBezTo>
                  <a:pt x="237480" y="885903"/>
                  <a:pt x="236176" y="877134"/>
                  <a:pt x="241610" y="873512"/>
                </a:cubicBezTo>
                <a:lnTo>
                  <a:pt x="260196" y="861122"/>
                </a:lnTo>
                <a:cubicBezTo>
                  <a:pt x="262261" y="854927"/>
                  <a:pt x="264597" y="848816"/>
                  <a:pt x="266391" y="842537"/>
                </a:cubicBezTo>
                <a:cubicBezTo>
                  <a:pt x="268730" y="834350"/>
                  <a:pt x="268362" y="825149"/>
                  <a:pt x="272586" y="817756"/>
                </a:cubicBezTo>
                <a:cubicBezTo>
                  <a:pt x="276933" y="810149"/>
                  <a:pt x="285562" y="805901"/>
                  <a:pt x="291171" y="799171"/>
                </a:cubicBezTo>
                <a:cubicBezTo>
                  <a:pt x="295937" y="793451"/>
                  <a:pt x="298658" y="786189"/>
                  <a:pt x="303561" y="780586"/>
                </a:cubicBezTo>
                <a:cubicBezTo>
                  <a:pt x="313177" y="769597"/>
                  <a:pt x="326437" y="761760"/>
                  <a:pt x="334537" y="749610"/>
                </a:cubicBezTo>
                <a:cubicBezTo>
                  <a:pt x="338667" y="743415"/>
                  <a:pt x="342082" y="736678"/>
                  <a:pt x="346927" y="731025"/>
                </a:cubicBezTo>
                <a:cubicBezTo>
                  <a:pt x="366176" y="708568"/>
                  <a:pt x="373705" y="704747"/>
                  <a:pt x="396488" y="687659"/>
                </a:cubicBezTo>
                <a:cubicBezTo>
                  <a:pt x="398553" y="679399"/>
                  <a:pt x="398875" y="670494"/>
                  <a:pt x="402683" y="662878"/>
                </a:cubicBezTo>
                <a:cubicBezTo>
                  <a:pt x="405295" y="657654"/>
                  <a:pt x="412069" y="655496"/>
                  <a:pt x="415074" y="650488"/>
                </a:cubicBezTo>
                <a:cubicBezTo>
                  <a:pt x="418434" y="644889"/>
                  <a:pt x="418349" y="637744"/>
                  <a:pt x="421269" y="631903"/>
                </a:cubicBezTo>
                <a:cubicBezTo>
                  <a:pt x="424599" y="625243"/>
                  <a:pt x="430635" y="620121"/>
                  <a:pt x="433659" y="613317"/>
                </a:cubicBezTo>
                <a:cubicBezTo>
                  <a:pt x="462121" y="549275"/>
                  <a:pt x="428087" y="600096"/>
                  <a:pt x="464635" y="551366"/>
                </a:cubicBezTo>
                <a:cubicBezTo>
                  <a:pt x="466700" y="545171"/>
                  <a:pt x="467659" y="538489"/>
                  <a:pt x="470830" y="532781"/>
                </a:cubicBezTo>
                <a:cubicBezTo>
                  <a:pt x="478062" y="519764"/>
                  <a:pt x="490901" y="509737"/>
                  <a:pt x="495610" y="495610"/>
                </a:cubicBezTo>
                <a:cubicBezTo>
                  <a:pt x="504160" y="469961"/>
                  <a:pt x="498183" y="482458"/>
                  <a:pt x="514196" y="458439"/>
                </a:cubicBezTo>
                <a:cubicBezTo>
                  <a:pt x="529768" y="411722"/>
                  <a:pt x="508761" y="469310"/>
                  <a:pt x="532781" y="421269"/>
                </a:cubicBezTo>
                <a:cubicBezTo>
                  <a:pt x="535701" y="415428"/>
                  <a:pt x="535354" y="408117"/>
                  <a:pt x="538976" y="402683"/>
                </a:cubicBezTo>
                <a:cubicBezTo>
                  <a:pt x="543836" y="395393"/>
                  <a:pt x="551952" y="390828"/>
                  <a:pt x="557561" y="384098"/>
                </a:cubicBezTo>
                <a:cubicBezTo>
                  <a:pt x="562328" y="378378"/>
                  <a:pt x="565822" y="371707"/>
                  <a:pt x="569952" y="365512"/>
                </a:cubicBezTo>
                <a:lnTo>
                  <a:pt x="582342" y="328342"/>
                </a:lnTo>
                <a:cubicBezTo>
                  <a:pt x="584407" y="322147"/>
                  <a:pt x="584915" y="315190"/>
                  <a:pt x="588537" y="309756"/>
                </a:cubicBezTo>
                <a:cubicBezTo>
                  <a:pt x="592667" y="303561"/>
                  <a:pt x="597597" y="297830"/>
                  <a:pt x="600927" y="291171"/>
                </a:cubicBezTo>
                <a:cubicBezTo>
                  <a:pt x="617011" y="259002"/>
                  <a:pt x="595311" y="284397"/>
                  <a:pt x="619513" y="260195"/>
                </a:cubicBezTo>
                <a:cubicBezTo>
                  <a:pt x="615209" y="273105"/>
                  <a:pt x="609432" y="293355"/>
                  <a:pt x="600927" y="303561"/>
                </a:cubicBezTo>
                <a:cubicBezTo>
                  <a:pt x="596161" y="309281"/>
                  <a:pt x="588537" y="311821"/>
                  <a:pt x="582342" y="315951"/>
                </a:cubicBezTo>
                <a:cubicBezTo>
                  <a:pt x="578212" y="328341"/>
                  <a:pt x="579187" y="343887"/>
                  <a:pt x="569952" y="353122"/>
                </a:cubicBezTo>
                <a:lnTo>
                  <a:pt x="545171" y="377903"/>
                </a:lnTo>
                <a:cubicBezTo>
                  <a:pt x="534284" y="410564"/>
                  <a:pt x="546171" y="384137"/>
                  <a:pt x="520391" y="415073"/>
                </a:cubicBezTo>
                <a:cubicBezTo>
                  <a:pt x="494578" y="446049"/>
                  <a:pt x="523487" y="423334"/>
                  <a:pt x="489415" y="446049"/>
                </a:cubicBezTo>
                <a:cubicBezTo>
                  <a:pt x="446810" y="417647"/>
                  <a:pt x="456953" y="435396"/>
                  <a:pt x="446049" y="402683"/>
                </a:cubicBezTo>
                <a:cubicBezTo>
                  <a:pt x="450575" y="371001"/>
                  <a:pt x="457608" y="352973"/>
                  <a:pt x="446049" y="322147"/>
                </a:cubicBezTo>
                <a:cubicBezTo>
                  <a:pt x="443998" y="316678"/>
                  <a:pt x="437789" y="313886"/>
                  <a:pt x="433659" y="309756"/>
                </a:cubicBezTo>
                <a:cubicBezTo>
                  <a:pt x="410944" y="311821"/>
                  <a:pt x="387151" y="308738"/>
                  <a:pt x="365513" y="315951"/>
                </a:cubicBezTo>
                <a:cubicBezTo>
                  <a:pt x="359318" y="318016"/>
                  <a:pt x="359317" y="328006"/>
                  <a:pt x="359317" y="334537"/>
                </a:cubicBezTo>
                <a:cubicBezTo>
                  <a:pt x="359317" y="381994"/>
                  <a:pt x="354844" y="374347"/>
                  <a:pt x="384098" y="384098"/>
                </a:cubicBezTo>
                <a:cubicBezTo>
                  <a:pt x="398553" y="382033"/>
                  <a:pt x="414404" y="384433"/>
                  <a:pt x="427464" y="377903"/>
                </a:cubicBezTo>
                <a:cubicBezTo>
                  <a:pt x="454334" y="364468"/>
                  <a:pt x="407338" y="341768"/>
                  <a:pt x="452244" y="371708"/>
                </a:cubicBezTo>
                <a:cubicBezTo>
                  <a:pt x="456374" y="377903"/>
                  <a:pt x="459370" y="385028"/>
                  <a:pt x="464635" y="390293"/>
                </a:cubicBezTo>
                <a:cubicBezTo>
                  <a:pt x="476645" y="402302"/>
                  <a:pt x="486689" y="403839"/>
                  <a:pt x="501805" y="408878"/>
                </a:cubicBezTo>
                <a:cubicBezTo>
                  <a:pt x="503870" y="415073"/>
                  <a:pt x="504640" y="421864"/>
                  <a:pt x="508000" y="427464"/>
                </a:cubicBezTo>
                <a:cubicBezTo>
                  <a:pt x="511005" y="432473"/>
                  <a:pt x="520391" y="439854"/>
                  <a:pt x="520391" y="439854"/>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136" name="Google Shape;1136;p17"/>
          <p:cNvSpPr/>
          <p:nvPr/>
        </p:nvSpPr>
        <p:spPr>
          <a:xfrm>
            <a:off x="4497527" y="1982439"/>
            <a:ext cx="124034" cy="662878"/>
          </a:xfrm>
          <a:custGeom>
            <a:avLst/>
            <a:gdLst/>
            <a:ahLst/>
            <a:cxnLst/>
            <a:rect l="l" t="t" r="r" b="b"/>
            <a:pathLst>
              <a:path w="124034" h="662878" extrusionOk="0">
                <a:moveTo>
                  <a:pt x="31107" y="130098"/>
                </a:moveTo>
                <a:cubicBezTo>
                  <a:pt x="31464" y="133670"/>
                  <a:pt x="32781" y="192774"/>
                  <a:pt x="43497" y="210634"/>
                </a:cubicBezTo>
                <a:cubicBezTo>
                  <a:pt x="46502" y="215642"/>
                  <a:pt x="51758" y="218894"/>
                  <a:pt x="55888" y="223024"/>
                </a:cubicBezTo>
                <a:cubicBezTo>
                  <a:pt x="74588" y="279127"/>
                  <a:pt x="70526" y="259486"/>
                  <a:pt x="55888" y="371707"/>
                </a:cubicBezTo>
                <a:cubicBezTo>
                  <a:pt x="55132" y="377499"/>
                  <a:pt x="47627" y="379968"/>
                  <a:pt x="43497" y="384098"/>
                </a:cubicBezTo>
                <a:cubicBezTo>
                  <a:pt x="39367" y="396488"/>
                  <a:pt x="36948" y="409587"/>
                  <a:pt x="31107" y="421268"/>
                </a:cubicBezTo>
                <a:cubicBezTo>
                  <a:pt x="15797" y="451890"/>
                  <a:pt x="21637" y="437288"/>
                  <a:pt x="12522" y="464634"/>
                </a:cubicBezTo>
                <a:cubicBezTo>
                  <a:pt x="15752" y="558310"/>
                  <a:pt x="-30741" y="622663"/>
                  <a:pt x="37302" y="656683"/>
                </a:cubicBezTo>
                <a:cubicBezTo>
                  <a:pt x="43143" y="659603"/>
                  <a:pt x="49693" y="660813"/>
                  <a:pt x="55888" y="662878"/>
                </a:cubicBezTo>
                <a:cubicBezTo>
                  <a:pt x="65526" y="660468"/>
                  <a:pt x="93141" y="656516"/>
                  <a:pt x="99253" y="644293"/>
                </a:cubicBezTo>
                <a:cubicBezTo>
                  <a:pt x="104871" y="633058"/>
                  <a:pt x="103384" y="619512"/>
                  <a:pt x="105449" y="607122"/>
                </a:cubicBezTo>
                <a:cubicBezTo>
                  <a:pt x="107514" y="536911"/>
                  <a:pt x="108047" y="466638"/>
                  <a:pt x="111644" y="396488"/>
                </a:cubicBezTo>
                <a:cubicBezTo>
                  <a:pt x="112183" y="385972"/>
                  <a:pt x="115955" y="375872"/>
                  <a:pt x="117839" y="365512"/>
                </a:cubicBezTo>
                <a:cubicBezTo>
                  <a:pt x="120086" y="353153"/>
                  <a:pt x="121969" y="340731"/>
                  <a:pt x="124034" y="328341"/>
                </a:cubicBezTo>
                <a:cubicBezTo>
                  <a:pt x="121969" y="289105"/>
                  <a:pt x="119379" y="249894"/>
                  <a:pt x="117839" y="210634"/>
                </a:cubicBezTo>
                <a:cubicBezTo>
                  <a:pt x="115248" y="144571"/>
                  <a:pt x="117455" y="78248"/>
                  <a:pt x="111644" y="12390"/>
                </a:cubicBezTo>
                <a:cubicBezTo>
                  <a:pt x="111131" y="6572"/>
                  <a:pt x="103383" y="4130"/>
                  <a:pt x="99253" y="0"/>
                </a:cubicBezTo>
                <a:cubicBezTo>
                  <a:pt x="52540" y="15571"/>
                  <a:pt x="108308" y="-7245"/>
                  <a:pt x="68278" y="24781"/>
                </a:cubicBezTo>
                <a:cubicBezTo>
                  <a:pt x="63179" y="28860"/>
                  <a:pt x="55888" y="28911"/>
                  <a:pt x="49693" y="30976"/>
                </a:cubicBezTo>
                <a:cubicBezTo>
                  <a:pt x="42191" y="53479"/>
                  <a:pt x="43497" y="43031"/>
                  <a:pt x="43497" y="61951"/>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137" name="Google Shape;1137;p17"/>
          <p:cNvSpPr/>
          <p:nvPr/>
        </p:nvSpPr>
        <p:spPr>
          <a:xfrm>
            <a:off x="4231268" y="1610732"/>
            <a:ext cx="340732" cy="402683"/>
          </a:xfrm>
          <a:custGeom>
            <a:avLst/>
            <a:gdLst/>
            <a:ahLst/>
            <a:cxnLst/>
            <a:rect l="l" t="t" r="r" b="b"/>
            <a:pathLst>
              <a:path w="340732" h="402683" extrusionOk="0">
                <a:moveTo>
                  <a:pt x="111512" y="241609"/>
                </a:moveTo>
                <a:cubicBezTo>
                  <a:pt x="117707" y="241609"/>
                  <a:pt x="126487" y="267573"/>
                  <a:pt x="136293" y="278780"/>
                </a:cubicBezTo>
                <a:cubicBezTo>
                  <a:pt x="141196" y="284383"/>
                  <a:pt x="149158" y="286404"/>
                  <a:pt x="154878" y="291170"/>
                </a:cubicBezTo>
                <a:cubicBezTo>
                  <a:pt x="161609" y="296779"/>
                  <a:pt x="167855" y="303025"/>
                  <a:pt x="173464" y="309756"/>
                </a:cubicBezTo>
                <a:cubicBezTo>
                  <a:pt x="178230" y="315476"/>
                  <a:pt x="180589" y="323076"/>
                  <a:pt x="185854" y="328341"/>
                </a:cubicBezTo>
                <a:cubicBezTo>
                  <a:pt x="191119" y="333606"/>
                  <a:pt x="198625" y="336080"/>
                  <a:pt x="204439" y="340731"/>
                </a:cubicBezTo>
                <a:cubicBezTo>
                  <a:pt x="209000" y="344380"/>
                  <a:pt x="212700" y="348992"/>
                  <a:pt x="216830" y="353122"/>
                </a:cubicBezTo>
                <a:cubicBezTo>
                  <a:pt x="218895" y="359317"/>
                  <a:pt x="218946" y="366608"/>
                  <a:pt x="223025" y="371707"/>
                </a:cubicBezTo>
                <a:cubicBezTo>
                  <a:pt x="227676" y="377521"/>
                  <a:pt x="235796" y="379446"/>
                  <a:pt x="241610" y="384097"/>
                </a:cubicBezTo>
                <a:cubicBezTo>
                  <a:pt x="265907" y="403536"/>
                  <a:pt x="240308" y="391924"/>
                  <a:pt x="272586" y="402683"/>
                </a:cubicBezTo>
                <a:cubicBezTo>
                  <a:pt x="304449" y="381439"/>
                  <a:pt x="279958" y="401209"/>
                  <a:pt x="303561" y="371707"/>
                </a:cubicBezTo>
                <a:cubicBezTo>
                  <a:pt x="316437" y="355613"/>
                  <a:pt x="318806" y="362188"/>
                  <a:pt x="328342" y="340731"/>
                </a:cubicBezTo>
                <a:cubicBezTo>
                  <a:pt x="333646" y="328796"/>
                  <a:pt x="340732" y="303561"/>
                  <a:pt x="340732" y="303561"/>
                </a:cubicBezTo>
                <a:cubicBezTo>
                  <a:pt x="337797" y="277147"/>
                  <a:pt x="346539" y="250050"/>
                  <a:pt x="322147" y="235414"/>
                </a:cubicBezTo>
                <a:cubicBezTo>
                  <a:pt x="316547" y="232054"/>
                  <a:pt x="309756" y="231284"/>
                  <a:pt x="303561" y="229219"/>
                </a:cubicBezTo>
                <a:cubicBezTo>
                  <a:pt x="297366" y="225089"/>
                  <a:pt x="290241" y="222094"/>
                  <a:pt x="284976" y="216829"/>
                </a:cubicBezTo>
                <a:cubicBezTo>
                  <a:pt x="262605" y="194458"/>
                  <a:pt x="282222" y="185165"/>
                  <a:pt x="235415" y="173463"/>
                </a:cubicBezTo>
                <a:cubicBezTo>
                  <a:pt x="218895" y="169333"/>
                  <a:pt x="202009" y="166458"/>
                  <a:pt x="185854" y="161073"/>
                </a:cubicBezTo>
                <a:lnTo>
                  <a:pt x="148683" y="148683"/>
                </a:lnTo>
                <a:cubicBezTo>
                  <a:pt x="118776" y="118773"/>
                  <a:pt x="156772" y="155152"/>
                  <a:pt x="117708" y="123902"/>
                </a:cubicBezTo>
                <a:cubicBezTo>
                  <a:pt x="113147" y="120253"/>
                  <a:pt x="110326" y="114517"/>
                  <a:pt x="105317" y="111512"/>
                </a:cubicBezTo>
                <a:cubicBezTo>
                  <a:pt x="99717" y="108152"/>
                  <a:pt x="92573" y="108237"/>
                  <a:pt x="86732" y="105317"/>
                </a:cubicBezTo>
                <a:cubicBezTo>
                  <a:pt x="80073" y="101987"/>
                  <a:pt x="74342" y="97057"/>
                  <a:pt x="68147" y="92927"/>
                </a:cubicBezTo>
                <a:cubicBezTo>
                  <a:pt x="56788" y="58848"/>
                  <a:pt x="68778" y="89385"/>
                  <a:pt x="49561" y="55756"/>
                </a:cubicBezTo>
                <a:cubicBezTo>
                  <a:pt x="43082" y="44418"/>
                  <a:pt x="34844" y="22453"/>
                  <a:pt x="24781" y="12390"/>
                </a:cubicBezTo>
                <a:cubicBezTo>
                  <a:pt x="19516" y="7125"/>
                  <a:pt x="12390" y="4130"/>
                  <a:pt x="6195" y="0"/>
                </a:cubicBezTo>
                <a:cubicBezTo>
                  <a:pt x="4130" y="6195"/>
                  <a:pt x="0" y="12055"/>
                  <a:pt x="0" y="18585"/>
                </a:cubicBezTo>
                <a:cubicBezTo>
                  <a:pt x="0" y="37486"/>
                  <a:pt x="7501" y="51031"/>
                  <a:pt x="12391" y="68146"/>
                </a:cubicBezTo>
                <a:cubicBezTo>
                  <a:pt x="15038" y="77411"/>
                  <a:pt x="19829" y="101608"/>
                  <a:pt x="24781" y="111512"/>
                </a:cubicBezTo>
                <a:cubicBezTo>
                  <a:pt x="32595" y="127141"/>
                  <a:pt x="38038" y="130964"/>
                  <a:pt x="49561" y="142488"/>
                </a:cubicBezTo>
                <a:cubicBezTo>
                  <a:pt x="51626" y="148683"/>
                  <a:pt x="51677" y="155974"/>
                  <a:pt x="55756" y="161073"/>
                </a:cubicBezTo>
                <a:cubicBezTo>
                  <a:pt x="60407" y="166887"/>
                  <a:pt x="70396" y="167149"/>
                  <a:pt x="74342" y="173463"/>
                </a:cubicBezTo>
                <a:cubicBezTo>
                  <a:pt x="81264" y="184538"/>
                  <a:pt x="86732" y="210634"/>
                  <a:pt x="86732" y="210634"/>
                </a:cubicBezTo>
                <a:cubicBezTo>
                  <a:pt x="88797" y="227154"/>
                  <a:pt x="89949" y="243815"/>
                  <a:pt x="92927" y="260195"/>
                </a:cubicBezTo>
                <a:cubicBezTo>
                  <a:pt x="94095" y="266620"/>
                  <a:pt x="94504" y="274163"/>
                  <a:pt x="99122" y="278780"/>
                </a:cubicBezTo>
                <a:cubicBezTo>
                  <a:pt x="103740" y="283398"/>
                  <a:pt x="105317" y="241609"/>
                  <a:pt x="111512" y="241609"/>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138" name="Google Shape;1138;p17"/>
          <p:cNvSpPr/>
          <p:nvPr/>
        </p:nvSpPr>
        <p:spPr>
          <a:xfrm>
            <a:off x="4479073" y="1622673"/>
            <a:ext cx="87070" cy="124351"/>
          </a:xfrm>
          <a:custGeom>
            <a:avLst/>
            <a:gdLst/>
            <a:ahLst/>
            <a:cxnLst/>
            <a:rect l="l" t="t" r="r" b="b"/>
            <a:pathLst>
              <a:path w="87070" h="124351" extrusionOk="0">
                <a:moveTo>
                  <a:pt x="68147" y="12839"/>
                </a:moveTo>
                <a:cubicBezTo>
                  <a:pt x="55757" y="6644"/>
                  <a:pt x="25472" y="-8777"/>
                  <a:pt x="6195" y="6644"/>
                </a:cubicBezTo>
                <a:cubicBezTo>
                  <a:pt x="1096" y="10723"/>
                  <a:pt x="2065" y="19034"/>
                  <a:pt x="0" y="25229"/>
                </a:cubicBezTo>
                <a:cubicBezTo>
                  <a:pt x="1332" y="31891"/>
                  <a:pt x="6675" y="65265"/>
                  <a:pt x="12390" y="74790"/>
                </a:cubicBezTo>
                <a:cubicBezTo>
                  <a:pt x="15395" y="79799"/>
                  <a:pt x="21132" y="82620"/>
                  <a:pt x="24781" y="87181"/>
                </a:cubicBezTo>
                <a:cubicBezTo>
                  <a:pt x="38506" y="104337"/>
                  <a:pt x="36823" y="104722"/>
                  <a:pt x="43366" y="124351"/>
                </a:cubicBezTo>
                <a:cubicBezTo>
                  <a:pt x="58700" y="121284"/>
                  <a:pt x="84724" y="123673"/>
                  <a:pt x="86732" y="99571"/>
                </a:cubicBezTo>
                <a:cubicBezTo>
                  <a:pt x="88285" y="80936"/>
                  <a:pt x="84204" y="62152"/>
                  <a:pt x="80537" y="43815"/>
                </a:cubicBezTo>
                <a:cubicBezTo>
                  <a:pt x="77976" y="31008"/>
                  <a:pt x="80537" y="19034"/>
                  <a:pt x="68147" y="12839"/>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139" name="Google Shape;1139;p17"/>
          <p:cNvSpPr/>
          <p:nvPr/>
        </p:nvSpPr>
        <p:spPr>
          <a:xfrm>
            <a:off x="4144537" y="1201854"/>
            <a:ext cx="483219" cy="656683"/>
          </a:xfrm>
          <a:custGeom>
            <a:avLst/>
            <a:gdLst/>
            <a:ahLst/>
            <a:cxnLst/>
            <a:rect l="l" t="t" r="r" b="b"/>
            <a:pathLst>
              <a:path w="483219" h="656683" extrusionOk="0">
                <a:moveTo>
                  <a:pt x="241609" y="0"/>
                </a:moveTo>
                <a:cubicBezTo>
                  <a:pt x="178780" y="3927"/>
                  <a:pt x="147022" y="-10730"/>
                  <a:pt x="105317" y="30975"/>
                </a:cubicBezTo>
                <a:lnTo>
                  <a:pt x="68146" y="68146"/>
                </a:lnTo>
                <a:lnTo>
                  <a:pt x="49561" y="86731"/>
                </a:lnTo>
                <a:lnTo>
                  <a:pt x="37170" y="123902"/>
                </a:lnTo>
                <a:cubicBezTo>
                  <a:pt x="35105" y="130097"/>
                  <a:pt x="35592" y="137869"/>
                  <a:pt x="30975" y="142487"/>
                </a:cubicBezTo>
                <a:lnTo>
                  <a:pt x="18585" y="154878"/>
                </a:lnTo>
                <a:cubicBezTo>
                  <a:pt x="6373" y="191515"/>
                  <a:pt x="7623" y="179488"/>
                  <a:pt x="18585" y="241609"/>
                </a:cubicBezTo>
                <a:cubicBezTo>
                  <a:pt x="20855" y="254471"/>
                  <a:pt x="20108" y="271536"/>
                  <a:pt x="30975" y="278780"/>
                </a:cubicBezTo>
                <a:lnTo>
                  <a:pt x="49561" y="291170"/>
                </a:lnTo>
                <a:cubicBezTo>
                  <a:pt x="51626" y="297365"/>
                  <a:pt x="52134" y="304322"/>
                  <a:pt x="55756" y="309756"/>
                </a:cubicBezTo>
                <a:cubicBezTo>
                  <a:pt x="69014" y="329644"/>
                  <a:pt x="73442" y="328041"/>
                  <a:pt x="92926" y="334536"/>
                </a:cubicBezTo>
                <a:cubicBezTo>
                  <a:pt x="122972" y="364582"/>
                  <a:pt x="107987" y="352837"/>
                  <a:pt x="136292" y="371707"/>
                </a:cubicBezTo>
                <a:cubicBezTo>
                  <a:pt x="140422" y="377902"/>
                  <a:pt x="143418" y="385027"/>
                  <a:pt x="148683" y="390292"/>
                </a:cubicBezTo>
                <a:cubicBezTo>
                  <a:pt x="153948" y="395557"/>
                  <a:pt x="162617" y="396869"/>
                  <a:pt x="167268" y="402683"/>
                </a:cubicBezTo>
                <a:cubicBezTo>
                  <a:pt x="201463" y="445429"/>
                  <a:pt x="138789" y="398152"/>
                  <a:pt x="192048" y="433658"/>
                </a:cubicBezTo>
                <a:cubicBezTo>
                  <a:pt x="197978" y="451448"/>
                  <a:pt x="195514" y="453294"/>
                  <a:pt x="210634" y="464634"/>
                </a:cubicBezTo>
                <a:cubicBezTo>
                  <a:pt x="222547" y="473568"/>
                  <a:pt x="247804" y="489414"/>
                  <a:pt x="247804" y="489414"/>
                </a:cubicBezTo>
                <a:cubicBezTo>
                  <a:pt x="280848" y="538978"/>
                  <a:pt x="237478" y="479088"/>
                  <a:pt x="278780" y="520390"/>
                </a:cubicBezTo>
                <a:cubicBezTo>
                  <a:pt x="306801" y="548411"/>
                  <a:pt x="273573" y="533110"/>
                  <a:pt x="309756" y="545170"/>
                </a:cubicBezTo>
                <a:cubicBezTo>
                  <a:pt x="313886" y="549300"/>
                  <a:pt x="316922" y="554949"/>
                  <a:pt x="322146" y="557561"/>
                </a:cubicBezTo>
                <a:cubicBezTo>
                  <a:pt x="333828" y="563402"/>
                  <a:pt x="346927" y="565821"/>
                  <a:pt x="359317" y="569951"/>
                </a:cubicBezTo>
                <a:lnTo>
                  <a:pt x="377902" y="576146"/>
                </a:lnTo>
                <a:lnTo>
                  <a:pt x="396487" y="582341"/>
                </a:lnTo>
                <a:lnTo>
                  <a:pt x="415073" y="588536"/>
                </a:lnTo>
                <a:cubicBezTo>
                  <a:pt x="421268" y="592666"/>
                  <a:pt x="429712" y="594612"/>
                  <a:pt x="433658" y="600926"/>
                </a:cubicBezTo>
                <a:cubicBezTo>
                  <a:pt x="440580" y="612001"/>
                  <a:pt x="438803" y="627230"/>
                  <a:pt x="446048" y="638097"/>
                </a:cubicBezTo>
                <a:lnTo>
                  <a:pt x="458439" y="656683"/>
                </a:lnTo>
                <a:cubicBezTo>
                  <a:pt x="472766" y="599372"/>
                  <a:pt x="456897" y="668246"/>
                  <a:pt x="470829" y="563756"/>
                </a:cubicBezTo>
                <a:cubicBezTo>
                  <a:pt x="471954" y="555316"/>
                  <a:pt x="475177" y="547287"/>
                  <a:pt x="477024" y="538975"/>
                </a:cubicBezTo>
                <a:cubicBezTo>
                  <a:pt x="479308" y="528696"/>
                  <a:pt x="481154" y="518325"/>
                  <a:pt x="483219" y="508000"/>
                </a:cubicBezTo>
                <a:cubicBezTo>
                  <a:pt x="481154" y="477024"/>
                  <a:pt x="482128" y="445695"/>
                  <a:pt x="477024" y="415073"/>
                </a:cubicBezTo>
                <a:cubicBezTo>
                  <a:pt x="475016" y="403026"/>
                  <a:pt x="459213" y="392809"/>
                  <a:pt x="452243" y="384097"/>
                </a:cubicBezTo>
                <a:cubicBezTo>
                  <a:pt x="417733" y="340961"/>
                  <a:pt x="465429" y="391089"/>
                  <a:pt x="421268" y="346926"/>
                </a:cubicBezTo>
                <a:cubicBezTo>
                  <a:pt x="407031" y="304215"/>
                  <a:pt x="418113" y="318991"/>
                  <a:pt x="396487" y="297366"/>
                </a:cubicBezTo>
                <a:cubicBezTo>
                  <a:pt x="385583" y="264653"/>
                  <a:pt x="393914" y="284213"/>
                  <a:pt x="365512" y="241609"/>
                </a:cubicBezTo>
                <a:cubicBezTo>
                  <a:pt x="361382" y="235414"/>
                  <a:pt x="359317" y="227154"/>
                  <a:pt x="353122" y="223024"/>
                </a:cubicBezTo>
                <a:cubicBezTo>
                  <a:pt x="340732" y="214764"/>
                  <a:pt x="326481" y="208774"/>
                  <a:pt x="315951" y="198244"/>
                </a:cubicBezTo>
                <a:cubicBezTo>
                  <a:pt x="286553" y="168846"/>
                  <a:pt x="302252" y="177157"/>
                  <a:pt x="272585" y="167268"/>
                </a:cubicBezTo>
                <a:cubicBezTo>
                  <a:pt x="266957" y="158826"/>
                  <a:pt x="257613" y="142177"/>
                  <a:pt x="247804" y="136292"/>
                </a:cubicBezTo>
                <a:cubicBezTo>
                  <a:pt x="242205" y="132932"/>
                  <a:pt x="235414" y="132162"/>
                  <a:pt x="229219" y="130097"/>
                </a:cubicBezTo>
                <a:cubicBezTo>
                  <a:pt x="196177" y="80534"/>
                  <a:pt x="239547" y="140426"/>
                  <a:pt x="198243" y="99122"/>
                </a:cubicBezTo>
                <a:cubicBezTo>
                  <a:pt x="172946" y="73825"/>
                  <a:pt x="201343" y="73308"/>
                  <a:pt x="148683" y="55756"/>
                </a:cubicBezTo>
                <a:cubicBezTo>
                  <a:pt x="104099" y="40896"/>
                  <a:pt x="159797" y="58933"/>
                  <a:pt x="105317" y="43366"/>
                </a:cubicBezTo>
                <a:cubicBezTo>
                  <a:pt x="99038" y="41572"/>
                  <a:pt x="92926" y="39235"/>
                  <a:pt x="86731" y="37170"/>
                </a:cubicBezTo>
                <a:cubicBezTo>
                  <a:pt x="70211" y="39235"/>
                  <a:pt x="51023" y="34131"/>
                  <a:pt x="37170" y="43366"/>
                </a:cubicBezTo>
                <a:cubicBezTo>
                  <a:pt x="28409" y="49207"/>
                  <a:pt x="34672" y="64482"/>
                  <a:pt x="30975" y="74341"/>
                </a:cubicBezTo>
                <a:cubicBezTo>
                  <a:pt x="28361" y="81312"/>
                  <a:pt x="22715" y="86731"/>
                  <a:pt x="18585" y="92926"/>
                </a:cubicBezTo>
                <a:lnTo>
                  <a:pt x="6195" y="130097"/>
                </a:lnTo>
                <a:lnTo>
                  <a:pt x="0" y="148683"/>
                </a:ln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140" name="Google Shape;1140;p17"/>
          <p:cNvSpPr/>
          <p:nvPr/>
        </p:nvSpPr>
        <p:spPr>
          <a:xfrm>
            <a:off x="3116146" y="2267415"/>
            <a:ext cx="1034601" cy="600926"/>
          </a:xfrm>
          <a:custGeom>
            <a:avLst/>
            <a:gdLst/>
            <a:ahLst/>
            <a:cxnLst/>
            <a:rect l="l" t="t" r="r" b="b"/>
            <a:pathLst>
              <a:path w="1034601" h="600926" extrusionOk="0">
                <a:moveTo>
                  <a:pt x="161074" y="0"/>
                </a:moveTo>
                <a:cubicBezTo>
                  <a:pt x="138358" y="2065"/>
                  <a:pt x="114859" y="-71"/>
                  <a:pt x="92927" y="6195"/>
                </a:cubicBezTo>
                <a:cubicBezTo>
                  <a:pt x="84503" y="8602"/>
                  <a:pt x="81073" y="19171"/>
                  <a:pt x="74342" y="24780"/>
                </a:cubicBezTo>
                <a:cubicBezTo>
                  <a:pt x="68622" y="29547"/>
                  <a:pt x="61951" y="33040"/>
                  <a:pt x="55756" y="37170"/>
                </a:cubicBezTo>
                <a:cubicBezTo>
                  <a:pt x="53691" y="43365"/>
                  <a:pt x="52481" y="49915"/>
                  <a:pt x="49561" y="55756"/>
                </a:cubicBezTo>
                <a:cubicBezTo>
                  <a:pt x="46231" y="62415"/>
                  <a:pt x="40195" y="67537"/>
                  <a:pt x="37171" y="74341"/>
                </a:cubicBezTo>
                <a:cubicBezTo>
                  <a:pt x="31867" y="86276"/>
                  <a:pt x="28911" y="99122"/>
                  <a:pt x="24781" y="111512"/>
                </a:cubicBezTo>
                <a:cubicBezTo>
                  <a:pt x="22716" y="117707"/>
                  <a:pt x="24781" y="128032"/>
                  <a:pt x="18586" y="130097"/>
                </a:cubicBezTo>
                <a:lnTo>
                  <a:pt x="0" y="136292"/>
                </a:lnTo>
                <a:cubicBezTo>
                  <a:pt x="4090" y="156743"/>
                  <a:pt x="552" y="168838"/>
                  <a:pt x="18586" y="179658"/>
                </a:cubicBezTo>
                <a:cubicBezTo>
                  <a:pt x="24186" y="183018"/>
                  <a:pt x="30976" y="183788"/>
                  <a:pt x="37171" y="185853"/>
                </a:cubicBezTo>
                <a:cubicBezTo>
                  <a:pt x="45431" y="194113"/>
                  <a:pt x="51503" y="205410"/>
                  <a:pt x="61952" y="210634"/>
                </a:cubicBezTo>
                <a:cubicBezTo>
                  <a:pt x="92573" y="225944"/>
                  <a:pt x="77971" y="220104"/>
                  <a:pt x="105317" y="229219"/>
                </a:cubicBezTo>
                <a:cubicBezTo>
                  <a:pt x="109447" y="233349"/>
                  <a:pt x="112699" y="238604"/>
                  <a:pt x="117708" y="241609"/>
                </a:cubicBezTo>
                <a:cubicBezTo>
                  <a:pt x="124465" y="245663"/>
                  <a:pt x="155912" y="252525"/>
                  <a:pt x="161074" y="254000"/>
                </a:cubicBezTo>
                <a:cubicBezTo>
                  <a:pt x="216739" y="269904"/>
                  <a:pt x="121256" y="247887"/>
                  <a:pt x="223025" y="266390"/>
                </a:cubicBezTo>
                <a:cubicBezTo>
                  <a:pt x="259072" y="272944"/>
                  <a:pt x="241880" y="274201"/>
                  <a:pt x="284976" y="284975"/>
                </a:cubicBezTo>
                <a:lnTo>
                  <a:pt x="309756" y="291170"/>
                </a:lnTo>
                <a:cubicBezTo>
                  <a:pt x="339209" y="310806"/>
                  <a:pt x="321278" y="301206"/>
                  <a:pt x="365513" y="315951"/>
                </a:cubicBezTo>
                <a:cubicBezTo>
                  <a:pt x="371708" y="318016"/>
                  <a:pt x="378665" y="318524"/>
                  <a:pt x="384098" y="322146"/>
                </a:cubicBezTo>
                <a:cubicBezTo>
                  <a:pt x="409768" y="339259"/>
                  <a:pt x="395460" y="332730"/>
                  <a:pt x="427464" y="340731"/>
                </a:cubicBezTo>
                <a:cubicBezTo>
                  <a:pt x="433659" y="344861"/>
                  <a:pt x="439389" y="349792"/>
                  <a:pt x="446049" y="353122"/>
                </a:cubicBezTo>
                <a:cubicBezTo>
                  <a:pt x="451890" y="356042"/>
                  <a:pt x="459034" y="355957"/>
                  <a:pt x="464634" y="359317"/>
                </a:cubicBezTo>
                <a:cubicBezTo>
                  <a:pt x="469643" y="362322"/>
                  <a:pt x="472165" y="368467"/>
                  <a:pt x="477025" y="371707"/>
                </a:cubicBezTo>
                <a:cubicBezTo>
                  <a:pt x="484709" y="376830"/>
                  <a:pt x="493545" y="379967"/>
                  <a:pt x="501805" y="384097"/>
                </a:cubicBezTo>
                <a:cubicBezTo>
                  <a:pt x="512318" y="415637"/>
                  <a:pt x="499552" y="393859"/>
                  <a:pt x="526586" y="408878"/>
                </a:cubicBezTo>
                <a:cubicBezTo>
                  <a:pt x="539603" y="416110"/>
                  <a:pt x="551366" y="425398"/>
                  <a:pt x="563756" y="433658"/>
                </a:cubicBezTo>
                <a:cubicBezTo>
                  <a:pt x="568616" y="436898"/>
                  <a:pt x="571138" y="443043"/>
                  <a:pt x="576147" y="446048"/>
                </a:cubicBezTo>
                <a:cubicBezTo>
                  <a:pt x="582500" y="449860"/>
                  <a:pt x="614878" y="457280"/>
                  <a:pt x="619513" y="458439"/>
                </a:cubicBezTo>
                <a:cubicBezTo>
                  <a:pt x="631903" y="466699"/>
                  <a:pt x="642556" y="478510"/>
                  <a:pt x="656683" y="483219"/>
                </a:cubicBezTo>
                <a:lnTo>
                  <a:pt x="731025" y="508000"/>
                </a:lnTo>
                <a:lnTo>
                  <a:pt x="768195" y="520390"/>
                </a:lnTo>
                <a:lnTo>
                  <a:pt x="786781" y="526585"/>
                </a:lnTo>
                <a:cubicBezTo>
                  <a:pt x="792976" y="530715"/>
                  <a:pt x="798707" y="535645"/>
                  <a:pt x="805366" y="538975"/>
                </a:cubicBezTo>
                <a:cubicBezTo>
                  <a:pt x="811207" y="541895"/>
                  <a:pt x="818352" y="541810"/>
                  <a:pt x="823952" y="545170"/>
                </a:cubicBezTo>
                <a:cubicBezTo>
                  <a:pt x="828961" y="548175"/>
                  <a:pt x="830973" y="555260"/>
                  <a:pt x="836342" y="557561"/>
                </a:cubicBezTo>
                <a:cubicBezTo>
                  <a:pt x="846020" y="561709"/>
                  <a:pt x="857102" y="561202"/>
                  <a:pt x="867317" y="563756"/>
                </a:cubicBezTo>
                <a:cubicBezTo>
                  <a:pt x="873652" y="565340"/>
                  <a:pt x="879708" y="567886"/>
                  <a:pt x="885903" y="569951"/>
                </a:cubicBezTo>
                <a:cubicBezTo>
                  <a:pt x="892098" y="574081"/>
                  <a:pt x="897829" y="579011"/>
                  <a:pt x="904488" y="582341"/>
                </a:cubicBezTo>
                <a:cubicBezTo>
                  <a:pt x="910329" y="585261"/>
                  <a:pt x="916795" y="586742"/>
                  <a:pt x="923074" y="588536"/>
                </a:cubicBezTo>
                <a:cubicBezTo>
                  <a:pt x="952285" y="596882"/>
                  <a:pt x="956121" y="595912"/>
                  <a:pt x="991220" y="600926"/>
                </a:cubicBezTo>
                <a:cubicBezTo>
                  <a:pt x="1003610" y="598861"/>
                  <a:pt x="1017485" y="600963"/>
                  <a:pt x="1028391" y="594731"/>
                </a:cubicBezTo>
                <a:cubicBezTo>
                  <a:pt x="1041249" y="587384"/>
                  <a:pt x="1030491" y="548321"/>
                  <a:pt x="1028391" y="545170"/>
                </a:cubicBezTo>
                <a:cubicBezTo>
                  <a:pt x="1024769" y="539736"/>
                  <a:pt x="1016209" y="540256"/>
                  <a:pt x="1009805" y="538975"/>
                </a:cubicBezTo>
                <a:cubicBezTo>
                  <a:pt x="995486" y="536111"/>
                  <a:pt x="980894" y="534845"/>
                  <a:pt x="966439" y="532780"/>
                </a:cubicBezTo>
                <a:cubicBezTo>
                  <a:pt x="954049" y="528650"/>
                  <a:pt x="940136" y="527634"/>
                  <a:pt x="929269" y="520390"/>
                </a:cubicBezTo>
                <a:cubicBezTo>
                  <a:pt x="923074" y="516260"/>
                  <a:pt x="917747" y="510355"/>
                  <a:pt x="910683" y="508000"/>
                </a:cubicBezTo>
                <a:cubicBezTo>
                  <a:pt x="898767" y="504028"/>
                  <a:pt x="885903" y="503870"/>
                  <a:pt x="873513" y="501805"/>
                </a:cubicBezTo>
                <a:lnTo>
                  <a:pt x="836342" y="489414"/>
                </a:lnTo>
                <a:lnTo>
                  <a:pt x="817756" y="483219"/>
                </a:lnTo>
                <a:cubicBezTo>
                  <a:pt x="764499" y="447714"/>
                  <a:pt x="831879" y="490280"/>
                  <a:pt x="780586" y="464634"/>
                </a:cubicBezTo>
                <a:cubicBezTo>
                  <a:pt x="773926" y="461304"/>
                  <a:pt x="768660" y="455574"/>
                  <a:pt x="762000" y="452244"/>
                </a:cubicBezTo>
                <a:cubicBezTo>
                  <a:pt x="756159" y="449324"/>
                  <a:pt x="749123" y="449219"/>
                  <a:pt x="743415" y="446048"/>
                </a:cubicBezTo>
                <a:cubicBezTo>
                  <a:pt x="730398" y="438816"/>
                  <a:pt x="718634" y="429528"/>
                  <a:pt x="706244" y="421268"/>
                </a:cubicBezTo>
                <a:cubicBezTo>
                  <a:pt x="700049" y="417138"/>
                  <a:pt x="692924" y="414143"/>
                  <a:pt x="687659" y="408878"/>
                </a:cubicBezTo>
                <a:cubicBezTo>
                  <a:pt x="683529" y="404748"/>
                  <a:pt x="680278" y="399492"/>
                  <a:pt x="675269" y="396487"/>
                </a:cubicBezTo>
                <a:cubicBezTo>
                  <a:pt x="669669" y="393127"/>
                  <a:pt x="662878" y="392357"/>
                  <a:pt x="656683" y="390292"/>
                </a:cubicBezTo>
                <a:cubicBezTo>
                  <a:pt x="652553" y="384097"/>
                  <a:pt x="650107" y="376358"/>
                  <a:pt x="644293" y="371707"/>
                </a:cubicBezTo>
                <a:cubicBezTo>
                  <a:pt x="639194" y="367628"/>
                  <a:pt x="629504" y="370826"/>
                  <a:pt x="625708" y="365512"/>
                </a:cubicBezTo>
                <a:cubicBezTo>
                  <a:pt x="615483" y="351197"/>
                  <a:pt x="611448" y="314667"/>
                  <a:pt x="607122" y="297365"/>
                </a:cubicBezTo>
                <a:cubicBezTo>
                  <a:pt x="605538" y="291030"/>
                  <a:pt x="605006" y="283879"/>
                  <a:pt x="600927" y="278780"/>
                </a:cubicBezTo>
                <a:cubicBezTo>
                  <a:pt x="596276" y="272966"/>
                  <a:pt x="588062" y="271156"/>
                  <a:pt x="582342" y="266390"/>
                </a:cubicBezTo>
                <a:cubicBezTo>
                  <a:pt x="575611" y="260781"/>
                  <a:pt x="571046" y="252665"/>
                  <a:pt x="563756" y="247805"/>
                </a:cubicBezTo>
                <a:cubicBezTo>
                  <a:pt x="518138" y="217392"/>
                  <a:pt x="573374" y="270157"/>
                  <a:pt x="526586" y="229219"/>
                </a:cubicBezTo>
                <a:cubicBezTo>
                  <a:pt x="515597" y="219604"/>
                  <a:pt x="505935" y="208569"/>
                  <a:pt x="495610" y="198244"/>
                </a:cubicBezTo>
                <a:cubicBezTo>
                  <a:pt x="491480" y="194114"/>
                  <a:pt x="488761" y="187700"/>
                  <a:pt x="483220" y="185853"/>
                </a:cubicBezTo>
                <a:cubicBezTo>
                  <a:pt x="434132" y="169491"/>
                  <a:pt x="458932" y="175610"/>
                  <a:pt x="408878" y="167268"/>
                </a:cubicBezTo>
                <a:cubicBezTo>
                  <a:pt x="398553" y="156943"/>
                  <a:pt x="386003" y="148442"/>
                  <a:pt x="377903" y="136292"/>
                </a:cubicBezTo>
                <a:cubicBezTo>
                  <a:pt x="373773" y="130097"/>
                  <a:pt x="371327" y="122358"/>
                  <a:pt x="365513" y="117707"/>
                </a:cubicBezTo>
                <a:cubicBezTo>
                  <a:pt x="360414" y="113628"/>
                  <a:pt x="353122" y="113577"/>
                  <a:pt x="346927" y="111512"/>
                </a:cubicBezTo>
                <a:cubicBezTo>
                  <a:pt x="340732" y="107382"/>
                  <a:pt x="335146" y="102146"/>
                  <a:pt x="328342" y="99122"/>
                </a:cubicBezTo>
                <a:cubicBezTo>
                  <a:pt x="316407" y="93817"/>
                  <a:pt x="303561" y="90861"/>
                  <a:pt x="291171" y="86731"/>
                </a:cubicBezTo>
                <a:cubicBezTo>
                  <a:pt x="284976" y="84666"/>
                  <a:pt x="278921" y="82120"/>
                  <a:pt x="272586" y="80536"/>
                </a:cubicBezTo>
                <a:cubicBezTo>
                  <a:pt x="264326" y="78471"/>
                  <a:pt x="255960" y="76788"/>
                  <a:pt x="247805" y="74341"/>
                </a:cubicBezTo>
                <a:cubicBezTo>
                  <a:pt x="235295" y="70588"/>
                  <a:pt x="210634" y="61951"/>
                  <a:pt x="210634" y="61951"/>
                </a:cubicBezTo>
                <a:cubicBezTo>
                  <a:pt x="206504" y="55756"/>
                  <a:pt x="204558" y="47311"/>
                  <a:pt x="198244" y="43365"/>
                </a:cubicBezTo>
                <a:cubicBezTo>
                  <a:pt x="187169" y="36443"/>
                  <a:pt x="161074" y="30975"/>
                  <a:pt x="161074" y="30975"/>
                </a:cubicBezTo>
                <a:cubicBezTo>
                  <a:pt x="149550" y="19452"/>
                  <a:pt x="145727" y="14009"/>
                  <a:pt x="130098" y="6195"/>
                </a:cubicBezTo>
                <a:cubicBezTo>
                  <a:pt x="124257" y="3275"/>
                  <a:pt x="117708" y="2065"/>
                  <a:pt x="111513" y="0"/>
                </a:cubicBezTo>
                <a:cubicBezTo>
                  <a:pt x="101188" y="2065"/>
                  <a:pt x="90396" y="2498"/>
                  <a:pt x="80537" y="6195"/>
                </a:cubicBezTo>
                <a:cubicBezTo>
                  <a:pt x="73566" y="8809"/>
                  <a:pt x="68611" y="15255"/>
                  <a:pt x="61952" y="18585"/>
                </a:cubicBezTo>
                <a:cubicBezTo>
                  <a:pt x="56111" y="21505"/>
                  <a:pt x="49561" y="22715"/>
                  <a:pt x="43366" y="24780"/>
                </a:cubicBezTo>
                <a:cubicBezTo>
                  <a:pt x="39236" y="30975"/>
                  <a:pt x="35627" y="37551"/>
                  <a:pt x="30976" y="43365"/>
                </a:cubicBezTo>
                <a:cubicBezTo>
                  <a:pt x="27327" y="47926"/>
                  <a:pt x="21198" y="50532"/>
                  <a:pt x="18586" y="55756"/>
                </a:cubicBezTo>
                <a:cubicBezTo>
                  <a:pt x="12745" y="67437"/>
                  <a:pt x="6195" y="92926"/>
                  <a:pt x="6195" y="92926"/>
                </a:cubicBezTo>
                <a:lnTo>
                  <a:pt x="12391" y="154878"/>
                </a:ln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141" name="Google Shape;1141;p17"/>
          <p:cNvSpPr/>
          <p:nvPr/>
        </p:nvSpPr>
        <p:spPr>
          <a:xfrm>
            <a:off x="3634454" y="2496634"/>
            <a:ext cx="220988" cy="86732"/>
          </a:xfrm>
          <a:custGeom>
            <a:avLst/>
            <a:gdLst/>
            <a:ahLst/>
            <a:cxnLst/>
            <a:rect l="l" t="t" r="r" b="b"/>
            <a:pathLst>
              <a:path w="220988" h="86732" extrusionOk="0">
                <a:moveTo>
                  <a:pt x="181741" y="55756"/>
                </a:moveTo>
                <a:cubicBezTo>
                  <a:pt x="177611" y="57821"/>
                  <a:pt x="148242" y="53942"/>
                  <a:pt x="132180" y="49561"/>
                </a:cubicBezTo>
                <a:cubicBezTo>
                  <a:pt x="124997" y="47602"/>
                  <a:pt x="120254" y="40501"/>
                  <a:pt x="113595" y="37171"/>
                </a:cubicBezTo>
                <a:cubicBezTo>
                  <a:pt x="107754" y="34251"/>
                  <a:pt x="101204" y="33041"/>
                  <a:pt x="95009" y="30976"/>
                </a:cubicBezTo>
                <a:cubicBezTo>
                  <a:pt x="88814" y="26846"/>
                  <a:pt x="82238" y="23237"/>
                  <a:pt x="76424" y="18586"/>
                </a:cubicBezTo>
                <a:cubicBezTo>
                  <a:pt x="71863" y="14937"/>
                  <a:pt x="69043" y="9200"/>
                  <a:pt x="64034" y="6195"/>
                </a:cubicBezTo>
                <a:cubicBezTo>
                  <a:pt x="58434" y="2835"/>
                  <a:pt x="51643" y="2065"/>
                  <a:pt x="45448" y="0"/>
                </a:cubicBezTo>
                <a:cubicBezTo>
                  <a:pt x="30993" y="2065"/>
                  <a:pt x="14232" y="-1905"/>
                  <a:pt x="2083" y="6195"/>
                </a:cubicBezTo>
                <a:cubicBezTo>
                  <a:pt x="-3351" y="9818"/>
                  <a:pt x="2964" y="20985"/>
                  <a:pt x="8278" y="24781"/>
                </a:cubicBezTo>
                <a:cubicBezTo>
                  <a:pt x="18905" y="32372"/>
                  <a:pt x="34581" y="29927"/>
                  <a:pt x="45448" y="37171"/>
                </a:cubicBezTo>
                <a:cubicBezTo>
                  <a:pt x="51643" y="41301"/>
                  <a:pt x="57190" y="46628"/>
                  <a:pt x="64034" y="49561"/>
                </a:cubicBezTo>
                <a:cubicBezTo>
                  <a:pt x="71860" y="52915"/>
                  <a:pt x="80627" y="53417"/>
                  <a:pt x="88814" y="55756"/>
                </a:cubicBezTo>
                <a:cubicBezTo>
                  <a:pt x="95093" y="57550"/>
                  <a:pt x="101205" y="59886"/>
                  <a:pt x="107400" y="61951"/>
                </a:cubicBezTo>
                <a:cubicBezTo>
                  <a:pt x="113595" y="66081"/>
                  <a:pt x="119141" y="71409"/>
                  <a:pt x="125985" y="74342"/>
                </a:cubicBezTo>
                <a:cubicBezTo>
                  <a:pt x="133811" y="77696"/>
                  <a:pt x="142579" y="78198"/>
                  <a:pt x="150766" y="80537"/>
                </a:cubicBezTo>
                <a:cubicBezTo>
                  <a:pt x="157045" y="82331"/>
                  <a:pt x="163156" y="84667"/>
                  <a:pt x="169351" y="86732"/>
                </a:cubicBezTo>
                <a:cubicBezTo>
                  <a:pt x="185871" y="84667"/>
                  <a:pt x="204457" y="88797"/>
                  <a:pt x="218912" y="80537"/>
                </a:cubicBezTo>
                <a:cubicBezTo>
                  <a:pt x="224582" y="77297"/>
                  <a:pt x="217335" y="66569"/>
                  <a:pt x="212717" y="61951"/>
                </a:cubicBezTo>
                <a:cubicBezTo>
                  <a:pt x="208099" y="57333"/>
                  <a:pt x="200326" y="57821"/>
                  <a:pt x="194131" y="55756"/>
                </a:cubicBezTo>
                <a:cubicBezTo>
                  <a:pt x="187936" y="51626"/>
                  <a:pt x="182205" y="46696"/>
                  <a:pt x="175546" y="43366"/>
                </a:cubicBezTo>
                <a:cubicBezTo>
                  <a:pt x="169705" y="40446"/>
                  <a:pt x="163024" y="39596"/>
                  <a:pt x="156961" y="37171"/>
                </a:cubicBezTo>
                <a:cubicBezTo>
                  <a:pt x="152673" y="35456"/>
                  <a:pt x="185871" y="53691"/>
                  <a:pt x="181741" y="55756"/>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142" name="Google Shape;1142;p17"/>
          <p:cNvSpPr/>
          <p:nvPr/>
        </p:nvSpPr>
        <p:spPr>
          <a:xfrm>
            <a:off x="4063826" y="2533805"/>
            <a:ext cx="390467" cy="161073"/>
          </a:xfrm>
          <a:custGeom>
            <a:avLst/>
            <a:gdLst/>
            <a:ahLst/>
            <a:cxnLst/>
            <a:rect l="l" t="t" r="r" b="b"/>
            <a:pathLst>
              <a:path w="390467" h="161073" extrusionOk="0">
                <a:moveTo>
                  <a:pt x="390467" y="154878"/>
                </a:moveTo>
                <a:cubicBezTo>
                  <a:pt x="340906" y="152813"/>
                  <a:pt x="291262" y="152217"/>
                  <a:pt x="241784" y="148683"/>
                </a:cubicBezTo>
                <a:cubicBezTo>
                  <a:pt x="225560" y="147524"/>
                  <a:pt x="213659" y="140103"/>
                  <a:pt x="198418" y="136293"/>
                </a:cubicBezTo>
                <a:cubicBezTo>
                  <a:pt x="188203" y="133739"/>
                  <a:pt x="177657" y="132651"/>
                  <a:pt x="167442" y="130097"/>
                </a:cubicBezTo>
                <a:cubicBezTo>
                  <a:pt x="161107" y="128513"/>
                  <a:pt x="155232" y="125319"/>
                  <a:pt x="148857" y="123902"/>
                </a:cubicBezTo>
                <a:cubicBezTo>
                  <a:pt x="102064" y="113504"/>
                  <a:pt x="114145" y="122657"/>
                  <a:pt x="62125" y="105317"/>
                </a:cubicBezTo>
                <a:lnTo>
                  <a:pt x="24954" y="92927"/>
                </a:lnTo>
                <a:cubicBezTo>
                  <a:pt x="18335" y="86308"/>
                  <a:pt x="1737" y="71328"/>
                  <a:pt x="174" y="61951"/>
                </a:cubicBezTo>
                <a:cubicBezTo>
                  <a:pt x="-1598" y="51320"/>
                  <a:pt x="10530" y="35913"/>
                  <a:pt x="18759" y="30975"/>
                </a:cubicBezTo>
                <a:cubicBezTo>
                  <a:pt x="24359" y="27615"/>
                  <a:pt x="31150" y="26845"/>
                  <a:pt x="37345" y="24780"/>
                </a:cubicBezTo>
                <a:cubicBezTo>
                  <a:pt x="43540" y="20650"/>
                  <a:pt x="49126" y="15414"/>
                  <a:pt x="55930" y="12390"/>
                </a:cubicBezTo>
                <a:cubicBezTo>
                  <a:pt x="67865" y="7086"/>
                  <a:pt x="93101" y="0"/>
                  <a:pt x="93101" y="0"/>
                </a:cubicBezTo>
                <a:cubicBezTo>
                  <a:pt x="134402" y="2065"/>
                  <a:pt x="175794" y="2761"/>
                  <a:pt x="217003" y="6195"/>
                </a:cubicBezTo>
                <a:cubicBezTo>
                  <a:pt x="225488" y="6902"/>
                  <a:pt x="233958" y="9036"/>
                  <a:pt x="241784" y="12390"/>
                </a:cubicBezTo>
                <a:cubicBezTo>
                  <a:pt x="248627" y="15323"/>
                  <a:pt x="253372" y="22236"/>
                  <a:pt x="260369" y="24780"/>
                </a:cubicBezTo>
                <a:cubicBezTo>
                  <a:pt x="276373" y="30600"/>
                  <a:pt x="293775" y="31786"/>
                  <a:pt x="309930" y="37171"/>
                </a:cubicBezTo>
                <a:lnTo>
                  <a:pt x="347101" y="49561"/>
                </a:lnTo>
                <a:cubicBezTo>
                  <a:pt x="353296" y="53691"/>
                  <a:pt x="361035" y="56137"/>
                  <a:pt x="365686" y="61951"/>
                </a:cubicBezTo>
                <a:cubicBezTo>
                  <a:pt x="377955" y="77287"/>
                  <a:pt x="369549" y="112314"/>
                  <a:pt x="365686" y="123902"/>
                </a:cubicBezTo>
                <a:cubicBezTo>
                  <a:pt x="363839" y="129443"/>
                  <a:pt x="356945" y="131732"/>
                  <a:pt x="353296" y="136293"/>
                </a:cubicBezTo>
                <a:cubicBezTo>
                  <a:pt x="348645" y="142107"/>
                  <a:pt x="347101" y="150748"/>
                  <a:pt x="340906" y="154878"/>
                </a:cubicBezTo>
                <a:cubicBezTo>
                  <a:pt x="333821" y="159601"/>
                  <a:pt x="324385" y="159008"/>
                  <a:pt x="316125" y="161073"/>
                </a:cubicBezTo>
                <a:lnTo>
                  <a:pt x="235589" y="154878"/>
                </a:ln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143" name="Google Shape;1143;p17"/>
          <p:cNvSpPr/>
          <p:nvPr/>
        </p:nvSpPr>
        <p:spPr>
          <a:xfrm>
            <a:off x="4113561" y="2149707"/>
            <a:ext cx="371707" cy="315952"/>
          </a:xfrm>
          <a:custGeom>
            <a:avLst/>
            <a:gdLst/>
            <a:ahLst/>
            <a:cxnLst/>
            <a:rect l="l" t="t" r="r" b="b"/>
            <a:pathLst>
              <a:path w="371707" h="315952" extrusionOk="0">
                <a:moveTo>
                  <a:pt x="0" y="74342"/>
                </a:moveTo>
                <a:cubicBezTo>
                  <a:pt x="14455" y="64017"/>
                  <a:pt x="28379" y="52903"/>
                  <a:pt x="43366" y="43366"/>
                </a:cubicBezTo>
                <a:cubicBezTo>
                  <a:pt x="51157" y="38408"/>
                  <a:pt x="60227" y="35727"/>
                  <a:pt x="68146" y="30976"/>
                </a:cubicBezTo>
                <a:cubicBezTo>
                  <a:pt x="121402" y="-978"/>
                  <a:pt x="86519" y="12461"/>
                  <a:pt x="123902" y="0"/>
                </a:cubicBezTo>
                <a:cubicBezTo>
                  <a:pt x="119772" y="12390"/>
                  <a:pt x="116816" y="25236"/>
                  <a:pt x="111512" y="37171"/>
                </a:cubicBezTo>
                <a:cubicBezTo>
                  <a:pt x="108488" y="43975"/>
                  <a:pt x="102452" y="49097"/>
                  <a:pt x="99122" y="55756"/>
                </a:cubicBezTo>
                <a:cubicBezTo>
                  <a:pt x="94149" y="65703"/>
                  <a:pt x="91334" y="76608"/>
                  <a:pt x="86732" y="86732"/>
                </a:cubicBezTo>
                <a:cubicBezTo>
                  <a:pt x="81000" y="99343"/>
                  <a:pt x="74874" y="111793"/>
                  <a:pt x="68146" y="123903"/>
                </a:cubicBezTo>
                <a:cubicBezTo>
                  <a:pt x="64530" y="130411"/>
                  <a:pt x="55756" y="149933"/>
                  <a:pt x="55756" y="142488"/>
                </a:cubicBezTo>
                <a:cubicBezTo>
                  <a:pt x="55756" y="133253"/>
                  <a:pt x="62778" y="125223"/>
                  <a:pt x="68146" y="117708"/>
                </a:cubicBezTo>
                <a:cubicBezTo>
                  <a:pt x="85032" y="94068"/>
                  <a:pt x="93257" y="98874"/>
                  <a:pt x="117707" y="80537"/>
                </a:cubicBezTo>
                <a:cubicBezTo>
                  <a:pt x="124716" y="75280"/>
                  <a:pt x="128457" y="65870"/>
                  <a:pt x="136293" y="61952"/>
                </a:cubicBezTo>
                <a:cubicBezTo>
                  <a:pt x="145711" y="57243"/>
                  <a:pt x="156943" y="57821"/>
                  <a:pt x="167268" y="55756"/>
                </a:cubicBezTo>
                <a:cubicBezTo>
                  <a:pt x="171948" y="52636"/>
                  <a:pt x="211663" y="20141"/>
                  <a:pt x="179659" y="68147"/>
                </a:cubicBezTo>
                <a:cubicBezTo>
                  <a:pt x="175529" y="74342"/>
                  <a:pt x="167268" y="76407"/>
                  <a:pt x="161073" y="80537"/>
                </a:cubicBezTo>
                <a:cubicBezTo>
                  <a:pt x="129685" y="143314"/>
                  <a:pt x="170303" y="65772"/>
                  <a:pt x="130098" y="130098"/>
                </a:cubicBezTo>
                <a:cubicBezTo>
                  <a:pt x="125203" y="137929"/>
                  <a:pt x="122289" y="146860"/>
                  <a:pt x="117707" y="154878"/>
                </a:cubicBezTo>
                <a:cubicBezTo>
                  <a:pt x="114013" y="161343"/>
                  <a:pt x="108647" y="166804"/>
                  <a:pt x="105317" y="173464"/>
                </a:cubicBezTo>
                <a:cubicBezTo>
                  <a:pt x="102397" y="179305"/>
                  <a:pt x="93281" y="194969"/>
                  <a:pt x="99122" y="192049"/>
                </a:cubicBezTo>
                <a:cubicBezTo>
                  <a:pt x="108357" y="187432"/>
                  <a:pt x="110908" y="175039"/>
                  <a:pt x="117707" y="167269"/>
                </a:cubicBezTo>
                <a:cubicBezTo>
                  <a:pt x="125400" y="158478"/>
                  <a:pt x="133229" y="149611"/>
                  <a:pt x="142488" y="142488"/>
                </a:cubicBezTo>
                <a:cubicBezTo>
                  <a:pt x="160193" y="128869"/>
                  <a:pt x="180375" y="118719"/>
                  <a:pt x="198244" y="105317"/>
                </a:cubicBezTo>
                <a:lnTo>
                  <a:pt x="223024" y="86732"/>
                </a:lnTo>
                <a:cubicBezTo>
                  <a:pt x="225089" y="94992"/>
                  <a:pt x="230159" y="103051"/>
                  <a:pt x="229219" y="111513"/>
                </a:cubicBezTo>
                <a:cubicBezTo>
                  <a:pt x="227991" y="122565"/>
                  <a:pt x="221345" y="132326"/>
                  <a:pt x="216829" y="142488"/>
                </a:cubicBezTo>
                <a:cubicBezTo>
                  <a:pt x="213078" y="150927"/>
                  <a:pt x="208077" y="158780"/>
                  <a:pt x="204439" y="167269"/>
                </a:cubicBezTo>
                <a:cubicBezTo>
                  <a:pt x="201867" y="173271"/>
                  <a:pt x="200816" y="179852"/>
                  <a:pt x="198244" y="185854"/>
                </a:cubicBezTo>
                <a:cubicBezTo>
                  <a:pt x="194606" y="194342"/>
                  <a:pt x="189492" y="202146"/>
                  <a:pt x="185854" y="210634"/>
                </a:cubicBezTo>
                <a:cubicBezTo>
                  <a:pt x="184139" y="214637"/>
                  <a:pt x="171892" y="252429"/>
                  <a:pt x="173463" y="254000"/>
                </a:cubicBezTo>
                <a:cubicBezTo>
                  <a:pt x="178728" y="259265"/>
                  <a:pt x="181008" y="241068"/>
                  <a:pt x="185854" y="235415"/>
                </a:cubicBezTo>
                <a:cubicBezTo>
                  <a:pt x="193456" y="226546"/>
                  <a:pt x="201843" y="218326"/>
                  <a:pt x="210634" y="210634"/>
                </a:cubicBezTo>
                <a:cubicBezTo>
                  <a:pt x="218405" y="203835"/>
                  <a:pt x="227740" y="198956"/>
                  <a:pt x="235415" y="192049"/>
                </a:cubicBezTo>
                <a:cubicBezTo>
                  <a:pt x="285252" y="147196"/>
                  <a:pt x="252356" y="159935"/>
                  <a:pt x="297366" y="148683"/>
                </a:cubicBezTo>
                <a:cubicBezTo>
                  <a:pt x="284658" y="224932"/>
                  <a:pt x="303586" y="148639"/>
                  <a:pt x="266390" y="216830"/>
                </a:cubicBezTo>
                <a:cubicBezTo>
                  <a:pt x="260136" y="228295"/>
                  <a:pt x="257753" y="241491"/>
                  <a:pt x="254000" y="254000"/>
                </a:cubicBezTo>
                <a:cubicBezTo>
                  <a:pt x="251553" y="262155"/>
                  <a:pt x="247805" y="270266"/>
                  <a:pt x="247805" y="278781"/>
                </a:cubicBezTo>
                <a:lnTo>
                  <a:pt x="254000" y="272586"/>
                </a:lnTo>
                <a:cubicBezTo>
                  <a:pt x="260195" y="266391"/>
                  <a:pt x="266883" y="260652"/>
                  <a:pt x="272585" y="254000"/>
                </a:cubicBezTo>
                <a:cubicBezTo>
                  <a:pt x="291398" y="232051"/>
                  <a:pt x="291543" y="222745"/>
                  <a:pt x="315951" y="204439"/>
                </a:cubicBezTo>
                <a:cubicBezTo>
                  <a:pt x="323339" y="198898"/>
                  <a:pt x="332472" y="196179"/>
                  <a:pt x="340732" y="192049"/>
                </a:cubicBezTo>
                <a:cubicBezTo>
                  <a:pt x="329678" y="230735"/>
                  <a:pt x="327187" y="249537"/>
                  <a:pt x="303561" y="284976"/>
                </a:cubicBezTo>
                <a:cubicBezTo>
                  <a:pt x="299431" y="291171"/>
                  <a:pt x="289365" y="310784"/>
                  <a:pt x="291171" y="303561"/>
                </a:cubicBezTo>
                <a:cubicBezTo>
                  <a:pt x="297277" y="279135"/>
                  <a:pt x="318402" y="242387"/>
                  <a:pt x="334537" y="223025"/>
                </a:cubicBezTo>
                <a:cubicBezTo>
                  <a:pt x="345755" y="209564"/>
                  <a:pt x="371707" y="185854"/>
                  <a:pt x="371707" y="185854"/>
                </a:cubicBezTo>
                <a:cubicBezTo>
                  <a:pt x="369722" y="193792"/>
                  <a:pt x="363760" y="220334"/>
                  <a:pt x="359317" y="229220"/>
                </a:cubicBezTo>
                <a:cubicBezTo>
                  <a:pt x="355987" y="235879"/>
                  <a:pt x="351057" y="241610"/>
                  <a:pt x="346927" y="247805"/>
                </a:cubicBezTo>
                <a:cubicBezTo>
                  <a:pt x="344862" y="254000"/>
                  <a:pt x="344092" y="260791"/>
                  <a:pt x="340732" y="266391"/>
                </a:cubicBezTo>
                <a:cubicBezTo>
                  <a:pt x="337727" y="271400"/>
                  <a:pt x="330953" y="273557"/>
                  <a:pt x="328341" y="278781"/>
                </a:cubicBezTo>
                <a:cubicBezTo>
                  <a:pt x="324533" y="286396"/>
                  <a:pt x="325954" y="295946"/>
                  <a:pt x="322146" y="303561"/>
                </a:cubicBezTo>
                <a:cubicBezTo>
                  <a:pt x="319534" y="308785"/>
                  <a:pt x="309756" y="315952"/>
                  <a:pt x="309756" y="315952"/>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144" name="Google Shape;1144;p17"/>
          <p:cNvSpPr/>
          <p:nvPr/>
        </p:nvSpPr>
        <p:spPr>
          <a:xfrm>
            <a:off x="3847171" y="3171858"/>
            <a:ext cx="732741" cy="460693"/>
          </a:xfrm>
          <a:custGeom>
            <a:avLst/>
            <a:gdLst/>
            <a:ahLst/>
            <a:cxnLst/>
            <a:rect l="l" t="t" r="r" b="b"/>
            <a:pathLst>
              <a:path w="732741" h="460693" extrusionOk="0">
                <a:moveTo>
                  <a:pt x="656683" y="167313"/>
                </a:moveTo>
                <a:cubicBezTo>
                  <a:pt x="627772" y="165248"/>
                  <a:pt x="598737" y="164505"/>
                  <a:pt x="569951" y="161118"/>
                </a:cubicBezTo>
                <a:cubicBezTo>
                  <a:pt x="541930" y="157821"/>
                  <a:pt x="559504" y="152553"/>
                  <a:pt x="532780" y="142532"/>
                </a:cubicBezTo>
                <a:cubicBezTo>
                  <a:pt x="522921" y="138835"/>
                  <a:pt x="512020" y="138891"/>
                  <a:pt x="501805" y="136337"/>
                </a:cubicBezTo>
                <a:cubicBezTo>
                  <a:pt x="495470" y="134753"/>
                  <a:pt x="489414" y="132207"/>
                  <a:pt x="483219" y="130142"/>
                </a:cubicBezTo>
                <a:cubicBezTo>
                  <a:pt x="464942" y="117958"/>
                  <a:pt x="460958" y="117056"/>
                  <a:pt x="446049" y="99166"/>
                </a:cubicBezTo>
                <a:cubicBezTo>
                  <a:pt x="435886" y="86970"/>
                  <a:pt x="430583" y="69751"/>
                  <a:pt x="415073" y="61996"/>
                </a:cubicBezTo>
                <a:cubicBezTo>
                  <a:pt x="405655" y="57287"/>
                  <a:pt x="394312" y="58355"/>
                  <a:pt x="384097" y="55801"/>
                </a:cubicBezTo>
                <a:cubicBezTo>
                  <a:pt x="377762" y="54217"/>
                  <a:pt x="371847" y="51189"/>
                  <a:pt x="365512" y="49605"/>
                </a:cubicBezTo>
                <a:lnTo>
                  <a:pt x="315951" y="37215"/>
                </a:lnTo>
                <a:cubicBezTo>
                  <a:pt x="309756" y="31020"/>
                  <a:pt x="304656" y="23490"/>
                  <a:pt x="297366" y="18630"/>
                </a:cubicBezTo>
                <a:cubicBezTo>
                  <a:pt x="249119" y="-13534"/>
                  <a:pt x="304971" y="38628"/>
                  <a:pt x="266390" y="44"/>
                </a:cubicBezTo>
                <a:cubicBezTo>
                  <a:pt x="233349" y="2109"/>
                  <a:pt x="199988" y="1206"/>
                  <a:pt x="167268" y="6240"/>
                </a:cubicBezTo>
                <a:cubicBezTo>
                  <a:pt x="160814" y="7233"/>
                  <a:pt x="181235" y="7818"/>
                  <a:pt x="185853" y="12435"/>
                </a:cubicBezTo>
                <a:cubicBezTo>
                  <a:pt x="190471" y="17052"/>
                  <a:pt x="189128" y="25179"/>
                  <a:pt x="192049" y="31020"/>
                </a:cubicBezTo>
                <a:cubicBezTo>
                  <a:pt x="195379" y="37679"/>
                  <a:pt x="200309" y="43410"/>
                  <a:pt x="204439" y="49605"/>
                </a:cubicBezTo>
                <a:cubicBezTo>
                  <a:pt x="200309" y="55800"/>
                  <a:pt x="198244" y="64061"/>
                  <a:pt x="192049" y="68191"/>
                </a:cubicBezTo>
                <a:cubicBezTo>
                  <a:pt x="184965" y="72914"/>
                  <a:pt x="175717" y="73330"/>
                  <a:pt x="167268" y="74386"/>
                </a:cubicBezTo>
                <a:cubicBezTo>
                  <a:pt x="142594" y="77470"/>
                  <a:pt x="117707" y="78516"/>
                  <a:pt x="92927" y="80581"/>
                </a:cubicBezTo>
                <a:cubicBezTo>
                  <a:pt x="99122" y="82646"/>
                  <a:pt x="106413" y="82697"/>
                  <a:pt x="111512" y="86776"/>
                </a:cubicBezTo>
                <a:cubicBezTo>
                  <a:pt x="122429" y="95510"/>
                  <a:pt x="126016" y="111704"/>
                  <a:pt x="130097" y="123947"/>
                </a:cubicBezTo>
                <a:cubicBezTo>
                  <a:pt x="99121" y="126012"/>
                  <a:pt x="67020" y="121614"/>
                  <a:pt x="37170" y="130142"/>
                </a:cubicBezTo>
                <a:cubicBezTo>
                  <a:pt x="30891" y="131936"/>
                  <a:pt x="48799" y="145105"/>
                  <a:pt x="43366" y="148727"/>
                </a:cubicBezTo>
                <a:cubicBezTo>
                  <a:pt x="31216" y="156827"/>
                  <a:pt x="14455" y="152857"/>
                  <a:pt x="0" y="154922"/>
                </a:cubicBezTo>
                <a:cubicBezTo>
                  <a:pt x="10325" y="161117"/>
                  <a:pt x="20373" y="167799"/>
                  <a:pt x="30975" y="173508"/>
                </a:cubicBezTo>
                <a:cubicBezTo>
                  <a:pt x="47237" y="182265"/>
                  <a:pt x="65168" y="188042"/>
                  <a:pt x="80536" y="198288"/>
                </a:cubicBezTo>
                <a:cubicBezTo>
                  <a:pt x="108375" y="216848"/>
                  <a:pt x="92209" y="207914"/>
                  <a:pt x="130097" y="223069"/>
                </a:cubicBezTo>
                <a:cubicBezTo>
                  <a:pt x="168694" y="261663"/>
                  <a:pt x="112811" y="209478"/>
                  <a:pt x="161073" y="241654"/>
                </a:cubicBezTo>
                <a:cubicBezTo>
                  <a:pt x="168363" y="246514"/>
                  <a:pt x="172529" y="255148"/>
                  <a:pt x="179658" y="260240"/>
                </a:cubicBezTo>
                <a:cubicBezTo>
                  <a:pt x="187173" y="265608"/>
                  <a:pt x="196421" y="268048"/>
                  <a:pt x="204439" y="272630"/>
                </a:cubicBezTo>
                <a:cubicBezTo>
                  <a:pt x="210904" y="276324"/>
                  <a:pt x="216220" y="281996"/>
                  <a:pt x="223024" y="285020"/>
                </a:cubicBezTo>
                <a:cubicBezTo>
                  <a:pt x="234959" y="290324"/>
                  <a:pt x="248305" y="292005"/>
                  <a:pt x="260195" y="297410"/>
                </a:cubicBezTo>
                <a:cubicBezTo>
                  <a:pt x="271157" y="302393"/>
                  <a:pt x="281372" y="308997"/>
                  <a:pt x="291170" y="315996"/>
                </a:cubicBezTo>
                <a:cubicBezTo>
                  <a:pt x="295923" y="319391"/>
                  <a:pt x="298552" y="325381"/>
                  <a:pt x="303561" y="328386"/>
                </a:cubicBezTo>
                <a:cubicBezTo>
                  <a:pt x="309161" y="331746"/>
                  <a:pt x="315951" y="332516"/>
                  <a:pt x="322146" y="334581"/>
                </a:cubicBezTo>
                <a:cubicBezTo>
                  <a:pt x="381431" y="393866"/>
                  <a:pt x="305524" y="323499"/>
                  <a:pt x="359317" y="359362"/>
                </a:cubicBezTo>
                <a:cubicBezTo>
                  <a:pt x="386112" y="377226"/>
                  <a:pt x="368109" y="378175"/>
                  <a:pt x="396488" y="390337"/>
                </a:cubicBezTo>
                <a:cubicBezTo>
                  <a:pt x="404314" y="393691"/>
                  <a:pt x="413081" y="394193"/>
                  <a:pt x="421268" y="396532"/>
                </a:cubicBezTo>
                <a:cubicBezTo>
                  <a:pt x="467500" y="409741"/>
                  <a:pt x="404994" y="398854"/>
                  <a:pt x="495609" y="408922"/>
                </a:cubicBezTo>
                <a:cubicBezTo>
                  <a:pt x="501804" y="410987"/>
                  <a:pt x="508354" y="412197"/>
                  <a:pt x="514195" y="415118"/>
                </a:cubicBezTo>
                <a:cubicBezTo>
                  <a:pt x="520854" y="418448"/>
                  <a:pt x="525649" y="425369"/>
                  <a:pt x="532780" y="427508"/>
                </a:cubicBezTo>
                <a:cubicBezTo>
                  <a:pt x="546766" y="431704"/>
                  <a:pt x="561827" y="430839"/>
                  <a:pt x="576146" y="433703"/>
                </a:cubicBezTo>
                <a:cubicBezTo>
                  <a:pt x="592844" y="437043"/>
                  <a:pt x="609187" y="441963"/>
                  <a:pt x="625707" y="446093"/>
                </a:cubicBezTo>
                <a:cubicBezTo>
                  <a:pt x="656824" y="453872"/>
                  <a:pt x="642409" y="449595"/>
                  <a:pt x="669073" y="458483"/>
                </a:cubicBezTo>
                <a:cubicBezTo>
                  <a:pt x="689723" y="456418"/>
                  <a:pt x="717518" y="468045"/>
                  <a:pt x="731024" y="452288"/>
                </a:cubicBezTo>
                <a:cubicBezTo>
                  <a:pt x="740715" y="440982"/>
                  <a:pt x="706244" y="415118"/>
                  <a:pt x="706244" y="415118"/>
                </a:cubicBezTo>
                <a:cubicBezTo>
                  <a:pt x="712513" y="408849"/>
                  <a:pt x="729908" y="393072"/>
                  <a:pt x="731024" y="384142"/>
                </a:cubicBezTo>
                <a:cubicBezTo>
                  <a:pt x="732330" y="373694"/>
                  <a:pt x="730482" y="362050"/>
                  <a:pt x="724829" y="353166"/>
                </a:cubicBezTo>
                <a:cubicBezTo>
                  <a:pt x="715422" y="338383"/>
                  <a:pt x="687658" y="315996"/>
                  <a:pt x="687658" y="315996"/>
                </a:cubicBezTo>
                <a:cubicBezTo>
                  <a:pt x="691788" y="309801"/>
                  <a:pt x="694235" y="302061"/>
                  <a:pt x="700049" y="297410"/>
                </a:cubicBezTo>
                <a:cubicBezTo>
                  <a:pt x="714625" y="285749"/>
                  <a:pt x="735033" y="296681"/>
                  <a:pt x="700049" y="285020"/>
                </a:cubicBezTo>
                <a:cubicBezTo>
                  <a:pt x="695919" y="280890"/>
                  <a:pt x="692667" y="275635"/>
                  <a:pt x="687658" y="272630"/>
                </a:cubicBezTo>
                <a:cubicBezTo>
                  <a:pt x="682058" y="269270"/>
                  <a:pt x="673690" y="271053"/>
                  <a:pt x="669073" y="266435"/>
                </a:cubicBezTo>
                <a:cubicBezTo>
                  <a:pt x="664455" y="261817"/>
                  <a:pt x="664943" y="254044"/>
                  <a:pt x="662878" y="247849"/>
                </a:cubicBezTo>
                <a:cubicBezTo>
                  <a:pt x="669073" y="243719"/>
                  <a:pt x="674804" y="238789"/>
                  <a:pt x="681463" y="235459"/>
                </a:cubicBezTo>
                <a:cubicBezTo>
                  <a:pt x="701288" y="225547"/>
                  <a:pt x="711201" y="232981"/>
                  <a:pt x="681463" y="223069"/>
                </a:cubicBezTo>
                <a:cubicBezTo>
                  <a:pt x="679398" y="216874"/>
                  <a:pt x="675268" y="211013"/>
                  <a:pt x="675268" y="204483"/>
                </a:cubicBezTo>
                <a:cubicBezTo>
                  <a:pt x="675268" y="187834"/>
                  <a:pt x="686247" y="170869"/>
                  <a:pt x="681463" y="154922"/>
                </a:cubicBezTo>
                <a:cubicBezTo>
                  <a:pt x="678809" y="146077"/>
                  <a:pt x="664943" y="146662"/>
                  <a:pt x="656683" y="142532"/>
                </a:cubicBezTo>
                <a:cubicBezTo>
                  <a:pt x="636032" y="144597"/>
                  <a:pt x="615485" y="148727"/>
                  <a:pt x="594731" y="148727"/>
                </a:cubicBezTo>
                <a:cubicBezTo>
                  <a:pt x="559705" y="148727"/>
                  <a:pt x="552722" y="145049"/>
                  <a:pt x="526585" y="136337"/>
                </a:cubicBezTo>
                <a:cubicBezTo>
                  <a:pt x="519469" y="125663"/>
                  <a:pt x="507534" y="105129"/>
                  <a:pt x="495609" y="99166"/>
                </a:cubicBezTo>
                <a:cubicBezTo>
                  <a:pt x="486191" y="94457"/>
                  <a:pt x="474894" y="95339"/>
                  <a:pt x="464634" y="92971"/>
                </a:cubicBezTo>
                <a:cubicBezTo>
                  <a:pt x="448041" y="89142"/>
                  <a:pt x="415073" y="80581"/>
                  <a:pt x="415073" y="80581"/>
                </a:cubicBezTo>
                <a:cubicBezTo>
                  <a:pt x="410943" y="68191"/>
                  <a:pt x="415073" y="47540"/>
                  <a:pt x="402683" y="43410"/>
                </a:cubicBezTo>
                <a:lnTo>
                  <a:pt x="365512" y="31020"/>
                </a:lnTo>
                <a:cubicBezTo>
                  <a:pt x="317475" y="15008"/>
                  <a:pt x="353448" y="25260"/>
                  <a:pt x="254000" y="18630"/>
                </a:cubicBezTo>
                <a:cubicBezTo>
                  <a:pt x="247805" y="16565"/>
                  <a:pt x="241014" y="15795"/>
                  <a:pt x="235414" y="12435"/>
                </a:cubicBezTo>
                <a:cubicBezTo>
                  <a:pt x="212329" y="-1416"/>
                  <a:pt x="232130" y="44"/>
                  <a:pt x="216829" y="44"/>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145" name="Google Shape;1145;p17"/>
          <p:cNvSpPr/>
          <p:nvPr/>
        </p:nvSpPr>
        <p:spPr>
          <a:xfrm>
            <a:off x="1795128" y="2360341"/>
            <a:ext cx="1488287" cy="3630103"/>
          </a:xfrm>
          <a:custGeom>
            <a:avLst/>
            <a:gdLst/>
            <a:ahLst/>
            <a:cxnLst/>
            <a:rect l="l" t="t" r="r" b="b"/>
            <a:pathLst>
              <a:path w="1488287" h="3630103" extrusionOk="0">
                <a:moveTo>
                  <a:pt x="998872" y="241610"/>
                </a:moveTo>
                <a:cubicBezTo>
                  <a:pt x="1009197" y="231285"/>
                  <a:pt x="1020601" y="221936"/>
                  <a:pt x="1029848" y="210635"/>
                </a:cubicBezTo>
                <a:cubicBezTo>
                  <a:pt x="1071253" y="160029"/>
                  <a:pt x="1034175" y="183690"/>
                  <a:pt x="1079409" y="161074"/>
                </a:cubicBezTo>
                <a:cubicBezTo>
                  <a:pt x="1115463" y="125017"/>
                  <a:pt x="1065105" y="176999"/>
                  <a:pt x="1104189" y="130098"/>
                </a:cubicBezTo>
                <a:cubicBezTo>
                  <a:pt x="1119095" y="112211"/>
                  <a:pt x="1123086" y="111305"/>
                  <a:pt x="1141360" y="99122"/>
                </a:cubicBezTo>
                <a:cubicBezTo>
                  <a:pt x="1143425" y="92927"/>
                  <a:pt x="1144384" y="86245"/>
                  <a:pt x="1147555" y="80537"/>
                </a:cubicBezTo>
                <a:cubicBezTo>
                  <a:pt x="1154787" y="67520"/>
                  <a:pt x="1161805" y="53895"/>
                  <a:pt x="1172335" y="43366"/>
                </a:cubicBezTo>
                <a:cubicBezTo>
                  <a:pt x="1208398" y="7306"/>
                  <a:pt x="1156402" y="57678"/>
                  <a:pt x="1203311" y="18586"/>
                </a:cubicBezTo>
                <a:cubicBezTo>
                  <a:pt x="1210042" y="12977"/>
                  <a:pt x="1215701" y="6195"/>
                  <a:pt x="1221896" y="0"/>
                </a:cubicBezTo>
                <a:cubicBezTo>
                  <a:pt x="1230156" y="2065"/>
                  <a:pt x="1239592" y="1473"/>
                  <a:pt x="1246677" y="6196"/>
                </a:cubicBezTo>
                <a:cubicBezTo>
                  <a:pt x="1270511" y="22085"/>
                  <a:pt x="1257199" y="63229"/>
                  <a:pt x="1252872" y="80537"/>
                </a:cubicBezTo>
                <a:cubicBezTo>
                  <a:pt x="1251066" y="87760"/>
                  <a:pt x="1245327" y="93469"/>
                  <a:pt x="1240482" y="99122"/>
                </a:cubicBezTo>
                <a:cubicBezTo>
                  <a:pt x="1220451" y="122491"/>
                  <a:pt x="1219038" y="121678"/>
                  <a:pt x="1197116" y="136293"/>
                </a:cubicBezTo>
                <a:cubicBezTo>
                  <a:pt x="1192986" y="142488"/>
                  <a:pt x="1190329" y="149976"/>
                  <a:pt x="1184726" y="154879"/>
                </a:cubicBezTo>
                <a:cubicBezTo>
                  <a:pt x="1173519" y="164685"/>
                  <a:pt x="1159468" y="170725"/>
                  <a:pt x="1147555" y="179659"/>
                </a:cubicBezTo>
                <a:cubicBezTo>
                  <a:pt x="1139295" y="185854"/>
                  <a:pt x="1131176" y="192243"/>
                  <a:pt x="1122774" y="198244"/>
                </a:cubicBezTo>
                <a:cubicBezTo>
                  <a:pt x="1116715" y="202572"/>
                  <a:pt x="1109792" y="205732"/>
                  <a:pt x="1104189" y="210635"/>
                </a:cubicBezTo>
                <a:cubicBezTo>
                  <a:pt x="1093200" y="220250"/>
                  <a:pt x="1073213" y="241610"/>
                  <a:pt x="1073213" y="241610"/>
                </a:cubicBezTo>
                <a:cubicBezTo>
                  <a:pt x="1059697" y="282161"/>
                  <a:pt x="1078469" y="242362"/>
                  <a:pt x="1048433" y="266391"/>
                </a:cubicBezTo>
                <a:cubicBezTo>
                  <a:pt x="1030356" y="280852"/>
                  <a:pt x="1040208" y="286295"/>
                  <a:pt x="1029848" y="303561"/>
                </a:cubicBezTo>
                <a:cubicBezTo>
                  <a:pt x="1026843" y="308570"/>
                  <a:pt x="1021587" y="311822"/>
                  <a:pt x="1017457" y="315952"/>
                </a:cubicBezTo>
                <a:cubicBezTo>
                  <a:pt x="998509" y="372796"/>
                  <a:pt x="1030182" y="284307"/>
                  <a:pt x="992677" y="359318"/>
                </a:cubicBezTo>
                <a:cubicBezTo>
                  <a:pt x="992673" y="359327"/>
                  <a:pt x="977191" y="405777"/>
                  <a:pt x="974092" y="415074"/>
                </a:cubicBezTo>
                <a:lnTo>
                  <a:pt x="961701" y="452244"/>
                </a:lnTo>
                <a:cubicBezTo>
                  <a:pt x="959636" y="458439"/>
                  <a:pt x="956787" y="464426"/>
                  <a:pt x="955506" y="470830"/>
                </a:cubicBezTo>
                <a:cubicBezTo>
                  <a:pt x="953441" y="481155"/>
                  <a:pt x="952081" y="491647"/>
                  <a:pt x="949311" y="501805"/>
                </a:cubicBezTo>
                <a:cubicBezTo>
                  <a:pt x="945875" y="514405"/>
                  <a:pt x="941051" y="526586"/>
                  <a:pt x="936921" y="538976"/>
                </a:cubicBezTo>
                <a:lnTo>
                  <a:pt x="924531" y="576147"/>
                </a:lnTo>
                <a:cubicBezTo>
                  <a:pt x="922466" y="582342"/>
                  <a:pt x="919616" y="588329"/>
                  <a:pt x="918335" y="594732"/>
                </a:cubicBezTo>
                <a:cubicBezTo>
                  <a:pt x="914205" y="615382"/>
                  <a:pt x="920836" y="641791"/>
                  <a:pt x="905945" y="656683"/>
                </a:cubicBezTo>
                <a:lnTo>
                  <a:pt x="893555" y="669074"/>
                </a:lnTo>
                <a:cubicBezTo>
                  <a:pt x="891490" y="675269"/>
                  <a:pt x="890600" y="681989"/>
                  <a:pt x="887360" y="687659"/>
                </a:cubicBezTo>
                <a:cubicBezTo>
                  <a:pt x="876122" y="707324"/>
                  <a:pt x="865981" y="711831"/>
                  <a:pt x="856384" y="731025"/>
                </a:cubicBezTo>
                <a:cubicBezTo>
                  <a:pt x="851432" y="740929"/>
                  <a:pt x="846641" y="765126"/>
                  <a:pt x="843994" y="774391"/>
                </a:cubicBezTo>
                <a:cubicBezTo>
                  <a:pt x="842200" y="780670"/>
                  <a:pt x="839864" y="786781"/>
                  <a:pt x="837799" y="792976"/>
                </a:cubicBezTo>
                <a:cubicBezTo>
                  <a:pt x="839864" y="805366"/>
                  <a:pt x="840022" y="818230"/>
                  <a:pt x="843994" y="830147"/>
                </a:cubicBezTo>
                <a:cubicBezTo>
                  <a:pt x="846348" y="837210"/>
                  <a:pt x="853054" y="842073"/>
                  <a:pt x="856384" y="848732"/>
                </a:cubicBezTo>
                <a:cubicBezTo>
                  <a:pt x="859304" y="854573"/>
                  <a:pt x="860514" y="861123"/>
                  <a:pt x="862579" y="867318"/>
                </a:cubicBezTo>
                <a:cubicBezTo>
                  <a:pt x="868382" y="925353"/>
                  <a:pt x="874970" y="982022"/>
                  <a:pt x="874970" y="1040781"/>
                </a:cubicBezTo>
                <a:cubicBezTo>
                  <a:pt x="874970" y="1069765"/>
                  <a:pt x="870839" y="1098602"/>
                  <a:pt x="868774" y="1127513"/>
                </a:cubicBezTo>
                <a:cubicBezTo>
                  <a:pt x="870839" y="1135773"/>
                  <a:pt x="871616" y="1144467"/>
                  <a:pt x="874970" y="1152293"/>
                </a:cubicBezTo>
                <a:cubicBezTo>
                  <a:pt x="877903" y="1159137"/>
                  <a:pt x="886865" y="1163450"/>
                  <a:pt x="887360" y="1170879"/>
                </a:cubicBezTo>
                <a:cubicBezTo>
                  <a:pt x="889566" y="1203968"/>
                  <a:pt x="884077" y="1238126"/>
                  <a:pt x="874970" y="1270000"/>
                </a:cubicBezTo>
                <a:cubicBezTo>
                  <a:pt x="873176" y="1276279"/>
                  <a:pt x="870839" y="1282391"/>
                  <a:pt x="868774" y="1288586"/>
                </a:cubicBezTo>
                <a:cubicBezTo>
                  <a:pt x="878215" y="1335782"/>
                  <a:pt x="879701" y="1328345"/>
                  <a:pt x="868774" y="1393903"/>
                </a:cubicBezTo>
                <a:cubicBezTo>
                  <a:pt x="866627" y="1406786"/>
                  <a:pt x="860514" y="1418684"/>
                  <a:pt x="856384" y="1431074"/>
                </a:cubicBezTo>
                <a:cubicBezTo>
                  <a:pt x="854319" y="1437269"/>
                  <a:pt x="853811" y="1444226"/>
                  <a:pt x="850189" y="1449659"/>
                </a:cubicBezTo>
                <a:cubicBezTo>
                  <a:pt x="846059" y="1455854"/>
                  <a:pt x="834469" y="1461585"/>
                  <a:pt x="837799" y="1468244"/>
                </a:cubicBezTo>
                <a:cubicBezTo>
                  <a:pt x="840719" y="1474085"/>
                  <a:pt x="850105" y="1463843"/>
                  <a:pt x="856384" y="1462049"/>
                </a:cubicBezTo>
                <a:cubicBezTo>
                  <a:pt x="864571" y="1459710"/>
                  <a:pt x="872905" y="1457919"/>
                  <a:pt x="881165" y="1455854"/>
                </a:cubicBezTo>
                <a:cubicBezTo>
                  <a:pt x="893555" y="1447594"/>
                  <a:pt x="907806" y="1441603"/>
                  <a:pt x="918335" y="1431074"/>
                </a:cubicBezTo>
                <a:cubicBezTo>
                  <a:pt x="922465" y="1426944"/>
                  <a:pt x="925717" y="1421688"/>
                  <a:pt x="930726" y="1418683"/>
                </a:cubicBezTo>
                <a:cubicBezTo>
                  <a:pt x="936325" y="1415323"/>
                  <a:pt x="943116" y="1414553"/>
                  <a:pt x="949311" y="1412488"/>
                </a:cubicBezTo>
                <a:cubicBezTo>
                  <a:pt x="963766" y="1414553"/>
                  <a:pt x="985685" y="1405864"/>
                  <a:pt x="992677" y="1418683"/>
                </a:cubicBezTo>
                <a:cubicBezTo>
                  <a:pt x="1002615" y="1436903"/>
                  <a:pt x="986482" y="1459881"/>
                  <a:pt x="986482" y="1480635"/>
                </a:cubicBezTo>
                <a:cubicBezTo>
                  <a:pt x="986482" y="1487165"/>
                  <a:pt x="990612" y="1493025"/>
                  <a:pt x="992677" y="1499220"/>
                </a:cubicBezTo>
                <a:cubicBezTo>
                  <a:pt x="990612" y="1509545"/>
                  <a:pt x="990179" y="1520337"/>
                  <a:pt x="986482" y="1530196"/>
                </a:cubicBezTo>
                <a:cubicBezTo>
                  <a:pt x="983868" y="1537167"/>
                  <a:pt x="975316" y="1541437"/>
                  <a:pt x="974092" y="1548781"/>
                </a:cubicBezTo>
                <a:cubicBezTo>
                  <a:pt x="973018" y="1555222"/>
                  <a:pt x="978222" y="1561171"/>
                  <a:pt x="980287" y="1567366"/>
                </a:cubicBezTo>
                <a:cubicBezTo>
                  <a:pt x="978222" y="1592147"/>
                  <a:pt x="978969" y="1617324"/>
                  <a:pt x="974092" y="1641708"/>
                </a:cubicBezTo>
                <a:cubicBezTo>
                  <a:pt x="970389" y="1660221"/>
                  <a:pt x="955078" y="1662430"/>
                  <a:pt x="943116" y="1672683"/>
                </a:cubicBezTo>
                <a:cubicBezTo>
                  <a:pt x="899281" y="1710256"/>
                  <a:pt x="938684" y="1687289"/>
                  <a:pt x="893555" y="1709854"/>
                </a:cubicBezTo>
                <a:cubicBezTo>
                  <a:pt x="882415" y="1726563"/>
                  <a:pt x="879245" y="1727786"/>
                  <a:pt x="874970" y="1747025"/>
                </a:cubicBezTo>
                <a:cubicBezTo>
                  <a:pt x="871164" y="1764153"/>
                  <a:pt x="870946" y="1786047"/>
                  <a:pt x="862579" y="1802781"/>
                </a:cubicBezTo>
                <a:cubicBezTo>
                  <a:pt x="849869" y="1828201"/>
                  <a:pt x="853163" y="1814552"/>
                  <a:pt x="837799" y="1833757"/>
                </a:cubicBezTo>
                <a:cubicBezTo>
                  <a:pt x="824074" y="1850913"/>
                  <a:pt x="825757" y="1851297"/>
                  <a:pt x="819213" y="1870927"/>
                </a:cubicBezTo>
                <a:cubicBezTo>
                  <a:pt x="860462" y="1912176"/>
                  <a:pt x="835677" y="1880998"/>
                  <a:pt x="819213" y="2007220"/>
                </a:cubicBezTo>
                <a:cubicBezTo>
                  <a:pt x="817127" y="2023213"/>
                  <a:pt x="812308" y="2028462"/>
                  <a:pt x="800628" y="2038196"/>
                </a:cubicBezTo>
                <a:cubicBezTo>
                  <a:pt x="792696" y="2044806"/>
                  <a:pt x="784813" y="2051658"/>
                  <a:pt x="775848" y="2056781"/>
                </a:cubicBezTo>
                <a:cubicBezTo>
                  <a:pt x="770178" y="2060021"/>
                  <a:pt x="763457" y="2060911"/>
                  <a:pt x="757262" y="2062976"/>
                </a:cubicBezTo>
                <a:cubicBezTo>
                  <a:pt x="751067" y="2069171"/>
                  <a:pt x="743537" y="2074271"/>
                  <a:pt x="738677" y="2081561"/>
                </a:cubicBezTo>
                <a:cubicBezTo>
                  <a:pt x="701846" y="2136810"/>
                  <a:pt x="774597" y="2054849"/>
                  <a:pt x="720092" y="2124927"/>
                </a:cubicBezTo>
                <a:cubicBezTo>
                  <a:pt x="711127" y="2136453"/>
                  <a:pt x="695646" y="2142842"/>
                  <a:pt x="689116" y="2155903"/>
                </a:cubicBezTo>
                <a:cubicBezTo>
                  <a:pt x="673805" y="2186524"/>
                  <a:pt x="685487" y="2177762"/>
                  <a:pt x="658140" y="2186879"/>
                </a:cubicBezTo>
                <a:cubicBezTo>
                  <a:pt x="653740" y="2200080"/>
                  <a:pt x="642402" y="2223849"/>
                  <a:pt x="658140" y="2236439"/>
                </a:cubicBezTo>
                <a:cubicBezTo>
                  <a:pt x="664789" y="2241758"/>
                  <a:pt x="674661" y="2232309"/>
                  <a:pt x="682921" y="2230244"/>
                </a:cubicBezTo>
                <a:cubicBezTo>
                  <a:pt x="691181" y="2224049"/>
                  <a:pt x="699769" y="2218269"/>
                  <a:pt x="707701" y="2211659"/>
                </a:cubicBezTo>
                <a:cubicBezTo>
                  <a:pt x="712188" y="2207920"/>
                  <a:pt x="715083" y="2202274"/>
                  <a:pt x="720092" y="2199269"/>
                </a:cubicBezTo>
                <a:cubicBezTo>
                  <a:pt x="725692" y="2195909"/>
                  <a:pt x="732675" y="2195646"/>
                  <a:pt x="738677" y="2193074"/>
                </a:cubicBezTo>
                <a:cubicBezTo>
                  <a:pt x="747165" y="2189436"/>
                  <a:pt x="755197" y="2184813"/>
                  <a:pt x="763457" y="2180683"/>
                </a:cubicBezTo>
                <a:cubicBezTo>
                  <a:pt x="779977" y="2182748"/>
                  <a:pt x="797804" y="2180117"/>
                  <a:pt x="813018" y="2186879"/>
                </a:cubicBezTo>
                <a:cubicBezTo>
                  <a:pt x="818985" y="2189531"/>
                  <a:pt x="815853" y="2199865"/>
                  <a:pt x="819213" y="2205464"/>
                </a:cubicBezTo>
                <a:cubicBezTo>
                  <a:pt x="822218" y="2210472"/>
                  <a:pt x="827955" y="2213293"/>
                  <a:pt x="831604" y="2217854"/>
                </a:cubicBezTo>
                <a:cubicBezTo>
                  <a:pt x="836255" y="2223668"/>
                  <a:pt x="838180" y="2231788"/>
                  <a:pt x="843994" y="2236439"/>
                </a:cubicBezTo>
                <a:cubicBezTo>
                  <a:pt x="849093" y="2240518"/>
                  <a:pt x="856577" y="2240063"/>
                  <a:pt x="862579" y="2242635"/>
                </a:cubicBezTo>
                <a:cubicBezTo>
                  <a:pt x="871068" y="2246273"/>
                  <a:pt x="879100" y="2250895"/>
                  <a:pt x="887360" y="2255025"/>
                </a:cubicBezTo>
                <a:cubicBezTo>
                  <a:pt x="885295" y="2275675"/>
                  <a:pt x="886866" y="2297021"/>
                  <a:pt x="881165" y="2316976"/>
                </a:cubicBezTo>
                <a:cubicBezTo>
                  <a:pt x="876855" y="2332060"/>
                  <a:pt x="857655" y="2347317"/>
                  <a:pt x="843994" y="2354147"/>
                </a:cubicBezTo>
                <a:cubicBezTo>
                  <a:pt x="838153" y="2357067"/>
                  <a:pt x="831604" y="2358277"/>
                  <a:pt x="825409" y="2360342"/>
                </a:cubicBezTo>
                <a:cubicBezTo>
                  <a:pt x="813995" y="2371755"/>
                  <a:pt x="804915" y="2373446"/>
                  <a:pt x="819213" y="2391318"/>
                </a:cubicBezTo>
                <a:cubicBezTo>
                  <a:pt x="823864" y="2397132"/>
                  <a:pt x="830995" y="2400684"/>
                  <a:pt x="837799" y="2403708"/>
                </a:cubicBezTo>
                <a:cubicBezTo>
                  <a:pt x="849734" y="2409012"/>
                  <a:pt x="874970" y="2416098"/>
                  <a:pt x="874970" y="2416098"/>
                </a:cubicBezTo>
                <a:cubicBezTo>
                  <a:pt x="879100" y="2422293"/>
                  <a:pt x="882709" y="2428869"/>
                  <a:pt x="887360" y="2434683"/>
                </a:cubicBezTo>
                <a:cubicBezTo>
                  <a:pt x="891009" y="2439244"/>
                  <a:pt x="896745" y="2442065"/>
                  <a:pt x="899750" y="2447074"/>
                </a:cubicBezTo>
                <a:cubicBezTo>
                  <a:pt x="903110" y="2452674"/>
                  <a:pt x="903880" y="2459464"/>
                  <a:pt x="905945" y="2465659"/>
                </a:cubicBezTo>
                <a:cubicBezTo>
                  <a:pt x="903880" y="2471854"/>
                  <a:pt x="904849" y="2480165"/>
                  <a:pt x="899750" y="2484244"/>
                </a:cubicBezTo>
                <a:cubicBezTo>
                  <a:pt x="893102" y="2489563"/>
                  <a:pt x="883125" y="2487992"/>
                  <a:pt x="874970" y="2490439"/>
                </a:cubicBezTo>
                <a:cubicBezTo>
                  <a:pt x="862460" y="2494192"/>
                  <a:pt x="850189" y="2498700"/>
                  <a:pt x="837799" y="2502830"/>
                </a:cubicBezTo>
                <a:lnTo>
                  <a:pt x="819213" y="2509025"/>
                </a:lnTo>
                <a:cubicBezTo>
                  <a:pt x="813472" y="2512853"/>
                  <a:pt x="786952" y="2525038"/>
                  <a:pt x="794433" y="2540000"/>
                </a:cubicBezTo>
                <a:cubicBezTo>
                  <a:pt x="797353" y="2545841"/>
                  <a:pt x="806823" y="2544131"/>
                  <a:pt x="813018" y="2546196"/>
                </a:cubicBezTo>
                <a:cubicBezTo>
                  <a:pt x="895180" y="2505113"/>
                  <a:pt x="792595" y="2554948"/>
                  <a:pt x="856384" y="2527610"/>
                </a:cubicBezTo>
                <a:cubicBezTo>
                  <a:pt x="901738" y="2508173"/>
                  <a:pt x="860260" y="2520446"/>
                  <a:pt x="905945" y="2509025"/>
                </a:cubicBezTo>
                <a:cubicBezTo>
                  <a:pt x="933700" y="2518276"/>
                  <a:pt x="930891" y="2510540"/>
                  <a:pt x="918335" y="2552391"/>
                </a:cubicBezTo>
                <a:cubicBezTo>
                  <a:pt x="909173" y="2582929"/>
                  <a:pt x="908342" y="2572775"/>
                  <a:pt x="887360" y="2589561"/>
                </a:cubicBezTo>
                <a:cubicBezTo>
                  <a:pt x="843230" y="2624866"/>
                  <a:pt x="913579" y="2576214"/>
                  <a:pt x="856384" y="2614342"/>
                </a:cubicBezTo>
                <a:lnTo>
                  <a:pt x="843994" y="2651513"/>
                </a:lnTo>
                <a:lnTo>
                  <a:pt x="837799" y="2670098"/>
                </a:lnTo>
                <a:cubicBezTo>
                  <a:pt x="839864" y="2676293"/>
                  <a:pt x="839377" y="2684065"/>
                  <a:pt x="843994" y="2688683"/>
                </a:cubicBezTo>
                <a:cubicBezTo>
                  <a:pt x="857511" y="2702201"/>
                  <a:pt x="898422" y="2689758"/>
                  <a:pt x="905945" y="2688683"/>
                </a:cubicBezTo>
                <a:cubicBezTo>
                  <a:pt x="911725" y="2686756"/>
                  <a:pt x="945422" y="2674997"/>
                  <a:pt x="949311" y="2676293"/>
                </a:cubicBezTo>
                <a:cubicBezTo>
                  <a:pt x="956375" y="2678648"/>
                  <a:pt x="957571" y="2688684"/>
                  <a:pt x="961701" y="2694879"/>
                </a:cubicBezTo>
                <a:cubicBezTo>
                  <a:pt x="959636" y="2701074"/>
                  <a:pt x="958677" y="2707756"/>
                  <a:pt x="955506" y="2713464"/>
                </a:cubicBezTo>
                <a:cubicBezTo>
                  <a:pt x="948274" y="2726481"/>
                  <a:pt x="916599" y="2755344"/>
                  <a:pt x="930726" y="2750635"/>
                </a:cubicBezTo>
                <a:lnTo>
                  <a:pt x="967896" y="2738244"/>
                </a:lnTo>
                <a:cubicBezTo>
                  <a:pt x="992204" y="2741717"/>
                  <a:pt x="1010873" y="2735533"/>
                  <a:pt x="1023652" y="2756830"/>
                </a:cubicBezTo>
                <a:cubicBezTo>
                  <a:pt x="1027012" y="2762430"/>
                  <a:pt x="1027783" y="2769220"/>
                  <a:pt x="1029848" y="2775415"/>
                </a:cubicBezTo>
                <a:cubicBezTo>
                  <a:pt x="1029785" y="2775793"/>
                  <a:pt x="1023878" y="2823145"/>
                  <a:pt x="1017457" y="2831171"/>
                </a:cubicBezTo>
                <a:cubicBezTo>
                  <a:pt x="1012806" y="2836985"/>
                  <a:pt x="1004686" y="2838910"/>
                  <a:pt x="998872" y="2843561"/>
                </a:cubicBezTo>
                <a:cubicBezTo>
                  <a:pt x="994311" y="2847210"/>
                  <a:pt x="990612" y="2851822"/>
                  <a:pt x="986482" y="2855952"/>
                </a:cubicBezTo>
                <a:cubicBezTo>
                  <a:pt x="984417" y="2862147"/>
                  <a:pt x="983647" y="2868938"/>
                  <a:pt x="980287" y="2874537"/>
                </a:cubicBezTo>
                <a:cubicBezTo>
                  <a:pt x="969814" y="2891992"/>
                  <a:pt x="943709" y="2889375"/>
                  <a:pt x="974092" y="2924098"/>
                </a:cubicBezTo>
                <a:cubicBezTo>
                  <a:pt x="982692" y="2933927"/>
                  <a:pt x="1011262" y="2936488"/>
                  <a:pt x="1011262" y="2936488"/>
                </a:cubicBezTo>
                <a:cubicBezTo>
                  <a:pt x="1005067" y="2940618"/>
                  <a:pt x="986017" y="2945549"/>
                  <a:pt x="992677" y="2948879"/>
                </a:cubicBezTo>
                <a:cubicBezTo>
                  <a:pt x="998655" y="2951868"/>
                  <a:pt x="1033137" y="2939521"/>
                  <a:pt x="1042238" y="2936488"/>
                </a:cubicBezTo>
                <a:cubicBezTo>
                  <a:pt x="1054628" y="2928228"/>
                  <a:pt x="1065282" y="2916417"/>
                  <a:pt x="1079409" y="2911708"/>
                </a:cubicBezTo>
                <a:lnTo>
                  <a:pt x="1116579" y="2899318"/>
                </a:lnTo>
                <a:cubicBezTo>
                  <a:pt x="1122774" y="2901383"/>
                  <a:pt x="1133100" y="2899318"/>
                  <a:pt x="1135165" y="2905513"/>
                </a:cubicBezTo>
                <a:cubicBezTo>
                  <a:pt x="1144422" y="2933282"/>
                  <a:pt x="1127208" y="2933999"/>
                  <a:pt x="1116579" y="2948879"/>
                </a:cubicBezTo>
                <a:cubicBezTo>
                  <a:pt x="1086012" y="2991673"/>
                  <a:pt x="1113053" y="2969815"/>
                  <a:pt x="1079409" y="2992244"/>
                </a:cubicBezTo>
                <a:cubicBezTo>
                  <a:pt x="1059264" y="3052672"/>
                  <a:pt x="1079419" y="2973745"/>
                  <a:pt x="1085604" y="3023220"/>
                </a:cubicBezTo>
                <a:cubicBezTo>
                  <a:pt x="1087162" y="3035684"/>
                  <a:pt x="1083381" y="3048474"/>
                  <a:pt x="1079409" y="3060391"/>
                </a:cubicBezTo>
                <a:cubicBezTo>
                  <a:pt x="1077054" y="3067455"/>
                  <a:pt x="1073332" y="3075030"/>
                  <a:pt x="1067018" y="3078976"/>
                </a:cubicBezTo>
                <a:cubicBezTo>
                  <a:pt x="1055943" y="3085898"/>
                  <a:pt x="1029848" y="3091366"/>
                  <a:pt x="1029848" y="3091366"/>
                </a:cubicBezTo>
                <a:cubicBezTo>
                  <a:pt x="1042238" y="3093431"/>
                  <a:pt x="1056112" y="3091329"/>
                  <a:pt x="1067018" y="3097561"/>
                </a:cubicBezTo>
                <a:cubicBezTo>
                  <a:pt x="1072688" y="3100801"/>
                  <a:pt x="1071629" y="3109812"/>
                  <a:pt x="1073213" y="3116147"/>
                </a:cubicBezTo>
                <a:cubicBezTo>
                  <a:pt x="1075767" y="3126362"/>
                  <a:pt x="1071097" y="3140658"/>
                  <a:pt x="1079409" y="3147122"/>
                </a:cubicBezTo>
                <a:cubicBezTo>
                  <a:pt x="1092851" y="3157577"/>
                  <a:pt x="1128970" y="3159513"/>
                  <a:pt x="1128970" y="3159513"/>
                </a:cubicBezTo>
                <a:cubicBezTo>
                  <a:pt x="1135165" y="3165708"/>
                  <a:pt x="1142176" y="3171182"/>
                  <a:pt x="1147555" y="3178098"/>
                </a:cubicBezTo>
                <a:cubicBezTo>
                  <a:pt x="1196584" y="3241136"/>
                  <a:pt x="1153564" y="3196500"/>
                  <a:pt x="1184726" y="3227659"/>
                </a:cubicBezTo>
                <a:cubicBezTo>
                  <a:pt x="1186791" y="3248309"/>
                  <a:pt x="1184358" y="3269922"/>
                  <a:pt x="1190921" y="3289610"/>
                </a:cubicBezTo>
                <a:cubicBezTo>
                  <a:pt x="1194925" y="3301622"/>
                  <a:pt x="1227060" y="3306028"/>
                  <a:pt x="1234287" y="3308196"/>
                </a:cubicBezTo>
                <a:cubicBezTo>
                  <a:pt x="1246796" y="3311949"/>
                  <a:pt x="1259067" y="3316456"/>
                  <a:pt x="1271457" y="3320586"/>
                </a:cubicBezTo>
                <a:cubicBezTo>
                  <a:pt x="1277652" y="3322651"/>
                  <a:pt x="1284202" y="3323861"/>
                  <a:pt x="1290043" y="3326781"/>
                </a:cubicBezTo>
                <a:lnTo>
                  <a:pt x="1314823" y="3339171"/>
                </a:lnTo>
                <a:cubicBezTo>
                  <a:pt x="1310693" y="3345366"/>
                  <a:pt x="1307336" y="3352154"/>
                  <a:pt x="1302433" y="3357757"/>
                </a:cubicBezTo>
                <a:cubicBezTo>
                  <a:pt x="1292818" y="3368746"/>
                  <a:pt x="1279556" y="3376582"/>
                  <a:pt x="1271457" y="3388732"/>
                </a:cubicBezTo>
                <a:lnTo>
                  <a:pt x="1259067" y="3407318"/>
                </a:lnTo>
                <a:cubicBezTo>
                  <a:pt x="1265262" y="3413513"/>
                  <a:pt x="1270223" y="3421260"/>
                  <a:pt x="1277652" y="3425903"/>
                </a:cubicBezTo>
                <a:cubicBezTo>
                  <a:pt x="1286117" y="3431193"/>
                  <a:pt x="1314857" y="3440369"/>
                  <a:pt x="1327213" y="3444488"/>
                </a:cubicBezTo>
                <a:cubicBezTo>
                  <a:pt x="1337205" y="3454480"/>
                  <a:pt x="1346133" y="3461788"/>
                  <a:pt x="1351994" y="3475464"/>
                </a:cubicBezTo>
                <a:cubicBezTo>
                  <a:pt x="1355348" y="3483290"/>
                  <a:pt x="1355850" y="3492057"/>
                  <a:pt x="1358189" y="3500244"/>
                </a:cubicBezTo>
                <a:cubicBezTo>
                  <a:pt x="1359983" y="3506523"/>
                  <a:pt x="1359285" y="3514750"/>
                  <a:pt x="1364384" y="3518830"/>
                </a:cubicBezTo>
                <a:cubicBezTo>
                  <a:pt x="1371033" y="3524149"/>
                  <a:pt x="1380978" y="3522686"/>
                  <a:pt x="1389165" y="3525025"/>
                </a:cubicBezTo>
                <a:cubicBezTo>
                  <a:pt x="1395444" y="3526819"/>
                  <a:pt x="1401909" y="3528300"/>
                  <a:pt x="1407750" y="3531220"/>
                </a:cubicBezTo>
                <a:cubicBezTo>
                  <a:pt x="1446049" y="3550370"/>
                  <a:pt x="1405389" y="3537906"/>
                  <a:pt x="1451116" y="3568391"/>
                </a:cubicBezTo>
                <a:cubicBezTo>
                  <a:pt x="1475135" y="3584403"/>
                  <a:pt x="1462638" y="3578427"/>
                  <a:pt x="1488287" y="3586976"/>
                </a:cubicBezTo>
                <a:cubicBezTo>
                  <a:pt x="1466079" y="3653598"/>
                  <a:pt x="1488928" y="3625016"/>
                  <a:pt x="1382970" y="3617952"/>
                </a:cubicBezTo>
                <a:lnTo>
                  <a:pt x="1345799" y="3605561"/>
                </a:lnTo>
                <a:lnTo>
                  <a:pt x="1327213" y="3599366"/>
                </a:lnTo>
                <a:cubicBezTo>
                  <a:pt x="1321018" y="3595236"/>
                  <a:pt x="1314348" y="3591742"/>
                  <a:pt x="1308628" y="3586976"/>
                </a:cubicBezTo>
                <a:cubicBezTo>
                  <a:pt x="1301898" y="3581367"/>
                  <a:pt x="1297333" y="3573251"/>
                  <a:pt x="1290043" y="3568391"/>
                </a:cubicBezTo>
                <a:cubicBezTo>
                  <a:pt x="1284609" y="3564769"/>
                  <a:pt x="1277652" y="3564261"/>
                  <a:pt x="1271457" y="3562196"/>
                </a:cubicBezTo>
                <a:cubicBezTo>
                  <a:pt x="1232877" y="3523613"/>
                  <a:pt x="1288726" y="3575772"/>
                  <a:pt x="1240482" y="3543610"/>
                </a:cubicBezTo>
                <a:cubicBezTo>
                  <a:pt x="1194076" y="3512674"/>
                  <a:pt x="1247501" y="3533560"/>
                  <a:pt x="1203311" y="3518830"/>
                </a:cubicBezTo>
                <a:cubicBezTo>
                  <a:pt x="1176941" y="3492458"/>
                  <a:pt x="1207989" y="3520254"/>
                  <a:pt x="1159945" y="3494049"/>
                </a:cubicBezTo>
                <a:cubicBezTo>
                  <a:pt x="1146872" y="3486918"/>
                  <a:pt x="1136901" y="3473978"/>
                  <a:pt x="1122774" y="3469269"/>
                </a:cubicBezTo>
                <a:lnTo>
                  <a:pt x="1085604" y="3456879"/>
                </a:lnTo>
                <a:cubicBezTo>
                  <a:pt x="1069084" y="3407316"/>
                  <a:pt x="1093864" y="3465139"/>
                  <a:pt x="1060823" y="3432098"/>
                </a:cubicBezTo>
                <a:cubicBezTo>
                  <a:pt x="1050293" y="3421568"/>
                  <a:pt x="1044303" y="3407317"/>
                  <a:pt x="1036043" y="3394927"/>
                </a:cubicBezTo>
                <a:cubicBezTo>
                  <a:pt x="1031913" y="3388732"/>
                  <a:pt x="1029847" y="3380472"/>
                  <a:pt x="1023652" y="3376342"/>
                </a:cubicBezTo>
                <a:cubicBezTo>
                  <a:pt x="966451" y="3338208"/>
                  <a:pt x="1036813" y="3386871"/>
                  <a:pt x="992677" y="3351561"/>
                </a:cubicBezTo>
                <a:cubicBezTo>
                  <a:pt x="974790" y="3337251"/>
                  <a:pt x="974997" y="3343400"/>
                  <a:pt x="961701" y="3326781"/>
                </a:cubicBezTo>
                <a:cubicBezTo>
                  <a:pt x="957050" y="3320967"/>
                  <a:pt x="953962" y="3314010"/>
                  <a:pt x="949311" y="3308196"/>
                </a:cubicBezTo>
                <a:cubicBezTo>
                  <a:pt x="945662" y="3303635"/>
                  <a:pt x="940161" y="3300665"/>
                  <a:pt x="936921" y="3295805"/>
                </a:cubicBezTo>
                <a:cubicBezTo>
                  <a:pt x="895565" y="3233769"/>
                  <a:pt x="945870" y="3302001"/>
                  <a:pt x="918335" y="3252439"/>
                </a:cubicBezTo>
                <a:cubicBezTo>
                  <a:pt x="911103" y="3239422"/>
                  <a:pt x="893555" y="3215269"/>
                  <a:pt x="893555" y="3215269"/>
                </a:cubicBezTo>
                <a:cubicBezTo>
                  <a:pt x="882134" y="3169585"/>
                  <a:pt x="894406" y="3211058"/>
                  <a:pt x="874970" y="3165708"/>
                </a:cubicBezTo>
                <a:cubicBezTo>
                  <a:pt x="865109" y="3142700"/>
                  <a:pt x="873890" y="3149545"/>
                  <a:pt x="856384" y="3128537"/>
                </a:cubicBezTo>
                <a:cubicBezTo>
                  <a:pt x="850775" y="3121807"/>
                  <a:pt x="843994" y="3116147"/>
                  <a:pt x="837799" y="3109952"/>
                </a:cubicBezTo>
                <a:cubicBezTo>
                  <a:pt x="815207" y="3042172"/>
                  <a:pt x="851237" y="3144834"/>
                  <a:pt x="819213" y="3072781"/>
                </a:cubicBezTo>
                <a:cubicBezTo>
                  <a:pt x="806321" y="3043774"/>
                  <a:pt x="807105" y="3033782"/>
                  <a:pt x="800628" y="3004635"/>
                </a:cubicBezTo>
                <a:cubicBezTo>
                  <a:pt x="798078" y="2993162"/>
                  <a:pt x="794389" y="2968985"/>
                  <a:pt x="782043" y="2961269"/>
                </a:cubicBezTo>
                <a:cubicBezTo>
                  <a:pt x="757298" y="2945804"/>
                  <a:pt x="747952" y="2953515"/>
                  <a:pt x="726287" y="2942683"/>
                </a:cubicBezTo>
                <a:cubicBezTo>
                  <a:pt x="651399" y="2905241"/>
                  <a:pt x="744217" y="2952929"/>
                  <a:pt x="682921" y="2917903"/>
                </a:cubicBezTo>
                <a:cubicBezTo>
                  <a:pt x="674903" y="2913321"/>
                  <a:pt x="666400" y="2909643"/>
                  <a:pt x="658140" y="2905513"/>
                </a:cubicBezTo>
                <a:cubicBezTo>
                  <a:pt x="647815" y="2895188"/>
                  <a:pt x="631783" y="2888390"/>
                  <a:pt x="627165" y="2874537"/>
                </a:cubicBezTo>
                <a:cubicBezTo>
                  <a:pt x="623084" y="2862293"/>
                  <a:pt x="619497" y="2846101"/>
                  <a:pt x="608579" y="2837366"/>
                </a:cubicBezTo>
                <a:cubicBezTo>
                  <a:pt x="603480" y="2833287"/>
                  <a:pt x="596397" y="2832452"/>
                  <a:pt x="589994" y="2831171"/>
                </a:cubicBezTo>
                <a:cubicBezTo>
                  <a:pt x="575675" y="2828307"/>
                  <a:pt x="561083" y="2827041"/>
                  <a:pt x="546628" y="2824976"/>
                </a:cubicBezTo>
                <a:cubicBezTo>
                  <a:pt x="540433" y="2818781"/>
                  <a:pt x="529282" y="2815064"/>
                  <a:pt x="528043" y="2806391"/>
                </a:cubicBezTo>
                <a:cubicBezTo>
                  <a:pt x="520736" y="2755243"/>
                  <a:pt x="525529" y="2703049"/>
                  <a:pt x="521848" y="2651513"/>
                </a:cubicBezTo>
                <a:cubicBezTo>
                  <a:pt x="521383" y="2644999"/>
                  <a:pt x="518573" y="2638768"/>
                  <a:pt x="515652" y="2632927"/>
                </a:cubicBezTo>
                <a:cubicBezTo>
                  <a:pt x="512322" y="2626268"/>
                  <a:pt x="507392" y="2620537"/>
                  <a:pt x="503262" y="2614342"/>
                </a:cubicBezTo>
                <a:cubicBezTo>
                  <a:pt x="501197" y="2599887"/>
                  <a:pt x="498773" y="2585478"/>
                  <a:pt x="497067" y="2570976"/>
                </a:cubicBezTo>
                <a:cubicBezTo>
                  <a:pt x="494642" y="2550365"/>
                  <a:pt x="497964" y="2528529"/>
                  <a:pt x="490872" y="2509025"/>
                </a:cubicBezTo>
                <a:cubicBezTo>
                  <a:pt x="488640" y="2502888"/>
                  <a:pt x="478482" y="2504895"/>
                  <a:pt x="472287" y="2502830"/>
                </a:cubicBezTo>
                <a:cubicBezTo>
                  <a:pt x="438546" y="2469089"/>
                  <a:pt x="484194" y="2519968"/>
                  <a:pt x="453701" y="2428488"/>
                </a:cubicBezTo>
                <a:cubicBezTo>
                  <a:pt x="451347" y="2421425"/>
                  <a:pt x="441311" y="2420228"/>
                  <a:pt x="435116" y="2416098"/>
                </a:cubicBezTo>
                <a:cubicBezTo>
                  <a:pt x="433051" y="2409903"/>
                  <a:pt x="430715" y="2403792"/>
                  <a:pt x="428921" y="2397513"/>
                </a:cubicBezTo>
                <a:cubicBezTo>
                  <a:pt x="426582" y="2389326"/>
                  <a:pt x="426534" y="2380348"/>
                  <a:pt x="422726" y="2372732"/>
                </a:cubicBezTo>
                <a:cubicBezTo>
                  <a:pt x="420114" y="2367508"/>
                  <a:pt x="414465" y="2364472"/>
                  <a:pt x="410335" y="2360342"/>
                </a:cubicBezTo>
                <a:cubicBezTo>
                  <a:pt x="408270" y="2352082"/>
                  <a:pt x="408863" y="2342646"/>
                  <a:pt x="404140" y="2335561"/>
                </a:cubicBezTo>
                <a:cubicBezTo>
                  <a:pt x="400010" y="2329366"/>
                  <a:pt x="388885" y="2329830"/>
                  <a:pt x="385555" y="2323171"/>
                </a:cubicBezTo>
                <a:cubicBezTo>
                  <a:pt x="379938" y="2311936"/>
                  <a:pt x="387632" y="2295453"/>
                  <a:pt x="379360" y="2286000"/>
                </a:cubicBezTo>
                <a:cubicBezTo>
                  <a:pt x="370760" y="2276171"/>
                  <a:pt x="354579" y="2277740"/>
                  <a:pt x="342189" y="2273610"/>
                </a:cubicBezTo>
                <a:lnTo>
                  <a:pt x="323604" y="2267415"/>
                </a:lnTo>
                <a:lnTo>
                  <a:pt x="305018" y="2261220"/>
                </a:lnTo>
                <a:cubicBezTo>
                  <a:pt x="269425" y="2225626"/>
                  <a:pt x="287896" y="2234861"/>
                  <a:pt x="255457" y="2224049"/>
                </a:cubicBezTo>
                <a:cubicBezTo>
                  <a:pt x="249262" y="2219919"/>
                  <a:pt x="242137" y="2216924"/>
                  <a:pt x="236872" y="2211659"/>
                </a:cubicBezTo>
                <a:cubicBezTo>
                  <a:pt x="231607" y="2206394"/>
                  <a:pt x="229133" y="2198888"/>
                  <a:pt x="224482" y="2193074"/>
                </a:cubicBezTo>
                <a:cubicBezTo>
                  <a:pt x="217378" y="2184194"/>
                  <a:pt x="203502" y="2172736"/>
                  <a:pt x="193506" y="2168293"/>
                </a:cubicBezTo>
                <a:cubicBezTo>
                  <a:pt x="181571" y="2162989"/>
                  <a:pt x="168725" y="2160033"/>
                  <a:pt x="156335" y="2155903"/>
                </a:cubicBezTo>
                <a:lnTo>
                  <a:pt x="137750" y="2149708"/>
                </a:lnTo>
                <a:lnTo>
                  <a:pt x="119165" y="2143513"/>
                </a:lnTo>
                <a:cubicBezTo>
                  <a:pt x="112970" y="2139383"/>
                  <a:pt x="105844" y="2136387"/>
                  <a:pt x="100579" y="2131122"/>
                </a:cubicBezTo>
                <a:cubicBezTo>
                  <a:pt x="95314" y="2125857"/>
                  <a:pt x="93792" y="2117440"/>
                  <a:pt x="88189" y="2112537"/>
                </a:cubicBezTo>
                <a:cubicBezTo>
                  <a:pt x="76982" y="2102731"/>
                  <a:pt x="63408" y="2096017"/>
                  <a:pt x="51018" y="2087757"/>
                </a:cubicBezTo>
                <a:cubicBezTo>
                  <a:pt x="46158" y="2084517"/>
                  <a:pt x="42758" y="2079496"/>
                  <a:pt x="38628" y="2075366"/>
                </a:cubicBezTo>
                <a:cubicBezTo>
                  <a:pt x="23056" y="2028649"/>
                  <a:pt x="44063" y="2086237"/>
                  <a:pt x="20043" y="2038196"/>
                </a:cubicBezTo>
                <a:cubicBezTo>
                  <a:pt x="17123" y="2032355"/>
                  <a:pt x="15913" y="2025805"/>
                  <a:pt x="13848" y="2019610"/>
                </a:cubicBezTo>
                <a:cubicBezTo>
                  <a:pt x="23943" y="1625882"/>
                  <a:pt x="-37323" y="1850557"/>
                  <a:pt x="38628" y="1759415"/>
                </a:cubicBezTo>
                <a:cubicBezTo>
                  <a:pt x="43394" y="1753695"/>
                  <a:pt x="46888" y="1747025"/>
                  <a:pt x="51018" y="1740830"/>
                </a:cubicBezTo>
                <a:cubicBezTo>
                  <a:pt x="66588" y="1694117"/>
                  <a:pt x="45585" y="1751693"/>
                  <a:pt x="69604" y="1703659"/>
                </a:cubicBezTo>
                <a:cubicBezTo>
                  <a:pt x="72524" y="1697818"/>
                  <a:pt x="73227" y="1691076"/>
                  <a:pt x="75799" y="1685074"/>
                </a:cubicBezTo>
                <a:cubicBezTo>
                  <a:pt x="79437" y="1676585"/>
                  <a:pt x="84059" y="1668553"/>
                  <a:pt x="88189" y="1660293"/>
                </a:cubicBezTo>
                <a:cubicBezTo>
                  <a:pt x="90254" y="1649968"/>
                  <a:pt x="92100" y="1639597"/>
                  <a:pt x="94384" y="1629318"/>
                </a:cubicBezTo>
                <a:cubicBezTo>
                  <a:pt x="96231" y="1621006"/>
                  <a:pt x="99772" y="1613013"/>
                  <a:pt x="100579" y="1604537"/>
                </a:cubicBezTo>
                <a:cubicBezTo>
                  <a:pt x="101221" y="1597795"/>
                  <a:pt x="96754" y="1513066"/>
                  <a:pt x="112970" y="1480635"/>
                </a:cubicBezTo>
                <a:cubicBezTo>
                  <a:pt x="116300" y="1473975"/>
                  <a:pt x="122030" y="1468709"/>
                  <a:pt x="125360" y="1462049"/>
                </a:cubicBezTo>
                <a:cubicBezTo>
                  <a:pt x="128280" y="1456208"/>
                  <a:pt x="127637" y="1448688"/>
                  <a:pt x="131555" y="1443464"/>
                </a:cubicBezTo>
                <a:cubicBezTo>
                  <a:pt x="140316" y="1431782"/>
                  <a:pt x="162531" y="1412488"/>
                  <a:pt x="162531" y="1412488"/>
                </a:cubicBezTo>
                <a:cubicBezTo>
                  <a:pt x="164596" y="1406293"/>
                  <a:pt x="165806" y="1399744"/>
                  <a:pt x="168726" y="1393903"/>
                </a:cubicBezTo>
                <a:cubicBezTo>
                  <a:pt x="172056" y="1387244"/>
                  <a:pt x="178502" y="1382289"/>
                  <a:pt x="181116" y="1375318"/>
                </a:cubicBezTo>
                <a:cubicBezTo>
                  <a:pt x="186922" y="1359834"/>
                  <a:pt x="187640" y="1319231"/>
                  <a:pt x="199701" y="1307171"/>
                </a:cubicBezTo>
                <a:cubicBezTo>
                  <a:pt x="205896" y="1300976"/>
                  <a:pt x="212678" y="1295317"/>
                  <a:pt x="218287" y="1288586"/>
                </a:cubicBezTo>
                <a:cubicBezTo>
                  <a:pt x="223054" y="1282866"/>
                  <a:pt x="225074" y="1274903"/>
                  <a:pt x="230677" y="1270000"/>
                </a:cubicBezTo>
                <a:cubicBezTo>
                  <a:pt x="241884" y="1260194"/>
                  <a:pt x="267848" y="1245220"/>
                  <a:pt x="267848" y="1245220"/>
                </a:cubicBezTo>
                <a:cubicBezTo>
                  <a:pt x="300888" y="1195661"/>
                  <a:pt x="257523" y="1255545"/>
                  <a:pt x="298823" y="1214244"/>
                </a:cubicBezTo>
                <a:cubicBezTo>
                  <a:pt x="304088" y="1208979"/>
                  <a:pt x="306562" y="1201473"/>
                  <a:pt x="311213" y="1195659"/>
                </a:cubicBezTo>
                <a:cubicBezTo>
                  <a:pt x="314862" y="1191098"/>
                  <a:pt x="319955" y="1187830"/>
                  <a:pt x="323604" y="1183269"/>
                </a:cubicBezTo>
                <a:cubicBezTo>
                  <a:pt x="328255" y="1177455"/>
                  <a:pt x="331666" y="1170742"/>
                  <a:pt x="335994" y="1164683"/>
                </a:cubicBezTo>
                <a:cubicBezTo>
                  <a:pt x="341995" y="1156281"/>
                  <a:pt x="348384" y="1148163"/>
                  <a:pt x="354579" y="1139903"/>
                </a:cubicBezTo>
                <a:cubicBezTo>
                  <a:pt x="356644" y="1133708"/>
                  <a:pt x="359190" y="1127653"/>
                  <a:pt x="360774" y="1121318"/>
                </a:cubicBezTo>
                <a:cubicBezTo>
                  <a:pt x="363328" y="1111103"/>
                  <a:pt x="363640" y="1100331"/>
                  <a:pt x="366970" y="1090342"/>
                </a:cubicBezTo>
                <a:cubicBezTo>
                  <a:pt x="369890" y="1081581"/>
                  <a:pt x="375722" y="1074050"/>
                  <a:pt x="379360" y="1065561"/>
                </a:cubicBezTo>
                <a:cubicBezTo>
                  <a:pt x="381932" y="1059559"/>
                  <a:pt x="381933" y="1052409"/>
                  <a:pt x="385555" y="1046976"/>
                </a:cubicBezTo>
                <a:cubicBezTo>
                  <a:pt x="390415" y="1039686"/>
                  <a:pt x="397945" y="1034586"/>
                  <a:pt x="404140" y="1028391"/>
                </a:cubicBezTo>
                <a:cubicBezTo>
                  <a:pt x="409179" y="1013273"/>
                  <a:pt x="410715" y="1003231"/>
                  <a:pt x="422726" y="991220"/>
                </a:cubicBezTo>
                <a:cubicBezTo>
                  <a:pt x="427991" y="985955"/>
                  <a:pt x="435497" y="983481"/>
                  <a:pt x="441311" y="978830"/>
                </a:cubicBezTo>
                <a:cubicBezTo>
                  <a:pt x="445872" y="975181"/>
                  <a:pt x="449571" y="970569"/>
                  <a:pt x="453701" y="966439"/>
                </a:cubicBezTo>
                <a:cubicBezTo>
                  <a:pt x="455766" y="960244"/>
                  <a:pt x="456274" y="953287"/>
                  <a:pt x="459896" y="947854"/>
                </a:cubicBezTo>
                <a:cubicBezTo>
                  <a:pt x="472510" y="928933"/>
                  <a:pt x="480741" y="929940"/>
                  <a:pt x="497067" y="916879"/>
                </a:cubicBezTo>
                <a:cubicBezTo>
                  <a:pt x="521364" y="897440"/>
                  <a:pt x="495765" y="909052"/>
                  <a:pt x="528043" y="898293"/>
                </a:cubicBezTo>
                <a:cubicBezTo>
                  <a:pt x="530108" y="890033"/>
                  <a:pt x="532715" y="881890"/>
                  <a:pt x="534238" y="873513"/>
                </a:cubicBezTo>
                <a:cubicBezTo>
                  <a:pt x="536850" y="859146"/>
                  <a:pt x="536237" y="844133"/>
                  <a:pt x="540433" y="830147"/>
                </a:cubicBezTo>
                <a:cubicBezTo>
                  <a:pt x="543291" y="820621"/>
                  <a:pt x="564493" y="797587"/>
                  <a:pt x="571409" y="792976"/>
                </a:cubicBezTo>
                <a:cubicBezTo>
                  <a:pt x="576842" y="789354"/>
                  <a:pt x="584153" y="789701"/>
                  <a:pt x="589994" y="786781"/>
                </a:cubicBezTo>
                <a:cubicBezTo>
                  <a:pt x="605624" y="778966"/>
                  <a:pt x="609445" y="773525"/>
                  <a:pt x="620970" y="762000"/>
                </a:cubicBezTo>
                <a:cubicBezTo>
                  <a:pt x="625100" y="749610"/>
                  <a:pt x="630193" y="737500"/>
                  <a:pt x="633360" y="724830"/>
                </a:cubicBezTo>
                <a:cubicBezTo>
                  <a:pt x="635425" y="716570"/>
                  <a:pt x="634832" y="707134"/>
                  <a:pt x="639555" y="700049"/>
                </a:cubicBezTo>
                <a:cubicBezTo>
                  <a:pt x="647655" y="687899"/>
                  <a:pt x="662432" y="681224"/>
                  <a:pt x="670531" y="669074"/>
                </a:cubicBezTo>
                <a:cubicBezTo>
                  <a:pt x="674661" y="662879"/>
                  <a:pt x="678975" y="656802"/>
                  <a:pt x="682921" y="650488"/>
                </a:cubicBezTo>
                <a:cubicBezTo>
                  <a:pt x="689303" y="640277"/>
                  <a:pt x="692992" y="628027"/>
                  <a:pt x="701506" y="619513"/>
                </a:cubicBezTo>
                <a:cubicBezTo>
                  <a:pt x="708036" y="612983"/>
                  <a:pt x="718027" y="611252"/>
                  <a:pt x="726287" y="607122"/>
                </a:cubicBezTo>
                <a:cubicBezTo>
                  <a:pt x="738348" y="570940"/>
                  <a:pt x="723045" y="604170"/>
                  <a:pt x="751067" y="576147"/>
                </a:cubicBezTo>
                <a:cubicBezTo>
                  <a:pt x="756332" y="570882"/>
                  <a:pt x="758554" y="563164"/>
                  <a:pt x="763457" y="557561"/>
                </a:cubicBezTo>
                <a:cubicBezTo>
                  <a:pt x="773072" y="546572"/>
                  <a:pt x="784108" y="536911"/>
                  <a:pt x="794433" y="526586"/>
                </a:cubicBezTo>
                <a:lnTo>
                  <a:pt x="825409" y="495610"/>
                </a:lnTo>
                <a:cubicBezTo>
                  <a:pt x="831604" y="489415"/>
                  <a:pt x="839134" y="484315"/>
                  <a:pt x="843994" y="477025"/>
                </a:cubicBezTo>
                <a:cubicBezTo>
                  <a:pt x="848124" y="470830"/>
                  <a:pt x="850570" y="463090"/>
                  <a:pt x="856384" y="458439"/>
                </a:cubicBezTo>
                <a:cubicBezTo>
                  <a:pt x="861483" y="454359"/>
                  <a:pt x="868775" y="454309"/>
                  <a:pt x="874970" y="452244"/>
                </a:cubicBezTo>
                <a:cubicBezTo>
                  <a:pt x="909043" y="429529"/>
                  <a:pt x="880132" y="452244"/>
                  <a:pt x="905945" y="421269"/>
                </a:cubicBezTo>
                <a:cubicBezTo>
                  <a:pt x="911554" y="414538"/>
                  <a:pt x="919152" y="409599"/>
                  <a:pt x="924531" y="402683"/>
                </a:cubicBezTo>
                <a:cubicBezTo>
                  <a:pt x="933673" y="390929"/>
                  <a:pt x="941051" y="377903"/>
                  <a:pt x="949311" y="365513"/>
                </a:cubicBezTo>
                <a:cubicBezTo>
                  <a:pt x="953441" y="359318"/>
                  <a:pt x="956436" y="352192"/>
                  <a:pt x="961701" y="346927"/>
                </a:cubicBezTo>
                <a:lnTo>
                  <a:pt x="974092" y="334537"/>
                </a:lnTo>
                <a:cubicBezTo>
                  <a:pt x="980501" y="315311"/>
                  <a:pt x="981195" y="310309"/>
                  <a:pt x="992677" y="291171"/>
                </a:cubicBezTo>
                <a:cubicBezTo>
                  <a:pt x="1000338" y="278402"/>
                  <a:pt x="1012748" y="268127"/>
                  <a:pt x="1017457" y="254000"/>
                </a:cubicBezTo>
                <a:cubicBezTo>
                  <a:pt x="1019522" y="247805"/>
                  <a:pt x="1019034" y="240032"/>
                  <a:pt x="1023652" y="235415"/>
                </a:cubicBezTo>
                <a:cubicBezTo>
                  <a:pt x="1028270" y="230797"/>
                  <a:pt x="1036043" y="231285"/>
                  <a:pt x="1042238" y="229220"/>
                </a:cubicBezTo>
                <a:cubicBezTo>
                  <a:pt x="1050720" y="203772"/>
                  <a:pt x="1050953" y="192206"/>
                  <a:pt x="1067018" y="173464"/>
                </a:cubicBezTo>
                <a:cubicBezTo>
                  <a:pt x="1074620" y="164594"/>
                  <a:pt x="1085319" y="158403"/>
                  <a:pt x="1091799" y="148683"/>
                </a:cubicBezTo>
                <a:lnTo>
                  <a:pt x="1128970" y="92927"/>
                </a:lnTo>
                <a:cubicBezTo>
                  <a:pt x="1133100" y="86732"/>
                  <a:pt x="1134297" y="76696"/>
                  <a:pt x="1141360" y="74342"/>
                </a:cubicBezTo>
                <a:lnTo>
                  <a:pt x="1159945" y="68147"/>
                </a:lnTo>
                <a:cubicBezTo>
                  <a:pt x="1164075" y="61952"/>
                  <a:pt x="1167684" y="55375"/>
                  <a:pt x="1172335" y="49561"/>
                </a:cubicBezTo>
                <a:cubicBezTo>
                  <a:pt x="1175984" y="45000"/>
                  <a:pt x="1180165" y="40820"/>
                  <a:pt x="1184726" y="37171"/>
                </a:cubicBezTo>
                <a:cubicBezTo>
                  <a:pt x="1195395" y="28636"/>
                  <a:pt x="1207956" y="20577"/>
                  <a:pt x="1221896" y="18586"/>
                </a:cubicBezTo>
                <a:cubicBezTo>
                  <a:pt x="1230073" y="17418"/>
                  <a:pt x="1238417" y="18586"/>
                  <a:pt x="1246677" y="18586"/>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146" name="Google Shape;1146;p17"/>
          <p:cNvSpPr/>
          <p:nvPr/>
        </p:nvSpPr>
        <p:spPr>
          <a:xfrm>
            <a:off x="1431073" y="4460488"/>
            <a:ext cx="501805" cy="768195"/>
          </a:xfrm>
          <a:custGeom>
            <a:avLst/>
            <a:gdLst/>
            <a:ahLst/>
            <a:cxnLst/>
            <a:rect l="l" t="t" r="r" b="b"/>
            <a:pathLst>
              <a:path w="501805" h="768195" extrusionOk="0">
                <a:moveTo>
                  <a:pt x="322147" y="0"/>
                </a:moveTo>
                <a:cubicBezTo>
                  <a:pt x="308735" y="5365"/>
                  <a:pt x="279411" y="16099"/>
                  <a:pt x="266390" y="24780"/>
                </a:cubicBezTo>
                <a:cubicBezTo>
                  <a:pt x="261530" y="28020"/>
                  <a:pt x="258561" y="33522"/>
                  <a:pt x="254000" y="37171"/>
                </a:cubicBezTo>
                <a:cubicBezTo>
                  <a:pt x="236845" y="50896"/>
                  <a:pt x="236459" y="49213"/>
                  <a:pt x="216829" y="55756"/>
                </a:cubicBezTo>
                <a:cubicBezTo>
                  <a:pt x="200792" y="71793"/>
                  <a:pt x="180876" y="89279"/>
                  <a:pt x="173464" y="111512"/>
                </a:cubicBezTo>
                <a:lnTo>
                  <a:pt x="167268" y="130097"/>
                </a:lnTo>
                <a:cubicBezTo>
                  <a:pt x="169333" y="136292"/>
                  <a:pt x="169384" y="143584"/>
                  <a:pt x="173464" y="148683"/>
                </a:cubicBezTo>
                <a:cubicBezTo>
                  <a:pt x="178115" y="154497"/>
                  <a:pt x="190996" y="153702"/>
                  <a:pt x="192049" y="161073"/>
                </a:cubicBezTo>
                <a:cubicBezTo>
                  <a:pt x="195566" y="185689"/>
                  <a:pt x="190731" y="211031"/>
                  <a:pt x="185854" y="235414"/>
                </a:cubicBezTo>
                <a:cubicBezTo>
                  <a:pt x="184394" y="242715"/>
                  <a:pt x="178115" y="248186"/>
                  <a:pt x="173464" y="254000"/>
                </a:cubicBezTo>
                <a:cubicBezTo>
                  <a:pt x="165782" y="263602"/>
                  <a:pt x="153219" y="273415"/>
                  <a:pt x="142488" y="278780"/>
                </a:cubicBezTo>
                <a:cubicBezTo>
                  <a:pt x="136647" y="281700"/>
                  <a:pt x="130098" y="282910"/>
                  <a:pt x="123903" y="284975"/>
                </a:cubicBezTo>
                <a:cubicBezTo>
                  <a:pt x="119773" y="289105"/>
                  <a:pt x="115161" y="292805"/>
                  <a:pt x="111512" y="297366"/>
                </a:cubicBezTo>
                <a:cubicBezTo>
                  <a:pt x="106861" y="303180"/>
                  <a:pt x="104936" y="311300"/>
                  <a:pt x="99122" y="315951"/>
                </a:cubicBezTo>
                <a:cubicBezTo>
                  <a:pt x="94023" y="320030"/>
                  <a:pt x="86732" y="320081"/>
                  <a:pt x="80537" y="322146"/>
                </a:cubicBezTo>
                <a:cubicBezTo>
                  <a:pt x="69262" y="333421"/>
                  <a:pt x="49989" y="350942"/>
                  <a:pt x="43366" y="365512"/>
                </a:cubicBezTo>
                <a:cubicBezTo>
                  <a:pt x="41440" y="369749"/>
                  <a:pt x="30406" y="414339"/>
                  <a:pt x="24781" y="427463"/>
                </a:cubicBezTo>
                <a:cubicBezTo>
                  <a:pt x="21143" y="435952"/>
                  <a:pt x="15820" y="443669"/>
                  <a:pt x="12390" y="452244"/>
                </a:cubicBezTo>
                <a:cubicBezTo>
                  <a:pt x="7539" y="464370"/>
                  <a:pt x="0" y="489414"/>
                  <a:pt x="0" y="489414"/>
                </a:cubicBezTo>
                <a:cubicBezTo>
                  <a:pt x="1582" y="506821"/>
                  <a:pt x="472" y="552310"/>
                  <a:pt x="12390" y="576146"/>
                </a:cubicBezTo>
                <a:cubicBezTo>
                  <a:pt x="15720" y="582806"/>
                  <a:pt x="20651" y="588537"/>
                  <a:pt x="24781" y="594732"/>
                </a:cubicBezTo>
                <a:cubicBezTo>
                  <a:pt x="35353" y="668734"/>
                  <a:pt x="24814" y="613434"/>
                  <a:pt x="37171" y="656683"/>
                </a:cubicBezTo>
                <a:cubicBezTo>
                  <a:pt x="39510" y="664870"/>
                  <a:pt x="39142" y="674071"/>
                  <a:pt x="43366" y="681463"/>
                </a:cubicBezTo>
                <a:cubicBezTo>
                  <a:pt x="47713" y="689070"/>
                  <a:pt x="56342" y="693318"/>
                  <a:pt x="61951" y="700049"/>
                </a:cubicBezTo>
                <a:cubicBezTo>
                  <a:pt x="87762" y="731022"/>
                  <a:pt x="58857" y="708311"/>
                  <a:pt x="92927" y="731024"/>
                </a:cubicBezTo>
                <a:cubicBezTo>
                  <a:pt x="94992" y="737219"/>
                  <a:pt x="95043" y="744511"/>
                  <a:pt x="99122" y="749610"/>
                </a:cubicBezTo>
                <a:cubicBezTo>
                  <a:pt x="107856" y="760528"/>
                  <a:pt x="124050" y="764114"/>
                  <a:pt x="136293" y="768195"/>
                </a:cubicBezTo>
                <a:cubicBezTo>
                  <a:pt x="155249" y="763456"/>
                  <a:pt x="165399" y="763870"/>
                  <a:pt x="179659" y="749610"/>
                </a:cubicBezTo>
                <a:cubicBezTo>
                  <a:pt x="231880" y="697389"/>
                  <a:pt x="157938" y="762821"/>
                  <a:pt x="198244" y="712439"/>
                </a:cubicBezTo>
                <a:cubicBezTo>
                  <a:pt x="202895" y="706625"/>
                  <a:pt x="210634" y="704179"/>
                  <a:pt x="216829" y="700049"/>
                </a:cubicBezTo>
                <a:cubicBezTo>
                  <a:pt x="231284" y="702114"/>
                  <a:pt x="245593" y="706244"/>
                  <a:pt x="260195" y="706244"/>
                </a:cubicBezTo>
                <a:cubicBezTo>
                  <a:pt x="266725" y="706244"/>
                  <a:pt x="277971" y="706529"/>
                  <a:pt x="278781" y="700049"/>
                </a:cubicBezTo>
                <a:cubicBezTo>
                  <a:pt x="282604" y="669467"/>
                  <a:pt x="271808" y="601677"/>
                  <a:pt x="266390" y="563756"/>
                </a:cubicBezTo>
                <a:cubicBezTo>
                  <a:pt x="261527" y="476216"/>
                  <a:pt x="254309" y="416934"/>
                  <a:pt x="266390" y="328341"/>
                </a:cubicBezTo>
                <a:cubicBezTo>
                  <a:pt x="267179" y="322554"/>
                  <a:pt x="273557" y="318563"/>
                  <a:pt x="278781" y="315951"/>
                </a:cubicBezTo>
                <a:cubicBezTo>
                  <a:pt x="290462" y="310110"/>
                  <a:pt x="305084" y="310806"/>
                  <a:pt x="315951" y="303561"/>
                </a:cubicBezTo>
                <a:lnTo>
                  <a:pt x="353122" y="278780"/>
                </a:lnTo>
                <a:cubicBezTo>
                  <a:pt x="357252" y="272585"/>
                  <a:pt x="359698" y="264846"/>
                  <a:pt x="365512" y="260195"/>
                </a:cubicBezTo>
                <a:cubicBezTo>
                  <a:pt x="370611" y="256116"/>
                  <a:pt x="378389" y="257171"/>
                  <a:pt x="384098" y="254000"/>
                </a:cubicBezTo>
                <a:cubicBezTo>
                  <a:pt x="397115" y="246768"/>
                  <a:pt x="410738" y="239748"/>
                  <a:pt x="421268" y="229219"/>
                </a:cubicBezTo>
                <a:cubicBezTo>
                  <a:pt x="445471" y="205018"/>
                  <a:pt x="420074" y="226719"/>
                  <a:pt x="452244" y="210634"/>
                </a:cubicBezTo>
                <a:cubicBezTo>
                  <a:pt x="477667" y="197923"/>
                  <a:pt x="464013" y="201219"/>
                  <a:pt x="483220" y="185853"/>
                </a:cubicBezTo>
                <a:cubicBezTo>
                  <a:pt x="489034" y="181202"/>
                  <a:pt x="495610" y="177593"/>
                  <a:pt x="501805" y="173463"/>
                </a:cubicBezTo>
                <a:cubicBezTo>
                  <a:pt x="499740" y="167268"/>
                  <a:pt x="501043" y="158500"/>
                  <a:pt x="495610" y="154878"/>
                </a:cubicBezTo>
                <a:cubicBezTo>
                  <a:pt x="486849" y="149037"/>
                  <a:pt x="475021" y="150414"/>
                  <a:pt x="464634" y="148683"/>
                </a:cubicBezTo>
                <a:cubicBezTo>
                  <a:pt x="450231" y="146282"/>
                  <a:pt x="435723" y="144553"/>
                  <a:pt x="421268" y="142488"/>
                </a:cubicBezTo>
                <a:cubicBezTo>
                  <a:pt x="415073" y="140423"/>
                  <a:pt x="408524" y="139213"/>
                  <a:pt x="402683" y="136292"/>
                </a:cubicBezTo>
                <a:cubicBezTo>
                  <a:pt x="396024" y="132962"/>
                  <a:pt x="390902" y="126926"/>
                  <a:pt x="384098" y="123902"/>
                </a:cubicBezTo>
                <a:cubicBezTo>
                  <a:pt x="372163" y="118598"/>
                  <a:pt x="346927" y="111512"/>
                  <a:pt x="346927" y="111512"/>
                </a:cubicBezTo>
                <a:cubicBezTo>
                  <a:pt x="344862" y="105317"/>
                  <a:pt x="342316" y="99262"/>
                  <a:pt x="340732" y="92927"/>
                </a:cubicBezTo>
                <a:cubicBezTo>
                  <a:pt x="338178" y="82712"/>
                  <a:pt x="339761" y="71093"/>
                  <a:pt x="334537" y="61951"/>
                </a:cubicBezTo>
                <a:cubicBezTo>
                  <a:pt x="330843" y="55486"/>
                  <a:pt x="322146" y="53691"/>
                  <a:pt x="315951" y="49561"/>
                </a:cubicBezTo>
                <a:cubicBezTo>
                  <a:pt x="311821" y="43366"/>
                  <a:pt x="309375" y="35626"/>
                  <a:pt x="303561" y="30975"/>
                </a:cubicBezTo>
                <a:cubicBezTo>
                  <a:pt x="294185" y="23474"/>
                  <a:pt x="283204" y="24780"/>
                  <a:pt x="272586" y="2478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147" name="Google Shape;1147;p17"/>
          <p:cNvSpPr/>
          <p:nvPr/>
        </p:nvSpPr>
        <p:spPr>
          <a:xfrm>
            <a:off x="2769203" y="3071620"/>
            <a:ext cx="1326617" cy="1184429"/>
          </a:xfrm>
          <a:custGeom>
            <a:avLst/>
            <a:gdLst/>
            <a:ahLst/>
            <a:cxnLst/>
            <a:rect l="l" t="t" r="r" b="b"/>
            <a:pathLst>
              <a:path w="1326617" h="1184429" extrusionOk="0">
                <a:moveTo>
                  <a:pt x="179675" y="193209"/>
                </a:moveTo>
                <a:cubicBezTo>
                  <a:pt x="177610" y="151908"/>
                  <a:pt x="181217" y="109929"/>
                  <a:pt x="173480" y="69307"/>
                </a:cubicBezTo>
                <a:cubicBezTo>
                  <a:pt x="172258" y="62892"/>
                  <a:pt x="160494" y="66472"/>
                  <a:pt x="154895" y="63112"/>
                </a:cubicBezTo>
                <a:cubicBezTo>
                  <a:pt x="149886" y="60107"/>
                  <a:pt x="146634" y="54851"/>
                  <a:pt x="142504" y="50721"/>
                </a:cubicBezTo>
                <a:cubicBezTo>
                  <a:pt x="141980" y="47051"/>
                  <a:pt x="147212" y="-8669"/>
                  <a:pt x="117724" y="1160"/>
                </a:cubicBezTo>
                <a:cubicBezTo>
                  <a:pt x="103597" y="5869"/>
                  <a:pt x="80553" y="25941"/>
                  <a:pt x="80553" y="25941"/>
                </a:cubicBezTo>
                <a:cubicBezTo>
                  <a:pt x="65700" y="70501"/>
                  <a:pt x="83720" y="14855"/>
                  <a:pt x="68163" y="69307"/>
                </a:cubicBezTo>
                <a:cubicBezTo>
                  <a:pt x="66369" y="75586"/>
                  <a:pt x="65328" y="82293"/>
                  <a:pt x="61968" y="87892"/>
                </a:cubicBezTo>
                <a:cubicBezTo>
                  <a:pt x="58963" y="92900"/>
                  <a:pt x="53707" y="96152"/>
                  <a:pt x="49577" y="100282"/>
                </a:cubicBezTo>
                <a:cubicBezTo>
                  <a:pt x="45447" y="116802"/>
                  <a:pt x="38249" y="132847"/>
                  <a:pt x="37187" y="149843"/>
                </a:cubicBezTo>
                <a:cubicBezTo>
                  <a:pt x="34209" y="197491"/>
                  <a:pt x="34916" y="240598"/>
                  <a:pt x="24797" y="286136"/>
                </a:cubicBezTo>
                <a:cubicBezTo>
                  <a:pt x="23380" y="292511"/>
                  <a:pt x="20667" y="298526"/>
                  <a:pt x="18602" y="304721"/>
                </a:cubicBezTo>
                <a:cubicBezTo>
                  <a:pt x="14472" y="333632"/>
                  <a:pt x="11287" y="362693"/>
                  <a:pt x="6212" y="391453"/>
                </a:cubicBezTo>
                <a:cubicBezTo>
                  <a:pt x="5077" y="397884"/>
                  <a:pt x="-345" y="403519"/>
                  <a:pt x="17" y="410039"/>
                </a:cubicBezTo>
                <a:cubicBezTo>
                  <a:pt x="1750" y="441240"/>
                  <a:pt x="3086" y="473138"/>
                  <a:pt x="12407" y="502965"/>
                </a:cubicBezTo>
                <a:cubicBezTo>
                  <a:pt x="14355" y="509198"/>
                  <a:pt x="24797" y="507095"/>
                  <a:pt x="30992" y="509160"/>
                </a:cubicBezTo>
                <a:cubicBezTo>
                  <a:pt x="35122" y="513290"/>
                  <a:pt x="38373" y="518546"/>
                  <a:pt x="43382" y="521551"/>
                </a:cubicBezTo>
                <a:cubicBezTo>
                  <a:pt x="48982" y="524911"/>
                  <a:pt x="56869" y="523667"/>
                  <a:pt x="61968" y="527746"/>
                </a:cubicBezTo>
                <a:cubicBezTo>
                  <a:pt x="67782" y="532397"/>
                  <a:pt x="70228" y="540136"/>
                  <a:pt x="74358" y="546331"/>
                </a:cubicBezTo>
                <a:cubicBezTo>
                  <a:pt x="72293" y="560786"/>
                  <a:pt x="70775" y="575330"/>
                  <a:pt x="68163" y="589697"/>
                </a:cubicBezTo>
                <a:cubicBezTo>
                  <a:pt x="66640" y="598074"/>
                  <a:pt x="61968" y="605963"/>
                  <a:pt x="61968" y="614478"/>
                </a:cubicBezTo>
                <a:cubicBezTo>
                  <a:pt x="61968" y="670272"/>
                  <a:pt x="62611" y="726229"/>
                  <a:pt x="68163" y="781746"/>
                </a:cubicBezTo>
                <a:cubicBezTo>
                  <a:pt x="69467" y="794788"/>
                  <a:pt x="89574" y="807939"/>
                  <a:pt x="99138" y="812721"/>
                </a:cubicBezTo>
                <a:cubicBezTo>
                  <a:pt x="104979" y="815642"/>
                  <a:pt x="111883" y="815996"/>
                  <a:pt x="117724" y="818917"/>
                </a:cubicBezTo>
                <a:cubicBezTo>
                  <a:pt x="134973" y="827542"/>
                  <a:pt x="141194" y="836192"/>
                  <a:pt x="154895" y="849892"/>
                </a:cubicBezTo>
                <a:cubicBezTo>
                  <a:pt x="158976" y="862136"/>
                  <a:pt x="162562" y="878329"/>
                  <a:pt x="173480" y="887063"/>
                </a:cubicBezTo>
                <a:cubicBezTo>
                  <a:pt x="178579" y="891142"/>
                  <a:pt x="185870" y="891193"/>
                  <a:pt x="192065" y="893258"/>
                </a:cubicBezTo>
                <a:cubicBezTo>
                  <a:pt x="204455" y="889128"/>
                  <a:pt x="216846" y="876738"/>
                  <a:pt x="229236" y="880868"/>
                </a:cubicBezTo>
                <a:lnTo>
                  <a:pt x="266407" y="893258"/>
                </a:lnTo>
                <a:cubicBezTo>
                  <a:pt x="271280" y="907876"/>
                  <a:pt x="270820" y="915730"/>
                  <a:pt x="284992" y="924234"/>
                </a:cubicBezTo>
                <a:cubicBezTo>
                  <a:pt x="290591" y="927594"/>
                  <a:pt x="297382" y="928364"/>
                  <a:pt x="303577" y="930429"/>
                </a:cubicBezTo>
                <a:cubicBezTo>
                  <a:pt x="335769" y="962618"/>
                  <a:pt x="321575" y="953865"/>
                  <a:pt x="408895" y="949014"/>
                </a:cubicBezTo>
                <a:cubicBezTo>
                  <a:pt x="416329" y="948601"/>
                  <a:pt x="421285" y="940754"/>
                  <a:pt x="427480" y="936624"/>
                </a:cubicBezTo>
                <a:cubicBezTo>
                  <a:pt x="470092" y="979236"/>
                  <a:pt x="419644" y="924870"/>
                  <a:pt x="464651" y="992380"/>
                </a:cubicBezTo>
                <a:cubicBezTo>
                  <a:pt x="469511" y="999670"/>
                  <a:pt x="477627" y="1004234"/>
                  <a:pt x="483236" y="1010965"/>
                </a:cubicBezTo>
                <a:cubicBezTo>
                  <a:pt x="488003" y="1016685"/>
                  <a:pt x="488629" y="1027006"/>
                  <a:pt x="495626" y="1029551"/>
                </a:cubicBezTo>
                <a:cubicBezTo>
                  <a:pt x="513200" y="1035942"/>
                  <a:pt x="532797" y="1033681"/>
                  <a:pt x="551382" y="1035746"/>
                </a:cubicBezTo>
                <a:cubicBezTo>
                  <a:pt x="562950" y="1043458"/>
                  <a:pt x="581538" y="1054094"/>
                  <a:pt x="588553" y="1066721"/>
                </a:cubicBezTo>
                <a:cubicBezTo>
                  <a:pt x="600510" y="1088245"/>
                  <a:pt x="595399" y="1118565"/>
                  <a:pt x="625724" y="1128673"/>
                </a:cubicBezTo>
                <a:cubicBezTo>
                  <a:pt x="684534" y="1148276"/>
                  <a:pt x="649888" y="1139881"/>
                  <a:pt x="731041" y="1147258"/>
                </a:cubicBezTo>
                <a:cubicBezTo>
                  <a:pt x="766634" y="1182851"/>
                  <a:pt x="748164" y="1173616"/>
                  <a:pt x="780602" y="1184429"/>
                </a:cubicBezTo>
                <a:cubicBezTo>
                  <a:pt x="807447" y="1182364"/>
                  <a:pt x="835123" y="1185172"/>
                  <a:pt x="861138" y="1178234"/>
                </a:cubicBezTo>
                <a:cubicBezTo>
                  <a:pt x="868333" y="1176315"/>
                  <a:pt x="868264" y="1164913"/>
                  <a:pt x="873529" y="1159648"/>
                </a:cubicBezTo>
                <a:cubicBezTo>
                  <a:pt x="878794" y="1154383"/>
                  <a:pt x="885919" y="1151388"/>
                  <a:pt x="892114" y="1147258"/>
                </a:cubicBezTo>
                <a:cubicBezTo>
                  <a:pt x="918960" y="1149323"/>
                  <a:pt x="946324" y="1159094"/>
                  <a:pt x="972651" y="1153453"/>
                </a:cubicBezTo>
                <a:cubicBezTo>
                  <a:pt x="980976" y="1151669"/>
                  <a:pt x="977176" y="1137022"/>
                  <a:pt x="978846" y="1128673"/>
                </a:cubicBezTo>
                <a:cubicBezTo>
                  <a:pt x="981309" y="1116356"/>
                  <a:pt x="982976" y="1103892"/>
                  <a:pt x="985041" y="1091502"/>
                </a:cubicBezTo>
                <a:cubicBezTo>
                  <a:pt x="987106" y="1116282"/>
                  <a:pt x="986026" y="1141529"/>
                  <a:pt x="991236" y="1165843"/>
                </a:cubicBezTo>
                <a:cubicBezTo>
                  <a:pt x="992460" y="1171554"/>
                  <a:pt x="997805" y="1177749"/>
                  <a:pt x="1003626" y="1178234"/>
                </a:cubicBezTo>
                <a:cubicBezTo>
                  <a:pt x="1024308" y="1179958"/>
                  <a:pt x="1044927" y="1174104"/>
                  <a:pt x="1065577" y="1172039"/>
                </a:cubicBezTo>
                <a:cubicBezTo>
                  <a:pt x="1081940" y="1122951"/>
                  <a:pt x="1075821" y="1121985"/>
                  <a:pt x="1084163" y="1172039"/>
                </a:cubicBezTo>
                <a:cubicBezTo>
                  <a:pt x="1090358" y="1165844"/>
                  <a:pt x="1097656" y="1160582"/>
                  <a:pt x="1102748" y="1153453"/>
                </a:cubicBezTo>
                <a:cubicBezTo>
                  <a:pt x="1108116" y="1145938"/>
                  <a:pt x="1108608" y="1135203"/>
                  <a:pt x="1115138" y="1128673"/>
                </a:cubicBezTo>
                <a:cubicBezTo>
                  <a:pt x="1119756" y="1124055"/>
                  <a:pt x="1127529" y="1124543"/>
                  <a:pt x="1133724" y="1122478"/>
                </a:cubicBezTo>
                <a:cubicBezTo>
                  <a:pt x="1135343" y="1122883"/>
                  <a:pt x="1173051" y="1131637"/>
                  <a:pt x="1177090" y="1134868"/>
                </a:cubicBezTo>
                <a:cubicBezTo>
                  <a:pt x="1182904" y="1139519"/>
                  <a:pt x="1185350" y="1147258"/>
                  <a:pt x="1189480" y="1153453"/>
                </a:cubicBezTo>
                <a:cubicBezTo>
                  <a:pt x="1218391" y="1151388"/>
                  <a:pt x="1248573" y="1155986"/>
                  <a:pt x="1276212" y="1147258"/>
                </a:cubicBezTo>
                <a:cubicBezTo>
                  <a:pt x="1290136" y="1142861"/>
                  <a:pt x="1307187" y="1116282"/>
                  <a:pt x="1307187" y="1116282"/>
                </a:cubicBezTo>
                <a:cubicBezTo>
                  <a:pt x="1309299" y="1109945"/>
                  <a:pt x="1331135" y="1050878"/>
                  <a:pt x="1325773" y="1041941"/>
                </a:cubicBezTo>
                <a:cubicBezTo>
                  <a:pt x="1321392" y="1034640"/>
                  <a:pt x="1309252" y="1046071"/>
                  <a:pt x="1300992" y="1048136"/>
                </a:cubicBezTo>
                <a:cubicBezTo>
                  <a:pt x="1294797" y="1054331"/>
                  <a:pt x="1287267" y="1059431"/>
                  <a:pt x="1282407" y="1066721"/>
                </a:cubicBezTo>
                <a:cubicBezTo>
                  <a:pt x="1269412" y="1086215"/>
                  <a:pt x="1285260" y="1084834"/>
                  <a:pt x="1263821" y="1097697"/>
                </a:cubicBezTo>
                <a:cubicBezTo>
                  <a:pt x="1258221" y="1101057"/>
                  <a:pt x="1251431" y="1101827"/>
                  <a:pt x="1245236" y="1103892"/>
                </a:cubicBezTo>
                <a:cubicBezTo>
                  <a:pt x="1231939" y="1083946"/>
                  <a:pt x="1230288" y="1085984"/>
                  <a:pt x="1226651" y="1060526"/>
                </a:cubicBezTo>
                <a:cubicBezTo>
                  <a:pt x="1223076" y="1035500"/>
                  <a:pt x="1236518" y="994181"/>
                  <a:pt x="1201870" y="986185"/>
                </a:cubicBezTo>
                <a:cubicBezTo>
                  <a:pt x="1181648" y="981519"/>
                  <a:pt x="1160569" y="982055"/>
                  <a:pt x="1139919" y="979990"/>
                </a:cubicBezTo>
                <a:cubicBezTo>
                  <a:pt x="1137854" y="973795"/>
                  <a:pt x="1137804" y="966503"/>
                  <a:pt x="1133724" y="961404"/>
                </a:cubicBezTo>
                <a:cubicBezTo>
                  <a:pt x="1129073" y="955590"/>
                  <a:pt x="1121982" y="951947"/>
                  <a:pt x="1115138" y="949014"/>
                </a:cubicBezTo>
                <a:cubicBezTo>
                  <a:pt x="1103375" y="943973"/>
                  <a:pt x="1061573" y="938022"/>
                  <a:pt x="1053187" y="936624"/>
                </a:cubicBezTo>
                <a:cubicBezTo>
                  <a:pt x="1051122" y="928364"/>
                  <a:pt x="1052311" y="918492"/>
                  <a:pt x="1046992" y="911843"/>
                </a:cubicBezTo>
                <a:cubicBezTo>
                  <a:pt x="1042913" y="906744"/>
                  <a:pt x="1034892" y="906411"/>
                  <a:pt x="1028407" y="905648"/>
                </a:cubicBezTo>
                <a:cubicBezTo>
                  <a:pt x="999621" y="902261"/>
                  <a:pt x="970586" y="901518"/>
                  <a:pt x="941675" y="899453"/>
                </a:cubicBezTo>
                <a:cubicBezTo>
                  <a:pt x="941612" y="899074"/>
                  <a:pt x="935706" y="851723"/>
                  <a:pt x="929285" y="843697"/>
                </a:cubicBezTo>
                <a:cubicBezTo>
                  <a:pt x="924634" y="837883"/>
                  <a:pt x="917671" y="833921"/>
                  <a:pt x="910699" y="831307"/>
                </a:cubicBezTo>
                <a:cubicBezTo>
                  <a:pt x="900840" y="827610"/>
                  <a:pt x="890049" y="827177"/>
                  <a:pt x="879724" y="825112"/>
                </a:cubicBezTo>
                <a:cubicBezTo>
                  <a:pt x="877659" y="814787"/>
                  <a:pt x="876083" y="804351"/>
                  <a:pt x="873529" y="794136"/>
                </a:cubicBezTo>
                <a:cubicBezTo>
                  <a:pt x="870501" y="782024"/>
                  <a:pt x="867466" y="769422"/>
                  <a:pt x="854943" y="763160"/>
                </a:cubicBezTo>
                <a:cubicBezTo>
                  <a:pt x="843262" y="757319"/>
                  <a:pt x="817773" y="750770"/>
                  <a:pt x="817773" y="750770"/>
                </a:cubicBezTo>
                <a:cubicBezTo>
                  <a:pt x="815708" y="742510"/>
                  <a:pt x="816300" y="733074"/>
                  <a:pt x="811577" y="725990"/>
                </a:cubicBezTo>
                <a:cubicBezTo>
                  <a:pt x="807447" y="719795"/>
                  <a:pt x="800336" y="714824"/>
                  <a:pt x="792992" y="713600"/>
                </a:cubicBezTo>
                <a:cubicBezTo>
                  <a:pt x="762370" y="708496"/>
                  <a:pt x="731041" y="709469"/>
                  <a:pt x="700065" y="707404"/>
                </a:cubicBezTo>
                <a:cubicBezTo>
                  <a:pt x="695935" y="701209"/>
                  <a:pt x="693489" y="693470"/>
                  <a:pt x="687675" y="688819"/>
                </a:cubicBezTo>
                <a:cubicBezTo>
                  <a:pt x="682576" y="684740"/>
                  <a:pt x="675563" y="683487"/>
                  <a:pt x="669090" y="682624"/>
                </a:cubicBezTo>
                <a:cubicBezTo>
                  <a:pt x="644442" y="679338"/>
                  <a:pt x="619529" y="678494"/>
                  <a:pt x="594748" y="676429"/>
                </a:cubicBezTo>
                <a:cubicBezTo>
                  <a:pt x="588553" y="674364"/>
                  <a:pt x="579334" y="675942"/>
                  <a:pt x="576163" y="670234"/>
                </a:cubicBezTo>
                <a:cubicBezTo>
                  <a:pt x="567893" y="655348"/>
                  <a:pt x="580471" y="624013"/>
                  <a:pt x="563773" y="620673"/>
                </a:cubicBezTo>
                <a:lnTo>
                  <a:pt x="501821" y="608282"/>
                </a:lnTo>
                <a:cubicBezTo>
                  <a:pt x="448564" y="572777"/>
                  <a:pt x="515944" y="615343"/>
                  <a:pt x="464651" y="589697"/>
                </a:cubicBezTo>
                <a:cubicBezTo>
                  <a:pt x="450725" y="582734"/>
                  <a:pt x="437269" y="570468"/>
                  <a:pt x="427480" y="558721"/>
                </a:cubicBezTo>
                <a:cubicBezTo>
                  <a:pt x="422714" y="553001"/>
                  <a:pt x="419220" y="546331"/>
                  <a:pt x="415090" y="540136"/>
                </a:cubicBezTo>
                <a:cubicBezTo>
                  <a:pt x="414477" y="534617"/>
                  <a:pt x="412608" y="482310"/>
                  <a:pt x="402699" y="465795"/>
                </a:cubicBezTo>
                <a:cubicBezTo>
                  <a:pt x="399694" y="460786"/>
                  <a:pt x="393958" y="457965"/>
                  <a:pt x="390309" y="453404"/>
                </a:cubicBezTo>
                <a:cubicBezTo>
                  <a:pt x="385658" y="447590"/>
                  <a:pt x="381249" y="441478"/>
                  <a:pt x="377919" y="434819"/>
                </a:cubicBezTo>
                <a:cubicBezTo>
                  <a:pt x="362653" y="404287"/>
                  <a:pt x="383005" y="427236"/>
                  <a:pt x="359334" y="397648"/>
                </a:cubicBezTo>
                <a:cubicBezTo>
                  <a:pt x="355685" y="393087"/>
                  <a:pt x="352167" y="387870"/>
                  <a:pt x="346943" y="385258"/>
                </a:cubicBezTo>
                <a:cubicBezTo>
                  <a:pt x="335262" y="379417"/>
                  <a:pt x="309773" y="372868"/>
                  <a:pt x="309773" y="372868"/>
                </a:cubicBezTo>
                <a:cubicBezTo>
                  <a:pt x="307708" y="366673"/>
                  <a:pt x="305371" y="360561"/>
                  <a:pt x="303577" y="354282"/>
                </a:cubicBezTo>
                <a:cubicBezTo>
                  <a:pt x="301238" y="346095"/>
                  <a:pt x="302989" y="335910"/>
                  <a:pt x="297382" y="329502"/>
                </a:cubicBezTo>
                <a:cubicBezTo>
                  <a:pt x="287576" y="318295"/>
                  <a:pt x="260212" y="304721"/>
                  <a:pt x="260212" y="304721"/>
                </a:cubicBezTo>
                <a:cubicBezTo>
                  <a:pt x="256082" y="292331"/>
                  <a:pt x="250382" y="280358"/>
                  <a:pt x="247821" y="267551"/>
                </a:cubicBezTo>
                <a:cubicBezTo>
                  <a:pt x="245756" y="257226"/>
                  <a:pt x="246335" y="245993"/>
                  <a:pt x="241626" y="236575"/>
                </a:cubicBezTo>
                <a:cubicBezTo>
                  <a:pt x="234268" y="221859"/>
                  <a:pt x="216315" y="215087"/>
                  <a:pt x="204456" y="205600"/>
                </a:cubicBezTo>
                <a:cubicBezTo>
                  <a:pt x="199895" y="201951"/>
                  <a:pt x="196195" y="197339"/>
                  <a:pt x="192065" y="193209"/>
                </a:cubicBezTo>
                <a:cubicBezTo>
                  <a:pt x="180008" y="157039"/>
                  <a:pt x="190578" y="191968"/>
                  <a:pt x="179675" y="137453"/>
                </a:cubicBezTo>
                <a:cubicBezTo>
                  <a:pt x="178005" y="129104"/>
                  <a:pt x="178799" y="119321"/>
                  <a:pt x="173480" y="112673"/>
                </a:cubicBezTo>
                <a:cubicBezTo>
                  <a:pt x="169401" y="107574"/>
                  <a:pt x="161090" y="108543"/>
                  <a:pt x="154895" y="106478"/>
                </a:cubicBezTo>
                <a:cubicBezTo>
                  <a:pt x="151531" y="93025"/>
                  <a:pt x="144639" y="60717"/>
                  <a:pt x="136309" y="50721"/>
                </a:cubicBezTo>
                <a:cubicBezTo>
                  <a:pt x="132129" y="45704"/>
                  <a:pt x="123919" y="46591"/>
                  <a:pt x="117724" y="44526"/>
                </a:cubicBezTo>
                <a:cubicBezTo>
                  <a:pt x="111529" y="46591"/>
                  <a:pt x="103756" y="46103"/>
                  <a:pt x="99138" y="50721"/>
                </a:cubicBezTo>
                <a:cubicBezTo>
                  <a:pt x="66096" y="83763"/>
                  <a:pt x="123919" y="58982"/>
                  <a:pt x="74358" y="75502"/>
                </a:cubicBezTo>
                <a:cubicBezTo>
                  <a:pt x="68163" y="71372"/>
                  <a:pt x="63117" y="64336"/>
                  <a:pt x="55773" y="63112"/>
                </a:cubicBezTo>
                <a:cubicBezTo>
                  <a:pt x="49331" y="62038"/>
                  <a:pt x="38079" y="62838"/>
                  <a:pt x="37187" y="69307"/>
                </a:cubicBezTo>
                <a:cubicBezTo>
                  <a:pt x="29281" y="126622"/>
                  <a:pt x="36077" y="185136"/>
                  <a:pt x="30992" y="242770"/>
                </a:cubicBezTo>
                <a:cubicBezTo>
                  <a:pt x="29844" y="255780"/>
                  <a:pt x="22732" y="267551"/>
                  <a:pt x="18602" y="279941"/>
                </a:cubicBezTo>
                <a:lnTo>
                  <a:pt x="12407" y="298526"/>
                </a:lnTo>
                <a:cubicBezTo>
                  <a:pt x="3496" y="351993"/>
                  <a:pt x="6212" y="323136"/>
                  <a:pt x="6212" y="385258"/>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148" name="Google Shape;1148;p17"/>
          <p:cNvSpPr/>
          <p:nvPr/>
        </p:nvSpPr>
        <p:spPr>
          <a:xfrm>
            <a:off x="3171620" y="4510049"/>
            <a:ext cx="935879" cy="377902"/>
          </a:xfrm>
          <a:custGeom>
            <a:avLst/>
            <a:gdLst/>
            <a:ahLst/>
            <a:cxnLst/>
            <a:rect l="l" t="t" r="r" b="b"/>
            <a:pathLst>
              <a:path w="935879" h="377902" extrusionOk="0">
                <a:moveTo>
                  <a:pt x="111795" y="80536"/>
                </a:moveTo>
                <a:cubicBezTo>
                  <a:pt x="82884" y="82601"/>
                  <a:pt x="53182" y="79701"/>
                  <a:pt x="25063" y="86731"/>
                </a:cubicBezTo>
                <a:cubicBezTo>
                  <a:pt x="17840" y="88537"/>
                  <a:pt x="12673" y="97871"/>
                  <a:pt x="12673" y="105317"/>
                </a:cubicBezTo>
                <a:cubicBezTo>
                  <a:pt x="12673" y="138615"/>
                  <a:pt x="14533" y="172850"/>
                  <a:pt x="25063" y="204439"/>
                </a:cubicBezTo>
                <a:cubicBezTo>
                  <a:pt x="27983" y="213200"/>
                  <a:pt x="40766" y="215127"/>
                  <a:pt x="49843" y="216829"/>
                </a:cubicBezTo>
                <a:cubicBezTo>
                  <a:pt x="74284" y="221412"/>
                  <a:pt x="99404" y="220959"/>
                  <a:pt x="124185" y="223024"/>
                </a:cubicBezTo>
                <a:cubicBezTo>
                  <a:pt x="136575" y="227154"/>
                  <a:pt x="152121" y="226179"/>
                  <a:pt x="161356" y="235414"/>
                </a:cubicBezTo>
                <a:cubicBezTo>
                  <a:pt x="167551" y="241609"/>
                  <a:pt x="172334" y="249653"/>
                  <a:pt x="179941" y="254000"/>
                </a:cubicBezTo>
                <a:cubicBezTo>
                  <a:pt x="187333" y="258224"/>
                  <a:pt x="196534" y="257856"/>
                  <a:pt x="204721" y="260195"/>
                </a:cubicBezTo>
                <a:cubicBezTo>
                  <a:pt x="211000" y="261989"/>
                  <a:pt x="217112" y="264325"/>
                  <a:pt x="223307" y="266390"/>
                </a:cubicBezTo>
                <a:cubicBezTo>
                  <a:pt x="232705" y="272655"/>
                  <a:pt x="247653" y="284975"/>
                  <a:pt x="260478" y="284975"/>
                </a:cubicBezTo>
                <a:cubicBezTo>
                  <a:pt x="300068" y="284975"/>
                  <a:pt x="312893" y="278304"/>
                  <a:pt x="347209" y="272585"/>
                </a:cubicBezTo>
                <a:cubicBezTo>
                  <a:pt x="361612" y="270184"/>
                  <a:pt x="376120" y="268455"/>
                  <a:pt x="390575" y="266390"/>
                </a:cubicBezTo>
                <a:cubicBezTo>
                  <a:pt x="396770" y="262260"/>
                  <a:pt x="402501" y="257330"/>
                  <a:pt x="409160" y="254000"/>
                </a:cubicBezTo>
                <a:cubicBezTo>
                  <a:pt x="446892" y="235135"/>
                  <a:pt x="513417" y="252564"/>
                  <a:pt x="539258" y="254000"/>
                </a:cubicBezTo>
                <a:cubicBezTo>
                  <a:pt x="553876" y="258873"/>
                  <a:pt x="561730" y="258413"/>
                  <a:pt x="570234" y="272585"/>
                </a:cubicBezTo>
                <a:cubicBezTo>
                  <a:pt x="573594" y="278185"/>
                  <a:pt x="570484" y="288469"/>
                  <a:pt x="576429" y="291171"/>
                </a:cubicBezTo>
                <a:cubicBezTo>
                  <a:pt x="595601" y="299886"/>
                  <a:pt x="638380" y="303561"/>
                  <a:pt x="638380" y="303561"/>
                </a:cubicBezTo>
                <a:cubicBezTo>
                  <a:pt x="640445" y="309756"/>
                  <a:pt x="639958" y="317529"/>
                  <a:pt x="644575" y="322146"/>
                </a:cubicBezTo>
                <a:cubicBezTo>
                  <a:pt x="649192" y="326763"/>
                  <a:pt x="656659" y="327722"/>
                  <a:pt x="663160" y="328341"/>
                </a:cubicBezTo>
                <a:cubicBezTo>
                  <a:pt x="700221" y="331871"/>
                  <a:pt x="737502" y="332471"/>
                  <a:pt x="774673" y="334536"/>
                </a:cubicBezTo>
                <a:cubicBezTo>
                  <a:pt x="786034" y="345898"/>
                  <a:pt x="797114" y="358148"/>
                  <a:pt x="811843" y="365512"/>
                </a:cubicBezTo>
                <a:cubicBezTo>
                  <a:pt x="823525" y="371353"/>
                  <a:pt x="849014" y="377902"/>
                  <a:pt x="849014" y="377902"/>
                </a:cubicBezTo>
                <a:cubicBezTo>
                  <a:pt x="853482" y="377008"/>
                  <a:pt x="890411" y="370955"/>
                  <a:pt x="898575" y="365512"/>
                </a:cubicBezTo>
                <a:cubicBezTo>
                  <a:pt x="905865" y="360652"/>
                  <a:pt x="910965" y="353122"/>
                  <a:pt x="917160" y="346927"/>
                </a:cubicBezTo>
                <a:cubicBezTo>
                  <a:pt x="919225" y="338667"/>
                  <a:pt x="920002" y="329972"/>
                  <a:pt x="923356" y="322146"/>
                </a:cubicBezTo>
                <a:cubicBezTo>
                  <a:pt x="926289" y="315303"/>
                  <a:pt x="937206" y="310862"/>
                  <a:pt x="935746" y="303561"/>
                </a:cubicBezTo>
                <a:cubicBezTo>
                  <a:pt x="934030" y="294985"/>
                  <a:pt x="904662" y="287004"/>
                  <a:pt x="898575" y="284975"/>
                </a:cubicBezTo>
                <a:cubicBezTo>
                  <a:pt x="919070" y="223489"/>
                  <a:pt x="884683" y="317415"/>
                  <a:pt x="923356" y="247805"/>
                </a:cubicBezTo>
                <a:cubicBezTo>
                  <a:pt x="929699" y="236388"/>
                  <a:pt x="935746" y="210634"/>
                  <a:pt x="935746" y="210634"/>
                </a:cubicBezTo>
                <a:cubicBezTo>
                  <a:pt x="927686" y="202574"/>
                  <a:pt x="911030" y="183490"/>
                  <a:pt x="898575" y="179658"/>
                </a:cubicBezTo>
                <a:cubicBezTo>
                  <a:pt x="878447" y="173465"/>
                  <a:pt x="856603" y="173928"/>
                  <a:pt x="836624" y="167268"/>
                </a:cubicBezTo>
                <a:lnTo>
                  <a:pt x="818039" y="161073"/>
                </a:lnTo>
                <a:cubicBezTo>
                  <a:pt x="813909" y="156943"/>
                  <a:pt x="810209" y="152332"/>
                  <a:pt x="805648" y="148683"/>
                </a:cubicBezTo>
                <a:cubicBezTo>
                  <a:pt x="760632" y="112670"/>
                  <a:pt x="737990" y="133955"/>
                  <a:pt x="656965" y="130097"/>
                </a:cubicBezTo>
                <a:cubicBezTo>
                  <a:pt x="654900" y="121837"/>
                  <a:pt x="654124" y="113143"/>
                  <a:pt x="650770" y="105317"/>
                </a:cubicBezTo>
                <a:cubicBezTo>
                  <a:pt x="647837" y="98473"/>
                  <a:pt x="644194" y="91382"/>
                  <a:pt x="638380" y="86731"/>
                </a:cubicBezTo>
                <a:cubicBezTo>
                  <a:pt x="633281" y="82652"/>
                  <a:pt x="626253" y="81505"/>
                  <a:pt x="619795" y="80536"/>
                </a:cubicBezTo>
                <a:cubicBezTo>
                  <a:pt x="584838" y="75293"/>
                  <a:pt x="549584" y="72276"/>
                  <a:pt x="514478" y="68146"/>
                </a:cubicBezTo>
                <a:cubicBezTo>
                  <a:pt x="438061" y="-8269"/>
                  <a:pt x="516138" y="65757"/>
                  <a:pt x="464917" y="24780"/>
                </a:cubicBezTo>
                <a:cubicBezTo>
                  <a:pt x="460356" y="21131"/>
                  <a:pt x="457386" y="15630"/>
                  <a:pt x="452526" y="12390"/>
                </a:cubicBezTo>
                <a:cubicBezTo>
                  <a:pt x="444842" y="7267"/>
                  <a:pt x="436006" y="4130"/>
                  <a:pt x="427746" y="0"/>
                </a:cubicBezTo>
                <a:cubicBezTo>
                  <a:pt x="411226" y="2065"/>
                  <a:pt x="394565" y="3217"/>
                  <a:pt x="378185" y="6195"/>
                </a:cubicBezTo>
                <a:cubicBezTo>
                  <a:pt x="371760" y="7363"/>
                  <a:pt x="363396" y="7076"/>
                  <a:pt x="359600" y="12390"/>
                </a:cubicBezTo>
                <a:cubicBezTo>
                  <a:pt x="328210" y="56336"/>
                  <a:pt x="367565" y="42481"/>
                  <a:pt x="328624" y="61951"/>
                </a:cubicBezTo>
                <a:cubicBezTo>
                  <a:pt x="322783" y="64871"/>
                  <a:pt x="316234" y="66081"/>
                  <a:pt x="310039" y="68146"/>
                </a:cubicBezTo>
                <a:cubicBezTo>
                  <a:pt x="305909" y="74341"/>
                  <a:pt x="300978" y="80071"/>
                  <a:pt x="297648" y="86731"/>
                </a:cubicBezTo>
                <a:cubicBezTo>
                  <a:pt x="294727" y="92572"/>
                  <a:pt x="296071" y="100699"/>
                  <a:pt x="291453" y="105317"/>
                </a:cubicBezTo>
                <a:cubicBezTo>
                  <a:pt x="286836" y="109935"/>
                  <a:pt x="279063" y="109447"/>
                  <a:pt x="272868" y="111512"/>
                </a:cubicBezTo>
                <a:cubicBezTo>
                  <a:pt x="237762" y="107382"/>
                  <a:pt x="201609" y="108583"/>
                  <a:pt x="167551" y="99122"/>
                </a:cubicBezTo>
                <a:cubicBezTo>
                  <a:pt x="161259" y="97374"/>
                  <a:pt x="164277" y="86377"/>
                  <a:pt x="161356" y="80536"/>
                </a:cubicBezTo>
                <a:cubicBezTo>
                  <a:pt x="158026" y="73876"/>
                  <a:pt x="155160" y="66081"/>
                  <a:pt x="148965" y="61951"/>
                </a:cubicBezTo>
                <a:cubicBezTo>
                  <a:pt x="141881" y="57228"/>
                  <a:pt x="132445" y="57821"/>
                  <a:pt x="124185" y="55756"/>
                </a:cubicBezTo>
                <a:cubicBezTo>
                  <a:pt x="105600" y="57821"/>
                  <a:pt x="86911" y="59108"/>
                  <a:pt x="68429" y="61951"/>
                </a:cubicBezTo>
                <a:cubicBezTo>
                  <a:pt x="60013" y="63246"/>
                  <a:pt x="51960" y="66299"/>
                  <a:pt x="43648" y="68146"/>
                </a:cubicBezTo>
                <a:cubicBezTo>
                  <a:pt x="33369" y="70430"/>
                  <a:pt x="22998" y="72276"/>
                  <a:pt x="12673" y="74341"/>
                </a:cubicBezTo>
                <a:cubicBezTo>
                  <a:pt x="-2983" y="121307"/>
                  <a:pt x="282" y="98451"/>
                  <a:pt x="282" y="142488"/>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149" name="Google Shape;1149;p17"/>
          <p:cNvSpPr/>
          <p:nvPr/>
        </p:nvSpPr>
        <p:spPr>
          <a:xfrm>
            <a:off x="3268080" y="4993268"/>
            <a:ext cx="1027146" cy="737220"/>
          </a:xfrm>
          <a:custGeom>
            <a:avLst/>
            <a:gdLst/>
            <a:ahLst/>
            <a:cxnLst/>
            <a:rect l="l" t="t" r="r" b="b"/>
            <a:pathLst>
              <a:path w="1027146" h="737220" extrusionOk="0">
                <a:moveTo>
                  <a:pt x="380847" y="260195"/>
                </a:moveTo>
                <a:cubicBezTo>
                  <a:pt x="366392" y="258130"/>
                  <a:pt x="351467" y="258196"/>
                  <a:pt x="337481" y="254000"/>
                </a:cubicBezTo>
                <a:cubicBezTo>
                  <a:pt x="322230" y="249425"/>
                  <a:pt x="317733" y="238202"/>
                  <a:pt x="306505" y="229220"/>
                </a:cubicBezTo>
                <a:cubicBezTo>
                  <a:pt x="300691" y="224569"/>
                  <a:pt x="294115" y="220960"/>
                  <a:pt x="287920" y="216830"/>
                </a:cubicBezTo>
                <a:cubicBezTo>
                  <a:pt x="282411" y="217442"/>
                  <a:pt x="230091" y="219313"/>
                  <a:pt x="213579" y="229220"/>
                </a:cubicBezTo>
                <a:cubicBezTo>
                  <a:pt x="208570" y="232225"/>
                  <a:pt x="205749" y="237961"/>
                  <a:pt x="201188" y="241610"/>
                </a:cubicBezTo>
                <a:cubicBezTo>
                  <a:pt x="195374" y="246261"/>
                  <a:pt x="188417" y="249349"/>
                  <a:pt x="182603" y="254000"/>
                </a:cubicBezTo>
                <a:cubicBezTo>
                  <a:pt x="178042" y="257649"/>
                  <a:pt x="175754" y="264544"/>
                  <a:pt x="170213" y="266391"/>
                </a:cubicBezTo>
                <a:cubicBezTo>
                  <a:pt x="156360" y="271009"/>
                  <a:pt x="141302" y="270521"/>
                  <a:pt x="126847" y="272586"/>
                </a:cubicBezTo>
                <a:cubicBezTo>
                  <a:pt x="122717" y="278781"/>
                  <a:pt x="117787" y="284512"/>
                  <a:pt x="114457" y="291171"/>
                </a:cubicBezTo>
                <a:cubicBezTo>
                  <a:pt x="111536" y="297012"/>
                  <a:pt x="111621" y="304156"/>
                  <a:pt x="108261" y="309756"/>
                </a:cubicBezTo>
                <a:cubicBezTo>
                  <a:pt x="105256" y="314765"/>
                  <a:pt x="100001" y="318017"/>
                  <a:pt x="95871" y="322147"/>
                </a:cubicBezTo>
                <a:cubicBezTo>
                  <a:pt x="92950" y="330911"/>
                  <a:pt x="83481" y="357733"/>
                  <a:pt x="83481" y="365512"/>
                </a:cubicBezTo>
                <a:cubicBezTo>
                  <a:pt x="83481" y="392437"/>
                  <a:pt x="86336" y="419332"/>
                  <a:pt x="89676" y="446049"/>
                </a:cubicBezTo>
                <a:cubicBezTo>
                  <a:pt x="90486" y="452529"/>
                  <a:pt x="92511" y="459034"/>
                  <a:pt x="95871" y="464634"/>
                </a:cubicBezTo>
                <a:cubicBezTo>
                  <a:pt x="98876" y="469643"/>
                  <a:pt x="104131" y="472895"/>
                  <a:pt x="108261" y="477025"/>
                </a:cubicBezTo>
                <a:cubicBezTo>
                  <a:pt x="112342" y="489267"/>
                  <a:pt x="115930" y="505461"/>
                  <a:pt x="126847" y="514195"/>
                </a:cubicBezTo>
                <a:cubicBezTo>
                  <a:pt x="131946" y="518274"/>
                  <a:pt x="139591" y="517471"/>
                  <a:pt x="145432" y="520391"/>
                </a:cubicBezTo>
                <a:cubicBezTo>
                  <a:pt x="152092" y="523721"/>
                  <a:pt x="157823" y="528651"/>
                  <a:pt x="164018" y="532781"/>
                </a:cubicBezTo>
                <a:cubicBezTo>
                  <a:pt x="168148" y="538976"/>
                  <a:pt x="175184" y="544022"/>
                  <a:pt x="176408" y="551366"/>
                </a:cubicBezTo>
                <a:cubicBezTo>
                  <a:pt x="181811" y="583786"/>
                  <a:pt x="133702" y="574139"/>
                  <a:pt x="120652" y="576147"/>
                </a:cubicBezTo>
                <a:cubicBezTo>
                  <a:pt x="110245" y="577748"/>
                  <a:pt x="100001" y="580277"/>
                  <a:pt x="89676" y="582342"/>
                </a:cubicBezTo>
                <a:cubicBezTo>
                  <a:pt x="83481" y="586472"/>
                  <a:pt x="76356" y="589467"/>
                  <a:pt x="71091" y="594732"/>
                </a:cubicBezTo>
                <a:cubicBezTo>
                  <a:pt x="40961" y="624861"/>
                  <a:pt x="60363" y="665452"/>
                  <a:pt x="64896" y="706244"/>
                </a:cubicBezTo>
                <a:cubicBezTo>
                  <a:pt x="65617" y="712734"/>
                  <a:pt x="66473" y="720212"/>
                  <a:pt x="71091" y="724830"/>
                </a:cubicBezTo>
                <a:cubicBezTo>
                  <a:pt x="74054" y="727793"/>
                  <a:pt x="114243" y="737166"/>
                  <a:pt x="114457" y="737220"/>
                </a:cubicBezTo>
                <a:cubicBezTo>
                  <a:pt x="133042" y="735155"/>
                  <a:pt x="151768" y="734099"/>
                  <a:pt x="170213" y="731025"/>
                </a:cubicBezTo>
                <a:cubicBezTo>
                  <a:pt x="176654" y="729951"/>
                  <a:pt x="183484" y="728626"/>
                  <a:pt x="188798" y="724830"/>
                </a:cubicBezTo>
                <a:cubicBezTo>
                  <a:pt x="198304" y="718040"/>
                  <a:pt x="213579" y="700049"/>
                  <a:pt x="213579" y="700049"/>
                </a:cubicBezTo>
                <a:cubicBezTo>
                  <a:pt x="209449" y="689724"/>
                  <a:pt x="205093" y="679486"/>
                  <a:pt x="201188" y="669073"/>
                </a:cubicBezTo>
                <a:cubicBezTo>
                  <a:pt x="198895" y="662959"/>
                  <a:pt x="194993" y="657018"/>
                  <a:pt x="194993" y="650488"/>
                </a:cubicBezTo>
                <a:cubicBezTo>
                  <a:pt x="194993" y="635343"/>
                  <a:pt x="200390" y="621231"/>
                  <a:pt x="213579" y="613317"/>
                </a:cubicBezTo>
                <a:cubicBezTo>
                  <a:pt x="219178" y="609957"/>
                  <a:pt x="225885" y="608916"/>
                  <a:pt x="232164" y="607122"/>
                </a:cubicBezTo>
                <a:cubicBezTo>
                  <a:pt x="268441" y="596757"/>
                  <a:pt x="269525" y="599669"/>
                  <a:pt x="318896" y="594732"/>
                </a:cubicBezTo>
                <a:cubicBezTo>
                  <a:pt x="347345" y="585249"/>
                  <a:pt x="353544" y="580298"/>
                  <a:pt x="393237" y="594732"/>
                </a:cubicBezTo>
                <a:cubicBezTo>
                  <a:pt x="400234" y="597276"/>
                  <a:pt x="399813" y="608666"/>
                  <a:pt x="405627" y="613317"/>
                </a:cubicBezTo>
                <a:cubicBezTo>
                  <a:pt x="410726" y="617396"/>
                  <a:pt x="418018" y="617447"/>
                  <a:pt x="424213" y="619512"/>
                </a:cubicBezTo>
                <a:cubicBezTo>
                  <a:pt x="442798" y="617447"/>
                  <a:pt x="461828" y="617852"/>
                  <a:pt x="479969" y="613317"/>
                </a:cubicBezTo>
                <a:cubicBezTo>
                  <a:pt x="487192" y="611511"/>
                  <a:pt x="491130" y="601498"/>
                  <a:pt x="498554" y="600927"/>
                </a:cubicBezTo>
                <a:cubicBezTo>
                  <a:pt x="519246" y="599335"/>
                  <a:pt x="539855" y="605057"/>
                  <a:pt x="560505" y="607122"/>
                </a:cubicBezTo>
                <a:cubicBezTo>
                  <a:pt x="564635" y="611252"/>
                  <a:pt x="569891" y="614503"/>
                  <a:pt x="572896" y="619512"/>
                </a:cubicBezTo>
                <a:cubicBezTo>
                  <a:pt x="576256" y="625112"/>
                  <a:pt x="574473" y="633480"/>
                  <a:pt x="579091" y="638098"/>
                </a:cubicBezTo>
                <a:cubicBezTo>
                  <a:pt x="583708" y="642716"/>
                  <a:pt x="591481" y="642228"/>
                  <a:pt x="597676" y="644293"/>
                </a:cubicBezTo>
                <a:cubicBezTo>
                  <a:pt x="601806" y="638098"/>
                  <a:pt x="602765" y="627168"/>
                  <a:pt x="610066" y="625708"/>
                </a:cubicBezTo>
                <a:cubicBezTo>
                  <a:pt x="617367" y="624248"/>
                  <a:pt x="621992" y="634768"/>
                  <a:pt x="628652" y="638098"/>
                </a:cubicBezTo>
                <a:cubicBezTo>
                  <a:pt x="679945" y="663744"/>
                  <a:pt x="612565" y="621178"/>
                  <a:pt x="665822" y="656683"/>
                </a:cubicBezTo>
                <a:cubicBezTo>
                  <a:pt x="672017" y="654618"/>
                  <a:pt x="678213" y="648423"/>
                  <a:pt x="684408" y="650488"/>
                </a:cubicBezTo>
                <a:cubicBezTo>
                  <a:pt x="692719" y="653258"/>
                  <a:pt x="695703" y="664213"/>
                  <a:pt x="702993" y="669073"/>
                </a:cubicBezTo>
                <a:cubicBezTo>
                  <a:pt x="708427" y="672696"/>
                  <a:pt x="715384" y="673204"/>
                  <a:pt x="721579" y="675269"/>
                </a:cubicBezTo>
                <a:cubicBezTo>
                  <a:pt x="731093" y="689539"/>
                  <a:pt x="732605" y="700049"/>
                  <a:pt x="752554" y="700049"/>
                </a:cubicBezTo>
                <a:cubicBezTo>
                  <a:pt x="779332" y="700049"/>
                  <a:pt x="780115" y="692548"/>
                  <a:pt x="802115" y="687659"/>
                </a:cubicBezTo>
                <a:cubicBezTo>
                  <a:pt x="814377" y="684934"/>
                  <a:pt x="826927" y="683711"/>
                  <a:pt x="839286" y="681464"/>
                </a:cubicBezTo>
                <a:cubicBezTo>
                  <a:pt x="902021" y="670058"/>
                  <a:pt x="837295" y="678566"/>
                  <a:pt x="932213" y="669073"/>
                </a:cubicBezTo>
                <a:lnTo>
                  <a:pt x="987969" y="650488"/>
                </a:lnTo>
                <a:lnTo>
                  <a:pt x="1006554" y="644293"/>
                </a:lnTo>
                <a:cubicBezTo>
                  <a:pt x="1020375" y="602831"/>
                  <a:pt x="1022732" y="600971"/>
                  <a:pt x="1018944" y="532781"/>
                </a:cubicBezTo>
                <a:cubicBezTo>
                  <a:pt x="1018531" y="525347"/>
                  <a:pt x="1011819" y="519460"/>
                  <a:pt x="1006554" y="514195"/>
                </a:cubicBezTo>
                <a:cubicBezTo>
                  <a:pt x="1001289" y="508930"/>
                  <a:pt x="994812" y="504738"/>
                  <a:pt x="987969" y="501805"/>
                </a:cubicBezTo>
                <a:cubicBezTo>
                  <a:pt x="980143" y="498451"/>
                  <a:pt x="971448" y="497675"/>
                  <a:pt x="963188" y="495610"/>
                </a:cubicBezTo>
                <a:cubicBezTo>
                  <a:pt x="947837" y="449557"/>
                  <a:pt x="957276" y="497976"/>
                  <a:pt x="1025140" y="470830"/>
                </a:cubicBezTo>
                <a:cubicBezTo>
                  <a:pt x="1031203" y="468405"/>
                  <a:pt x="1021865" y="458085"/>
                  <a:pt x="1018944" y="452244"/>
                </a:cubicBezTo>
                <a:cubicBezTo>
                  <a:pt x="1013230" y="440817"/>
                  <a:pt x="998244" y="421923"/>
                  <a:pt x="987969" y="415073"/>
                </a:cubicBezTo>
                <a:cubicBezTo>
                  <a:pt x="982535" y="411451"/>
                  <a:pt x="975578" y="410943"/>
                  <a:pt x="969383" y="408878"/>
                </a:cubicBezTo>
                <a:cubicBezTo>
                  <a:pt x="916126" y="373373"/>
                  <a:pt x="983506" y="415939"/>
                  <a:pt x="932213" y="390293"/>
                </a:cubicBezTo>
                <a:cubicBezTo>
                  <a:pt x="925553" y="386963"/>
                  <a:pt x="919441" y="382554"/>
                  <a:pt x="913627" y="377903"/>
                </a:cubicBezTo>
                <a:cubicBezTo>
                  <a:pt x="909066" y="374254"/>
                  <a:pt x="906245" y="368517"/>
                  <a:pt x="901237" y="365512"/>
                </a:cubicBezTo>
                <a:cubicBezTo>
                  <a:pt x="894889" y="361703"/>
                  <a:pt x="862499" y="354279"/>
                  <a:pt x="857871" y="353122"/>
                </a:cubicBezTo>
                <a:cubicBezTo>
                  <a:pt x="845481" y="355187"/>
                  <a:pt x="826932" y="348411"/>
                  <a:pt x="820700" y="359317"/>
                </a:cubicBezTo>
                <a:cubicBezTo>
                  <a:pt x="804821" y="387106"/>
                  <a:pt x="843464" y="403475"/>
                  <a:pt x="857871" y="408878"/>
                </a:cubicBezTo>
                <a:cubicBezTo>
                  <a:pt x="865843" y="411868"/>
                  <a:pt x="874465" y="412734"/>
                  <a:pt x="882652" y="415073"/>
                </a:cubicBezTo>
                <a:cubicBezTo>
                  <a:pt x="888931" y="416867"/>
                  <a:pt x="907767" y="421269"/>
                  <a:pt x="901237" y="421269"/>
                </a:cubicBezTo>
                <a:cubicBezTo>
                  <a:pt x="890707" y="421269"/>
                  <a:pt x="880540" y="417357"/>
                  <a:pt x="870261" y="415073"/>
                </a:cubicBezTo>
                <a:cubicBezTo>
                  <a:pt x="861950" y="413226"/>
                  <a:pt x="853741" y="410943"/>
                  <a:pt x="845481" y="408878"/>
                </a:cubicBezTo>
                <a:cubicBezTo>
                  <a:pt x="839286" y="404748"/>
                  <a:pt x="833555" y="399818"/>
                  <a:pt x="826896" y="396488"/>
                </a:cubicBezTo>
                <a:cubicBezTo>
                  <a:pt x="816995" y="391538"/>
                  <a:pt x="792791" y="386744"/>
                  <a:pt x="783530" y="384098"/>
                </a:cubicBezTo>
                <a:cubicBezTo>
                  <a:pt x="777251" y="382304"/>
                  <a:pt x="771139" y="379968"/>
                  <a:pt x="764944" y="377903"/>
                </a:cubicBezTo>
                <a:cubicBezTo>
                  <a:pt x="760814" y="371708"/>
                  <a:pt x="758868" y="363263"/>
                  <a:pt x="752554" y="359317"/>
                </a:cubicBezTo>
                <a:cubicBezTo>
                  <a:pt x="742500" y="353033"/>
                  <a:pt x="705110" y="344359"/>
                  <a:pt x="690603" y="340732"/>
                </a:cubicBezTo>
                <a:cubicBezTo>
                  <a:pt x="684408" y="336602"/>
                  <a:pt x="678677" y="331672"/>
                  <a:pt x="672018" y="328342"/>
                </a:cubicBezTo>
                <a:cubicBezTo>
                  <a:pt x="666177" y="325422"/>
                  <a:pt x="659711" y="323941"/>
                  <a:pt x="653432" y="322147"/>
                </a:cubicBezTo>
                <a:cubicBezTo>
                  <a:pt x="644163" y="319499"/>
                  <a:pt x="619972" y="314709"/>
                  <a:pt x="610066" y="309756"/>
                </a:cubicBezTo>
                <a:cubicBezTo>
                  <a:pt x="603407" y="306426"/>
                  <a:pt x="597676" y="301496"/>
                  <a:pt x="591481" y="297366"/>
                </a:cubicBezTo>
                <a:cubicBezTo>
                  <a:pt x="589416" y="291171"/>
                  <a:pt x="582366" y="284622"/>
                  <a:pt x="585286" y="278781"/>
                </a:cubicBezTo>
                <a:cubicBezTo>
                  <a:pt x="588206" y="272940"/>
                  <a:pt x="597341" y="272586"/>
                  <a:pt x="603871" y="272586"/>
                </a:cubicBezTo>
                <a:cubicBezTo>
                  <a:pt x="622571" y="272586"/>
                  <a:pt x="641042" y="276716"/>
                  <a:pt x="659627" y="278781"/>
                </a:cubicBezTo>
                <a:cubicBezTo>
                  <a:pt x="690933" y="286607"/>
                  <a:pt x="717725" y="296196"/>
                  <a:pt x="752554" y="278781"/>
                </a:cubicBezTo>
                <a:cubicBezTo>
                  <a:pt x="760170" y="274973"/>
                  <a:pt x="752824" y="259541"/>
                  <a:pt x="746359" y="254000"/>
                </a:cubicBezTo>
                <a:cubicBezTo>
                  <a:pt x="734764" y="244061"/>
                  <a:pt x="648541" y="229481"/>
                  <a:pt x="647237" y="229220"/>
                </a:cubicBezTo>
                <a:cubicBezTo>
                  <a:pt x="600133" y="182116"/>
                  <a:pt x="630803" y="199566"/>
                  <a:pt x="548115" y="192049"/>
                </a:cubicBezTo>
                <a:cubicBezTo>
                  <a:pt x="542489" y="183610"/>
                  <a:pt x="533142" y="166957"/>
                  <a:pt x="523335" y="161073"/>
                </a:cubicBezTo>
                <a:cubicBezTo>
                  <a:pt x="517735" y="157713"/>
                  <a:pt x="510944" y="156943"/>
                  <a:pt x="504749" y="154878"/>
                </a:cubicBezTo>
                <a:cubicBezTo>
                  <a:pt x="498554" y="156943"/>
                  <a:pt x="492628" y="160149"/>
                  <a:pt x="486164" y="161073"/>
                </a:cubicBezTo>
                <a:cubicBezTo>
                  <a:pt x="463584" y="164299"/>
                  <a:pt x="440243" y="162140"/>
                  <a:pt x="418018" y="167269"/>
                </a:cubicBezTo>
                <a:cubicBezTo>
                  <a:pt x="412327" y="168582"/>
                  <a:pt x="410636" y="176654"/>
                  <a:pt x="405627" y="179659"/>
                </a:cubicBezTo>
                <a:cubicBezTo>
                  <a:pt x="400027" y="183019"/>
                  <a:pt x="393237" y="183789"/>
                  <a:pt x="387042" y="185854"/>
                </a:cubicBezTo>
                <a:cubicBezTo>
                  <a:pt x="382912" y="192049"/>
                  <a:pt x="374652" y="196994"/>
                  <a:pt x="374652" y="204439"/>
                </a:cubicBezTo>
                <a:cubicBezTo>
                  <a:pt x="374652" y="210424"/>
                  <a:pt x="404686" y="228467"/>
                  <a:pt x="405627" y="229220"/>
                </a:cubicBezTo>
                <a:cubicBezTo>
                  <a:pt x="410188" y="232869"/>
                  <a:pt x="412794" y="238998"/>
                  <a:pt x="418018" y="241610"/>
                </a:cubicBezTo>
                <a:cubicBezTo>
                  <a:pt x="429699" y="247451"/>
                  <a:pt x="442798" y="249870"/>
                  <a:pt x="455188" y="254000"/>
                </a:cubicBezTo>
                <a:lnTo>
                  <a:pt x="473774" y="260195"/>
                </a:lnTo>
                <a:cubicBezTo>
                  <a:pt x="479969" y="262260"/>
                  <a:pt x="485869" y="265670"/>
                  <a:pt x="492359" y="266391"/>
                </a:cubicBezTo>
                <a:lnTo>
                  <a:pt x="548115" y="272586"/>
                </a:lnTo>
                <a:cubicBezTo>
                  <a:pt x="556375" y="274651"/>
                  <a:pt x="581411" y="278781"/>
                  <a:pt x="572896" y="278781"/>
                </a:cubicBezTo>
                <a:cubicBezTo>
                  <a:pt x="504565" y="278781"/>
                  <a:pt x="543950" y="275103"/>
                  <a:pt x="504749" y="266391"/>
                </a:cubicBezTo>
                <a:cubicBezTo>
                  <a:pt x="492487" y="263666"/>
                  <a:pt x="479841" y="262920"/>
                  <a:pt x="467579" y="260195"/>
                </a:cubicBezTo>
                <a:cubicBezTo>
                  <a:pt x="461204" y="258778"/>
                  <a:pt x="455447" y="254993"/>
                  <a:pt x="448993" y="254000"/>
                </a:cubicBezTo>
                <a:cubicBezTo>
                  <a:pt x="428481" y="250844"/>
                  <a:pt x="407692" y="249870"/>
                  <a:pt x="387042" y="247805"/>
                </a:cubicBezTo>
                <a:cubicBezTo>
                  <a:pt x="380847" y="243675"/>
                  <a:pt x="374271" y="240066"/>
                  <a:pt x="368457" y="235415"/>
                </a:cubicBezTo>
                <a:cubicBezTo>
                  <a:pt x="363896" y="231766"/>
                  <a:pt x="361757" y="224338"/>
                  <a:pt x="356066" y="223025"/>
                </a:cubicBezTo>
                <a:cubicBezTo>
                  <a:pt x="333841" y="217896"/>
                  <a:pt x="310635" y="218895"/>
                  <a:pt x="287920" y="216830"/>
                </a:cubicBezTo>
                <a:cubicBezTo>
                  <a:pt x="281725" y="214765"/>
                  <a:pt x="271760" y="216697"/>
                  <a:pt x="269335" y="210634"/>
                </a:cubicBezTo>
                <a:cubicBezTo>
                  <a:pt x="266173" y="202729"/>
                  <a:pt x="273191" y="194041"/>
                  <a:pt x="275530" y="185854"/>
                </a:cubicBezTo>
                <a:cubicBezTo>
                  <a:pt x="278855" y="174216"/>
                  <a:pt x="284060" y="156727"/>
                  <a:pt x="294115" y="148683"/>
                </a:cubicBezTo>
                <a:cubicBezTo>
                  <a:pt x="299214" y="144604"/>
                  <a:pt x="306297" y="143769"/>
                  <a:pt x="312700" y="142488"/>
                </a:cubicBezTo>
                <a:cubicBezTo>
                  <a:pt x="327019" y="139624"/>
                  <a:pt x="341611" y="138358"/>
                  <a:pt x="356066" y="136293"/>
                </a:cubicBezTo>
                <a:cubicBezTo>
                  <a:pt x="368456" y="132163"/>
                  <a:pt x="404104" y="131148"/>
                  <a:pt x="393237" y="123903"/>
                </a:cubicBezTo>
                <a:cubicBezTo>
                  <a:pt x="365891" y="105671"/>
                  <a:pt x="381953" y="112972"/>
                  <a:pt x="343676" y="105317"/>
                </a:cubicBezTo>
                <a:cubicBezTo>
                  <a:pt x="341611" y="94992"/>
                  <a:pt x="342190" y="83760"/>
                  <a:pt x="337481" y="74342"/>
                </a:cubicBezTo>
                <a:cubicBezTo>
                  <a:pt x="326515" y="52409"/>
                  <a:pt x="314141" y="55282"/>
                  <a:pt x="294115" y="49561"/>
                </a:cubicBezTo>
                <a:cubicBezTo>
                  <a:pt x="287836" y="47767"/>
                  <a:pt x="281830" y="45084"/>
                  <a:pt x="275530" y="43366"/>
                </a:cubicBezTo>
                <a:cubicBezTo>
                  <a:pt x="198667" y="22404"/>
                  <a:pt x="250165" y="39041"/>
                  <a:pt x="207383" y="24781"/>
                </a:cubicBezTo>
                <a:cubicBezTo>
                  <a:pt x="201188" y="20651"/>
                  <a:pt x="195602" y="15415"/>
                  <a:pt x="188798" y="12391"/>
                </a:cubicBezTo>
                <a:cubicBezTo>
                  <a:pt x="176863" y="7086"/>
                  <a:pt x="151627" y="0"/>
                  <a:pt x="151627" y="0"/>
                </a:cubicBezTo>
                <a:cubicBezTo>
                  <a:pt x="147497" y="4130"/>
                  <a:pt x="142742" y="7718"/>
                  <a:pt x="139237" y="12391"/>
                </a:cubicBezTo>
                <a:cubicBezTo>
                  <a:pt x="121304" y="36302"/>
                  <a:pt x="121358" y="51029"/>
                  <a:pt x="95871" y="61952"/>
                </a:cubicBezTo>
                <a:cubicBezTo>
                  <a:pt x="88045" y="65306"/>
                  <a:pt x="79351" y="66082"/>
                  <a:pt x="71091" y="68147"/>
                </a:cubicBezTo>
                <a:cubicBezTo>
                  <a:pt x="79351" y="80537"/>
                  <a:pt x="109998" y="100608"/>
                  <a:pt x="95871" y="105317"/>
                </a:cubicBezTo>
                <a:lnTo>
                  <a:pt x="58700" y="117708"/>
                </a:lnTo>
                <a:lnTo>
                  <a:pt x="40115" y="123903"/>
                </a:lnTo>
                <a:cubicBezTo>
                  <a:pt x="35985" y="130098"/>
                  <a:pt x="32990" y="137223"/>
                  <a:pt x="27725" y="142488"/>
                </a:cubicBezTo>
                <a:cubicBezTo>
                  <a:pt x="-6988" y="177201"/>
                  <a:pt x="-6714" y="118970"/>
                  <a:pt x="15335" y="229220"/>
                </a:cubicBezTo>
                <a:cubicBezTo>
                  <a:pt x="16795" y="236521"/>
                  <a:pt x="21411" y="243859"/>
                  <a:pt x="27725" y="247805"/>
                </a:cubicBezTo>
                <a:cubicBezTo>
                  <a:pt x="38800" y="254727"/>
                  <a:pt x="64896" y="260195"/>
                  <a:pt x="64896" y="260195"/>
                </a:cubicBezTo>
                <a:cubicBezTo>
                  <a:pt x="101628" y="205096"/>
                  <a:pt x="41378" y="301638"/>
                  <a:pt x="83481" y="185854"/>
                </a:cubicBezTo>
                <a:cubicBezTo>
                  <a:pt x="86025" y="178857"/>
                  <a:pt x="95871" y="177594"/>
                  <a:pt x="102066" y="173464"/>
                </a:cubicBezTo>
                <a:cubicBezTo>
                  <a:pt x="120651" y="175529"/>
                  <a:pt x="139122" y="179659"/>
                  <a:pt x="157822" y="179659"/>
                </a:cubicBezTo>
                <a:cubicBezTo>
                  <a:pt x="263161" y="179659"/>
                  <a:pt x="227558" y="150274"/>
                  <a:pt x="263140" y="185854"/>
                </a:cubicBezTo>
                <a:cubicBezTo>
                  <a:pt x="271224" y="210106"/>
                  <a:pt x="264953" y="205894"/>
                  <a:pt x="294115" y="216830"/>
                </a:cubicBezTo>
                <a:cubicBezTo>
                  <a:pt x="302087" y="219820"/>
                  <a:pt x="318896" y="223025"/>
                  <a:pt x="318896" y="223025"/>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cxnSp>
        <p:nvCxnSpPr>
          <p:cNvPr id="1150" name="Google Shape;1150;p17"/>
          <p:cNvCxnSpPr/>
          <p:nvPr/>
        </p:nvCxnSpPr>
        <p:spPr>
          <a:xfrm>
            <a:off x="1676400" y="2362200"/>
            <a:ext cx="1676400" cy="762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51" name="Google Shape;1151;p17"/>
          <p:cNvCxnSpPr>
            <a:endCxn id="1141" idx="4"/>
          </p:cNvCxnSpPr>
          <p:nvPr/>
        </p:nvCxnSpPr>
        <p:spPr>
          <a:xfrm>
            <a:off x="1600200" y="1905000"/>
            <a:ext cx="2110800" cy="6102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52" name="Google Shape;1152;p17"/>
          <p:cNvCxnSpPr/>
          <p:nvPr/>
        </p:nvCxnSpPr>
        <p:spPr>
          <a:xfrm>
            <a:off x="2133600" y="1524000"/>
            <a:ext cx="1219200" cy="6096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53" name="Google Shape;1153;p17"/>
          <p:cNvCxnSpPr/>
          <p:nvPr/>
        </p:nvCxnSpPr>
        <p:spPr>
          <a:xfrm>
            <a:off x="2667000" y="1295400"/>
            <a:ext cx="1066800" cy="6096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54" name="Google Shape;1154;p17"/>
          <p:cNvCxnSpPr/>
          <p:nvPr/>
        </p:nvCxnSpPr>
        <p:spPr>
          <a:xfrm>
            <a:off x="2667000" y="838200"/>
            <a:ext cx="838200" cy="6858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55" name="Google Shape;1155;p17"/>
          <p:cNvCxnSpPr/>
          <p:nvPr/>
        </p:nvCxnSpPr>
        <p:spPr>
          <a:xfrm>
            <a:off x="2667000" y="304800"/>
            <a:ext cx="1295400" cy="3048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56" name="Google Shape;1156;p17"/>
          <p:cNvCxnSpPr/>
          <p:nvPr/>
        </p:nvCxnSpPr>
        <p:spPr>
          <a:xfrm rot="10800000">
            <a:off x="4267200" y="2590800"/>
            <a:ext cx="3505200" cy="6096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57" name="Google Shape;1157;p17"/>
          <p:cNvCxnSpPr/>
          <p:nvPr/>
        </p:nvCxnSpPr>
        <p:spPr>
          <a:xfrm rot="10800000">
            <a:off x="4572001" y="2438400"/>
            <a:ext cx="2819399" cy="228599"/>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58" name="Google Shape;1158;p17"/>
          <p:cNvCxnSpPr>
            <a:endCxn id="1143" idx="14"/>
          </p:cNvCxnSpPr>
          <p:nvPr/>
        </p:nvCxnSpPr>
        <p:spPr>
          <a:xfrm rot="10800000">
            <a:off x="4274700" y="2230200"/>
            <a:ext cx="2811900" cy="1320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59" name="Google Shape;1159;p17"/>
          <p:cNvCxnSpPr/>
          <p:nvPr/>
        </p:nvCxnSpPr>
        <p:spPr>
          <a:xfrm rot="10800000">
            <a:off x="4191000" y="1981200"/>
            <a:ext cx="2819400" cy="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60" name="Google Shape;1160;p17"/>
          <p:cNvCxnSpPr/>
          <p:nvPr/>
        </p:nvCxnSpPr>
        <p:spPr>
          <a:xfrm flipH="1">
            <a:off x="4419600" y="1447800"/>
            <a:ext cx="2743200" cy="3810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61" name="Google Shape;1161;p17"/>
          <p:cNvCxnSpPr/>
          <p:nvPr/>
        </p:nvCxnSpPr>
        <p:spPr>
          <a:xfrm flipH="1">
            <a:off x="4495800" y="762000"/>
            <a:ext cx="3048000" cy="9144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62" name="Google Shape;1162;p17"/>
          <p:cNvCxnSpPr/>
          <p:nvPr/>
        </p:nvCxnSpPr>
        <p:spPr>
          <a:xfrm flipH="1">
            <a:off x="4419600" y="457200"/>
            <a:ext cx="2057400" cy="10668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63" name="Google Shape;1163;p17"/>
          <p:cNvCxnSpPr/>
          <p:nvPr/>
        </p:nvCxnSpPr>
        <p:spPr>
          <a:xfrm flipH="1">
            <a:off x="4648200" y="381000"/>
            <a:ext cx="914400" cy="9144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64" name="Google Shape;1164;p17"/>
          <p:cNvCxnSpPr/>
          <p:nvPr/>
        </p:nvCxnSpPr>
        <p:spPr>
          <a:xfrm rot="10800000" flipH="1">
            <a:off x="1676400" y="4648200"/>
            <a:ext cx="1981200" cy="9144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65" name="Google Shape;1165;p17"/>
          <p:cNvCxnSpPr>
            <a:stCxn id="1166" idx="3"/>
          </p:cNvCxnSpPr>
          <p:nvPr/>
        </p:nvCxnSpPr>
        <p:spPr>
          <a:xfrm>
            <a:off x="1250845" y="3986972"/>
            <a:ext cx="2406900" cy="14994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67" name="Google Shape;1167;p17"/>
          <p:cNvCxnSpPr/>
          <p:nvPr/>
        </p:nvCxnSpPr>
        <p:spPr>
          <a:xfrm>
            <a:off x="1066800" y="3505200"/>
            <a:ext cx="1295400" cy="1524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68" name="Google Shape;1168;p17"/>
          <p:cNvCxnSpPr/>
          <p:nvPr/>
        </p:nvCxnSpPr>
        <p:spPr>
          <a:xfrm>
            <a:off x="1219200" y="4038600"/>
            <a:ext cx="2362200" cy="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169" name="Google Shape;1169;p17"/>
          <p:cNvCxnSpPr/>
          <p:nvPr/>
        </p:nvCxnSpPr>
        <p:spPr>
          <a:xfrm>
            <a:off x="1371600" y="2895600"/>
            <a:ext cx="2895600" cy="457200"/>
          </a:xfrm>
          <a:prstGeom prst="straightConnector1">
            <a:avLst/>
          </a:prstGeom>
          <a:solidFill>
            <a:schemeClr val="accent1"/>
          </a:solidFill>
          <a:ln w="9525" cap="flat" cmpd="sng">
            <a:solidFill>
              <a:schemeClr val="dk1"/>
            </a:solidFill>
            <a:prstDash val="solid"/>
            <a:round/>
            <a:headEnd type="none" w="sm" len="sm"/>
            <a:tailEnd type="stealth" w="med" len="med"/>
          </a:ln>
        </p:spPr>
      </p:cxnSp>
      <p:sp>
        <p:nvSpPr>
          <p:cNvPr id="1170" name="Google Shape;1170;p17"/>
          <p:cNvSpPr txBox="1"/>
          <p:nvPr/>
        </p:nvSpPr>
        <p:spPr>
          <a:xfrm>
            <a:off x="1066800" y="5410200"/>
            <a:ext cx="6087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CST</a:t>
            </a:r>
            <a:endParaRPr sz="1400" b="0" i="0" u="none" strike="noStrike" cap="none">
              <a:solidFill>
                <a:srgbClr val="000000"/>
              </a:solidFill>
              <a:latin typeface="Arial"/>
              <a:ea typeface="Arial"/>
              <a:cs typeface="Arial"/>
              <a:sym typeface="Arial"/>
            </a:endParaRPr>
          </a:p>
        </p:txBody>
      </p:sp>
      <p:sp>
        <p:nvSpPr>
          <p:cNvPr id="1171" name="Google Shape;1171;p17"/>
          <p:cNvSpPr txBox="1"/>
          <p:nvPr/>
        </p:nvSpPr>
        <p:spPr>
          <a:xfrm>
            <a:off x="7086600" y="2209800"/>
            <a:ext cx="1032216"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FF0000"/>
                </a:solidFill>
                <a:latin typeface="Times"/>
                <a:ea typeface="Times"/>
                <a:cs typeface="Times"/>
                <a:sym typeface="Times"/>
              </a:rPr>
              <a:t>MidRetF</a:t>
            </a:r>
            <a:endParaRPr sz="1700" b="1" i="0" u="none" strike="noStrike" cap="none">
              <a:solidFill>
                <a:srgbClr val="FF0000"/>
              </a:solidFill>
              <a:latin typeface="Times"/>
              <a:ea typeface="Times"/>
              <a:cs typeface="Times"/>
              <a:sym typeface="Times"/>
            </a:endParaRPr>
          </a:p>
        </p:txBody>
      </p:sp>
      <p:sp>
        <p:nvSpPr>
          <p:cNvPr id="1172" name="Google Shape;1172;p17"/>
          <p:cNvSpPr txBox="1"/>
          <p:nvPr/>
        </p:nvSpPr>
        <p:spPr>
          <a:xfrm>
            <a:off x="7010400" y="1752600"/>
            <a:ext cx="632924"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CTT</a:t>
            </a:r>
            <a:endParaRPr sz="1400" b="0" i="0" u="none" strike="noStrike" cap="none">
              <a:solidFill>
                <a:srgbClr val="000000"/>
              </a:solidFill>
              <a:latin typeface="Arial"/>
              <a:ea typeface="Arial"/>
              <a:cs typeface="Arial"/>
              <a:sym typeface="Arial"/>
            </a:endParaRPr>
          </a:p>
        </p:txBody>
      </p:sp>
      <p:sp>
        <p:nvSpPr>
          <p:cNvPr id="1173" name="Google Shape;1173;p17"/>
          <p:cNvSpPr txBox="1"/>
          <p:nvPr/>
        </p:nvSpPr>
        <p:spPr>
          <a:xfrm>
            <a:off x="7162800" y="1219200"/>
            <a:ext cx="669011"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MLF</a:t>
            </a:r>
            <a:endParaRPr sz="1400" b="0" i="0" u="none" strike="noStrike" cap="none">
              <a:solidFill>
                <a:srgbClr val="000000"/>
              </a:solidFill>
              <a:latin typeface="Arial"/>
              <a:ea typeface="Arial"/>
              <a:cs typeface="Arial"/>
              <a:sym typeface="Arial"/>
            </a:endParaRPr>
          </a:p>
        </p:txBody>
      </p:sp>
      <p:sp>
        <p:nvSpPr>
          <p:cNvPr id="1174" name="Google Shape;1174;p17"/>
          <p:cNvSpPr txBox="1"/>
          <p:nvPr/>
        </p:nvSpPr>
        <p:spPr>
          <a:xfrm>
            <a:off x="7543800" y="533400"/>
            <a:ext cx="620683"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DLF</a:t>
            </a:r>
            <a:endParaRPr sz="1400" b="0" i="0" u="none" strike="noStrike" cap="none">
              <a:solidFill>
                <a:srgbClr val="000000"/>
              </a:solidFill>
              <a:latin typeface="Arial"/>
              <a:ea typeface="Arial"/>
              <a:cs typeface="Arial"/>
              <a:sym typeface="Arial"/>
            </a:endParaRPr>
          </a:p>
        </p:txBody>
      </p:sp>
      <p:sp>
        <p:nvSpPr>
          <p:cNvPr id="1175" name="Google Shape;1175;p17"/>
          <p:cNvSpPr txBox="1"/>
          <p:nvPr/>
        </p:nvSpPr>
        <p:spPr>
          <a:xfrm>
            <a:off x="6400800" y="152400"/>
            <a:ext cx="723275"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FF0000"/>
                </a:solidFill>
                <a:latin typeface="Times"/>
                <a:ea typeface="Times"/>
                <a:cs typeface="Times"/>
                <a:sym typeface="Times"/>
              </a:rPr>
              <a:t>CeGy</a:t>
            </a:r>
            <a:endParaRPr sz="1700" b="1" i="0" u="none" strike="noStrike" cap="none">
              <a:solidFill>
                <a:srgbClr val="FF0000"/>
              </a:solidFill>
              <a:latin typeface="Times"/>
              <a:ea typeface="Times"/>
              <a:cs typeface="Times"/>
              <a:sym typeface="Times"/>
            </a:endParaRPr>
          </a:p>
        </p:txBody>
      </p:sp>
      <p:sp>
        <p:nvSpPr>
          <p:cNvPr id="1176" name="Google Shape;1176;p17"/>
          <p:cNvSpPr txBox="1"/>
          <p:nvPr/>
        </p:nvSpPr>
        <p:spPr>
          <a:xfrm>
            <a:off x="5486400" y="1381"/>
            <a:ext cx="717552"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CeAq</a:t>
            </a:r>
            <a:endParaRPr sz="1700" b="1" i="0" u="none" strike="noStrike" cap="none">
              <a:solidFill>
                <a:schemeClr val="dk1"/>
              </a:solidFill>
              <a:latin typeface="Times"/>
              <a:ea typeface="Times"/>
              <a:cs typeface="Times"/>
              <a:sym typeface="Times"/>
            </a:endParaRPr>
          </a:p>
        </p:txBody>
      </p:sp>
      <p:sp>
        <p:nvSpPr>
          <p:cNvPr id="1177" name="Google Shape;1177;p17"/>
          <p:cNvSpPr txBox="1"/>
          <p:nvPr/>
        </p:nvSpPr>
        <p:spPr>
          <a:xfrm>
            <a:off x="2183087" y="76200"/>
            <a:ext cx="426945"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FF0000"/>
                </a:solidFill>
                <a:latin typeface="Times"/>
                <a:ea typeface="Times"/>
                <a:cs typeface="Times"/>
                <a:sym typeface="Times"/>
              </a:rPr>
              <a:t>IC</a:t>
            </a:r>
            <a:endParaRPr sz="1400" b="0" i="0" u="none" strike="noStrike" cap="none">
              <a:solidFill>
                <a:srgbClr val="000000"/>
              </a:solidFill>
              <a:latin typeface="Arial"/>
              <a:ea typeface="Arial"/>
              <a:cs typeface="Arial"/>
              <a:sym typeface="Arial"/>
            </a:endParaRPr>
          </a:p>
        </p:txBody>
      </p:sp>
      <p:sp>
        <p:nvSpPr>
          <p:cNvPr id="1178" name="Google Shape;1178;p17"/>
          <p:cNvSpPr txBox="1"/>
          <p:nvPr/>
        </p:nvSpPr>
        <p:spPr>
          <a:xfrm>
            <a:off x="1143000" y="2209800"/>
            <a:ext cx="535843"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ML</a:t>
            </a:r>
            <a:endParaRPr sz="1400" b="0" i="0" u="none" strike="noStrike" cap="none">
              <a:solidFill>
                <a:srgbClr val="000000"/>
              </a:solidFill>
              <a:latin typeface="Arial"/>
              <a:ea typeface="Arial"/>
              <a:cs typeface="Arial"/>
              <a:sym typeface="Arial"/>
            </a:endParaRPr>
          </a:p>
        </p:txBody>
      </p:sp>
      <p:sp>
        <p:nvSpPr>
          <p:cNvPr id="1179" name="Google Shape;1179;p17"/>
          <p:cNvSpPr txBox="1"/>
          <p:nvPr/>
        </p:nvSpPr>
        <p:spPr>
          <a:xfrm>
            <a:off x="914400" y="1676400"/>
            <a:ext cx="713613"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VTTr</a:t>
            </a:r>
            <a:endParaRPr sz="1700" b="1" i="0" u="none" strike="noStrike" cap="none">
              <a:solidFill>
                <a:schemeClr val="dk1"/>
              </a:solidFill>
              <a:latin typeface="Times"/>
              <a:ea typeface="Times"/>
              <a:cs typeface="Times"/>
              <a:sym typeface="Times"/>
            </a:endParaRPr>
          </a:p>
        </p:txBody>
      </p:sp>
      <p:sp>
        <p:nvSpPr>
          <p:cNvPr id="1180" name="Google Shape;1180;p17"/>
          <p:cNvSpPr txBox="1"/>
          <p:nvPr/>
        </p:nvSpPr>
        <p:spPr>
          <a:xfrm>
            <a:off x="1524000" y="1295400"/>
            <a:ext cx="6087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ALS</a:t>
            </a:r>
            <a:endParaRPr sz="1400" b="0" i="0" u="none" strike="noStrike" cap="none">
              <a:solidFill>
                <a:srgbClr val="000000"/>
              </a:solidFill>
              <a:latin typeface="Arial"/>
              <a:ea typeface="Arial"/>
              <a:cs typeface="Arial"/>
              <a:sym typeface="Arial"/>
            </a:endParaRPr>
          </a:p>
        </p:txBody>
      </p:sp>
      <p:sp>
        <p:nvSpPr>
          <p:cNvPr id="1181" name="Google Shape;1181;p17"/>
          <p:cNvSpPr txBox="1"/>
          <p:nvPr/>
        </p:nvSpPr>
        <p:spPr>
          <a:xfrm>
            <a:off x="2146681" y="1017657"/>
            <a:ext cx="596519"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SCP</a:t>
            </a:r>
            <a:endParaRPr sz="1400" b="0" i="0" u="none" strike="noStrike" cap="none">
              <a:solidFill>
                <a:srgbClr val="000000"/>
              </a:solidFill>
              <a:latin typeface="Arial"/>
              <a:ea typeface="Arial"/>
              <a:cs typeface="Arial"/>
              <a:sym typeface="Arial"/>
            </a:endParaRPr>
          </a:p>
        </p:txBody>
      </p:sp>
      <p:sp>
        <p:nvSpPr>
          <p:cNvPr id="1182" name="Google Shape;1182;p17"/>
          <p:cNvSpPr txBox="1"/>
          <p:nvPr/>
        </p:nvSpPr>
        <p:spPr>
          <a:xfrm>
            <a:off x="1524000" y="533400"/>
            <a:ext cx="1208496"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LL,  LLNu</a:t>
            </a:r>
            <a:endParaRPr sz="1700" b="1" i="0" u="none" strike="noStrike" cap="none">
              <a:solidFill>
                <a:schemeClr val="dk1"/>
              </a:solidFill>
              <a:latin typeface="Times"/>
              <a:ea typeface="Times"/>
              <a:cs typeface="Times"/>
              <a:sym typeface="Times"/>
            </a:endParaRPr>
          </a:p>
        </p:txBody>
      </p:sp>
      <p:sp>
        <p:nvSpPr>
          <p:cNvPr id="1183" name="Google Shape;1183;p17"/>
          <p:cNvSpPr txBox="1"/>
          <p:nvPr/>
        </p:nvSpPr>
        <p:spPr>
          <a:xfrm>
            <a:off x="7772400" y="3048000"/>
            <a:ext cx="705842"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RuSp</a:t>
            </a:r>
            <a:endParaRPr sz="1700" b="1" i="0" u="none" strike="noStrike" cap="none">
              <a:solidFill>
                <a:schemeClr val="dk1"/>
              </a:solidFill>
              <a:latin typeface="Times"/>
              <a:ea typeface="Times"/>
              <a:cs typeface="Times"/>
              <a:sym typeface="Times"/>
            </a:endParaRPr>
          </a:p>
        </p:txBody>
      </p:sp>
      <p:sp>
        <p:nvSpPr>
          <p:cNvPr id="1184" name="Google Shape;1184;p17"/>
          <p:cNvSpPr txBox="1"/>
          <p:nvPr/>
        </p:nvSpPr>
        <p:spPr>
          <a:xfrm>
            <a:off x="7391400" y="2590800"/>
            <a:ext cx="729793"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RaNu</a:t>
            </a:r>
            <a:endParaRPr sz="1700" b="1" i="0" u="none" strike="noStrike" cap="none">
              <a:solidFill>
                <a:schemeClr val="dk1"/>
              </a:solidFill>
              <a:latin typeface="Times"/>
              <a:ea typeface="Times"/>
              <a:cs typeface="Times"/>
              <a:sym typeface="Times"/>
            </a:endParaRPr>
          </a:p>
        </p:txBody>
      </p:sp>
      <p:sp>
        <p:nvSpPr>
          <p:cNvPr id="1166" name="Google Shape;1166;p17"/>
          <p:cNvSpPr txBox="1"/>
          <p:nvPr/>
        </p:nvSpPr>
        <p:spPr>
          <a:xfrm>
            <a:off x="533400" y="3810000"/>
            <a:ext cx="717445"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FF0000"/>
                </a:solidFill>
                <a:latin typeface="Times"/>
                <a:ea typeface="Times"/>
                <a:cs typeface="Times"/>
                <a:sym typeface="Times"/>
              </a:rPr>
              <a:t>CoPF</a:t>
            </a:r>
            <a:endParaRPr sz="1700" b="1" i="0" u="none" strike="noStrike" cap="none">
              <a:solidFill>
                <a:srgbClr val="FF0000"/>
              </a:solidFill>
              <a:latin typeface="Times"/>
              <a:ea typeface="Times"/>
              <a:cs typeface="Times"/>
              <a:sym typeface="Times"/>
            </a:endParaRPr>
          </a:p>
        </p:txBody>
      </p:sp>
      <p:sp>
        <p:nvSpPr>
          <p:cNvPr id="1185" name="Google Shape;1185;p17"/>
          <p:cNvSpPr txBox="1"/>
          <p:nvPr/>
        </p:nvSpPr>
        <p:spPr>
          <a:xfrm>
            <a:off x="381000" y="3352800"/>
            <a:ext cx="68104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MCP</a:t>
            </a:r>
            <a:endParaRPr sz="1400" b="0" i="0" u="none" strike="noStrike" cap="none">
              <a:solidFill>
                <a:srgbClr val="000000"/>
              </a:solidFill>
              <a:latin typeface="Arial"/>
              <a:ea typeface="Arial"/>
              <a:cs typeface="Arial"/>
              <a:sym typeface="Arial"/>
            </a:endParaRPr>
          </a:p>
        </p:txBody>
      </p:sp>
      <p:sp>
        <p:nvSpPr>
          <p:cNvPr id="1186" name="Google Shape;1186;p17"/>
          <p:cNvSpPr txBox="1"/>
          <p:nvPr/>
        </p:nvSpPr>
        <p:spPr>
          <a:xfrm>
            <a:off x="609600" y="2667000"/>
            <a:ext cx="826769"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PonNu</a:t>
            </a:r>
            <a:endParaRPr sz="1700" b="1" i="0" u="none" strike="noStrike" cap="none">
              <a:solidFill>
                <a:schemeClr val="dk1"/>
              </a:solidFill>
              <a:latin typeface="Times"/>
              <a:ea typeface="Times"/>
              <a:cs typeface="Times"/>
              <a:sym typeface="Times"/>
            </a:endParaRPr>
          </a:p>
        </p:txBody>
      </p:sp>
      <p:cxnSp>
        <p:nvCxnSpPr>
          <p:cNvPr id="1187" name="Google Shape;1187;p17"/>
          <p:cNvCxnSpPr/>
          <p:nvPr/>
        </p:nvCxnSpPr>
        <p:spPr>
          <a:xfrm>
            <a:off x="838200" y="4724400"/>
            <a:ext cx="838200" cy="228600"/>
          </a:xfrm>
          <a:prstGeom prst="straightConnector1">
            <a:avLst/>
          </a:prstGeom>
          <a:solidFill>
            <a:schemeClr val="accent1"/>
          </a:solidFill>
          <a:ln w="9525" cap="flat" cmpd="sng">
            <a:solidFill>
              <a:schemeClr val="dk1"/>
            </a:solidFill>
            <a:prstDash val="solid"/>
            <a:round/>
            <a:headEnd type="none" w="sm" len="sm"/>
            <a:tailEnd type="stealth" w="med" len="med"/>
          </a:ln>
        </p:spPr>
      </p:cxnSp>
      <p:sp>
        <p:nvSpPr>
          <p:cNvPr id="1188" name="Google Shape;1188;p17"/>
          <p:cNvSpPr txBox="1"/>
          <p:nvPr/>
        </p:nvSpPr>
        <p:spPr>
          <a:xfrm>
            <a:off x="152400" y="4572000"/>
            <a:ext cx="725535"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TriNr</a:t>
            </a:r>
            <a:endParaRPr sz="1700" b="1" i="0" u="none" strike="noStrike" cap="none">
              <a:solidFill>
                <a:schemeClr val="dk1"/>
              </a:solidFill>
              <a:latin typeface="Times"/>
              <a:ea typeface="Times"/>
              <a:cs typeface="Times"/>
              <a:sym typeface="Times"/>
            </a:endParaRPr>
          </a:p>
        </p:txBody>
      </p:sp>
      <p:sp>
        <p:nvSpPr>
          <p:cNvPr id="1189" name="Google Shape;1189;p17"/>
          <p:cNvSpPr/>
          <p:nvPr/>
        </p:nvSpPr>
        <p:spPr>
          <a:xfrm>
            <a:off x="4133289" y="1345552"/>
            <a:ext cx="193723" cy="102248"/>
          </a:xfrm>
          <a:custGeom>
            <a:avLst/>
            <a:gdLst/>
            <a:ahLst/>
            <a:cxnLst/>
            <a:rect l="l" t="t" r="r" b="b"/>
            <a:pathLst>
              <a:path w="193723" h="102248" extrusionOk="0">
                <a:moveTo>
                  <a:pt x="123768" y="102248"/>
                </a:moveTo>
                <a:cubicBezTo>
                  <a:pt x="41118" y="90441"/>
                  <a:pt x="116323" y="106713"/>
                  <a:pt x="69956" y="86104"/>
                </a:cubicBezTo>
                <a:cubicBezTo>
                  <a:pt x="59589" y="81496"/>
                  <a:pt x="37669" y="75341"/>
                  <a:pt x="37669" y="75341"/>
                </a:cubicBezTo>
                <a:cubicBezTo>
                  <a:pt x="28700" y="66372"/>
                  <a:pt x="14774" y="60466"/>
                  <a:pt x="10763" y="48433"/>
                </a:cubicBezTo>
                <a:lnTo>
                  <a:pt x="0" y="16145"/>
                </a:lnTo>
                <a:cubicBezTo>
                  <a:pt x="19731" y="14351"/>
                  <a:pt x="39682" y="14206"/>
                  <a:pt x="59193" y="10763"/>
                </a:cubicBezTo>
                <a:cubicBezTo>
                  <a:pt x="70365" y="8791"/>
                  <a:pt x="91481" y="0"/>
                  <a:pt x="91481" y="0"/>
                </a:cubicBezTo>
                <a:cubicBezTo>
                  <a:pt x="113006" y="1794"/>
                  <a:pt x="134645" y="2527"/>
                  <a:pt x="156055" y="5382"/>
                </a:cubicBezTo>
                <a:cubicBezTo>
                  <a:pt x="161677" y="6132"/>
                  <a:pt x="167334" y="7845"/>
                  <a:pt x="172198" y="10763"/>
                </a:cubicBezTo>
                <a:cubicBezTo>
                  <a:pt x="176549" y="13373"/>
                  <a:pt x="179792" y="17564"/>
                  <a:pt x="182961" y="21526"/>
                </a:cubicBezTo>
                <a:cubicBezTo>
                  <a:pt x="187001" y="26577"/>
                  <a:pt x="190136" y="32289"/>
                  <a:pt x="193723" y="37671"/>
                </a:cubicBezTo>
                <a:cubicBezTo>
                  <a:pt x="189676" y="70051"/>
                  <a:pt x="197369" y="80085"/>
                  <a:pt x="172198" y="96867"/>
                </a:cubicBezTo>
                <a:cubicBezTo>
                  <a:pt x="167479" y="100013"/>
                  <a:pt x="161436" y="100454"/>
                  <a:pt x="156055" y="102248"/>
                </a:cubicBezTo>
                <a:lnTo>
                  <a:pt x="123768" y="102248"/>
                </a:ln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cxnSp>
        <p:nvCxnSpPr>
          <p:cNvPr id="1190" name="Google Shape;1190;p17"/>
          <p:cNvCxnSpPr/>
          <p:nvPr/>
        </p:nvCxnSpPr>
        <p:spPr>
          <a:xfrm flipH="1">
            <a:off x="4310779" y="533400"/>
            <a:ext cx="2852021" cy="838200"/>
          </a:xfrm>
          <a:prstGeom prst="straightConnector1">
            <a:avLst/>
          </a:prstGeom>
          <a:solidFill>
            <a:schemeClr val="accent1"/>
          </a:solidFill>
          <a:ln w="9525" cap="flat" cmpd="sng">
            <a:solidFill>
              <a:schemeClr val="dk1"/>
            </a:solidFill>
            <a:prstDash val="solid"/>
            <a:round/>
            <a:headEnd type="none" w="sm" len="sm"/>
            <a:tailEnd type="stealth" w="med" len="med"/>
          </a:ln>
        </p:spPr>
      </p:cxnSp>
      <p:sp>
        <p:nvSpPr>
          <p:cNvPr id="1191" name="Google Shape;1191;p17"/>
          <p:cNvSpPr txBox="1"/>
          <p:nvPr/>
        </p:nvSpPr>
        <p:spPr>
          <a:xfrm>
            <a:off x="7010400" y="255657"/>
            <a:ext cx="794621"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FF0000"/>
                </a:solidFill>
                <a:latin typeface="Times"/>
                <a:ea typeface="Times"/>
                <a:cs typeface="Times"/>
                <a:sym typeface="Times"/>
              </a:rPr>
              <a:t>TroNu</a:t>
            </a:r>
            <a:endParaRPr sz="1700" b="1" i="0" u="none" strike="noStrike" cap="none">
              <a:solidFill>
                <a:srgbClr val="FF0000"/>
              </a:solidFill>
              <a:latin typeface="Times"/>
              <a:ea typeface="Times"/>
              <a:cs typeface="Times"/>
              <a:sym typeface="Time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7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6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6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7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6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3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7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6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6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7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6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13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17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15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13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17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15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14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17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15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136"/>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184"/>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156"/>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142"/>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183"/>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154"/>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1135"/>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182"/>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153"/>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1133"/>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181"/>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1152"/>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134"/>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1180"/>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1151"/>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1141"/>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1179"/>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1150"/>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1150"/>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1140"/>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1178"/>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1169"/>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1144"/>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1186"/>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1167"/>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1145"/>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1185"/>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1168"/>
                                        </p:tgtEl>
                                        <p:attrNameLst>
                                          <p:attrName>style.visibility</p:attrName>
                                        </p:attrNameLst>
                                      </p:cBhvr>
                                      <p:to>
                                        <p:strVal val="visible"/>
                                      </p:to>
                                    </p:set>
                                  </p:childTnLst>
                                </p:cTn>
                              </p:par>
                              <p:par>
                                <p:cTn id="203" presetID="1" presetClass="entr" presetSubtype="0" fill="hold" nodeType="withEffect">
                                  <p:stCondLst>
                                    <p:cond delay="0"/>
                                  </p:stCondLst>
                                  <p:childTnLst>
                                    <p:set>
                                      <p:cBhvr>
                                        <p:cTn id="204" dur="1" fill="hold">
                                          <p:stCondLst>
                                            <p:cond delay="0"/>
                                          </p:stCondLst>
                                        </p:cTn>
                                        <p:tgtEl>
                                          <p:spTgt spid="1165"/>
                                        </p:tgtEl>
                                        <p:attrNameLst>
                                          <p:attrName>style.visibility</p:attrName>
                                        </p:attrNameLst>
                                      </p:cBhvr>
                                      <p:to>
                                        <p:strVal val="visible"/>
                                      </p:to>
                                    </p:set>
                                  </p:childTnLst>
                                </p:cTn>
                              </p:par>
                            </p:childTnLst>
                          </p:cTn>
                        </p:par>
                      </p:childTnLst>
                    </p:cTn>
                  </p:par>
                  <p:par>
                    <p:cTn id="205" fill="hold">
                      <p:stCondLst>
                        <p:cond delay="indefinite"/>
                      </p:stCondLst>
                      <p:childTnLst>
                        <p:par>
                          <p:cTn id="206" fill="hold">
                            <p:stCondLst>
                              <p:cond delay="0"/>
                            </p:stCondLst>
                            <p:childTnLst>
                              <p:par>
                                <p:cTn id="207" presetID="1" presetClass="entr" presetSubtype="0" fill="hold" nodeType="clickEffect">
                                  <p:stCondLst>
                                    <p:cond delay="0"/>
                                  </p:stCondLst>
                                  <p:childTnLst>
                                    <p:set>
                                      <p:cBhvr>
                                        <p:cTn id="208" dur="1" fill="hold">
                                          <p:stCondLst>
                                            <p:cond delay="0"/>
                                          </p:stCondLst>
                                        </p:cTn>
                                        <p:tgtEl>
                                          <p:spTgt spid="1147"/>
                                        </p:tgtEl>
                                        <p:attrNameLst>
                                          <p:attrName>style.visibility</p:attrName>
                                        </p:attrNameLst>
                                      </p:cBhvr>
                                      <p:to>
                                        <p:strVal val="visible"/>
                                      </p:to>
                                    </p:set>
                                  </p:childTnLst>
                                </p:cTn>
                              </p:par>
                              <p:par>
                                <p:cTn id="209" presetID="1" presetClass="entr" presetSubtype="0" fill="hold" nodeType="withEffect">
                                  <p:stCondLst>
                                    <p:cond delay="0"/>
                                  </p:stCondLst>
                                  <p:childTnLst>
                                    <p:set>
                                      <p:cBhvr>
                                        <p:cTn id="210" dur="1" fill="hold">
                                          <p:stCondLst>
                                            <p:cond delay="0"/>
                                          </p:stCondLst>
                                        </p:cTn>
                                        <p:tgtEl>
                                          <p:spTgt spid="1149"/>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1166"/>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1187"/>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1146"/>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1188"/>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1164"/>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1148"/>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1170"/>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nodeType="clickEffect">
                                  <p:stCondLst>
                                    <p:cond delay="0"/>
                                  </p:stCondLst>
                                  <p:childTnLst>
                                    <p:set>
                                      <p:cBhvr>
                                        <p:cTn id="242" dur="1" fill="hold">
                                          <p:stCondLst>
                                            <p:cond delay="0"/>
                                          </p:stCondLst>
                                        </p:cTn>
                                        <p:tgtEl>
                                          <p:spTgt spid="1190"/>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nodeType="clickEffect">
                                  <p:stCondLst>
                                    <p:cond delay="0"/>
                                  </p:stCondLst>
                                  <p:childTnLst>
                                    <p:set>
                                      <p:cBhvr>
                                        <p:cTn id="246" dur="1" fill="hold">
                                          <p:stCondLst>
                                            <p:cond delay="0"/>
                                          </p:stCondLst>
                                        </p:cTn>
                                        <p:tgtEl>
                                          <p:spTgt spid="1189"/>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11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5"/>
        <p:cNvGrpSpPr/>
        <p:nvPr/>
      </p:nvGrpSpPr>
      <p:grpSpPr>
        <a:xfrm>
          <a:off x="0" y="0"/>
          <a:ext cx="0" cy="0"/>
          <a:chOff x="0" y="0"/>
          <a:chExt cx="0" cy="0"/>
        </a:xfrm>
      </p:grpSpPr>
      <p:pic>
        <p:nvPicPr>
          <p:cNvPr id="1196" name="Google Shape;1196;p18" descr="Plate 18.jpg                                                   00000158WD Passport                    00000000:"/>
          <p:cNvPicPr preferRelativeResize="0"/>
          <p:nvPr/>
        </p:nvPicPr>
        <p:blipFill rotWithShape="1">
          <a:blip r:embed="rId3">
            <a:alphaModFix/>
          </a:blip>
          <a:srcRect/>
          <a:stretch/>
        </p:blipFill>
        <p:spPr>
          <a:xfrm>
            <a:off x="914400" y="0"/>
            <a:ext cx="7315200" cy="6850063"/>
          </a:xfrm>
          <a:prstGeom prst="rect">
            <a:avLst/>
          </a:prstGeom>
          <a:noFill/>
          <a:ln>
            <a:noFill/>
          </a:ln>
        </p:spPr>
      </p:pic>
      <p:sp>
        <p:nvSpPr>
          <p:cNvPr id="1197" name="Google Shape;1197;p18"/>
          <p:cNvSpPr/>
          <p:nvPr/>
        </p:nvSpPr>
        <p:spPr>
          <a:xfrm>
            <a:off x="3476254" y="285217"/>
            <a:ext cx="839466" cy="274455"/>
          </a:xfrm>
          <a:custGeom>
            <a:avLst/>
            <a:gdLst/>
            <a:ahLst/>
            <a:cxnLst/>
            <a:rect l="l" t="t" r="r" b="b"/>
            <a:pathLst>
              <a:path w="839466" h="274455" extrusionOk="0">
                <a:moveTo>
                  <a:pt x="322871" y="5382"/>
                </a:moveTo>
                <a:cubicBezTo>
                  <a:pt x="283409" y="7176"/>
                  <a:pt x="243862" y="7613"/>
                  <a:pt x="204485" y="10763"/>
                </a:cubicBezTo>
                <a:cubicBezTo>
                  <a:pt x="194144" y="11590"/>
                  <a:pt x="174447" y="23638"/>
                  <a:pt x="166817" y="26908"/>
                </a:cubicBezTo>
                <a:cubicBezTo>
                  <a:pt x="161603" y="29142"/>
                  <a:pt x="156054" y="30495"/>
                  <a:pt x="150673" y="32289"/>
                </a:cubicBezTo>
                <a:cubicBezTo>
                  <a:pt x="100988" y="65415"/>
                  <a:pt x="162105" y="23143"/>
                  <a:pt x="123767" y="53815"/>
                </a:cubicBezTo>
                <a:cubicBezTo>
                  <a:pt x="118717" y="57855"/>
                  <a:pt x="113005" y="60990"/>
                  <a:pt x="107624" y="64578"/>
                </a:cubicBezTo>
                <a:cubicBezTo>
                  <a:pt x="104036" y="69959"/>
                  <a:pt x="101728" y="76463"/>
                  <a:pt x="96861" y="80722"/>
                </a:cubicBezTo>
                <a:cubicBezTo>
                  <a:pt x="87127" y="89240"/>
                  <a:pt x="64574" y="102248"/>
                  <a:pt x="64574" y="102248"/>
                </a:cubicBezTo>
                <a:cubicBezTo>
                  <a:pt x="60987" y="109423"/>
                  <a:pt x="58262" y="117099"/>
                  <a:pt x="53812" y="123774"/>
                </a:cubicBezTo>
                <a:cubicBezTo>
                  <a:pt x="50998" y="127996"/>
                  <a:pt x="46093" y="130478"/>
                  <a:pt x="43049" y="134537"/>
                </a:cubicBezTo>
                <a:cubicBezTo>
                  <a:pt x="35288" y="144885"/>
                  <a:pt x="27308" y="155256"/>
                  <a:pt x="21524" y="166826"/>
                </a:cubicBezTo>
                <a:cubicBezTo>
                  <a:pt x="17937" y="174001"/>
                  <a:pt x="13741" y="180904"/>
                  <a:pt x="10762" y="188352"/>
                </a:cubicBezTo>
                <a:cubicBezTo>
                  <a:pt x="6549" y="198885"/>
                  <a:pt x="0" y="220640"/>
                  <a:pt x="0" y="220640"/>
                </a:cubicBezTo>
                <a:cubicBezTo>
                  <a:pt x="1794" y="226022"/>
                  <a:pt x="1838" y="232355"/>
                  <a:pt x="5381" y="236785"/>
                </a:cubicBezTo>
                <a:cubicBezTo>
                  <a:pt x="17898" y="252433"/>
                  <a:pt x="38308" y="247974"/>
                  <a:pt x="53812" y="258311"/>
                </a:cubicBezTo>
                <a:cubicBezTo>
                  <a:pt x="74675" y="272221"/>
                  <a:pt x="63820" y="267029"/>
                  <a:pt x="86099" y="274455"/>
                </a:cubicBezTo>
                <a:cubicBezTo>
                  <a:pt x="202878" y="254992"/>
                  <a:pt x="52324" y="283337"/>
                  <a:pt x="139911" y="258311"/>
                </a:cubicBezTo>
                <a:cubicBezTo>
                  <a:pt x="157500" y="253285"/>
                  <a:pt x="176369" y="253334"/>
                  <a:pt x="193723" y="247548"/>
                </a:cubicBezTo>
                <a:cubicBezTo>
                  <a:pt x="199104" y="245754"/>
                  <a:pt x="204205" y="242520"/>
                  <a:pt x="209866" y="242166"/>
                </a:cubicBezTo>
                <a:cubicBezTo>
                  <a:pt x="261814" y="238919"/>
                  <a:pt x="313903" y="238579"/>
                  <a:pt x="365921" y="236785"/>
                </a:cubicBezTo>
                <a:cubicBezTo>
                  <a:pt x="596923" y="216697"/>
                  <a:pt x="448283" y="226712"/>
                  <a:pt x="812560" y="220640"/>
                </a:cubicBezTo>
                <a:cubicBezTo>
                  <a:pt x="816148" y="217052"/>
                  <a:pt x="820713" y="214228"/>
                  <a:pt x="823323" y="209877"/>
                </a:cubicBezTo>
                <a:cubicBezTo>
                  <a:pt x="826241" y="205013"/>
                  <a:pt x="826167" y="198807"/>
                  <a:pt x="828704" y="193733"/>
                </a:cubicBezTo>
                <a:cubicBezTo>
                  <a:pt x="831596" y="187948"/>
                  <a:pt x="835879" y="182970"/>
                  <a:pt x="839466" y="177589"/>
                </a:cubicBezTo>
                <a:cubicBezTo>
                  <a:pt x="837672" y="168620"/>
                  <a:pt x="836069" y="159610"/>
                  <a:pt x="834085" y="150681"/>
                </a:cubicBezTo>
                <a:cubicBezTo>
                  <a:pt x="832481" y="143461"/>
                  <a:pt x="833324" y="134931"/>
                  <a:pt x="828704" y="129156"/>
                </a:cubicBezTo>
                <a:cubicBezTo>
                  <a:pt x="825160" y="124726"/>
                  <a:pt x="818122" y="124887"/>
                  <a:pt x="812560" y="123774"/>
                </a:cubicBezTo>
                <a:cubicBezTo>
                  <a:pt x="791162" y="119494"/>
                  <a:pt x="768688" y="119912"/>
                  <a:pt x="747986" y="113011"/>
                </a:cubicBezTo>
                <a:cubicBezTo>
                  <a:pt x="717809" y="102952"/>
                  <a:pt x="737350" y="109007"/>
                  <a:pt x="688793" y="96867"/>
                </a:cubicBezTo>
                <a:cubicBezTo>
                  <a:pt x="681618" y="95073"/>
                  <a:pt x="674284" y="93824"/>
                  <a:pt x="667268" y="91485"/>
                </a:cubicBezTo>
                <a:lnTo>
                  <a:pt x="618837" y="75341"/>
                </a:lnTo>
                <a:cubicBezTo>
                  <a:pt x="613456" y="73547"/>
                  <a:pt x="608256" y="71071"/>
                  <a:pt x="602694" y="69959"/>
                </a:cubicBezTo>
                <a:lnTo>
                  <a:pt x="575788" y="64578"/>
                </a:lnTo>
                <a:cubicBezTo>
                  <a:pt x="557003" y="45793"/>
                  <a:pt x="569838" y="55419"/>
                  <a:pt x="532738" y="43052"/>
                </a:cubicBezTo>
                <a:lnTo>
                  <a:pt x="516595" y="37671"/>
                </a:lnTo>
                <a:cubicBezTo>
                  <a:pt x="511214" y="35877"/>
                  <a:pt x="506066" y="33091"/>
                  <a:pt x="500451" y="32289"/>
                </a:cubicBezTo>
                <a:lnTo>
                  <a:pt x="462783" y="26908"/>
                </a:lnTo>
                <a:cubicBezTo>
                  <a:pt x="447391" y="21777"/>
                  <a:pt x="442013" y="19525"/>
                  <a:pt x="425114" y="16145"/>
                </a:cubicBezTo>
                <a:cubicBezTo>
                  <a:pt x="414415" y="14005"/>
                  <a:pt x="403562" y="12715"/>
                  <a:pt x="392827" y="10763"/>
                </a:cubicBezTo>
                <a:cubicBezTo>
                  <a:pt x="367765" y="6206"/>
                  <a:pt x="367438" y="5761"/>
                  <a:pt x="344396" y="0"/>
                </a:cubicBezTo>
                <a:cubicBezTo>
                  <a:pt x="313903" y="1794"/>
                  <a:pt x="283324" y="2486"/>
                  <a:pt x="252916" y="5382"/>
                </a:cubicBezTo>
                <a:cubicBezTo>
                  <a:pt x="241527" y="6467"/>
                  <a:pt x="205978" y="19235"/>
                  <a:pt x="199104" y="21526"/>
                </a:cubicBezTo>
                <a:cubicBezTo>
                  <a:pt x="193723" y="23320"/>
                  <a:pt x="187680" y="23761"/>
                  <a:pt x="182960" y="26908"/>
                </a:cubicBezTo>
                <a:cubicBezTo>
                  <a:pt x="177579" y="30496"/>
                  <a:pt x="171867" y="33631"/>
                  <a:pt x="166817" y="37671"/>
                </a:cubicBezTo>
                <a:cubicBezTo>
                  <a:pt x="162855" y="40841"/>
                  <a:pt x="160405" y="45824"/>
                  <a:pt x="156054" y="48434"/>
                </a:cubicBezTo>
                <a:cubicBezTo>
                  <a:pt x="151190" y="51352"/>
                  <a:pt x="145292" y="52021"/>
                  <a:pt x="139911" y="53815"/>
                </a:cubicBezTo>
                <a:cubicBezTo>
                  <a:pt x="134530" y="57403"/>
                  <a:pt x="129552" y="61686"/>
                  <a:pt x="123767" y="64578"/>
                </a:cubicBezTo>
                <a:cubicBezTo>
                  <a:pt x="118694" y="67115"/>
                  <a:pt x="112488" y="67041"/>
                  <a:pt x="107624" y="69959"/>
                </a:cubicBezTo>
                <a:cubicBezTo>
                  <a:pt x="103273" y="72569"/>
                  <a:pt x="100823" y="77552"/>
                  <a:pt x="96861" y="80722"/>
                </a:cubicBezTo>
                <a:cubicBezTo>
                  <a:pt x="77733" y="96025"/>
                  <a:pt x="80718" y="83603"/>
                  <a:pt x="80718" y="102248"/>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198" name="Google Shape;1198;p18"/>
          <p:cNvSpPr/>
          <p:nvPr/>
        </p:nvSpPr>
        <p:spPr>
          <a:xfrm>
            <a:off x="3799125" y="675505"/>
            <a:ext cx="1145980" cy="1326399"/>
          </a:xfrm>
          <a:custGeom>
            <a:avLst/>
            <a:gdLst/>
            <a:ahLst/>
            <a:cxnLst/>
            <a:rect l="l" t="t" r="r" b="b"/>
            <a:pathLst>
              <a:path w="1145980" h="1326399" extrusionOk="0">
                <a:moveTo>
                  <a:pt x="554264" y="13322"/>
                </a:moveTo>
                <a:cubicBezTo>
                  <a:pt x="540811" y="14219"/>
                  <a:pt x="514849" y="6777"/>
                  <a:pt x="495071" y="7941"/>
                </a:cubicBezTo>
                <a:cubicBezTo>
                  <a:pt x="483746" y="8607"/>
                  <a:pt x="473546" y="15116"/>
                  <a:pt x="462783" y="18704"/>
                </a:cubicBezTo>
                <a:cubicBezTo>
                  <a:pt x="457402" y="20498"/>
                  <a:pt x="452305" y="23802"/>
                  <a:pt x="446640" y="24085"/>
                </a:cubicBezTo>
                <a:lnTo>
                  <a:pt x="339016" y="29466"/>
                </a:lnTo>
                <a:cubicBezTo>
                  <a:pt x="321964" y="35151"/>
                  <a:pt x="321632" y="33688"/>
                  <a:pt x="306729" y="45611"/>
                </a:cubicBezTo>
                <a:cubicBezTo>
                  <a:pt x="290049" y="58955"/>
                  <a:pt x="301900" y="56098"/>
                  <a:pt x="279823" y="67137"/>
                </a:cubicBezTo>
                <a:cubicBezTo>
                  <a:pt x="274749" y="69674"/>
                  <a:pt x="269060" y="70724"/>
                  <a:pt x="263679" y="72518"/>
                </a:cubicBezTo>
                <a:cubicBezTo>
                  <a:pt x="256504" y="77900"/>
                  <a:pt x="250176" y="84652"/>
                  <a:pt x="242154" y="88663"/>
                </a:cubicBezTo>
                <a:cubicBezTo>
                  <a:pt x="232007" y="93737"/>
                  <a:pt x="209867" y="99425"/>
                  <a:pt x="209867" y="99425"/>
                </a:cubicBezTo>
                <a:cubicBezTo>
                  <a:pt x="203101" y="119727"/>
                  <a:pt x="201465" y="129354"/>
                  <a:pt x="182961" y="147859"/>
                </a:cubicBezTo>
                <a:cubicBezTo>
                  <a:pt x="173992" y="156828"/>
                  <a:pt x="163090" y="164212"/>
                  <a:pt x="156055" y="174766"/>
                </a:cubicBezTo>
                <a:cubicBezTo>
                  <a:pt x="152468" y="180147"/>
                  <a:pt x="149552" y="186043"/>
                  <a:pt x="145293" y="190910"/>
                </a:cubicBezTo>
                <a:cubicBezTo>
                  <a:pt x="123257" y="216096"/>
                  <a:pt x="124126" y="213992"/>
                  <a:pt x="102243" y="228581"/>
                </a:cubicBezTo>
                <a:cubicBezTo>
                  <a:pt x="89627" y="266432"/>
                  <a:pt x="106044" y="219715"/>
                  <a:pt x="86100" y="266251"/>
                </a:cubicBezTo>
                <a:cubicBezTo>
                  <a:pt x="72733" y="297441"/>
                  <a:pt x="90636" y="267516"/>
                  <a:pt x="69956" y="298540"/>
                </a:cubicBezTo>
                <a:cubicBezTo>
                  <a:pt x="66259" y="317027"/>
                  <a:pt x="64259" y="329247"/>
                  <a:pt x="59194" y="346973"/>
                </a:cubicBezTo>
                <a:cubicBezTo>
                  <a:pt x="57636" y="352427"/>
                  <a:pt x="55305" y="357644"/>
                  <a:pt x="53812" y="363117"/>
                </a:cubicBezTo>
                <a:cubicBezTo>
                  <a:pt x="49920" y="377388"/>
                  <a:pt x="43050" y="406169"/>
                  <a:pt x="43050" y="406169"/>
                </a:cubicBezTo>
                <a:cubicBezTo>
                  <a:pt x="41256" y="425901"/>
                  <a:pt x="39984" y="445687"/>
                  <a:pt x="37669" y="465365"/>
                </a:cubicBezTo>
                <a:cubicBezTo>
                  <a:pt x="36394" y="476202"/>
                  <a:pt x="33831" y="486852"/>
                  <a:pt x="32288" y="497654"/>
                </a:cubicBezTo>
                <a:cubicBezTo>
                  <a:pt x="30243" y="511971"/>
                  <a:pt x="28700" y="526355"/>
                  <a:pt x="26906" y="540705"/>
                </a:cubicBezTo>
                <a:cubicBezTo>
                  <a:pt x="25112" y="590932"/>
                  <a:pt x="25942" y="641321"/>
                  <a:pt x="21525" y="691386"/>
                </a:cubicBezTo>
                <a:cubicBezTo>
                  <a:pt x="20528" y="702687"/>
                  <a:pt x="13880" y="712766"/>
                  <a:pt x="10763" y="723675"/>
                </a:cubicBezTo>
                <a:cubicBezTo>
                  <a:pt x="6699" y="737898"/>
                  <a:pt x="0" y="766727"/>
                  <a:pt x="0" y="766727"/>
                </a:cubicBezTo>
                <a:cubicBezTo>
                  <a:pt x="1794" y="773902"/>
                  <a:pt x="2074" y="781638"/>
                  <a:pt x="5382" y="788253"/>
                </a:cubicBezTo>
                <a:cubicBezTo>
                  <a:pt x="11166" y="799822"/>
                  <a:pt x="26906" y="820541"/>
                  <a:pt x="26906" y="820541"/>
                </a:cubicBezTo>
                <a:cubicBezTo>
                  <a:pt x="26952" y="820725"/>
                  <a:pt x="35097" y="855640"/>
                  <a:pt x="37669" y="858212"/>
                </a:cubicBezTo>
                <a:cubicBezTo>
                  <a:pt x="66456" y="887000"/>
                  <a:pt x="61290" y="873841"/>
                  <a:pt x="86100" y="885119"/>
                </a:cubicBezTo>
                <a:cubicBezTo>
                  <a:pt x="129721" y="904948"/>
                  <a:pt x="119059" y="896555"/>
                  <a:pt x="139912" y="917408"/>
                </a:cubicBezTo>
                <a:cubicBezTo>
                  <a:pt x="143499" y="928171"/>
                  <a:pt x="139912" y="946108"/>
                  <a:pt x="150674" y="949696"/>
                </a:cubicBezTo>
                <a:cubicBezTo>
                  <a:pt x="167726" y="955381"/>
                  <a:pt x="168058" y="953918"/>
                  <a:pt x="182961" y="965841"/>
                </a:cubicBezTo>
                <a:cubicBezTo>
                  <a:pt x="186923" y="969011"/>
                  <a:pt x="189762" y="973434"/>
                  <a:pt x="193724" y="976604"/>
                </a:cubicBezTo>
                <a:cubicBezTo>
                  <a:pt x="198774" y="980644"/>
                  <a:pt x="204817" y="983327"/>
                  <a:pt x="209867" y="987367"/>
                </a:cubicBezTo>
                <a:cubicBezTo>
                  <a:pt x="213829" y="990537"/>
                  <a:pt x="216092" y="995861"/>
                  <a:pt x="220630" y="998130"/>
                </a:cubicBezTo>
                <a:cubicBezTo>
                  <a:pt x="227245" y="1001437"/>
                  <a:pt x="234979" y="1001717"/>
                  <a:pt x="242154" y="1003511"/>
                </a:cubicBezTo>
                <a:cubicBezTo>
                  <a:pt x="249329" y="1007099"/>
                  <a:pt x="256069" y="1011737"/>
                  <a:pt x="263679" y="1014274"/>
                </a:cubicBezTo>
                <a:cubicBezTo>
                  <a:pt x="272356" y="1017166"/>
                  <a:pt x="281657" y="1017671"/>
                  <a:pt x="290585" y="1019655"/>
                </a:cubicBezTo>
                <a:cubicBezTo>
                  <a:pt x="297805" y="1021259"/>
                  <a:pt x="304999" y="1023005"/>
                  <a:pt x="312110" y="1025037"/>
                </a:cubicBezTo>
                <a:cubicBezTo>
                  <a:pt x="317564" y="1026595"/>
                  <a:pt x="322751" y="1029042"/>
                  <a:pt x="328254" y="1030418"/>
                </a:cubicBezTo>
                <a:cubicBezTo>
                  <a:pt x="337127" y="1032636"/>
                  <a:pt x="346161" y="1034164"/>
                  <a:pt x="355160" y="1035800"/>
                </a:cubicBezTo>
                <a:cubicBezTo>
                  <a:pt x="382513" y="1040774"/>
                  <a:pt x="396925" y="1042535"/>
                  <a:pt x="425115" y="1046563"/>
                </a:cubicBezTo>
                <a:cubicBezTo>
                  <a:pt x="435751" y="1050108"/>
                  <a:pt x="449815" y="1053222"/>
                  <a:pt x="457402" y="1062707"/>
                </a:cubicBezTo>
                <a:cubicBezTo>
                  <a:pt x="460945" y="1067137"/>
                  <a:pt x="460436" y="1073687"/>
                  <a:pt x="462783" y="1078851"/>
                </a:cubicBezTo>
                <a:cubicBezTo>
                  <a:pt x="469422" y="1093457"/>
                  <a:pt x="480417" y="1106338"/>
                  <a:pt x="484308" y="1121903"/>
                </a:cubicBezTo>
                <a:cubicBezTo>
                  <a:pt x="492441" y="1154438"/>
                  <a:pt x="487349" y="1136409"/>
                  <a:pt x="500452" y="1175718"/>
                </a:cubicBezTo>
                <a:cubicBezTo>
                  <a:pt x="502246" y="1181099"/>
                  <a:pt x="502687" y="1187142"/>
                  <a:pt x="505833" y="1191862"/>
                </a:cubicBezTo>
                <a:cubicBezTo>
                  <a:pt x="519741" y="1212727"/>
                  <a:pt x="514550" y="1201871"/>
                  <a:pt x="521977" y="1224151"/>
                </a:cubicBezTo>
                <a:cubicBezTo>
                  <a:pt x="523771" y="1243883"/>
                  <a:pt x="523915" y="1263835"/>
                  <a:pt x="527358" y="1283347"/>
                </a:cubicBezTo>
                <a:cubicBezTo>
                  <a:pt x="529329" y="1294519"/>
                  <a:pt x="527357" y="1312048"/>
                  <a:pt x="538120" y="1315636"/>
                </a:cubicBezTo>
                <a:lnTo>
                  <a:pt x="570407" y="1326399"/>
                </a:lnTo>
                <a:cubicBezTo>
                  <a:pt x="577582" y="1324605"/>
                  <a:pt x="587633" y="1327035"/>
                  <a:pt x="591932" y="1321017"/>
                </a:cubicBezTo>
                <a:cubicBezTo>
                  <a:pt x="598274" y="1312138"/>
                  <a:pt x="595173" y="1299428"/>
                  <a:pt x="597313" y="1288728"/>
                </a:cubicBezTo>
                <a:cubicBezTo>
                  <a:pt x="600690" y="1271845"/>
                  <a:pt x="602950" y="1266438"/>
                  <a:pt x="608076" y="1251058"/>
                </a:cubicBezTo>
                <a:cubicBezTo>
                  <a:pt x="609870" y="1233120"/>
                  <a:pt x="610716" y="1215062"/>
                  <a:pt x="613457" y="1197244"/>
                </a:cubicBezTo>
                <a:cubicBezTo>
                  <a:pt x="614320" y="1191637"/>
                  <a:pt x="617462" y="1186602"/>
                  <a:pt x="618838" y="1181099"/>
                </a:cubicBezTo>
                <a:cubicBezTo>
                  <a:pt x="621056" y="1172225"/>
                  <a:pt x="620434" y="1162519"/>
                  <a:pt x="624219" y="1154192"/>
                </a:cubicBezTo>
                <a:cubicBezTo>
                  <a:pt x="643983" y="1110709"/>
                  <a:pt x="638392" y="1133784"/>
                  <a:pt x="656507" y="1111140"/>
                </a:cubicBezTo>
                <a:cubicBezTo>
                  <a:pt x="669094" y="1095406"/>
                  <a:pt x="665516" y="1091635"/>
                  <a:pt x="683413" y="1078851"/>
                </a:cubicBezTo>
                <a:cubicBezTo>
                  <a:pt x="689940" y="1074188"/>
                  <a:pt x="697762" y="1071676"/>
                  <a:pt x="704937" y="1068089"/>
                </a:cubicBezTo>
                <a:cubicBezTo>
                  <a:pt x="721081" y="1069883"/>
                  <a:pt x="737697" y="1069196"/>
                  <a:pt x="753368" y="1073470"/>
                </a:cubicBezTo>
                <a:cubicBezTo>
                  <a:pt x="758263" y="1074805"/>
                  <a:pt x="759066" y="1083935"/>
                  <a:pt x="764131" y="1084233"/>
                </a:cubicBezTo>
                <a:lnTo>
                  <a:pt x="844849" y="1078851"/>
                </a:lnTo>
                <a:cubicBezTo>
                  <a:pt x="871547" y="1061052"/>
                  <a:pt x="856417" y="1072664"/>
                  <a:pt x="887898" y="1041181"/>
                </a:cubicBezTo>
                <a:cubicBezTo>
                  <a:pt x="893279" y="1035800"/>
                  <a:pt x="899821" y="1031369"/>
                  <a:pt x="904042" y="1025037"/>
                </a:cubicBezTo>
                <a:cubicBezTo>
                  <a:pt x="917950" y="1004172"/>
                  <a:pt x="908668" y="1010937"/>
                  <a:pt x="930948" y="1003511"/>
                </a:cubicBezTo>
                <a:cubicBezTo>
                  <a:pt x="934535" y="998130"/>
                  <a:pt x="937137" y="991940"/>
                  <a:pt x="941710" y="987367"/>
                </a:cubicBezTo>
                <a:cubicBezTo>
                  <a:pt x="964689" y="964387"/>
                  <a:pt x="954763" y="992023"/>
                  <a:pt x="968616" y="955078"/>
                </a:cubicBezTo>
                <a:cubicBezTo>
                  <a:pt x="972707" y="944167"/>
                  <a:pt x="975994" y="914315"/>
                  <a:pt x="984760" y="906645"/>
                </a:cubicBezTo>
                <a:cubicBezTo>
                  <a:pt x="993298" y="899174"/>
                  <a:pt x="1017047" y="895882"/>
                  <a:pt x="1017047" y="895882"/>
                </a:cubicBezTo>
                <a:cubicBezTo>
                  <a:pt x="1024222" y="897676"/>
                  <a:pt x="1031176" y="901263"/>
                  <a:pt x="1038572" y="901263"/>
                </a:cubicBezTo>
                <a:cubicBezTo>
                  <a:pt x="1047718" y="901263"/>
                  <a:pt x="1056605" y="898100"/>
                  <a:pt x="1065478" y="895882"/>
                </a:cubicBezTo>
                <a:cubicBezTo>
                  <a:pt x="1070981" y="894506"/>
                  <a:pt x="1076548" y="893037"/>
                  <a:pt x="1081621" y="890500"/>
                </a:cubicBezTo>
                <a:cubicBezTo>
                  <a:pt x="1095844" y="883388"/>
                  <a:pt x="1117657" y="863352"/>
                  <a:pt x="1124671" y="852830"/>
                </a:cubicBezTo>
                <a:lnTo>
                  <a:pt x="1135433" y="836686"/>
                </a:lnTo>
                <a:cubicBezTo>
                  <a:pt x="1148796" y="796593"/>
                  <a:pt x="1150179" y="799105"/>
                  <a:pt x="1135433" y="729056"/>
                </a:cubicBezTo>
                <a:cubicBezTo>
                  <a:pt x="1134101" y="722728"/>
                  <a:pt x="1124340" y="722334"/>
                  <a:pt x="1119290" y="718294"/>
                </a:cubicBezTo>
                <a:cubicBezTo>
                  <a:pt x="1115328" y="715124"/>
                  <a:pt x="1112115" y="711119"/>
                  <a:pt x="1108527" y="707531"/>
                </a:cubicBezTo>
                <a:cubicBezTo>
                  <a:pt x="1106733" y="702149"/>
                  <a:pt x="1105683" y="696460"/>
                  <a:pt x="1103146" y="691386"/>
                </a:cubicBezTo>
                <a:cubicBezTo>
                  <a:pt x="1082279" y="649649"/>
                  <a:pt x="1100533" y="699686"/>
                  <a:pt x="1087002" y="659097"/>
                </a:cubicBezTo>
                <a:cubicBezTo>
                  <a:pt x="1085208" y="648334"/>
                  <a:pt x="1083988" y="637460"/>
                  <a:pt x="1081621" y="626809"/>
                </a:cubicBezTo>
                <a:cubicBezTo>
                  <a:pt x="1080391" y="621271"/>
                  <a:pt x="1077103" y="616271"/>
                  <a:pt x="1076240" y="610664"/>
                </a:cubicBezTo>
                <a:cubicBezTo>
                  <a:pt x="1074494" y="599317"/>
                  <a:pt x="1073437" y="553897"/>
                  <a:pt x="1065478" y="535324"/>
                </a:cubicBezTo>
                <a:cubicBezTo>
                  <a:pt x="1062930" y="529379"/>
                  <a:pt x="1058303" y="524561"/>
                  <a:pt x="1054715" y="519179"/>
                </a:cubicBezTo>
                <a:cubicBezTo>
                  <a:pt x="1052921" y="506622"/>
                  <a:pt x="1051010" y="494082"/>
                  <a:pt x="1049334" y="481509"/>
                </a:cubicBezTo>
                <a:cubicBezTo>
                  <a:pt x="1047423" y="467174"/>
                  <a:pt x="1046983" y="452599"/>
                  <a:pt x="1043953" y="438458"/>
                </a:cubicBezTo>
                <a:cubicBezTo>
                  <a:pt x="1041576" y="427365"/>
                  <a:pt x="1033190" y="406169"/>
                  <a:pt x="1033190" y="406169"/>
                </a:cubicBezTo>
                <a:cubicBezTo>
                  <a:pt x="1031396" y="395406"/>
                  <a:pt x="1030455" y="384466"/>
                  <a:pt x="1027809" y="373880"/>
                </a:cubicBezTo>
                <a:cubicBezTo>
                  <a:pt x="1025058" y="362874"/>
                  <a:pt x="1019798" y="352597"/>
                  <a:pt x="1017047" y="341591"/>
                </a:cubicBezTo>
                <a:cubicBezTo>
                  <a:pt x="1015253" y="334416"/>
                  <a:pt x="1013791" y="327149"/>
                  <a:pt x="1011666" y="320065"/>
                </a:cubicBezTo>
                <a:cubicBezTo>
                  <a:pt x="1008406" y="309199"/>
                  <a:pt x="1004491" y="298540"/>
                  <a:pt x="1000903" y="287777"/>
                </a:cubicBezTo>
                <a:lnTo>
                  <a:pt x="990141" y="255488"/>
                </a:lnTo>
                <a:lnTo>
                  <a:pt x="973997" y="207055"/>
                </a:lnTo>
                <a:cubicBezTo>
                  <a:pt x="972203" y="201673"/>
                  <a:pt x="973336" y="194057"/>
                  <a:pt x="968616" y="190910"/>
                </a:cubicBezTo>
                <a:lnTo>
                  <a:pt x="952472" y="180147"/>
                </a:lnTo>
                <a:cubicBezTo>
                  <a:pt x="948885" y="174766"/>
                  <a:pt x="944602" y="169788"/>
                  <a:pt x="941710" y="164003"/>
                </a:cubicBezTo>
                <a:cubicBezTo>
                  <a:pt x="939173" y="158929"/>
                  <a:pt x="939247" y="152723"/>
                  <a:pt x="936329" y="147859"/>
                </a:cubicBezTo>
                <a:cubicBezTo>
                  <a:pt x="933719" y="143508"/>
                  <a:pt x="928735" y="141058"/>
                  <a:pt x="925566" y="137096"/>
                </a:cubicBezTo>
                <a:cubicBezTo>
                  <a:pt x="912700" y="121012"/>
                  <a:pt x="918703" y="119096"/>
                  <a:pt x="898660" y="110188"/>
                </a:cubicBezTo>
                <a:cubicBezTo>
                  <a:pt x="888293" y="105580"/>
                  <a:pt x="877135" y="103013"/>
                  <a:pt x="866373" y="99425"/>
                </a:cubicBezTo>
                <a:lnTo>
                  <a:pt x="850230" y="94044"/>
                </a:lnTo>
                <a:cubicBezTo>
                  <a:pt x="822958" y="66772"/>
                  <a:pt x="858253" y="98858"/>
                  <a:pt x="823324" y="77900"/>
                </a:cubicBezTo>
                <a:cubicBezTo>
                  <a:pt x="818973" y="75290"/>
                  <a:pt x="817099" y="69406"/>
                  <a:pt x="812561" y="67137"/>
                </a:cubicBezTo>
                <a:cubicBezTo>
                  <a:pt x="805946" y="63829"/>
                  <a:pt x="798368" y="62732"/>
                  <a:pt x="791037" y="61755"/>
                </a:cubicBezTo>
                <a:cubicBezTo>
                  <a:pt x="771398" y="59136"/>
                  <a:pt x="751574" y="58168"/>
                  <a:pt x="731843" y="56374"/>
                </a:cubicBezTo>
                <a:cubicBezTo>
                  <a:pt x="724668" y="54580"/>
                  <a:pt x="717430" y="53024"/>
                  <a:pt x="710319" y="50992"/>
                </a:cubicBezTo>
                <a:cubicBezTo>
                  <a:pt x="704865" y="49434"/>
                  <a:pt x="699813" y="46237"/>
                  <a:pt x="694175" y="45611"/>
                </a:cubicBezTo>
                <a:cubicBezTo>
                  <a:pt x="667374" y="42633"/>
                  <a:pt x="640363" y="42023"/>
                  <a:pt x="613457" y="40229"/>
                </a:cubicBezTo>
                <a:cubicBezTo>
                  <a:pt x="582613" y="-6040"/>
                  <a:pt x="623685" y="48413"/>
                  <a:pt x="586551" y="18704"/>
                </a:cubicBezTo>
                <a:cubicBezTo>
                  <a:pt x="581501" y="14664"/>
                  <a:pt x="580839" y="6599"/>
                  <a:pt x="575789" y="2559"/>
                </a:cubicBezTo>
                <a:cubicBezTo>
                  <a:pt x="564100" y="-6792"/>
                  <a:pt x="567717" y="12425"/>
                  <a:pt x="554264" y="13322"/>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199" name="Google Shape;1199;p18"/>
          <p:cNvSpPr/>
          <p:nvPr/>
        </p:nvSpPr>
        <p:spPr>
          <a:xfrm>
            <a:off x="4299577" y="1059667"/>
            <a:ext cx="118386" cy="511720"/>
          </a:xfrm>
          <a:custGeom>
            <a:avLst/>
            <a:gdLst/>
            <a:ahLst/>
            <a:cxnLst/>
            <a:rect l="l" t="t" r="r" b="b"/>
            <a:pathLst>
              <a:path w="118386" h="511720" extrusionOk="0">
                <a:moveTo>
                  <a:pt x="53812" y="481"/>
                </a:moveTo>
                <a:cubicBezTo>
                  <a:pt x="57399" y="4069"/>
                  <a:pt x="53180" y="26983"/>
                  <a:pt x="59193" y="38151"/>
                </a:cubicBezTo>
                <a:cubicBezTo>
                  <a:pt x="66409" y="51553"/>
                  <a:pt x="91480" y="70440"/>
                  <a:pt x="91480" y="70440"/>
                </a:cubicBezTo>
                <a:cubicBezTo>
                  <a:pt x="109085" y="123258"/>
                  <a:pt x="85155" y="46745"/>
                  <a:pt x="102243" y="183451"/>
                </a:cubicBezTo>
                <a:cubicBezTo>
                  <a:pt x="103650" y="194708"/>
                  <a:pt x="109418" y="204976"/>
                  <a:pt x="113005" y="215739"/>
                </a:cubicBezTo>
                <a:lnTo>
                  <a:pt x="118386" y="231884"/>
                </a:lnTo>
                <a:cubicBezTo>
                  <a:pt x="114799" y="249822"/>
                  <a:pt x="114660" y="268812"/>
                  <a:pt x="107624" y="285698"/>
                </a:cubicBezTo>
                <a:cubicBezTo>
                  <a:pt x="105137" y="291668"/>
                  <a:pt x="96347" y="292202"/>
                  <a:pt x="91480" y="296461"/>
                </a:cubicBezTo>
                <a:cubicBezTo>
                  <a:pt x="81935" y="304814"/>
                  <a:pt x="64574" y="323369"/>
                  <a:pt x="64574" y="323369"/>
                </a:cubicBezTo>
                <a:cubicBezTo>
                  <a:pt x="66368" y="348482"/>
                  <a:pt x="67175" y="373686"/>
                  <a:pt x="69955" y="398709"/>
                </a:cubicBezTo>
                <a:cubicBezTo>
                  <a:pt x="70772" y="406060"/>
                  <a:pt x="75337" y="412839"/>
                  <a:pt x="75337" y="420235"/>
                </a:cubicBezTo>
                <a:cubicBezTo>
                  <a:pt x="75337" y="450783"/>
                  <a:pt x="71749" y="481225"/>
                  <a:pt x="69955" y="511720"/>
                </a:cubicBezTo>
                <a:cubicBezTo>
                  <a:pt x="63092" y="491128"/>
                  <a:pt x="57878" y="478238"/>
                  <a:pt x="53812" y="457905"/>
                </a:cubicBezTo>
                <a:cubicBezTo>
                  <a:pt x="51672" y="447205"/>
                  <a:pt x="50798" y="436268"/>
                  <a:pt x="48431" y="425616"/>
                </a:cubicBezTo>
                <a:cubicBezTo>
                  <a:pt x="47200" y="420079"/>
                  <a:pt x="44425" y="414975"/>
                  <a:pt x="43049" y="409472"/>
                </a:cubicBezTo>
                <a:cubicBezTo>
                  <a:pt x="40831" y="400599"/>
                  <a:pt x="39462" y="391534"/>
                  <a:pt x="37668" y="382565"/>
                </a:cubicBezTo>
                <a:cubicBezTo>
                  <a:pt x="35874" y="357451"/>
                  <a:pt x="35229" y="332229"/>
                  <a:pt x="32287" y="307224"/>
                </a:cubicBezTo>
                <a:cubicBezTo>
                  <a:pt x="31624" y="301590"/>
                  <a:pt x="29824" y="295944"/>
                  <a:pt x="26906" y="291080"/>
                </a:cubicBezTo>
                <a:cubicBezTo>
                  <a:pt x="24296" y="286729"/>
                  <a:pt x="19731" y="283905"/>
                  <a:pt x="16143" y="280317"/>
                </a:cubicBezTo>
                <a:cubicBezTo>
                  <a:pt x="4005" y="231762"/>
                  <a:pt x="10058" y="251298"/>
                  <a:pt x="0" y="221121"/>
                </a:cubicBezTo>
                <a:cubicBezTo>
                  <a:pt x="1794" y="201389"/>
                  <a:pt x="3066" y="181603"/>
                  <a:pt x="5381" y="161925"/>
                </a:cubicBezTo>
                <a:cubicBezTo>
                  <a:pt x="6656" y="151088"/>
                  <a:pt x="9557" y="140481"/>
                  <a:pt x="10762" y="129636"/>
                </a:cubicBezTo>
                <a:cubicBezTo>
                  <a:pt x="13147" y="108167"/>
                  <a:pt x="12592" y="86365"/>
                  <a:pt x="16143" y="65058"/>
                </a:cubicBezTo>
                <a:cubicBezTo>
                  <a:pt x="17358" y="57770"/>
                  <a:pt x="27223" y="24459"/>
                  <a:pt x="37668" y="16625"/>
                </a:cubicBezTo>
                <a:cubicBezTo>
                  <a:pt x="40538" y="14472"/>
                  <a:pt x="50225" y="-3107"/>
                  <a:pt x="53812" y="481"/>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00" name="Google Shape;1200;p18"/>
          <p:cNvSpPr/>
          <p:nvPr/>
        </p:nvSpPr>
        <p:spPr>
          <a:xfrm>
            <a:off x="4002113" y="1307695"/>
            <a:ext cx="209127" cy="129155"/>
          </a:xfrm>
          <a:custGeom>
            <a:avLst/>
            <a:gdLst/>
            <a:ahLst/>
            <a:cxnLst/>
            <a:rect l="l" t="t" r="r" b="b"/>
            <a:pathLst>
              <a:path w="209127" h="129155" extrusionOk="0">
                <a:moveTo>
                  <a:pt x="23023" y="53815"/>
                </a:moveTo>
                <a:lnTo>
                  <a:pt x="87597" y="32289"/>
                </a:lnTo>
                <a:lnTo>
                  <a:pt x="103741" y="26907"/>
                </a:lnTo>
                <a:lnTo>
                  <a:pt x="119884" y="21526"/>
                </a:lnTo>
                <a:cubicBezTo>
                  <a:pt x="123472" y="17938"/>
                  <a:pt x="126109" y="13032"/>
                  <a:pt x="130647" y="10763"/>
                </a:cubicBezTo>
                <a:cubicBezTo>
                  <a:pt x="140794" y="5689"/>
                  <a:pt x="162934" y="0"/>
                  <a:pt x="162934" y="0"/>
                </a:cubicBezTo>
                <a:cubicBezTo>
                  <a:pt x="173696" y="3588"/>
                  <a:pt x="185074" y="5689"/>
                  <a:pt x="195221" y="10763"/>
                </a:cubicBezTo>
                <a:cubicBezTo>
                  <a:pt x="220558" y="23432"/>
                  <a:pt x="204241" y="63740"/>
                  <a:pt x="200602" y="80722"/>
                </a:cubicBezTo>
                <a:cubicBezTo>
                  <a:pt x="197221" y="96498"/>
                  <a:pt x="166109" y="115540"/>
                  <a:pt x="157553" y="118392"/>
                </a:cubicBezTo>
                <a:lnTo>
                  <a:pt x="125266" y="129155"/>
                </a:lnTo>
                <a:cubicBezTo>
                  <a:pt x="96566" y="127361"/>
                  <a:pt x="67658" y="127659"/>
                  <a:pt x="39166" y="123774"/>
                </a:cubicBezTo>
                <a:cubicBezTo>
                  <a:pt x="27925" y="122241"/>
                  <a:pt x="6879" y="113011"/>
                  <a:pt x="6879" y="113011"/>
                </a:cubicBezTo>
                <a:cubicBezTo>
                  <a:pt x="985" y="95326"/>
                  <a:pt x="-5083" y="85513"/>
                  <a:pt x="6879" y="64578"/>
                </a:cubicBezTo>
                <a:cubicBezTo>
                  <a:pt x="9693" y="59653"/>
                  <a:pt x="17756" y="61303"/>
                  <a:pt x="23023" y="59196"/>
                </a:cubicBezTo>
                <a:cubicBezTo>
                  <a:pt x="26747" y="57706"/>
                  <a:pt x="30198" y="55609"/>
                  <a:pt x="23023" y="53815"/>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01" name="Google Shape;1201;p18"/>
          <p:cNvSpPr/>
          <p:nvPr/>
        </p:nvSpPr>
        <p:spPr>
          <a:xfrm>
            <a:off x="4089710" y="1650352"/>
            <a:ext cx="193723" cy="102248"/>
          </a:xfrm>
          <a:custGeom>
            <a:avLst/>
            <a:gdLst/>
            <a:ahLst/>
            <a:cxnLst/>
            <a:rect l="l" t="t" r="r" b="b"/>
            <a:pathLst>
              <a:path w="193723" h="102248" extrusionOk="0">
                <a:moveTo>
                  <a:pt x="123768" y="102248"/>
                </a:moveTo>
                <a:cubicBezTo>
                  <a:pt x="41118" y="90441"/>
                  <a:pt x="116323" y="106713"/>
                  <a:pt x="69956" y="86104"/>
                </a:cubicBezTo>
                <a:cubicBezTo>
                  <a:pt x="59589" y="81496"/>
                  <a:pt x="37669" y="75341"/>
                  <a:pt x="37669" y="75341"/>
                </a:cubicBezTo>
                <a:cubicBezTo>
                  <a:pt x="28700" y="66372"/>
                  <a:pt x="14774" y="60466"/>
                  <a:pt x="10763" y="48433"/>
                </a:cubicBezTo>
                <a:lnTo>
                  <a:pt x="0" y="16145"/>
                </a:lnTo>
                <a:cubicBezTo>
                  <a:pt x="19731" y="14351"/>
                  <a:pt x="39682" y="14206"/>
                  <a:pt x="59193" y="10763"/>
                </a:cubicBezTo>
                <a:cubicBezTo>
                  <a:pt x="70365" y="8791"/>
                  <a:pt x="91481" y="0"/>
                  <a:pt x="91481" y="0"/>
                </a:cubicBezTo>
                <a:cubicBezTo>
                  <a:pt x="113006" y="1794"/>
                  <a:pt x="134645" y="2527"/>
                  <a:pt x="156055" y="5382"/>
                </a:cubicBezTo>
                <a:cubicBezTo>
                  <a:pt x="161677" y="6132"/>
                  <a:pt x="167334" y="7845"/>
                  <a:pt x="172198" y="10763"/>
                </a:cubicBezTo>
                <a:cubicBezTo>
                  <a:pt x="176549" y="13373"/>
                  <a:pt x="179792" y="17564"/>
                  <a:pt x="182961" y="21526"/>
                </a:cubicBezTo>
                <a:cubicBezTo>
                  <a:pt x="187001" y="26577"/>
                  <a:pt x="190136" y="32289"/>
                  <a:pt x="193723" y="37671"/>
                </a:cubicBezTo>
                <a:cubicBezTo>
                  <a:pt x="189676" y="70051"/>
                  <a:pt x="197369" y="80085"/>
                  <a:pt x="172198" y="96867"/>
                </a:cubicBezTo>
                <a:cubicBezTo>
                  <a:pt x="167479" y="100013"/>
                  <a:pt x="161436" y="100454"/>
                  <a:pt x="156055" y="102248"/>
                </a:cubicBezTo>
                <a:lnTo>
                  <a:pt x="123768" y="102248"/>
                </a:ln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02" name="Google Shape;1202;p18"/>
          <p:cNvSpPr/>
          <p:nvPr/>
        </p:nvSpPr>
        <p:spPr>
          <a:xfrm>
            <a:off x="2808982" y="1960987"/>
            <a:ext cx="403593" cy="455289"/>
          </a:xfrm>
          <a:custGeom>
            <a:avLst/>
            <a:gdLst/>
            <a:ahLst/>
            <a:cxnLst/>
            <a:rect l="l" t="t" r="r" b="b"/>
            <a:pathLst>
              <a:path w="403593" h="455289" extrusionOk="0">
                <a:moveTo>
                  <a:pt x="177583" y="455289"/>
                </a:moveTo>
                <a:cubicBezTo>
                  <a:pt x="120578" y="430858"/>
                  <a:pt x="155392" y="453195"/>
                  <a:pt x="123771" y="417619"/>
                </a:cubicBezTo>
                <a:cubicBezTo>
                  <a:pt x="115345" y="408139"/>
                  <a:pt x="102537" y="402057"/>
                  <a:pt x="96865" y="390712"/>
                </a:cubicBezTo>
                <a:cubicBezTo>
                  <a:pt x="88374" y="373730"/>
                  <a:pt x="77561" y="349880"/>
                  <a:pt x="64578" y="336897"/>
                </a:cubicBezTo>
                <a:cubicBezTo>
                  <a:pt x="59197" y="331516"/>
                  <a:pt x="53306" y="326600"/>
                  <a:pt x="48434" y="320753"/>
                </a:cubicBezTo>
                <a:cubicBezTo>
                  <a:pt x="38930" y="309347"/>
                  <a:pt x="33486" y="296235"/>
                  <a:pt x="26909" y="283082"/>
                </a:cubicBezTo>
                <a:cubicBezTo>
                  <a:pt x="19094" y="251821"/>
                  <a:pt x="20346" y="260498"/>
                  <a:pt x="16147" y="218505"/>
                </a:cubicBezTo>
                <a:cubicBezTo>
                  <a:pt x="8154" y="138565"/>
                  <a:pt x="16690" y="177619"/>
                  <a:pt x="5384" y="132402"/>
                </a:cubicBezTo>
                <a:cubicBezTo>
                  <a:pt x="3590" y="116257"/>
                  <a:pt x="3" y="100212"/>
                  <a:pt x="3" y="83968"/>
                </a:cubicBezTo>
                <a:cubicBezTo>
                  <a:pt x="3" y="-40040"/>
                  <a:pt x="-2772" y="8326"/>
                  <a:pt x="150677" y="14009"/>
                </a:cubicBezTo>
                <a:cubicBezTo>
                  <a:pt x="156058" y="15803"/>
                  <a:pt x="162391" y="15847"/>
                  <a:pt x="166820" y="19391"/>
                </a:cubicBezTo>
                <a:cubicBezTo>
                  <a:pt x="179674" y="29675"/>
                  <a:pt x="176464" y="38679"/>
                  <a:pt x="182964" y="51680"/>
                </a:cubicBezTo>
                <a:cubicBezTo>
                  <a:pt x="185856" y="57465"/>
                  <a:pt x="190139" y="62443"/>
                  <a:pt x="193726" y="67824"/>
                </a:cubicBezTo>
                <a:cubicBezTo>
                  <a:pt x="197314" y="82175"/>
                  <a:pt x="202856" y="96174"/>
                  <a:pt x="204489" y="110876"/>
                </a:cubicBezTo>
                <a:cubicBezTo>
                  <a:pt x="206194" y="126223"/>
                  <a:pt x="206236" y="157421"/>
                  <a:pt x="215251" y="175453"/>
                </a:cubicBezTo>
                <a:cubicBezTo>
                  <a:pt x="218143" y="181238"/>
                  <a:pt x="221973" y="186547"/>
                  <a:pt x="226013" y="191598"/>
                </a:cubicBezTo>
                <a:cubicBezTo>
                  <a:pt x="229182" y="195560"/>
                  <a:pt x="232425" y="199751"/>
                  <a:pt x="236776" y="202361"/>
                </a:cubicBezTo>
                <a:cubicBezTo>
                  <a:pt x="241640" y="205279"/>
                  <a:pt x="247538" y="205948"/>
                  <a:pt x="252919" y="207742"/>
                </a:cubicBezTo>
                <a:cubicBezTo>
                  <a:pt x="261865" y="216688"/>
                  <a:pt x="269013" y="222428"/>
                  <a:pt x="274444" y="234649"/>
                </a:cubicBezTo>
                <a:cubicBezTo>
                  <a:pt x="279052" y="245016"/>
                  <a:pt x="281619" y="256175"/>
                  <a:pt x="285207" y="266938"/>
                </a:cubicBezTo>
                <a:lnTo>
                  <a:pt x="295969" y="299227"/>
                </a:lnTo>
                <a:cubicBezTo>
                  <a:pt x="297763" y="304608"/>
                  <a:pt x="297339" y="311360"/>
                  <a:pt x="301350" y="315371"/>
                </a:cubicBezTo>
                <a:lnTo>
                  <a:pt x="312113" y="326134"/>
                </a:lnTo>
                <a:cubicBezTo>
                  <a:pt x="313907" y="331516"/>
                  <a:pt x="313950" y="337849"/>
                  <a:pt x="317494" y="342279"/>
                </a:cubicBezTo>
                <a:cubicBezTo>
                  <a:pt x="321534" y="347329"/>
                  <a:pt x="328587" y="349001"/>
                  <a:pt x="333637" y="353041"/>
                </a:cubicBezTo>
                <a:cubicBezTo>
                  <a:pt x="337599" y="356211"/>
                  <a:pt x="340812" y="360216"/>
                  <a:pt x="344400" y="363804"/>
                </a:cubicBezTo>
                <a:cubicBezTo>
                  <a:pt x="356575" y="400334"/>
                  <a:pt x="338895" y="358302"/>
                  <a:pt x="382068" y="401475"/>
                </a:cubicBezTo>
                <a:cubicBezTo>
                  <a:pt x="397404" y="416811"/>
                  <a:pt x="390017" y="408016"/>
                  <a:pt x="403593" y="428382"/>
                </a:cubicBezTo>
                <a:cubicBezTo>
                  <a:pt x="353377" y="461860"/>
                  <a:pt x="401263" y="433949"/>
                  <a:pt x="269063" y="444526"/>
                </a:cubicBezTo>
                <a:cubicBezTo>
                  <a:pt x="263409" y="444978"/>
                  <a:pt x="258373" y="448350"/>
                  <a:pt x="252919" y="449908"/>
                </a:cubicBezTo>
                <a:cubicBezTo>
                  <a:pt x="245808" y="451940"/>
                  <a:pt x="238570" y="453495"/>
                  <a:pt x="231395" y="455289"/>
                </a:cubicBezTo>
                <a:cubicBezTo>
                  <a:pt x="224869" y="454201"/>
                  <a:pt x="193157" y="450642"/>
                  <a:pt x="182964" y="444526"/>
                </a:cubicBezTo>
                <a:cubicBezTo>
                  <a:pt x="178613" y="441915"/>
                  <a:pt x="176260" y="436807"/>
                  <a:pt x="172201" y="433763"/>
                </a:cubicBezTo>
                <a:cubicBezTo>
                  <a:pt x="142597" y="411560"/>
                  <a:pt x="148939" y="415247"/>
                  <a:pt x="123771" y="406856"/>
                </a:cubicBezTo>
                <a:cubicBezTo>
                  <a:pt x="109834" y="365045"/>
                  <a:pt x="124461" y="380225"/>
                  <a:pt x="96865" y="369186"/>
                </a:cubicBezTo>
                <a:cubicBezTo>
                  <a:pt x="93141" y="367696"/>
                  <a:pt x="89690" y="365598"/>
                  <a:pt x="86102" y="363804"/>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03" name="Google Shape;1203;p18"/>
          <p:cNvSpPr/>
          <p:nvPr/>
        </p:nvSpPr>
        <p:spPr>
          <a:xfrm>
            <a:off x="3056520" y="2409033"/>
            <a:ext cx="866373" cy="496956"/>
          </a:xfrm>
          <a:custGeom>
            <a:avLst/>
            <a:gdLst/>
            <a:ahLst/>
            <a:cxnLst/>
            <a:rect l="l" t="t" r="r" b="b"/>
            <a:pathLst>
              <a:path w="866373" h="496956" extrusionOk="0">
                <a:moveTo>
                  <a:pt x="0" y="39532"/>
                </a:moveTo>
                <a:cubicBezTo>
                  <a:pt x="8969" y="43120"/>
                  <a:pt x="18519" y="45502"/>
                  <a:pt x="26906" y="50295"/>
                </a:cubicBezTo>
                <a:cubicBezTo>
                  <a:pt x="31311" y="52812"/>
                  <a:pt x="33707" y="57888"/>
                  <a:pt x="37669" y="61058"/>
                </a:cubicBezTo>
                <a:cubicBezTo>
                  <a:pt x="42719" y="65098"/>
                  <a:pt x="48945" y="67562"/>
                  <a:pt x="53812" y="71821"/>
                </a:cubicBezTo>
                <a:cubicBezTo>
                  <a:pt x="63357" y="80174"/>
                  <a:pt x="71749" y="89759"/>
                  <a:pt x="80718" y="98728"/>
                </a:cubicBezTo>
                <a:cubicBezTo>
                  <a:pt x="84306" y="102316"/>
                  <a:pt x="86559" y="108260"/>
                  <a:pt x="91481" y="109491"/>
                </a:cubicBezTo>
                <a:lnTo>
                  <a:pt x="113005" y="114872"/>
                </a:lnTo>
                <a:cubicBezTo>
                  <a:pt x="123768" y="122047"/>
                  <a:pt x="138118" y="125635"/>
                  <a:pt x="145293" y="136398"/>
                </a:cubicBezTo>
                <a:cubicBezTo>
                  <a:pt x="159642" y="157925"/>
                  <a:pt x="150674" y="148955"/>
                  <a:pt x="172199" y="163306"/>
                </a:cubicBezTo>
                <a:cubicBezTo>
                  <a:pt x="184317" y="199661"/>
                  <a:pt x="167511" y="160255"/>
                  <a:pt x="193723" y="190213"/>
                </a:cubicBezTo>
                <a:cubicBezTo>
                  <a:pt x="202241" y="199948"/>
                  <a:pt x="208073" y="211739"/>
                  <a:pt x="215248" y="222502"/>
                </a:cubicBezTo>
                <a:cubicBezTo>
                  <a:pt x="223873" y="235440"/>
                  <a:pt x="239428" y="261056"/>
                  <a:pt x="252917" y="265553"/>
                </a:cubicBezTo>
                <a:lnTo>
                  <a:pt x="269060" y="270935"/>
                </a:lnTo>
                <a:cubicBezTo>
                  <a:pt x="272648" y="274523"/>
                  <a:pt x="275861" y="278528"/>
                  <a:pt x="279823" y="281698"/>
                </a:cubicBezTo>
                <a:cubicBezTo>
                  <a:pt x="284873" y="285738"/>
                  <a:pt x="291926" y="287411"/>
                  <a:pt x="295966" y="292461"/>
                </a:cubicBezTo>
                <a:cubicBezTo>
                  <a:pt x="299509" y="296891"/>
                  <a:pt x="298429" y="303741"/>
                  <a:pt x="301347" y="308605"/>
                </a:cubicBezTo>
                <a:cubicBezTo>
                  <a:pt x="303957" y="312956"/>
                  <a:pt x="309066" y="315309"/>
                  <a:pt x="312110" y="319368"/>
                </a:cubicBezTo>
                <a:cubicBezTo>
                  <a:pt x="319871" y="329716"/>
                  <a:pt x="321363" y="347566"/>
                  <a:pt x="333634" y="351657"/>
                </a:cubicBezTo>
                <a:lnTo>
                  <a:pt x="382065" y="367801"/>
                </a:lnTo>
                <a:lnTo>
                  <a:pt x="398209" y="373183"/>
                </a:lnTo>
                <a:lnTo>
                  <a:pt x="414352" y="378564"/>
                </a:lnTo>
                <a:cubicBezTo>
                  <a:pt x="423296" y="387508"/>
                  <a:pt x="429041" y="394660"/>
                  <a:pt x="441258" y="400090"/>
                </a:cubicBezTo>
                <a:cubicBezTo>
                  <a:pt x="451625" y="404698"/>
                  <a:pt x="464107" y="404560"/>
                  <a:pt x="473546" y="410853"/>
                </a:cubicBezTo>
                <a:cubicBezTo>
                  <a:pt x="478927" y="414441"/>
                  <a:pt x="484639" y="417576"/>
                  <a:pt x="489689" y="421616"/>
                </a:cubicBezTo>
                <a:cubicBezTo>
                  <a:pt x="506369" y="434960"/>
                  <a:pt x="494518" y="432103"/>
                  <a:pt x="516595" y="443142"/>
                </a:cubicBezTo>
                <a:cubicBezTo>
                  <a:pt x="521669" y="445679"/>
                  <a:pt x="527358" y="446729"/>
                  <a:pt x="532739" y="448523"/>
                </a:cubicBezTo>
                <a:cubicBezTo>
                  <a:pt x="537628" y="455858"/>
                  <a:pt x="545743" y="470317"/>
                  <a:pt x="554264" y="475430"/>
                </a:cubicBezTo>
                <a:cubicBezTo>
                  <a:pt x="559128" y="478348"/>
                  <a:pt x="565026" y="479018"/>
                  <a:pt x="570407" y="480812"/>
                </a:cubicBezTo>
                <a:cubicBezTo>
                  <a:pt x="573995" y="484400"/>
                  <a:pt x="576819" y="488965"/>
                  <a:pt x="581170" y="491575"/>
                </a:cubicBezTo>
                <a:cubicBezTo>
                  <a:pt x="586034" y="494493"/>
                  <a:pt x="591641" y="496956"/>
                  <a:pt x="597313" y="496956"/>
                </a:cubicBezTo>
                <a:cubicBezTo>
                  <a:pt x="651155" y="496956"/>
                  <a:pt x="704937" y="493369"/>
                  <a:pt x="758749" y="491575"/>
                </a:cubicBezTo>
                <a:cubicBezTo>
                  <a:pt x="801949" y="480773"/>
                  <a:pt x="758974" y="495441"/>
                  <a:pt x="807180" y="459286"/>
                </a:cubicBezTo>
                <a:cubicBezTo>
                  <a:pt x="814355" y="453905"/>
                  <a:pt x="821407" y="448355"/>
                  <a:pt x="828705" y="443142"/>
                </a:cubicBezTo>
                <a:cubicBezTo>
                  <a:pt x="841754" y="433821"/>
                  <a:pt x="846014" y="433613"/>
                  <a:pt x="855611" y="421616"/>
                </a:cubicBezTo>
                <a:cubicBezTo>
                  <a:pt x="859651" y="416565"/>
                  <a:pt x="862786" y="410853"/>
                  <a:pt x="866373" y="405471"/>
                </a:cubicBezTo>
                <a:cubicBezTo>
                  <a:pt x="864579" y="396502"/>
                  <a:pt x="866066" y="386174"/>
                  <a:pt x="860992" y="378564"/>
                </a:cubicBezTo>
                <a:cubicBezTo>
                  <a:pt x="857846" y="373844"/>
                  <a:pt x="850062" y="375417"/>
                  <a:pt x="844848" y="373183"/>
                </a:cubicBezTo>
                <a:cubicBezTo>
                  <a:pt x="837475" y="370023"/>
                  <a:pt x="830771" y="365399"/>
                  <a:pt x="823323" y="362420"/>
                </a:cubicBezTo>
                <a:cubicBezTo>
                  <a:pt x="812790" y="358207"/>
                  <a:pt x="801798" y="355245"/>
                  <a:pt x="791036" y="351657"/>
                </a:cubicBezTo>
                <a:lnTo>
                  <a:pt x="774893" y="346275"/>
                </a:lnTo>
                <a:cubicBezTo>
                  <a:pt x="762106" y="342012"/>
                  <a:pt x="750727" y="337763"/>
                  <a:pt x="737224" y="335512"/>
                </a:cubicBezTo>
                <a:cubicBezTo>
                  <a:pt x="722959" y="333134"/>
                  <a:pt x="708525" y="331925"/>
                  <a:pt x="694175" y="330131"/>
                </a:cubicBezTo>
                <a:cubicBezTo>
                  <a:pt x="655785" y="317333"/>
                  <a:pt x="702201" y="335481"/>
                  <a:pt x="661888" y="308605"/>
                </a:cubicBezTo>
                <a:cubicBezTo>
                  <a:pt x="656959" y="305319"/>
                  <a:pt x="627476" y="298819"/>
                  <a:pt x="624219" y="297842"/>
                </a:cubicBezTo>
                <a:cubicBezTo>
                  <a:pt x="613353" y="294582"/>
                  <a:pt x="601371" y="293372"/>
                  <a:pt x="591932" y="287079"/>
                </a:cubicBezTo>
                <a:cubicBezTo>
                  <a:pt x="571069" y="273170"/>
                  <a:pt x="581924" y="278361"/>
                  <a:pt x="559645" y="270935"/>
                </a:cubicBezTo>
                <a:cubicBezTo>
                  <a:pt x="535499" y="246789"/>
                  <a:pt x="564173" y="272254"/>
                  <a:pt x="532739" y="254790"/>
                </a:cubicBezTo>
                <a:cubicBezTo>
                  <a:pt x="521432" y="248508"/>
                  <a:pt x="512723" y="237355"/>
                  <a:pt x="500452" y="233265"/>
                </a:cubicBezTo>
                <a:lnTo>
                  <a:pt x="468164" y="222502"/>
                </a:lnTo>
                <a:lnTo>
                  <a:pt x="452021" y="217120"/>
                </a:lnTo>
                <a:cubicBezTo>
                  <a:pt x="448433" y="213532"/>
                  <a:pt x="445796" y="208626"/>
                  <a:pt x="441258" y="206357"/>
                </a:cubicBezTo>
                <a:cubicBezTo>
                  <a:pt x="434643" y="203050"/>
                  <a:pt x="425300" y="205846"/>
                  <a:pt x="419734" y="200976"/>
                </a:cubicBezTo>
                <a:cubicBezTo>
                  <a:pt x="413903" y="195873"/>
                  <a:pt x="400096" y="165514"/>
                  <a:pt x="387446" y="157924"/>
                </a:cubicBezTo>
                <a:cubicBezTo>
                  <a:pt x="382582" y="155006"/>
                  <a:pt x="376684" y="154337"/>
                  <a:pt x="371303" y="152543"/>
                </a:cubicBezTo>
                <a:cubicBezTo>
                  <a:pt x="352518" y="133758"/>
                  <a:pt x="365354" y="143385"/>
                  <a:pt x="328253" y="131017"/>
                </a:cubicBezTo>
                <a:lnTo>
                  <a:pt x="312110" y="125635"/>
                </a:lnTo>
                <a:lnTo>
                  <a:pt x="295966" y="120254"/>
                </a:lnTo>
                <a:cubicBezTo>
                  <a:pt x="290585" y="116666"/>
                  <a:pt x="284873" y="113531"/>
                  <a:pt x="279823" y="109491"/>
                </a:cubicBezTo>
                <a:cubicBezTo>
                  <a:pt x="241485" y="78819"/>
                  <a:pt x="302602" y="121091"/>
                  <a:pt x="252917" y="87965"/>
                </a:cubicBezTo>
                <a:cubicBezTo>
                  <a:pt x="249329" y="82584"/>
                  <a:pt x="246413" y="76688"/>
                  <a:pt x="242154" y="71821"/>
                </a:cubicBezTo>
                <a:cubicBezTo>
                  <a:pt x="216914" y="42975"/>
                  <a:pt x="214776" y="44598"/>
                  <a:pt x="182961" y="23388"/>
                </a:cubicBezTo>
                <a:cubicBezTo>
                  <a:pt x="177580" y="19800"/>
                  <a:pt x="173235" y="13427"/>
                  <a:pt x="166817" y="12625"/>
                </a:cubicBezTo>
                <a:lnTo>
                  <a:pt x="123768" y="7243"/>
                </a:lnTo>
                <a:cubicBezTo>
                  <a:pt x="93666" y="-2790"/>
                  <a:pt x="103278" y="-2032"/>
                  <a:pt x="53812" y="7243"/>
                </a:cubicBezTo>
                <a:cubicBezTo>
                  <a:pt x="42662" y="9334"/>
                  <a:pt x="32287" y="14418"/>
                  <a:pt x="21525" y="18006"/>
                </a:cubicBezTo>
                <a:lnTo>
                  <a:pt x="0" y="39532"/>
                </a:ln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04" name="Google Shape;1204;p18"/>
          <p:cNvSpPr/>
          <p:nvPr/>
        </p:nvSpPr>
        <p:spPr>
          <a:xfrm>
            <a:off x="3625376" y="2609039"/>
            <a:ext cx="502003" cy="205465"/>
          </a:xfrm>
          <a:custGeom>
            <a:avLst/>
            <a:gdLst/>
            <a:ahLst/>
            <a:cxnLst/>
            <a:rect l="l" t="t" r="r" b="b"/>
            <a:pathLst>
              <a:path w="502003" h="205465" extrusionOk="0">
                <a:moveTo>
                  <a:pt x="44601" y="44022"/>
                </a:moveTo>
                <a:cubicBezTo>
                  <a:pt x="89444" y="45816"/>
                  <a:pt x="134351" y="46418"/>
                  <a:pt x="179131" y="49403"/>
                </a:cubicBezTo>
                <a:cubicBezTo>
                  <a:pt x="200546" y="50831"/>
                  <a:pt x="204215" y="55033"/>
                  <a:pt x="222180" y="60166"/>
                </a:cubicBezTo>
                <a:cubicBezTo>
                  <a:pt x="229291" y="62198"/>
                  <a:pt x="236530" y="63753"/>
                  <a:pt x="243705" y="65547"/>
                </a:cubicBezTo>
                <a:cubicBezTo>
                  <a:pt x="254467" y="72722"/>
                  <a:pt x="263721" y="82982"/>
                  <a:pt x="275992" y="87073"/>
                </a:cubicBezTo>
                <a:cubicBezTo>
                  <a:pt x="281373" y="88867"/>
                  <a:pt x="286555" y="91440"/>
                  <a:pt x="292136" y="92455"/>
                </a:cubicBezTo>
                <a:cubicBezTo>
                  <a:pt x="324886" y="98410"/>
                  <a:pt x="333259" y="95354"/>
                  <a:pt x="362091" y="103218"/>
                </a:cubicBezTo>
                <a:cubicBezTo>
                  <a:pt x="376899" y="107257"/>
                  <a:pt x="401972" y="115455"/>
                  <a:pt x="415903" y="124743"/>
                </a:cubicBezTo>
                <a:cubicBezTo>
                  <a:pt x="420125" y="127557"/>
                  <a:pt x="422315" y="132895"/>
                  <a:pt x="426666" y="135506"/>
                </a:cubicBezTo>
                <a:cubicBezTo>
                  <a:pt x="432184" y="138817"/>
                  <a:pt x="460308" y="145263"/>
                  <a:pt x="464334" y="146269"/>
                </a:cubicBezTo>
                <a:cubicBezTo>
                  <a:pt x="491606" y="173541"/>
                  <a:pt x="456312" y="141455"/>
                  <a:pt x="491240" y="162414"/>
                </a:cubicBezTo>
                <a:cubicBezTo>
                  <a:pt x="495591" y="165025"/>
                  <a:pt x="498415" y="169589"/>
                  <a:pt x="502003" y="173177"/>
                </a:cubicBezTo>
                <a:cubicBezTo>
                  <a:pt x="500209" y="180352"/>
                  <a:pt x="502236" y="189889"/>
                  <a:pt x="496621" y="194702"/>
                </a:cubicBezTo>
                <a:cubicBezTo>
                  <a:pt x="488008" y="202085"/>
                  <a:pt x="464334" y="205465"/>
                  <a:pt x="464334" y="205465"/>
                </a:cubicBezTo>
                <a:cubicBezTo>
                  <a:pt x="428459" y="203671"/>
                  <a:pt x="392393" y="204201"/>
                  <a:pt x="356710" y="200084"/>
                </a:cubicBezTo>
                <a:cubicBezTo>
                  <a:pt x="345440" y="198784"/>
                  <a:pt x="335429" y="192072"/>
                  <a:pt x="324423" y="189321"/>
                </a:cubicBezTo>
                <a:lnTo>
                  <a:pt x="302898" y="183940"/>
                </a:lnTo>
                <a:cubicBezTo>
                  <a:pt x="277315" y="166883"/>
                  <a:pt x="292892" y="175224"/>
                  <a:pt x="254467" y="162414"/>
                </a:cubicBezTo>
                <a:cubicBezTo>
                  <a:pt x="254454" y="162410"/>
                  <a:pt x="222193" y="151654"/>
                  <a:pt x="222180" y="151651"/>
                </a:cubicBezTo>
                <a:cubicBezTo>
                  <a:pt x="184575" y="144129"/>
                  <a:pt x="204296" y="147773"/>
                  <a:pt x="162987" y="140888"/>
                </a:cubicBezTo>
                <a:cubicBezTo>
                  <a:pt x="157606" y="139094"/>
                  <a:pt x="151708" y="138424"/>
                  <a:pt x="146844" y="135506"/>
                </a:cubicBezTo>
                <a:cubicBezTo>
                  <a:pt x="114976" y="116384"/>
                  <a:pt x="170789" y="125551"/>
                  <a:pt x="103794" y="103218"/>
                </a:cubicBezTo>
                <a:cubicBezTo>
                  <a:pt x="93032" y="99630"/>
                  <a:pt x="82513" y="95207"/>
                  <a:pt x="71507" y="92455"/>
                </a:cubicBezTo>
                <a:cubicBezTo>
                  <a:pt x="64332" y="90661"/>
                  <a:pt x="57066" y="89198"/>
                  <a:pt x="49982" y="87073"/>
                </a:cubicBezTo>
                <a:cubicBezTo>
                  <a:pt x="39116" y="83813"/>
                  <a:pt x="17695" y="76310"/>
                  <a:pt x="17695" y="76310"/>
                </a:cubicBezTo>
                <a:cubicBezTo>
                  <a:pt x="14107" y="72722"/>
                  <a:pt x="9542" y="69898"/>
                  <a:pt x="6932" y="65547"/>
                </a:cubicBezTo>
                <a:cubicBezTo>
                  <a:pt x="-1466" y="51550"/>
                  <a:pt x="-3120" y="14576"/>
                  <a:pt x="6932" y="6351"/>
                </a:cubicBezTo>
                <a:cubicBezTo>
                  <a:pt x="20884" y="-5065"/>
                  <a:pt x="42807" y="2764"/>
                  <a:pt x="60744" y="970"/>
                </a:cubicBezTo>
                <a:cubicBezTo>
                  <a:pt x="69478" y="2218"/>
                  <a:pt x="107249" y="6294"/>
                  <a:pt x="119938" y="11733"/>
                </a:cubicBezTo>
                <a:cubicBezTo>
                  <a:pt x="125882" y="14281"/>
                  <a:pt x="130296" y="19604"/>
                  <a:pt x="136081" y="22496"/>
                </a:cubicBezTo>
                <a:cubicBezTo>
                  <a:pt x="151380" y="30146"/>
                  <a:pt x="156231" y="27877"/>
                  <a:pt x="173749" y="27877"/>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05" name="Google Shape;1205;p18"/>
          <p:cNvSpPr/>
          <p:nvPr/>
        </p:nvSpPr>
        <p:spPr>
          <a:xfrm>
            <a:off x="3319271" y="2421130"/>
            <a:ext cx="264607" cy="163912"/>
          </a:xfrm>
          <a:custGeom>
            <a:avLst/>
            <a:gdLst/>
            <a:ahLst/>
            <a:cxnLst/>
            <a:rect l="l" t="t" r="r" b="b"/>
            <a:pathLst>
              <a:path w="264607" h="163912" extrusionOk="0">
                <a:moveTo>
                  <a:pt x="43977" y="5909"/>
                </a:moveTo>
                <a:cubicBezTo>
                  <a:pt x="29627" y="-369"/>
                  <a:pt x="26147" y="-607"/>
                  <a:pt x="17072" y="528"/>
                </a:cubicBezTo>
                <a:cubicBezTo>
                  <a:pt x="-11578" y="4110"/>
                  <a:pt x="2464" y="34199"/>
                  <a:pt x="11690" y="48961"/>
                </a:cubicBezTo>
                <a:cubicBezTo>
                  <a:pt x="14696" y="53771"/>
                  <a:pt x="22453" y="52548"/>
                  <a:pt x="27834" y="54342"/>
                </a:cubicBezTo>
                <a:lnTo>
                  <a:pt x="60121" y="75868"/>
                </a:lnTo>
                <a:lnTo>
                  <a:pt x="76265" y="86631"/>
                </a:lnTo>
                <a:cubicBezTo>
                  <a:pt x="84206" y="98544"/>
                  <a:pt x="90741" y="110633"/>
                  <a:pt x="103171" y="118920"/>
                </a:cubicBezTo>
                <a:cubicBezTo>
                  <a:pt x="107890" y="122066"/>
                  <a:pt x="113933" y="122507"/>
                  <a:pt x="119314" y="124301"/>
                </a:cubicBezTo>
                <a:cubicBezTo>
                  <a:pt x="146586" y="151573"/>
                  <a:pt x="111292" y="119487"/>
                  <a:pt x="146220" y="140446"/>
                </a:cubicBezTo>
                <a:cubicBezTo>
                  <a:pt x="150571" y="143057"/>
                  <a:pt x="152632" y="148599"/>
                  <a:pt x="156983" y="151209"/>
                </a:cubicBezTo>
                <a:cubicBezTo>
                  <a:pt x="162495" y="154516"/>
                  <a:pt x="190634" y="160968"/>
                  <a:pt x="194651" y="161972"/>
                </a:cubicBezTo>
                <a:cubicBezTo>
                  <a:pt x="218374" y="159995"/>
                  <a:pt x="264607" y="176063"/>
                  <a:pt x="264607" y="140446"/>
                </a:cubicBezTo>
                <a:cubicBezTo>
                  <a:pt x="264607" y="133050"/>
                  <a:pt x="262894" y="125342"/>
                  <a:pt x="259225" y="118920"/>
                </a:cubicBezTo>
                <a:cubicBezTo>
                  <a:pt x="255449" y="112312"/>
                  <a:pt x="248928" y="107647"/>
                  <a:pt x="243082" y="102775"/>
                </a:cubicBezTo>
                <a:cubicBezTo>
                  <a:pt x="226030" y="88564"/>
                  <a:pt x="218109" y="89070"/>
                  <a:pt x="194651" y="81250"/>
                </a:cubicBezTo>
                <a:lnTo>
                  <a:pt x="178507" y="75868"/>
                </a:lnTo>
                <a:lnTo>
                  <a:pt x="162364" y="70487"/>
                </a:lnTo>
                <a:cubicBezTo>
                  <a:pt x="158776" y="66899"/>
                  <a:pt x="156139" y="61993"/>
                  <a:pt x="151601" y="59724"/>
                </a:cubicBezTo>
                <a:cubicBezTo>
                  <a:pt x="141454" y="54650"/>
                  <a:pt x="119314" y="48961"/>
                  <a:pt x="119314" y="48961"/>
                </a:cubicBezTo>
                <a:cubicBezTo>
                  <a:pt x="113933" y="45373"/>
                  <a:pt x="109249" y="40408"/>
                  <a:pt x="103171" y="38198"/>
                </a:cubicBezTo>
                <a:cubicBezTo>
                  <a:pt x="68789" y="25695"/>
                  <a:pt x="58327" y="12187"/>
                  <a:pt x="43977" y="5909"/>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06" name="Google Shape;1206;p18"/>
          <p:cNvSpPr/>
          <p:nvPr/>
        </p:nvSpPr>
        <p:spPr>
          <a:xfrm>
            <a:off x="3216287" y="1885498"/>
            <a:ext cx="1131721" cy="832140"/>
          </a:xfrm>
          <a:custGeom>
            <a:avLst/>
            <a:gdLst/>
            <a:ahLst/>
            <a:cxnLst/>
            <a:rect l="l" t="t" r="r" b="b"/>
            <a:pathLst>
              <a:path w="1131721" h="832140" extrusionOk="0">
                <a:moveTo>
                  <a:pt x="60862" y="202509"/>
                </a:moveTo>
                <a:cubicBezTo>
                  <a:pt x="61184" y="198006"/>
                  <a:pt x="61779" y="128618"/>
                  <a:pt x="71625" y="105643"/>
                </a:cubicBezTo>
                <a:cubicBezTo>
                  <a:pt x="75274" y="97128"/>
                  <a:pt x="85601" y="84774"/>
                  <a:pt x="93150" y="78735"/>
                </a:cubicBezTo>
                <a:cubicBezTo>
                  <a:pt x="98200" y="74695"/>
                  <a:pt x="103349" y="70521"/>
                  <a:pt x="109293" y="67973"/>
                </a:cubicBezTo>
                <a:cubicBezTo>
                  <a:pt x="116091" y="65060"/>
                  <a:pt x="123643" y="64385"/>
                  <a:pt x="130818" y="62591"/>
                </a:cubicBezTo>
                <a:cubicBezTo>
                  <a:pt x="148755" y="64385"/>
                  <a:pt x="166813" y="65232"/>
                  <a:pt x="184630" y="67973"/>
                </a:cubicBezTo>
                <a:cubicBezTo>
                  <a:pt x="190236" y="68836"/>
                  <a:pt x="196235" y="69951"/>
                  <a:pt x="200773" y="73354"/>
                </a:cubicBezTo>
                <a:cubicBezTo>
                  <a:pt x="210920" y="80964"/>
                  <a:pt x="217126" y="93225"/>
                  <a:pt x="227679" y="100261"/>
                </a:cubicBezTo>
                <a:cubicBezTo>
                  <a:pt x="267756" y="126980"/>
                  <a:pt x="218539" y="92643"/>
                  <a:pt x="259967" y="127169"/>
                </a:cubicBezTo>
                <a:cubicBezTo>
                  <a:pt x="264935" y="131309"/>
                  <a:pt x="271142" y="133792"/>
                  <a:pt x="276110" y="137932"/>
                </a:cubicBezTo>
                <a:cubicBezTo>
                  <a:pt x="281956" y="142804"/>
                  <a:pt x="286408" y="149204"/>
                  <a:pt x="292254" y="154076"/>
                </a:cubicBezTo>
                <a:cubicBezTo>
                  <a:pt x="297222" y="158216"/>
                  <a:pt x="303530" y="160580"/>
                  <a:pt x="308397" y="164839"/>
                </a:cubicBezTo>
                <a:cubicBezTo>
                  <a:pt x="346448" y="198135"/>
                  <a:pt x="320080" y="186671"/>
                  <a:pt x="351447" y="197128"/>
                </a:cubicBezTo>
                <a:cubicBezTo>
                  <a:pt x="358622" y="202509"/>
                  <a:pt x="364950" y="209261"/>
                  <a:pt x="372972" y="213272"/>
                </a:cubicBezTo>
                <a:cubicBezTo>
                  <a:pt x="383119" y="218346"/>
                  <a:pt x="395820" y="217742"/>
                  <a:pt x="405259" y="224035"/>
                </a:cubicBezTo>
                <a:lnTo>
                  <a:pt x="437546" y="245561"/>
                </a:lnTo>
                <a:cubicBezTo>
                  <a:pt x="464269" y="285644"/>
                  <a:pt x="429924" y="236414"/>
                  <a:pt x="464452" y="277850"/>
                </a:cubicBezTo>
                <a:cubicBezTo>
                  <a:pt x="468592" y="282819"/>
                  <a:pt x="470956" y="289127"/>
                  <a:pt x="475215" y="293994"/>
                </a:cubicBezTo>
                <a:cubicBezTo>
                  <a:pt x="483567" y="303540"/>
                  <a:pt x="490088" y="316889"/>
                  <a:pt x="502121" y="320901"/>
                </a:cubicBezTo>
                <a:cubicBezTo>
                  <a:pt x="524400" y="328329"/>
                  <a:pt x="513545" y="323137"/>
                  <a:pt x="534408" y="337046"/>
                </a:cubicBezTo>
                <a:cubicBezTo>
                  <a:pt x="565252" y="383315"/>
                  <a:pt x="524180" y="328862"/>
                  <a:pt x="561314" y="358571"/>
                </a:cubicBezTo>
                <a:cubicBezTo>
                  <a:pt x="566364" y="362611"/>
                  <a:pt x="567209" y="370457"/>
                  <a:pt x="572076" y="374716"/>
                </a:cubicBezTo>
                <a:cubicBezTo>
                  <a:pt x="594850" y="394645"/>
                  <a:pt x="598333" y="394232"/>
                  <a:pt x="620507" y="401623"/>
                </a:cubicBezTo>
                <a:cubicBezTo>
                  <a:pt x="625888" y="407005"/>
                  <a:pt x="630643" y="413096"/>
                  <a:pt x="636650" y="417768"/>
                </a:cubicBezTo>
                <a:cubicBezTo>
                  <a:pt x="646860" y="425710"/>
                  <a:pt x="659792" y="430146"/>
                  <a:pt x="668938" y="439293"/>
                </a:cubicBezTo>
                <a:cubicBezTo>
                  <a:pt x="674319" y="444675"/>
                  <a:pt x="679235" y="450566"/>
                  <a:pt x="685081" y="455438"/>
                </a:cubicBezTo>
                <a:cubicBezTo>
                  <a:pt x="699382" y="467356"/>
                  <a:pt x="706005" y="467395"/>
                  <a:pt x="722750" y="476964"/>
                </a:cubicBezTo>
                <a:cubicBezTo>
                  <a:pt x="740570" y="487148"/>
                  <a:pt x="746372" y="497737"/>
                  <a:pt x="771180" y="498489"/>
                </a:cubicBezTo>
                <a:lnTo>
                  <a:pt x="948760" y="503871"/>
                </a:lnTo>
                <a:cubicBezTo>
                  <a:pt x="1000778" y="502077"/>
                  <a:pt x="1052766" y="498489"/>
                  <a:pt x="1104815" y="498489"/>
                </a:cubicBezTo>
                <a:cubicBezTo>
                  <a:pt x="1113961" y="498489"/>
                  <a:pt x="1131721" y="494725"/>
                  <a:pt x="1131721" y="503871"/>
                </a:cubicBezTo>
                <a:lnTo>
                  <a:pt x="1104815" y="530778"/>
                </a:lnTo>
                <a:cubicBezTo>
                  <a:pt x="1086363" y="586132"/>
                  <a:pt x="1105327" y="511304"/>
                  <a:pt x="1115577" y="552304"/>
                </a:cubicBezTo>
                <a:cubicBezTo>
                  <a:pt x="1118653" y="564609"/>
                  <a:pt x="1113048" y="577615"/>
                  <a:pt x="1110196" y="589974"/>
                </a:cubicBezTo>
                <a:cubicBezTo>
                  <a:pt x="1107645" y="601029"/>
                  <a:pt x="1099433" y="622263"/>
                  <a:pt x="1099433" y="622263"/>
                </a:cubicBezTo>
                <a:cubicBezTo>
                  <a:pt x="1097639" y="638407"/>
                  <a:pt x="1095668" y="654533"/>
                  <a:pt x="1094052" y="670696"/>
                </a:cubicBezTo>
                <a:cubicBezTo>
                  <a:pt x="1087315" y="738068"/>
                  <a:pt x="1095177" y="710372"/>
                  <a:pt x="1083290" y="746037"/>
                </a:cubicBezTo>
                <a:cubicBezTo>
                  <a:pt x="1081584" y="761396"/>
                  <a:pt x="1081544" y="792579"/>
                  <a:pt x="1072527" y="810614"/>
                </a:cubicBezTo>
                <a:cubicBezTo>
                  <a:pt x="1069635" y="816399"/>
                  <a:pt x="1066815" y="822719"/>
                  <a:pt x="1061765" y="826759"/>
                </a:cubicBezTo>
                <a:cubicBezTo>
                  <a:pt x="1057336" y="830303"/>
                  <a:pt x="1051002" y="830346"/>
                  <a:pt x="1045621" y="832140"/>
                </a:cubicBezTo>
                <a:cubicBezTo>
                  <a:pt x="1031271" y="830346"/>
                  <a:pt x="1016865" y="828958"/>
                  <a:pt x="1002572" y="826759"/>
                </a:cubicBezTo>
                <a:cubicBezTo>
                  <a:pt x="993532" y="825368"/>
                  <a:pt x="984688" y="822881"/>
                  <a:pt x="975666" y="821377"/>
                </a:cubicBezTo>
                <a:cubicBezTo>
                  <a:pt x="952394" y="817498"/>
                  <a:pt x="929029" y="814202"/>
                  <a:pt x="905710" y="810614"/>
                </a:cubicBezTo>
                <a:cubicBezTo>
                  <a:pt x="891882" y="806005"/>
                  <a:pt x="882902" y="802553"/>
                  <a:pt x="868042" y="799851"/>
                </a:cubicBezTo>
                <a:cubicBezTo>
                  <a:pt x="834606" y="793771"/>
                  <a:pt x="833230" y="796529"/>
                  <a:pt x="803468" y="789088"/>
                </a:cubicBezTo>
                <a:cubicBezTo>
                  <a:pt x="797965" y="787712"/>
                  <a:pt x="792778" y="785265"/>
                  <a:pt x="787324" y="783707"/>
                </a:cubicBezTo>
                <a:cubicBezTo>
                  <a:pt x="780213" y="781675"/>
                  <a:pt x="773019" y="779929"/>
                  <a:pt x="765799" y="778325"/>
                </a:cubicBezTo>
                <a:cubicBezTo>
                  <a:pt x="756871" y="776341"/>
                  <a:pt x="747717" y="775351"/>
                  <a:pt x="738893" y="772944"/>
                </a:cubicBezTo>
                <a:cubicBezTo>
                  <a:pt x="727948" y="769959"/>
                  <a:pt x="717368" y="765769"/>
                  <a:pt x="706606" y="762181"/>
                </a:cubicBezTo>
                <a:lnTo>
                  <a:pt x="674319" y="751418"/>
                </a:lnTo>
                <a:lnTo>
                  <a:pt x="642032" y="740655"/>
                </a:lnTo>
                <a:cubicBezTo>
                  <a:pt x="636651" y="738861"/>
                  <a:pt x="631391" y="736650"/>
                  <a:pt x="625888" y="735274"/>
                </a:cubicBezTo>
                <a:lnTo>
                  <a:pt x="582838" y="724511"/>
                </a:lnTo>
                <a:lnTo>
                  <a:pt x="561314" y="719129"/>
                </a:lnTo>
                <a:cubicBezTo>
                  <a:pt x="554139" y="720923"/>
                  <a:pt x="547185" y="724511"/>
                  <a:pt x="539789" y="724511"/>
                </a:cubicBezTo>
                <a:cubicBezTo>
                  <a:pt x="534117" y="724511"/>
                  <a:pt x="528719" y="721666"/>
                  <a:pt x="523645" y="719129"/>
                </a:cubicBezTo>
                <a:cubicBezTo>
                  <a:pt x="503608" y="709109"/>
                  <a:pt x="509207" y="707096"/>
                  <a:pt x="491358" y="692222"/>
                </a:cubicBezTo>
                <a:cubicBezTo>
                  <a:pt x="486390" y="688082"/>
                  <a:pt x="480265" y="685499"/>
                  <a:pt x="475215" y="681459"/>
                </a:cubicBezTo>
                <a:cubicBezTo>
                  <a:pt x="471253" y="678289"/>
                  <a:pt x="468803" y="673306"/>
                  <a:pt x="464452" y="670696"/>
                </a:cubicBezTo>
                <a:cubicBezTo>
                  <a:pt x="459588" y="667778"/>
                  <a:pt x="453690" y="667109"/>
                  <a:pt x="448309" y="665315"/>
                </a:cubicBezTo>
                <a:lnTo>
                  <a:pt x="421403" y="638407"/>
                </a:lnTo>
                <a:cubicBezTo>
                  <a:pt x="416022" y="633026"/>
                  <a:pt x="412479" y="624670"/>
                  <a:pt x="405259" y="622263"/>
                </a:cubicBezTo>
                <a:lnTo>
                  <a:pt x="356828" y="606119"/>
                </a:lnTo>
                <a:cubicBezTo>
                  <a:pt x="351447" y="604325"/>
                  <a:pt x="345404" y="603883"/>
                  <a:pt x="340685" y="600737"/>
                </a:cubicBezTo>
                <a:cubicBezTo>
                  <a:pt x="335304" y="597149"/>
                  <a:pt x="330326" y="592866"/>
                  <a:pt x="324541" y="589974"/>
                </a:cubicBezTo>
                <a:cubicBezTo>
                  <a:pt x="319467" y="587437"/>
                  <a:pt x="313851" y="586151"/>
                  <a:pt x="308397" y="584593"/>
                </a:cubicBezTo>
                <a:cubicBezTo>
                  <a:pt x="290652" y="579523"/>
                  <a:pt x="278478" y="577532"/>
                  <a:pt x="259967" y="573830"/>
                </a:cubicBezTo>
                <a:cubicBezTo>
                  <a:pt x="213695" y="542981"/>
                  <a:pt x="272243" y="579969"/>
                  <a:pt x="227679" y="557686"/>
                </a:cubicBezTo>
                <a:cubicBezTo>
                  <a:pt x="221894" y="554794"/>
                  <a:pt x="217320" y="549815"/>
                  <a:pt x="211536" y="546923"/>
                </a:cubicBezTo>
                <a:cubicBezTo>
                  <a:pt x="203813" y="543061"/>
                  <a:pt x="180768" y="537885"/>
                  <a:pt x="173867" y="536160"/>
                </a:cubicBezTo>
                <a:cubicBezTo>
                  <a:pt x="168486" y="532572"/>
                  <a:pt x="163508" y="528289"/>
                  <a:pt x="157724" y="525397"/>
                </a:cubicBezTo>
                <a:cubicBezTo>
                  <a:pt x="152650" y="522860"/>
                  <a:pt x="146300" y="523162"/>
                  <a:pt x="141580" y="520015"/>
                </a:cubicBezTo>
                <a:cubicBezTo>
                  <a:pt x="135248" y="515793"/>
                  <a:pt x="131444" y="508543"/>
                  <a:pt x="125437" y="503871"/>
                </a:cubicBezTo>
                <a:cubicBezTo>
                  <a:pt x="115227" y="495929"/>
                  <a:pt x="102296" y="491491"/>
                  <a:pt x="93150" y="482345"/>
                </a:cubicBezTo>
                <a:cubicBezTo>
                  <a:pt x="89562" y="478757"/>
                  <a:pt x="85431" y="475641"/>
                  <a:pt x="82387" y="471582"/>
                </a:cubicBezTo>
                <a:cubicBezTo>
                  <a:pt x="74626" y="461234"/>
                  <a:pt x="71625" y="446469"/>
                  <a:pt x="60862" y="439293"/>
                </a:cubicBezTo>
                <a:cubicBezTo>
                  <a:pt x="55481" y="435705"/>
                  <a:pt x="49687" y="432670"/>
                  <a:pt x="44719" y="428530"/>
                </a:cubicBezTo>
                <a:cubicBezTo>
                  <a:pt x="3286" y="394001"/>
                  <a:pt x="52511" y="428345"/>
                  <a:pt x="12432" y="401623"/>
                </a:cubicBezTo>
                <a:cubicBezTo>
                  <a:pt x="-8112" y="339998"/>
                  <a:pt x="355" y="371673"/>
                  <a:pt x="12432" y="234798"/>
                </a:cubicBezTo>
                <a:cubicBezTo>
                  <a:pt x="13429" y="223497"/>
                  <a:pt x="19607" y="213272"/>
                  <a:pt x="23194" y="202509"/>
                </a:cubicBezTo>
                <a:cubicBezTo>
                  <a:pt x="24988" y="189952"/>
                  <a:pt x="27174" y="177446"/>
                  <a:pt x="28575" y="164839"/>
                </a:cubicBezTo>
                <a:cubicBezTo>
                  <a:pt x="30763" y="145147"/>
                  <a:pt x="31337" y="125283"/>
                  <a:pt x="33956" y="105643"/>
                </a:cubicBezTo>
                <a:cubicBezTo>
                  <a:pt x="34934" y="98312"/>
                  <a:pt x="37213" y="91201"/>
                  <a:pt x="39338" y="84117"/>
                </a:cubicBezTo>
                <a:cubicBezTo>
                  <a:pt x="46506" y="60222"/>
                  <a:pt x="47022" y="52985"/>
                  <a:pt x="60862" y="35684"/>
                </a:cubicBezTo>
                <a:cubicBezTo>
                  <a:pt x="64031" y="31722"/>
                  <a:pt x="67663" y="28091"/>
                  <a:pt x="71625" y="24921"/>
                </a:cubicBezTo>
                <a:cubicBezTo>
                  <a:pt x="76675" y="20881"/>
                  <a:pt x="81573" y="16017"/>
                  <a:pt x="87768" y="14158"/>
                </a:cubicBezTo>
                <a:cubicBezTo>
                  <a:pt x="99917" y="10513"/>
                  <a:pt x="112881" y="10570"/>
                  <a:pt x="125437" y="8776"/>
                </a:cubicBezTo>
                <a:cubicBezTo>
                  <a:pt x="166646" y="-4960"/>
                  <a:pt x="147141" y="-700"/>
                  <a:pt x="227679" y="8776"/>
                </a:cubicBezTo>
                <a:cubicBezTo>
                  <a:pt x="230199" y="9072"/>
                  <a:pt x="231267" y="12364"/>
                  <a:pt x="233061" y="14158"/>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07" name="Google Shape;1207;p18"/>
          <p:cNvSpPr/>
          <p:nvPr/>
        </p:nvSpPr>
        <p:spPr>
          <a:xfrm>
            <a:off x="3487016" y="1743594"/>
            <a:ext cx="473574" cy="453910"/>
          </a:xfrm>
          <a:custGeom>
            <a:avLst/>
            <a:gdLst/>
            <a:ahLst/>
            <a:cxnLst/>
            <a:rect l="l" t="t" r="r" b="b"/>
            <a:pathLst>
              <a:path w="473574" h="453910" extrusionOk="0">
                <a:moveTo>
                  <a:pt x="16144" y="59196"/>
                </a:moveTo>
                <a:cubicBezTo>
                  <a:pt x="37669" y="57402"/>
                  <a:pt x="59358" y="57018"/>
                  <a:pt x="80718" y="53814"/>
                </a:cubicBezTo>
                <a:cubicBezTo>
                  <a:pt x="95346" y="51620"/>
                  <a:pt x="123768" y="43051"/>
                  <a:pt x="123768" y="43051"/>
                </a:cubicBezTo>
                <a:cubicBezTo>
                  <a:pt x="129149" y="39463"/>
                  <a:pt x="134861" y="36328"/>
                  <a:pt x="139911" y="32288"/>
                </a:cubicBezTo>
                <a:cubicBezTo>
                  <a:pt x="153260" y="21608"/>
                  <a:pt x="148985" y="18404"/>
                  <a:pt x="166817" y="10762"/>
                </a:cubicBezTo>
                <a:cubicBezTo>
                  <a:pt x="173615" y="7849"/>
                  <a:pt x="181231" y="7413"/>
                  <a:pt x="188342" y="5381"/>
                </a:cubicBezTo>
                <a:cubicBezTo>
                  <a:pt x="193796" y="3823"/>
                  <a:pt x="199105" y="1794"/>
                  <a:pt x="204486" y="0"/>
                </a:cubicBezTo>
                <a:cubicBezTo>
                  <a:pt x="252917" y="1794"/>
                  <a:pt x="301513" y="993"/>
                  <a:pt x="349778" y="5381"/>
                </a:cubicBezTo>
                <a:cubicBezTo>
                  <a:pt x="361076" y="6408"/>
                  <a:pt x="371303" y="12556"/>
                  <a:pt x="382065" y="16144"/>
                </a:cubicBezTo>
                <a:lnTo>
                  <a:pt x="398209" y="21525"/>
                </a:lnTo>
                <a:cubicBezTo>
                  <a:pt x="413388" y="31645"/>
                  <a:pt x="435142" y="43099"/>
                  <a:pt x="446639" y="59196"/>
                </a:cubicBezTo>
                <a:cubicBezTo>
                  <a:pt x="451302" y="65724"/>
                  <a:pt x="453422" y="73756"/>
                  <a:pt x="457402" y="80721"/>
                </a:cubicBezTo>
                <a:cubicBezTo>
                  <a:pt x="460611" y="86337"/>
                  <a:pt x="464577" y="91484"/>
                  <a:pt x="468164" y="96866"/>
                </a:cubicBezTo>
                <a:cubicBezTo>
                  <a:pt x="469958" y="104041"/>
                  <a:pt x="473545" y="110996"/>
                  <a:pt x="473545" y="118392"/>
                </a:cubicBezTo>
                <a:cubicBezTo>
                  <a:pt x="473545" y="173457"/>
                  <a:pt x="474682" y="195134"/>
                  <a:pt x="462783" y="236784"/>
                </a:cubicBezTo>
                <a:cubicBezTo>
                  <a:pt x="461225" y="242238"/>
                  <a:pt x="459779" y="247778"/>
                  <a:pt x="457402" y="252928"/>
                </a:cubicBezTo>
                <a:cubicBezTo>
                  <a:pt x="448998" y="271138"/>
                  <a:pt x="439465" y="288805"/>
                  <a:pt x="430496" y="306743"/>
                </a:cubicBezTo>
                <a:cubicBezTo>
                  <a:pt x="426908" y="313918"/>
                  <a:pt x="424546" y="321851"/>
                  <a:pt x="419733" y="328269"/>
                </a:cubicBezTo>
                <a:cubicBezTo>
                  <a:pt x="414352" y="335444"/>
                  <a:pt x="409427" y="342985"/>
                  <a:pt x="403590" y="349795"/>
                </a:cubicBezTo>
                <a:cubicBezTo>
                  <a:pt x="372512" y="386055"/>
                  <a:pt x="400472" y="346398"/>
                  <a:pt x="376684" y="382083"/>
                </a:cubicBezTo>
                <a:cubicBezTo>
                  <a:pt x="361441" y="427816"/>
                  <a:pt x="382700" y="372058"/>
                  <a:pt x="360540" y="408991"/>
                </a:cubicBezTo>
                <a:cubicBezTo>
                  <a:pt x="343211" y="437873"/>
                  <a:pt x="371170" y="414461"/>
                  <a:pt x="339015" y="435898"/>
                </a:cubicBezTo>
                <a:cubicBezTo>
                  <a:pt x="335428" y="441279"/>
                  <a:pt x="334527" y="450473"/>
                  <a:pt x="328253" y="452042"/>
                </a:cubicBezTo>
                <a:cubicBezTo>
                  <a:pt x="298622" y="459450"/>
                  <a:pt x="293057" y="443664"/>
                  <a:pt x="279822" y="425135"/>
                </a:cubicBezTo>
                <a:cubicBezTo>
                  <a:pt x="276063" y="419872"/>
                  <a:pt x="273633" y="413564"/>
                  <a:pt x="269060" y="408991"/>
                </a:cubicBezTo>
                <a:cubicBezTo>
                  <a:pt x="258629" y="398560"/>
                  <a:pt x="249902" y="397223"/>
                  <a:pt x="236773" y="392846"/>
                </a:cubicBezTo>
                <a:cubicBezTo>
                  <a:pt x="233185" y="387465"/>
                  <a:pt x="231391" y="380290"/>
                  <a:pt x="226010" y="376702"/>
                </a:cubicBezTo>
                <a:cubicBezTo>
                  <a:pt x="219857" y="372600"/>
                  <a:pt x="211283" y="374233"/>
                  <a:pt x="204486" y="371320"/>
                </a:cubicBezTo>
                <a:cubicBezTo>
                  <a:pt x="198541" y="368772"/>
                  <a:pt x="193723" y="364145"/>
                  <a:pt x="188342" y="360557"/>
                </a:cubicBezTo>
                <a:cubicBezTo>
                  <a:pt x="184755" y="355176"/>
                  <a:pt x="181620" y="349463"/>
                  <a:pt x="177580" y="344413"/>
                </a:cubicBezTo>
                <a:cubicBezTo>
                  <a:pt x="168818" y="333460"/>
                  <a:pt x="162659" y="330878"/>
                  <a:pt x="150674" y="322887"/>
                </a:cubicBezTo>
                <a:cubicBezTo>
                  <a:pt x="145032" y="305963"/>
                  <a:pt x="146422" y="302114"/>
                  <a:pt x="129149" y="290598"/>
                </a:cubicBezTo>
                <a:cubicBezTo>
                  <a:pt x="124429" y="287451"/>
                  <a:pt x="118386" y="287011"/>
                  <a:pt x="113005" y="285217"/>
                </a:cubicBezTo>
                <a:cubicBezTo>
                  <a:pt x="63320" y="252091"/>
                  <a:pt x="124437" y="294363"/>
                  <a:pt x="86099" y="263691"/>
                </a:cubicBezTo>
                <a:cubicBezTo>
                  <a:pt x="81049" y="259651"/>
                  <a:pt x="75006" y="256968"/>
                  <a:pt x="69956" y="252928"/>
                </a:cubicBezTo>
                <a:cubicBezTo>
                  <a:pt x="65994" y="249758"/>
                  <a:pt x="63415" y="244979"/>
                  <a:pt x="59193" y="242165"/>
                </a:cubicBezTo>
                <a:cubicBezTo>
                  <a:pt x="52518" y="237715"/>
                  <a:pt x="44843" y="234990"/>
                  <a:pt x="37668" y="231402"/>
                </a:cubicBezTo>
                <a:cubicBezTo>
                  <a:pt x="10952" y="204685"/>
                  <a:pt x="12894" y="214649"/>
                  <a:pt x="5381" y="188351"/>
                </a:cubicBezTo>
                <a:cubicBezTo>
                  <a:pt x="3349" y="181239"/>
                  <a:pt x="1794" y="174000"/>
                  <a:pt x="0" y="166825"/>
                </a:cubicBezTo>
                <a:cubicBezTo>
                  <a:pt x="1982" y="152947"/>
                  <a:pt x="3249" y="128036"/>
                  <a:pt x="10762" y="113010"/>
                </a:cubicBezTo>
                <a:cubicBezTo>
                  <a:pt x="16807" y="100920"/>
                  <a:pt x="27471" y="89219"/>
                  <a:pt x="37668" y="80721"/>
                </a:cubicBezTo>
                <a:cubicBezTo>
                  <a:pt x="42636" y="76581"/>
                  <a:pt x="48844" y="74099"/>
                  <a:pt x="53812" y="69959"/>
                </a:cubicBezTo>
                <a:cubicBezTo>
                  <a:pt x="59659" y="65087"/>
                  <a:pt x="64110" y="58686"/>
                  <a:pt x="69956" y="53814"/>
                </a:cubicBezTo>
                <a:cubicBezTo>
                  <a:pt x="74924" y="49674"/>
                  <a:pt x="81049" y="47091"/>
                  <a:pt x="86099" y="43051"/>
                </a:cubicBezTo>
                <a:cubicBezTo>
                  <a:pt x="90061" y="39881"/>
                  <a:pt x="92511" y="34898"/>
                  <a:pt x="96862" y="32288"/>
                </a:cubicBezTo>
                <a:cubicBezTo>
                  <a:pt x="101726" y="29370"/>
                  <a:pt x="107624" y="28701"/>
                  <a:pt x="113005" y="26907"/>
                </a:cubicBezTo>
                <a:cubicBezTo>
                  <a:pt x="116593" y="23319"/>
                  <a:pt x="118725" y="16704"/>
                  <a:pt x="123768" y="16144"/>
                </a:cubicBezTo>
                <a:cubicBezTo>
                  <a:pt x="209547" y="6612"/>
                  <a:pt x="116416" y="32288"/>
                  <a:pt x="193723" y="32288"/>
                </a:cubicBezTo>
                <a:lnTo>
                  <a:pt x="247535" y="32288"/>
                </a:ln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08" name="Google Shape;1208;p18"/>
          <p:cNvSpPr/>
          <p:nvPr/>
        </p:nvSpPr>
        <p:spPr>
          <a:xfrm>
            <a:off x="3336343" y="1307695"/>
            <a:ext cx="478926" cy="365940"/>
          </a:xfrm>
          <a:custGeom>
            <a:avLst/>
            <a:gdLst/>
            <a:ahLst/>
            <a:cxnLst/>
            <a:rect l="l" t="t" r="r" b="b"/>
            <a:pathLst>
              <a:path w="478926" h="365940" extrusionOk="0">
                <a:moveTo>
                  <a:pt x="376683" y="0"/>
                </a:moveTo>
                <a:cubicBezTo>
                  <a:pt x="375794" y="127"/>
                  <a:pt x="318401" y="7617"/>
                  <a:pt x="312109" y="10763"/>
                </a:cubicBezTo>
                <a:cubicBezTo>
                  <a:pt x="305302" y="14166"/>
                  <a:pt x="302158" y="22483"/>
                  <a:pt x="295965" y="26907"/>
                </a:cubicBezTo>
                <a:cubicBezTo>
                  <a:pt x="289438" y="31570"/>
                  <a:pt x="281115" y="33220"/>
                  <a:pt x="274441" y="37670"/>
                </a:cubicBezTo>
                <a:cubicBezTo>
                  <a:pt x="270219" y="40485"/>
                  <a:pt x="268429" y="46651"/>
                  <a:pt x="263678" y="48433"/>
                </a:cubicBezTo>
                <a:cubicBezTo>
                  <a:pt x="253462" y="52264"/>
                  <a:pt x="241976" y="51169"/>
                  <a:pt x="231391" y="53815"/>
                </a:cubicBezTo>
                <a:cubicBezTo>
                  <a:pt x="220385" y="56567"/>
                  <a:pt x="209866" y="60990"/>
                  <a:pt x="199104" y="64578"/>
                </a:cubicBezTo>
                <a:lnTo>
                  <a:pt x="182960" y="69959"/>
                </a:lnTo>
                <a:cubicBezTo>
                  <a:pt x="133275" y="103085"/>
                  <a:pt x="194392" y="60813"/>
                  <a:pt x="156054" y="91485"/>
                </a:cubicBezTo>
                <a:cubicBezTo>
                  <a:pt x="151004" y="95525"/>
                  <a:pt x="144879" y="98108"/>
                  <a:pt x="139911" y="102248"/>
                </a:cubicBezTo>
                <a:cubicBezTo>
                  <a:pt x="134065" y="107120"/>
                  <a:pt x="129613" y="113520"/>
                  <a:pt x="123767" y="118392"/>
                </a:cubicBezTo>
                <a:cubicBezTo>
                  <a:pt x="109858" y="129983"/>
                  <a:pt x="107659" y="129143"/>
                  <a:pt x="91480" y="134537"/>
                </a:cubicBezTo>
                <a:cubicBezTo>
                  <a:pt x="69817" y="156200"/>
                  <a:pt x="93905" y="135804"/>
                  <a:pt x="59193" y="150681"/>
                </a:cubicBezTo>
                <a:cubicBezTo>
                  <a:pt x="53248" y="153229"/>
                  <a:pt x="48430" y="157856"/>
                  <a:pt x="43049" y="161444"/>
                </a:cubicBezTo>
                <a:cubicBezTo>
                  <a:pt x="39462" y="166825"/>
                  <a:pt x="36860" y="173015"/>
                  <a:pt x="32287" y="177588"/>
                </a:cubicBezTo>
                <a:cubicBezTo>
                  <a:pt x="27714" y="182161"/>
                  <a:pt x="19571" y="182866"/>
                  <a:pt x="16143" y="188351"/>
                </a:cubicBezTo>
                <a:cubicBezTo>
                  <a:pt x="10130" y="197972"/>
                  <a:pt x="8968" y="209877"/>
                  <a:pt x="5381" y="220640"/>
                </a:cubicBezTo>
                <a:lnTo>
                  <a:pt x="0" y="236784"/>
                </a:lnTo>
                <a:cubicBezTo>
                  <a:pt x="3587" y="242166"/>
                  <a:pt x="7870" y="247144"/>
                  <a:pt x="10762" y="252929"/>
                </a:cubicBezTo>
                <a:cubicBezTo>
                  <a:pt x="13299" y="258003"/>
                  <a:pt x="12132" y="265062"/>
                  <a:pt x="16143" y="269073"/>
                </a:cubicBezTo>
                <a:cubicBezTo>
                  <a:pt x="25289" y="278220"/>
                  <a:pt x="37668" y="283424"/>
                  <a:pt x="48430" y="290599"/>
                </a:cubicBezTo>
                <a:lnTo>
                  <a:pt x="64574" y="301362"/>
                </a:lnTo>
                <a:cubicBezTo>
                  <a:pt x="66368" y="306743"/>
                  <a:pt x="66412" y="313077"/>
                  <a:pt x="69955" y="317506"/>
                </a:cubicBezTo>
                <a:cubicBezTo>
                  <a:pt x="77541" y="326989"/>
                  <a:pt x="91608" y="330106"/>
                  <a:pt x="102242" y="333651"/>
                </a:cubicBezTo>
                <a:cubicBezTo>
                  <a:pt x="129514" y="360923"/>
                  <a:pt x="94219" y="328837"/>
                  <a:pt x="129148" y="349795"/>
                </a:cubicBezTo>
                <a:cubicBezTo>
                  <a:pt x="163419" y="370358"/>
                  <a:pt x="108346" y="352665"/>
                  <a:pt x="161435" y="365940"/>
                </a:cubicBezTo>
                <a:lnTo>
                  <a:pt x="430495" y="360558"/>
                </a:lnTo>
                <a:cubicBezTo>
                  <a:pt x="436163" y="360344"/>
                  <a:pt x="442210" y="358721"/>
                  <a:pt x="446639" y="355177"/>
                </a:cubicBezTo>
                <a:cubicBezTo>
                  <a:pt x="451689" y="351137"/>
                  <a:pt x="453361" y="344083"/>
                  <a:pt x="457401" y="339032"/>
                </a:cubicBezTo>
                <a:cubicBezTo>
                  <a:pt x="488078" y="300684"/>
                  <a:pt x="445795" y="361824"/>
                  <a:pt x="478926" y="312125"/>
                </a:cubicBezTo>
                <a:cubicBezTo>
                  <a:pt x="469580" y="284086"/>
                  <a:pt x="479667" y="306326"/>
                  <a:pt x="462782" y="285218"/>
                </a:cubicBezTo>
                <a:cubicBezTo>
                  <a:pt x="442281" y="259590"/>
                  <a:pt x="463553" y="276762"/>
                  <a:pt x="435877" y="258310"/>
                </a:cubicBezTo>
                <a:cubicBezTo>
                  <a:pt x="434083" y="252929"/>
                  <a:pt x="433250" y="247125"/>
                  <a:pt x="430495" y="242166"/>
                </a:cubicBezTo>
                <a:cubicBezTo>
                  <a:pt x="415281" y="214779"/>
                  <a:pt x="414539" y="215445"/>
                  <a:pt x="398208" y="199114"/>
                </a:cubicBezTo>
                <a:cubicBezTo>
                  <a:pt x="378587" y="140248"/>
                  <a:pt x="409878" y="229405"/>
                  <a:pt x="382065" y="166825"/>
                </a:cubicBezTo>
                <a:cubicBezTo>
                  <a:pt x="377458" y="156458"/>
                  <a:pt x="374890" y="145300"/>
                  <a:pt x="371302" y="134537"/>
                </a:cubicBezTo>
                <a:cubicBezTo>
                  <a:pt x="369508" y="129155"/>
                  <a:pt x="368458" y="123466"/>
                  <a:pt x="365921" y="118392"/>
                </a:cubicBezTo>
                <a:cubicBezTo>
                  <a:pt x="362334" y="111217"/>
                  <a:pt x="359822" y="103394"/>
                  <a:pt x="355159" y="96866"/>
                </a:cubicBezTo>
                <a:cubicBezTo>
                  <a:pt x="350736" y="90673"/>
                  <a:pt x="344396" y="86103"/>
                  <a:pt x="339015" y="80722"/>
                </a:cubicBezTo>
                <a:cubicBezTo>
                  <a:pt x="326712" y="43810"/>
                  <a:pt x="341244" y="89636"/>
                  <a:pt x="328253" y="37670"/>
                </a:cubicBezTo>
                <a:cubicBezTo>
                  <a:pt x="326877" y="32167"/>
                  <a:pt x="326415" y="25956"/>
                  <a:pt x="322871" y="21526"/>
                </a:cubicBezTo>
                <a:cubicBezTo>
                  <a:pt x="318831" y="16476"/>
                  <a:pt x="312109" y="14351"/>
                  <a:pt x="306728" y="10763"/>
                </a:cubicBezTo>
                <a:cubicBezTo>
                  <a:pt x="297973" y="12222"/>
                  <a:pt x="269649" y="15219"/>
                  <a:pt x="258297" y="21526"/>
                </a:cubicBezTo>
                <a:cubicBezTo>
                  <a:pt x="246990" y="27808"/>
                  <a:pt x="235156" y="33906"/>
                  <a:pt x="226010" y="43052"/>
                </a:cubicBezTo>
                <a:cubicBezTo>
                  <a:pt x="216001" y="53061"/>
                  <a:pt x="212678" y="57791"/>
                  <a:pt x="199104" y="64578"/>
                </a:cubicBezTo>
                <a:cubicBezTo>
                  <a:pt x="194030" y="67115"/>
                  <a:pt x="188174" y="67725"/>
                  <a:pt x="182960" y="69959"/>
                </a:cubicBezTo>
                <a:cubicBezTo>
                  <a:pt x="175587" y="73119"/>
                  <a:pt x="168808" y="77562"/>
                  <a:pt x="161435" y="80722"/>
                </a:cubicBezTo>
                <a:cubicBezTo>
                  <a:pt x="130244" y="94091"/>
                  <a:pt x="160174" y="76183"/>
                  <a:pt x="129148" y="96866"/>
                </a:cubicBezTo>
                <a:lnTo>
                  <a:pt x="107623" y="129155"/>
                </a:ln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09" name="Google Shape;1209;p18"/>
          <p:cNvSpPr/>
          <p:nvPr/>
        </p:nvSpPr>
        <p:spPr>
          <a:xfrm>
            <a:off x="3147768" y="624250"/>
            <a:ext cx="598511" cy="704971"/>
          </a:xfrm>
          <a:custGeom>
            <a:avLst/>
            <a:gdLst/>
            <a:ahLst/>
            <a:cxnLst/>
            <a:rect l="l" t="t" r="r" b="b"/>
            <a:pathLst>
              <a:path w="598511" h="704971" extrusionOk="0">
                <a:moveTo>
                  <a:pt x="436110" y="26907"/>
                </a:moveTo>
                <a:cubicBezTo>
                  <a:pt x="407410" y="28701"/>
                  <a:pt x="378636" y="29562"/>
                  <a:pt x="350010" y="32288"/>
                </a:cubicBezTo>
                <a:cubicBezTo>
                  <a:pt x="338981" y="33338"/>
                  <a:pt x="313276" y="40127"/>
                  <a:pt x="301580" y="43051"/>
                </a:cubicBezTo>
                <a:lnTo>
                  <a:pt x="269292" y="64577"/>
                </a:lnTo>
                <a:cubicBezTo>
                  <a:pt x="263911" y="68165"/>
                  <a:pt x="257722" y="70767"/>
                  <a:pt x="253149" y="75340"/>
                </a:cubicBezTo>
                <a:cubicBezTo>
                  <a:pt x="244180" y="84309"/>
                  <a:pt x="237119" y="95721"/>
                  <a:pt x="226243" y="102247"/>
                </a:cubicBezTo>
                <a:cubicBezTo>
                  <a:pt x="217274" y="107629"/>
                  <a:pt x="208206" y="112848"/>
                  <a:pt x="199337" y="118392"/>
                </a:cubicBezTo>
                <a:cubicBezTo>
                  <a:pt x="193853" y="121820"/>
                  <a:pt x="187766" y="124582"/>
                  <a:pt x="183193" y="129155"/>
                </a:cubicBezTo>
                <a:cubicBezTo>
                  <a:pt x="175072" y="137277"/>
                  <a:pt x="169790" y="147940"/>
                  <a:pt x="161669" y="156062"/>
                </a:cubicBezTo>
                <a:cubicBezTo>
                  <a:pt x="159231" y="158500"/>
                  <a:pt x="130111" y="179913"/>
                  <a:pt x="124000" y="182969"/>
                </a:cubicBezTo>
                <a:cubicBezTo>
                  <a:pt x="118927" y="185506"/>
                  <a:pt x="112930" y="185814"/>
                  <a:pt x="107857" y="188351"/>
                </a:cubicBezTo>
                <a:cubicBezTo>
                  <a:pt x="80439" y="202061"/>
                  <a:pt x="101068" y="202937"/>
                  <a:pt x="59426" y="209877"/>
                </a:cubicBezTo>
                <a:cubicBezTo>
                  <a:pt x="21544" y="216191"/>
                  <a:pt x="37490" y="211808"/>
                  <a:pt x="10995" y="220639"/>
                </a:cubicBezTo>
                <a:cubicBezTo>
                  <a:pt x="7408" y="226021"/>
                  <a:pt x="877" y="230348"/>
                  <a:pt x="233" y="236784"/>
                </a:cubicBezTo>
                <a:cubicBezTo>
                  <a:pt x="-1029" y="249405"/>
                  <a:pt x="3127" y="262016"/>
                  <a:pt x="5614" y="274454"/>
                </a:cubicBezTo>
                <a:cubicBezTo>
                  <a:pt x="8266" y="287715"/>
                  <a:pt x="13292" y="296161"/>
                  <a:pt x="21757" y="306743"/>
                </a:cubicBezTo>
                <a:cubicBezTo>
                  <a:pt x="24926" y="310705"/>
                  <a:pt x="29351" y="313544"/>
                  <a:pt x="32520" y="317506"/>
                </a:cubicBezTo>
                <a:cubicBezTo>
                  <a:pt x="39290" y="325969"/>
                  <a:pt x="44048" y="338414"/>
                  <a:pt x="54045" y="344413"/>
                </a:cubicBezTo>
                <a:cubicBezTo>
                  <a:pt x="58909" y="347331"/>
                  <a:pt x="65115" y="347258"/>
                  <a:pt x="70188" y="349795"/>
                </a:cubicBezTo>
                <a:cubicBezTo>
                  <a:pt x="75973" y="352687"/>
                  <a:pt x="80951" y="356970"/>
                  <a:pt x="86332" y="360557"/>
                </a:cubicBezTo>
                <a:cubicBezTo>
                  <a:pt x="95251" y="373937"/>
                  <a:pt x="102006" y="382626"/>
                  <a:pt x="107857" y="398228"/>
                </a:cubicBezTo>
                <a:cubicBezTo>
                  <a:pt x="110454" y="405153"/>
                  <a:pt x="109930" y="413139"/>
                  <a:pt x="113238" y="419754"/>
                </a:cubicBezTo>
                <a:cubicBezTo>
                  <a:pt x="119023" y="431324"/>
                  <a:pt x="134763" y="452042"/>
                  <a:pt x="134763" y="452042"/>
                </a:cubicBezTo>
                <a:cubicBezTo>
                  <a:pt x="138350" y="462805"/>
                  <a:pt x="140452" y="474183"/>
                  <a:pt x="145525" y="484331"/>
                </a:cubicBezTo>
                <a:cubicBezTo>
                  <a:pt x="159179" y="511642"/>
                  <a:pt x="151837" y="499182"/>
                  <a:pt x="167050" y="522001"/>
                </a:cubicBezTo>
                <a:cubicBezTo>
                  <a:pt x="180572" y="562573"/>
                  <a:pt x="162334" y="512572"/>
                  <a:pt x="183193" y="554290"/>
                </a:cubicBezTo>
                <a:cubicBezTo>
                  <a:pt x="185730" y="559364"/>
                  <a:pt x="185820" y="565475"/>
                  <a:pt x="188575" y="570434"/>
                </a:cubicBezTo>
                <a:cubicBezTo>
                  <a:pt x="203789" y="597821"/>
                  <a:pt x="204531" y="597155"/>
                  <a:pt x="220862" y="613486"/>
                </a:cubicBezTo>
                <a:cubicBezTo>
                  <a:pt x="225238" y="626616"/>
                  <a:pt x="226573" y="635343"/>
                  <a:pt x="237005" y="645775"/>
                </a:cubicBezTo>
                <a:cubicBezTo>
                  <a:pt x="241578" y="650348"/>
                  <a:pt x="247768" y="652950"/>
                  <a:pt x="253149" y="656538"/>
                </a:cubicBezTo>
                <a:cubicBezTo>
                  <a:pt x="256736" y="661919"/>
                  <a:pt x="259871" y="667632"/>
                  <a:pt x="263911" y="672682"/>
                </a:cubicBezTo>
                <a:cubicBezTo>
                  <a:pt x="270079" y="680392"/>
                  <a:pt x="282139" y="690351"/>
                  <a:pt x="290817" y="694208"/>
                </a:cubicBezTo>
                <a:cubicBezTo>
                  <a:pt x="301184" y="698816"/>
                  <a:pt x="323104" y="704971"/>
                  <a:pt x="323104" y="704971"/>
                </a:cubicBezTo>
                <a:cubicBezTo>
                  <a:pt x="344629" y="703177"/>
                  <a:pt x="366911" y="705524"/>
                  <a:pt x="387679" y="699590"/>
                </a:cubicBezTo>
                <a:cubicBezTo>
                  <a:pt x="393898" y="697813"/>
                  <a:pt x="392826" y="686654"/>
                  <a:pt x="398441" y="683445"/>
                </a:cubicBezTo>
                <a:cubicBezTo>
                  <a:pt x="406382" y="678907"/>
                  <a:pt x="416474" y="680282"/>
                  <a:pt x="425347" y="678064"/>
                </a:cubicBezTo>
                <a:cubicBezTo>
                  <a:pt x="430850" y="676688"/>
                  <a:pt x="436417" y="675219"/>
                  <a:pt x="441491" y="672682"/>
                </a:cubicBezTo>
                <a:cubicBezTo>
                  <a:pt x="447275" y="669790"/>
                  <a:pt x="451690" y="664467"/>
                  <a:pt x="457634" y="661919"/>
                </a:cubicBezTo>
                <a:cubicBezTo>
                  <a:pt x="481784" y="651569"/>
                  <a:pt x="474350" y="661633"/>
                  <a:pt x="495303" y="651156"/>
                </a:cubicBezTo>
                <a:cubicBezTo>
                  <a:pt x="537022" y="630295"/>
                  <a:pt x="487018" y="648535"/>
                  <a:pt x="527590" y="635012"/>
                </a:cubicBezTo>
                <a:cubicBezTo>
                  <a:pt x="548011" y="604379"/>
                  <a:pt x="526505" y="629482"/>
                  <a:pt x="554496" y="613486"/>
                </a:cubicBezTo>
                <a:cubicBezTo>
                  <a:pt x="600108" y="587421"/>
                  <a:pt x="555149" y="604301"/>
                  <a:pt x="592164" y="591960"/>
                </a:cubicBezTo>
                <a:cubicBezTo>
                  <a:pt x="593958" y="586579"/>
                  <a:pt x="597546" y="581488"/>
                  <a:pt x="597546" y="575816"/>
                </a:cubicBezTo>
                <a:cubicBezTo>
                  <a:pt x="597546" y="523335"/>
                  <a:pt x="607232" y="456348"/>
                  <a:pt x="565258" y="414372"/>
                </a:cubicBezTo>
                <a:cubicBezTo>
                  <a:pt x="559877" y="408991"/>
                  <a:pt x="553538" y="404421"/>
                  <a:pt x="549115" y="398228"/>
                </a:cubicBezTo>
                <a:cubicBezTo>
                  <a:pt x="544452" y="391700"/>
                  <a:pt x="542479" y="383581"/>
                  <a:pt x="538352" y="376702"/>
                </a:cubicBezTo>
                <a:cubicBezTo>
                  <a:pt x="520096" y="346274"/>
                  <a:pt x="523589" y="351174"/>
                  <a:pt x="506065" y="333650"/>
                </a:cubicBezTo>
                <a:cubicBezTo>
                  <a:pt x="494325" y="298427"/>
                  <a:pt x="510631" y="332998"/>
                  <a:pt x="484540" y="312124"/>
                </a:cubicBezTo>
                <a:cubicBezTo>
                  <a:pt x="479490" y="308084"/>
                  <a:pt x="478351" y="300553"/>
                  <a:pt x="473778" y="295980"/>
                </a:cubicBezTo>
                <a:cubicBezTo>
                  <a:pt x="469205" y="291407"/>
                  <a:pt x="463015" y="288805"/>
                  <a:pt x="457634" y="285217"/>
                </a:cubicBezTo>
                <a:cubicBezTo>
                  <a:pt x="454047" y="274454"/>
                  <a:pt x="448279" y="264185"/>
                  <a:pt x="446872" y="252928"/>
                </a:cubicBezTo>
                <a:cubicBezTo>
                  <a:pt x="440787" y="204248"/>
                  <a:pt x="446064" y="223597"/>
                  <a:pt x="436110" y="193732"/>
                </a:cubicBezTo>
                <a:cubicBezTo>
                  <a:pt x="425794" y="121524"/>
                  <a:pt x="435841" y="186876"/>
                  <a:pt x="425347" y="129155"/>
                </a:cubicBezTo>
                <a:cubicBezTo>
                  <a:pt x="420062" y="100084"/>
                  <a:pt x="421723" y="100326"/>
                  <a:pt x="414585" y="75340"/>
                </a:cubicBezTo>
                <a:cubicBezTo>
                  <a:pt x="413027" y="69886"/>
                  <a:pt x="412122" y="64060"/>
                  <a:pt x="409204" y="59196"/>
                </a:cubicBezTo>
                <a:cubicBezTo>
                  <a:pt x="406594" y="54845"/>
                  <a:pt x="402029" y="52021"/>
                  <a:pt x="398441" y="48433"/>
                </a:cubicBezTo>
                <a:cubicBezTo>
                  <a:pt x="393074" y="32332"/>
                  <a:pt x="392571" y="14774"/>
                  <a:pt x="376916" y="5381"/>
                </a:cubicBezTo>
                <a:cubicBezTo>
                  <a:pt x="372052" y="2463"/>
                  <a:pt x="366154" y="1794"/>
                  <a:pt x="360773" y="0"/>
                </a:cubicBezTo>
                <a:cubicBezTo>
                  <a:pt x="353598" y="1794"/>
                  <a:pt x="345863" y="2073"/>
                  <a:pt x="339248" y="5381"/>
                </a:cubicBezTo>
                <a:cubicBezTo>
                  <a:pt x="327679" y="11166"/>
                  <a:pt x="317723" y="19732"/>
                  <a:pt x="306961" y="26907"/>
                </a:cubicBezTo>
                <a:lnTo>
                  <a:pt x="274674" y="48433"/>
                </a:lnTo>
                <a:cubicBezTo>
                  <a:pt x="269293" y="52021"/>
                  <a:pt x="264666" y="57151"/>
                  <a:pt x="258530" y="59196"/>
                </a:cubicBezTo>
                <a:lnTo>
                  <a:pt x="242386" y="64577"/>
                </a:lnTo>
                <a:cubicBezTo>
                  <a:pt x="237005" y="68165"/>
                  <a:pt x="232187" y="72792"/>
                  <a:pt x="226243" y="75340"/>
                </a:cubicBezTo>
                <a:cubicBezTo>
                  <a:pt x="219445" y="78253"/>
                  <a:pt x="204718" y="80721"/>
                  <a:pt x="204718" y="80721"/>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10" name="Google Shape;1210;p18"/>
          <p:cNvSpPr/>
          <p:nvPr/>
        </p:nvSpPr>
        <p:spPr>
          <a:xfrm>
            <a:off x="2921990" y="1130107"/>
            <a:ext cx="199105" cy="242166"/>
          </a:xfrm>
          <a:custGeom>
            <a:avLst/>
            <a:gdLst/>
            <a:ahLst/>
            <a:cxnLst/>
            <a:rect l="l" t="t" r="r" b="b"/>
            <a:pathLst>
              <a:path w="199105" h="242166" extrusionOk="0">
                <a:moveTo>
                  <a:pt x="188342" y="64577"/>
                </a:moveTo>
                <a:cubicBezTo>
                  <a:pt x="122409" y="25016"/>
                  <a:pt x="187941" y="69558"/>
                  <a:pt x="150674" y="32289"/>
                </a:cubicBezTo>
                <a:cubicBezTo>
                  <a:pt x="140515" y="22129"/>
                  <a:pt x="121265" y="10497"/>
                  <a:pt x="107624" y="5381"/>
                </a:cubicBezTo>
                <a:cubicBezTo>
                  <a:pt x="100699" y="2784"/>
                  <a:pt x="93274" y="1794"/>
                  <a:pt x="86099" y="0"/>
                </a:cubicBezTo>
                <a:cubicBezTo>
                  <a:pt x="69392" y="2784"/>
                  <a:pt x="49874" y="1498"/>
                  <a:pt x="37669" y="16144"/>
                </a:cubicBezTo>
                <a:cubicBezTo>
                  <a:pt x="28869" y="26704"/>
                  <a:pt x="19491" y="59918"/>
                  <a:pt x="16144" y="69959"/>
                </a:cubicBezTo>
                <a:lnTo>
                  <a:pt x="10763" y="86103"/>
                </a:lnTo>
                <a:cubicBezTo>
                  <a:pt x="8969" y="91485"/>
                  <a:pt x="6493" y="96685"/>
                  <a:pt x="5381" y="102248"/>
                </a:cubicBezTo>
                <a:lnTo>
                  <a:pt x="0" y="129155"/>
                </a:lnTo>
                <a:cubicBezTo>
                  <a:pt x="1794" y="156062"/>
                  <a:pt x="-2368" y="184047"/>
                  <a:pt x="5381" y="209877"/>
                </a:cubicBezTo>
                <a:cubicBezTo>
                  <a:pt x="12251" y="232779"/>
                  <a:pt x="31008" y="236358"/>
                  <a:pt x="48431" y="242166"/>
                </a:cubicBezTo>
                <a:cubicBezTo>
                  <a:pt x="71750" y="240372"/>
                  <a:pt x="95789" y="242810"/>
                  <a:pt x="118387" y="236784"/>
                </a:cubicBezTo>
                <a:cubicBezTo>
                  <a:pt x="124636" y="235117"/>
                  <a:pt x="124576" y="225213"/>
                  <a:pt x="129149" y="220640"/>
                </a:cubicBezTo>
                <a:cubicBezTo>
                  <a:pt x="133722" y="216067"/>
                  <a:pt x="139912" y="213465"/>
                  <a:pt x="145293" y="209877"/>
                </a:cubicBezTo>
                <a:cubicBezTo>
                  <a:pt x="148880" y="199114"/>
                  <a:pt x="149762" y="187028"/>
                  <a:pt x="156055" y="177588"/>
                </a:cubicBezTo>
                <a:cubicBezTo>
                  <a:pt x="159642" y="172207"/>
                  <a:pt x="163925" y="167229"/>
                  <a:pt x="166817" y="161444"/>
                </a:cubicBezTo>
                <a:cubicBezTo>
                  <a:pt x="169354" y="156370"/>
                  <a:pt x="169662" y="150373"/>
                  <a:pt x="172199" y="145299"/>
                </a:cubicBezTo>
                <a:cubicBezTo>
                  <a:pt x="175091" y="139514"/>
                  <a:pt x="180335" y="135065"/>
                  <a:pt x="182961" y="129155"/>
                </a:cubicBezTo>
                <a:cubicBezTo>
                  <a:pt x="187568" y="118788"/>
                  <a:pt x="190135" y="107629"/>
                  <a:pt x="193723" y="96866"/>
                </a:cubicBezTo>
                <a:lnTo>
                  <a:pt x="199105" y="80722"/>
                </a:lnTo>
                <a:cubicBezTo>
                  <a:pt x="196562" y="70552"/>
                  <a:pt x="193971" y="49934"/>
                  <a:pt x="182961" y="43052"/>
                </a:cubicBezTo>
                <a:cubicBezTo>
                  <a:pt x="173341" y="37039"/>
                  <a:pt x="161680" y="35041"/>
                  <a:pt x="150674" y="32289"/>
                </a:cubicBezTo>
                <a:lnTo>
                  <a:pt x="129149" y="26907"/>
                </a:ln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11" name="Google Shape;1211;p18"/>
          <p:cNvSpPr/>
          <p:nvPr/>
        </p:nvSpPr>
        <p:spPr>
          <a:xfrm>
            <a:off x="2846654" y="1200066"/>
            <a:ext cx="382095" cy="748023"/>
          </a:xfrm>
          <a:custGeom>
            <a:avLst/>
            <a:gdLst/>
            <a:ahLst/>
            <a:cxnLst/>
            <a:rect l="l" t="t" r="r" b="b"/>
            <a:pathLst>
              <a:path w="382095" h="748023" extrusionOk="0">
                <a:moveTo>
                  <a:pt x="295965" y="32289"/>
                </a:moveTo>
                <a:cubicBezTo>
                  <a:pt x="288790" y="48433"/>
                  <a:pt x="281236" y="64414"/>
                  <a:pt x="274441" y="80722"/>
                </a:cubicBezTo>
                <a:cubicBezTo>
                  <a:pt x="272259" y="85958"/>
                  <a:pt x="271406" y="91702"/>
                  <a:pt x="269059" y="96866"/>
                </a:cubicBezTo>
                <a:cubicBezTo>
                  <a:pt x="251615" y="135246"/>
                  <a:pt x="253625" y="130784"/>
                  <a:pt x="236772" y="156062"/>
                </a:cubicBezTo>
                <a:cubicBezTo>
                  <a:pt x="225123" y="202662"/>
                  <a:pt x="239387" y="152217"/>
                  <a:pt x="220629" y="199114"/>
                </a:cubicBezTo>
                <a:cubicBezTo>
                  <a:pt x="213503" y="216930"/>
                  <a:pt x="210574" y="236870"/>
                  <a:pt x="199104" y="252929"/>
                </a:cubicBezTo>
                <a:cubicBezTo>
                  <a:pt x="189689" y="266111"/>
                  <a:pt x="179688" y="271255"/>
                  <a:pt x="166817" y="279836"/>
                </a:cubicBezTo>
                <a:lnTo>
                  <a:pt x="145292" y="312125"/>
                </a:lnTo>
                <a:cubicBezTo>
                  <a:pt x="141704" y="317506"/>
                  <a:pt x="137421" y="322484"/>
                  <a:pt x="134529" y="328269"/>
                </a:cubicBezTo>
                <a:cubicBezTo>
                  <a:pt x="130942" y="335444"/>
                  <a:pt x="128430" y="343267"/>
                  <a:pt x="123767" y="349795"/>
                </a:cubicBezTo>
                <a:cubicBezTo>
                  <a:pt x="119344" y="355988"/>
                  <a:pt x="112495" y="360092"/>
                  <a:pt x="107623" y="365939"/>
                </a:cubicBezTo>
                <a:cubicBezTo>
                  <a:pt x="103483" y="370908"/>
                  <a:pt x="100448" y="376702"/>
                  <a:pt x="96861" y="382084"/>
                </a:cubicBezTo>
                <a:cubicBezTo>
                  <a:pt x="85924" y="436772"/>
                  <a:pt x="97128" y="386534"/>
                  <a:pt x="86099" y="425135"/>
                </a:cubicBezTo>
                <a:cubicBezTo>
                  <a:pt x="84067" y="432247"/>
                  <a:pt x="83630" y="439863"/>
                  <a:pt x="80717" y="446661"/>
                </a:cubicBezTo>
                <a:cubicBezTo>
                  <a:pt x="78169" y="452606"/>
                  <a:pt x="73542" y="457424"/>
                  <a:pt x="69955" y="462806"/>
                </a:cubicBezTo>
                <a:lnTo>
                  <a:pt x="59193" y="505857"/>
                </a:lnTo>
                <a:cubicBezTo>
                  <a:pt x="57470" y="512748"/>
                  <a:pt x="52288" y="535812"/>
                  <a:pt x="48430" y="543528"/>
                </a:cubicBezTo>
                <a:cubicBezTo>
                  <a:pt x="45538" y="549313"/>
                  <a:pt x="40560" y="553887"/>
                  <a:pt x="37668" y="559672"/>
                </a:cubicBezTo>
                <a:cubicBezTo>
                  <a:pt x="23698" y="587614"/>
                  <a:pt x="42546" y="565557"/>
                  <a:pt x="21524" y="586579"/>
                </a:cubicBezTo>
                <a:cubicBezTo>
                  <a:pt x="17937" y="593754"/>
                  <a:pt x="13299" y="600494"/>
                  <a:pt x="10762" y="608105"/>
                </a:cubicBezTo>
                <a:cubicBezTo>
                  <a:pt x="7870" y="616782"/>
                  <a:pt x="7599" y="626138"/>
                  <a:pt x="5381" y="635012"/>
                </a:cubicBezTo>
                <a:cubicBezTo>
                  <a:pt x="4005" y="640515"/>
                  <a:pt x="1794" y="645775"/>
                  <a:pt x="0" y="651157"/>
                </a:cubicBezTo>
                <a:cubicBezTo>
                  <a:pt x="1794" y="670889"/>
                  <a:pt x="2579" y="690739"/>
                  <a:pt x="5381" y="710353"/>
                </a:cubicBezTo>
                <a:cubicBezTo>
                  <a:pt x="6183" y="715968"/>
                  <a:pt x="7219" y="722068"/>
                  <a:pt x="10762" y="726497"/>
                </a:cubicBezTo>
                <a:cubicBezTo>
                  <a:pt x="14802" y="731547"/>
                  <a:pt x="20996" y="734633"/>
                  <a:pt x="26906" y="737260"/>
                </a:cubicBezTo>
                <a:cubicBezTo>
                  <a:pt x="37273" y="741868"/>
                  <a:pt x="59193" y="748023"/>
                  <a:pt x="59193" y="748023"/>
                </a:cubicBezTo>
                <a:cubicBezTo>
                  <a:pt x="85652" y="739203"/>
                  <a:pt x="66403" y="748293"/>
                  <a:pt x="86099" y="731879"/>
                </a:cubicBezTo>
                <a:cubicBezTo>
                  <a:pt x="116134" y="706848"/>
                  <a:pt x="100242" y="726806"/>
                  <a:pt x="118386" y="699590"/>
                </a:cubicBezTo>
                <a:cubicBezTo>
                  <a:pt x="120180" y="694209"/>
                  <a:pt x="121230" y="688520"/>
                  <a:pt x="123767" y="683446"/>
                </a:cubicBezTo>
                <a:cubicBezTo>
                  <a:pt x="126659" y="677661"/>
                  <a:pt x="131981" y="673246"/>
                  <a:pt x="134529" y="667301"/>
                </a:cubicBezTo>
                <a:cubicBezTo>
                  <a:pt x="137442" y="660503"/>
                  <a:pt x="137786" y="652859"/>
                  <a:pt x="139911" y="645775"/>
                </a:cubicBezTo>
                <a:cubicBezTo>
                  <a:pt x="144684" y="629865"/>
                  <a:pt x="151629" y="606671"/>
                  <a:pt x="161435" y="591961"/>
                </a:cubicBezTo>
                <a:cubicBezTo>
                  <a:pt x="164249" y="587739"/>
                  <a:pt x="168610" y="584786"/>
                  <a:pt x="172198" y="581198"/>
                </a:cubicBezTo>
                <a:cubicBezTo>
                  <a:pt x="173992" y="575816"/>
                  <a:pt x="175042" y="570127"/>
                  <a:pt x="177579" y="565053"/>
                </a:cubicBezTo>
                <a:cubicBezTo>
                  <a:pt x="184367" y="551475"/>
                  <a:pt x="189093" y="548157"/>
                  <a:pt x="199104" y="538146"/>
                </a:cubicBezTo>
                <a:cubicBezTo>
                  <a:pt x="200898" y="532765"/>
                  <a:pt x="201730" y="526961"/>
                  <a:pt x="204485" y="522002"/>
                </a:cubicBezTo>
                <a:cubicBezTo>
                  <a:pt x="210767" y="510694"/>
                  <a:pt x="226010" y="489713"/>
                  <a:pt x="226010" y="489713"/>
                </a:cubicBezTo>
                <a:cubicBezTo>
                  <a:pt x="239533" y="449142"/>
                  <a:pt x="221293" y="499145"/>
                  <a:pt x="242153" y="457424"/>
                </a:cubicBezTo>
                <a:cubicBezTo>
                  <a:pt x="262695" y="416339"/>
                  <a:pt x="224647" y="471801"/>
                  <a:pt x="263678" y="419754"/>
                </a:cubicBezTo>
                <a:cubicBezTo>
                  <a:pt x="272196" y="385680"/>
                  <a:pt x="264957" y="404380"/>
                  <a:pt x="290584" y="365939"/>
                </a:cubicBezTo>
                <a:lnTo>
                  <a:pt x="301347" y="349795"/>
                </a:lnTo>
                <a:cubicBezTo>
                  <a:pt x="303141" y="344414"/>
                  <a:pt x="303973" y="338610"/>
                  <a:pt x="306728" y="333651"/>
                </a:cubicBezTo>
                <a:cubicBezTo>
                  <a:pt x="313010" y="322343"/>
                  <a:pt x="328253" y="301362"/>
                  <a:pt x="328253" y="301362"/>
                </a:cubicBezTo>
                <a:cubicBezTo>
                  <a:pt x="330047" y="295980"/>
                  <a:pt x="331097" y="290291"/>
                  <a:pt x="333634" y="285217"/>
                </a:cubicBezTo>
                <a:cubicBezTo>
                  <a:pt x="336526" y="279432"/>
                  <a:pt x="341849" y="275018"/>
                  <a:pt x="344396" y="269073"/>
                </a:cubicBezTo>
                <a:cubicBezTo>
                  <a:pt x="354750" y="244912"/>
                  <a:pt x="344679" y="252364"/>
                  <a:pt x="355159" y="231403"/>
                </a:cubicBezTo>
                <a:cubicBezTo>
                  <a:pt x="358051" y="225618"/>
                  <a:pt x="362712" y="220874"/>
                  <a:pt x="365921" y="215258"/>
                </a:cubicBezTo>
                <a:cubicBezTo>
                  <a:pt x="376560" y="196638"/>
                  <a:pt x="376027" y="195700"/>
                  <a:pt x="382065" y="177588"/>
                </a:cubicBezTo>
                <a:cubicBezTo>
                  <a:pt x="380271" y="156062"/>
                  <a:pt x="385735" y="132623"/>
                  <a:pt x="376683" y="113011"/>
                </a:cubicBezTo>
                <a:cubicBezTo>
                  <a:pt x="372850" y="104706"/>
                  <a:pt x="356803" y="113485"/>
                  <a:pt x="349777" y="107629"/>
                </a:cubicBezTo>
                <a:cubicBezTo>
                  <a:pt x="344095" y="102894"/>
                  <a:pt x="346428" y="93215"/>
                  <a:pt x="344396" y="86103"/>
                </a:cubicBezTo>
                <a:cubicBezTo>
                  <a:pt x="341508" y="75994"/>
                  <a:pt x="336987" y="60803"/>
                  <a:pt x="328253" y="53815"/>
                </a:cubicBezTo>
                <a:cubicBezTo>
                  <a:pt x="323824" y="50271"/>
                  <a:pt x="317490" y="50227"/>
                  <a:pt x="312109" y="48433"/>
                </a:cubicBezTo>
                <a:cubicBezTo>
                  <a:pt x="308522" y="43052"/>
                  <a:pt x="303974" y="38199"/>
                  <a:pt x="301347" y="32289"/>
                </a:cubicBezTo>
                <a:cubicBezTo>
                  <a:pt x="296739" y="21922"/>
                  <a:pt x="290584" y="0"/>
                  <a:pt x="290584" y="0"/>
                </a:cubicBezTo>
                <a:cubicBezTo>
                  <a:pt x="285203" y="1794"/>
                  <a:pt x="276109" y="-40"/>
                  <a:pt x="274441" y="5381"/>
                </a:cubicBezTo>
                <a:cubicBezTo>
                  <a:pt x="268089" y="26026"/>
                  <a:pt x="271914" y="48548"/>
                  <a:pt x="269059" y="69959"/>
                </a:cubicBezTo>
                <a:cubicBezTo>
                  <a:pt x="268309" y="75582"/>
                  <a:pt x="266596" y="81239"/>
                  <a:pt x="263678" y="86103"/>
                </a:cubicBezTo>
                <a:cubicBezTo>
                  <a:pt x="261068" y="90454"/>
                  <a:pt x="256503" y="93278"/>
                  <a:pt x="252916" y="96866"/>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12" name="Google Shape;1212;p18"/>
          <p:cNvSpPr/>
          <p:nvPr/>
        </p:nvSpPr>
        <p:spPr>
          <a:xfrm>
            <a:off x="3852937" y="1614438"/>
            <a:ext cx="419734" cy="414373"/>
          </a:xfrm>
          <a:custGeom>
            <a:avLst/>
            <a:gdLst/>
            <a:ahLst/>
            <a:cxnLst/>
            <a:rect l="l" t="t" r="r" b="b"/>
            <a:pathLst>
              <a:path w="419734" h="414373" extrusionOk="0">
                <a:moveTo>
                  <a:pt x="53812" y="0"/>
                </a:moveTo>
                <a:cubicBezTo>
                  <a:pt x="45440" y="10466"/>
                  <a:pt x="14748" y="47244"/>
                  <a:pt x="10763" y="59197"/>
                </a:cubicBezTo>
                <a:lnTo>
                  <a:pt x="0" y="91485"/>
                </a:lnTo>
                <a:cubicBezTo>
                  <a:pt x="1794" y="96867"/>
                  <a:pt x="1371" y="103619"/>
                  <a:pt x="5382" y="107630"/>
                </a:cubicBezTo>
                <a:cubicBezTo>
                  <a:pt x="11054" y="113302"/>
                  <a:pt x="19941" y="114413"/>
                  <a:pt x="26906" y="118393"/>
                </a:cubicBezTo>
                <a:cubicBezTo>
                  <a:pt x="56112" y="135083"/>
                  <a:pt x="29598" y="124672"/>
                  <a:pt x="59194" y="134537"/>
                </a:cubicBezTo>
                <a:cubicBezTo>
                  <a:pt x="64575" y="138125"/>
                  <a:pt x="70764" y="140727"/>
                  <a:pt x="75337" y="145300"/>
                </a:cubicBezTo>
                <a:cubicBezTo>
                  <a:pt x="111211" y="181176"/>
                  <a:pt x="59196" y="143506"/>
                  <a:pt x="102243" y="172207"/>
                </a:cubicBezTo>
                <a:cubicBezTo>
                  <a:pt x="112531" y="203076"/>
                  <a:pt x="100658" y="175477"/>
                  <a:pt x="118387" y="199115"/>
                </a:cubicBezTo>
                <a:cubicBezTo>
                  <a:pt x="126148" y="209463"/>
                  <a:pt x="139912" y="231403"/>
                  <a:pt x="139912" y="231403"/>
                </a:cubicBezTo>
                <a:cubicBezTo>
                  <a:pt x="151111" y="276202"/>
                  <a:pt x="137475" y="231911"/>
                  <a:pt x="156055" y="269074"/>
                </a:cubicBezTo>
                <a:cubicBezTo>
                  <a:pt x="158592" y="274148"/>
                  <a:pt x="158518" y="280354"/>
                  <a:pt x="161436" y="285218"/>
                </a:cubicBezTo>
                <a:cubicBezTo>
                  <a:pt x="168823" y="297529"/>
                  <a:pt x="175644" y="297129"/>
                  <a:pt x="188342" y="301362"/>
                </a:cubicBezTo>
                <a:lnTo>
                  <a:pt x="209867" y="333651"/>
                </a:lnTo>
                <a:cubicBezTo>
                  <a:pt x="213455" y="339032"/>
                  <a:pt x="216057" y="345221"/>
                  <a:pt x="220630" y="349795"/>
                </a:cubicBezTo>
                <a:lnTo>
                  <a:pt x="236773" y="365940"/>
                </a:lnTo>
                <a:cubicBezTo>
                  <a:pt x="238567" y="371321"/>
                  <a:pt x="239236" y="377220"/>
                  <a:pt x="242154" y="382084"/>
                </a:cubicBezTo>
                <a:cubicBezTo>
                  <a:pt x="246219" y="388860"/>
                  <a:pt x="263062" y="400944"/>
                  <a:pt x="269060" y="403610"/>
                </a:cubicBezTo>
                <a:cubicBezTo>
                  <a:pt x="279427" y="408218"/>
                  <a:pt x="301348" y="414373"/>
                  <a:pt x="301348" y="414373"/>
                </a:cubicBezTo>
                <a:cubicBezTo>
                  <a:pt x="321079" y="412579"/>
                  <a:pt x="341605" y="414819"/>
                  <a:pt x="360541" y="408992"/>
                </a:cubicBezTo>
                <a:cubicBezTo>
                  <a:pt x="366723" y="407090"/>
                  <a:pt x="367263" y="397898"/>
                  <a:pt x="371303" y="392847"/>
                </a:cubicBezTo>
                <a:cubicBezTo>
                  <a:pt x="374472" y="388885"/>
                  <a:pt x="378478" y="385672"/>
                  <a:pt x="382066" y="382084"/>
                </a:cubicBezTo>
                <a:cubicBezTo>
                  <a:pt x="385653" y="374909"/>
                  <a:pt x="390011" y="368069"/>
                  <a:pt x="392828" y="360558"/>
                </a:cubicBezTo>
                <a:cubicBezTo>
                  <a:pt x="395425" y="353633"/>
                  <a:pt x="396177" y="346144"/>
                  <a:pt x="398209" y="339033"/>
                </a:cubicBezTo>
                <a:cubicBezTo>
                  <a:pt x="399767" y="333579"/>
                  <a:pt x="402032" y="328342"/>
                  <a:pt x="403590" y="322888"/>
                </a:cubicBezTo>
                <a:cubicBezTo>
                  <a:pt x="405622" y="315776"/>
                  <a:pt x="406939" y="308474"/>
                  <a:pt x="408971" y="301362"/>
                </a:cubicBezTo>
                <a:cubicBezTo>
                  <a:pt x="424412" y="247320"/>
                  <a:pt x="402912" y="330986"/>
                  <a:pt x="419734" y="263692"/>
                </a:cubicBezTo>
                <a:cubicBezTo>
                  <a:pt x="417940" y="252929"/>
                  <a:pt x="421538" y="239615"/>
                  <a:pt x="414353" y="231403"/>
                </a:cubicBezTo>
                <a:cubicBezTo>
                  <a:pt x="406883" y="222865"/>
                  <a:pt x="392828" y="224228"/>
                  <a:pt x="382066" y="220640"/>
                </a:cubicBezTo>
                <a:lnTo>
                  <a:pt x="365922" y="215259"/>
                </a:lnTo>
                <a:cubicBezTo>
                  <a:pt x="360541" y="213465"/>
                  <a:pt x="355340" y="210989"/>
                  <a:pt x="349778" y="209877"/>
                </a:cubicBezTo>
                <a:lnTo>
                  <a:pt x="322872" y="204496"/>
                </a:lnTo>
                <a:cubicBezTo>
                  <a:pt x="304730" y="177281"/>
                  <a:pt x="321959" y="195968"/>
                  <a:pt x="295966" y="182970"/>
                </a:cubicBezTo>
                <a:cubicBezTo>
                  <a:pt x="231340" y="150654"/>
                  <a:pt x="319120" y="191481"/>
                  <a:pt x="269060" y="161444"/>
                </a:cubicBezTo>
                <a:cubicBezTo>
                  <a:pt x="264196" y="158526"/>
                  <a:pt x="258130" y="158297"/>
                  <a:pt x="252917" y="156063"/>
                </a:cubicBezTo>
                <a:cubicBezTo>
                  <a:pt x="245544" y="152903"/>
                  <a:pt x="238765" y="148460"/>
                  <a:pt x="231392" y="145300"/>
                </a:cubicBezTo>
                <a:cubicBezTo>
                  <a:pt x="201209" y="132364"/>
                  <a:pt x="229413" y="149550"/>
                  <a:pt x="193724" y="129156"/>
                </a:cubicBezTo>
                <a:cubicBezTo>
                  <a:pt x="159416" y="109551"/>
                  <a:pt x="190443" y="120493"/>
                  <a:pt x="145293" y="75341"/>
                </a:cubicBezTo>
                <a:cubicBezTo>
                  <a:pt x="136324" y="66372"/>
                  <a:pt x="130692" y="51511"/>
                  <a:pt x="118387" y="48434"/>
                </a:cubicBezTo>
                <a:cubicBezTo>
                  <a:pt x="51111" y="31613"/>
                  <a:pt x="134747" y="53109"/>
                  <a:pt x="80718" y="37671"/>
                </a:cubicBezTo>
                <a:cubicBezTo>
                  <a:pt x="33420" y="24156"/>
                  <a:pt x="81758" y="39810"/>
                  <a:pt x="43050" y="26908"/>
                </a:cubicBezTo>
                <a:cubicBezTo>
                  <a:pt x="2407" y="35036"/>
                  <a:pt x="21272" y="22542"/>
                  <a:pt x="10763" y="64578"/>
                </a:cubicBezTo>
                <a:cubicBezTo>
                  <a:pt x="8011" y="75584"/>
                  <a:pt x="0" y="96867"/>
                  <a:pt x="0" y="96867"/>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13" name="Google Shape;1213;p18"/>
          <p:cNvSpPr/>
          <p:nvPr/>
        </p:nvSpPr>
        <p:spPr>
          <a:xfrm>
            <a:off x="4288814" y="2018048"/>
            <a:ext cx="70050" cy="333651"/>
          </a:xfrm>
          <a:custGeom>
            <a:avLst/>
            <a:gdLst/>
            <a:ahLst/>
            <a:cxnLst/>
            <a:rect l="l" t="t" r="r" b="b"/>
            <a:pathLst>
              <a:path w="70050" h="333651" extrusionOk="0">
                <a:moveTo>
                  <a:pt x="0" y="48433"/>
                </a:moveTo>
                <a:cubicBezTo>
                  <a:pt x="1794" y="121980"/>
                  <a:pt x="696" y="195654"/>
                  <a:pt x="5382" y="269073"/>
                </a:cubicBezTo>
                <a:cubicBezTo>
                  <a:pt x="6109" y="280456"/>
                  <a:pt x="16738" y="307337"/>
                  <a:pt x="26906" y="317506"/>
                </a:cubicBezTo>
                <a:cubicBezTo>
                  <a:pt x="37337" y="327938"/>
                  <a:pt x="46064" y="329274"/>
                  <a:pt x="59194" y="333651"/>
                </a:cubicBezTo>
                <a:cubicBezTo>
                  <a:pt x="71801" y="270607"/>
                  <a:pt x="69956" y="287070"/>
                  <a:pt x="69956" y="177588"/>
                </a:cubicBezTo>
                <a:cubicBezTo>
                  <a:pt x="69956" y="130914"/>
                  <a:pt x="71175" y="83875"/>
                  <a:pt x="64575" y="37670"/>
                </a:cubicBezTo>
                <a:cubicBezTo>
                  <a:pt x="63660" y="31267"/>
                  <a:pt x="53298" y="31166"/>
                  <a:pt x="48431" y="26907"/>
                </a:cubicBezTo>
                <a:cubicBezTo>
                  <a:pt x="38886" y="18554"/>
                  <a:pt x="21525" y="0"/>
                  <a:pt x="21525"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14" name="Google Shape;1214;p18"/>
          <p:cNvSpPr/>
          <p:nvPr/>
        </p:nvSpPr>
        <p:spPr>
          <a:xfrm>
            <a:off x="3949799" y="2077244"/>
            <a:ext cx="286489" cy="172207"/>
          </a:xfrm>
          <a:custGeom>
            <a:avLst/>
            <a:gdLst/>
            <a:ahLst/>
            <a:cxnLst/>
            <a:rect l="l" t="t" r="r" b="b"/>
            <a:pathLst>
              <a:path w="286489" h="172207" extrusionOk="0">
                <a:moveTo>
                  <a:pt x="0" y="75341"/>
                </a:moveTo>
                <a:cubicBezTo>
                  <a:pt x="5381" y="64578"/>
                  <a:pt x="11675" y="54225"/>
                  <a:pt x="16144" y="43052"/>
                </a:cubicBezTo>
                <a:cubicBezTo>
                  <a:pt x="18891" y="36185"/>
                  <a:pt x="18218" y="28141"/>
                  <a:pt x="21525" y="21526"/>
                </a:cubicBezTo>
                <a:cubicBezTo>
                  <a:pt x="25536" y="13504"/>
                  <a:pt x="32287" y="7175"/>
                  <a:pt x="37668" y="0"/>
                </a:cubicBezTo>
                <a:cubicBezTo>
                  <a:pt x="45419" y="11627"/>
                  <a:pt x="51787" y="18111"/>
                  <a:pt x="53812" y="32289"/>
                </a:cubicBezTo>
                <a:cubicBezTo>
                  <a:pt x="65601" y="114819"/>
                  <a:pt x="51240" y="67625"/>
                  <a:pt x="64574" y="107629"/>
                </a:cubicBezTo>
                <a:cubicBezTo>
                  <a:pt x="94883" y="47008"/>
                  <a:pt x="77299" y="67997"/>
                  <a:pt x="107624" y="37670"/>
                </a:cubicBezTo>
                <a:cubicBezTo>
                  <a:pt x="149724" y="79772"/>
                  <a:pt x="105837" y="28733"/>
                  <a:pt x="129149" y="145300"/>
                </a:cubicBezTo>
                <a:cubicBezTo>
                  <a:pt x="131636" y="157738"/>
                  <a:pt x="130885" y="119779"/>
                  <a:pt x="134530" y="107629"/>
                </a:cubicBezTo>
                <a:cubicBezTo>
                  <a:pt x="137741" y="96925"/>
                  <a:pt x="154572" y="82205"/>
                  <a:pt x="161436" y="75341"/>
                </a:cubicBezTo>
                <a:cubicBezTo>
                  <a:pt x="166817" y="86104"/>
                  <a:pt x="174824" y="95916"/>
                  <a:pt x="177580" y="107629"/>
                </a:cubicBezTo>
                <a:cubicBezTo>
                  <a:pt x="182118" y="126916"/>
                  <a:pt x="176005" y="148273"/>
                  <a:pt x="182961" y="166825"/>
                </a:cubicBezTo>
                <a:cubicBezTo>
                  <a:pt x="185232" y="172881"/>
                  <a:pt x="190831" y="156466"/>
                  <a:pt x="193723" y="150681"/>
                </a:cubicBezTo>
                <a:cubicBezTo>
                  <a:pt x="198043" y="142041"/>
                  <a:pt x="200898" y="132743"/>
                  <a:pt x="204486" y="123774"/>
                </a:cubicBezTo>
                <a:cubicBezTo>
                  <a:pt x="209867" y="125568"/>
                  <a:pt x="217874" y="124197"/>
                  <a:pt x="220629" y="129155"/>
                </a:cubicBezTo>
                <a:cubicBezTo>
                  <a:pt x="227813" y="142086"/>
                  <a:pt x="231392" y="172207"/>
                  <a:pt x="231392" y="172207"/>
                </a:cubicBezTo>
                <a:cubicBezTo>
                  <a:pt x="242329" y="139394"/>
                  <a:pt x="234945" y="165306"/>
                  <a:pt x="242154" y="107629"/>
                </a:cubicBezTo>
                <a:cubicBezTo>
                  <a:pt x="247381" y="65808"/>
                  <a:pt x="238914" y="78580"/>
                  <a:pt x="258298" y="59196"/>
                </a:cubicBezTo>
                <a:cubicBezTo>
                  <a:pt x="260092" y="66371"/>
                  <a:pt x="262075" y="73502"/>
                  <a:pt x="263679" y="80722"/>
                </a:cubicBezTo>
                <a:cubicBezTo>
                  <a:pt x="265663" y="89651"/>
                  <a:pt x="261450" y="102555"/>
                  <a:pt x="269060" y="107629"/>
                </a:cubicBezTo>
                <a:cubicBezTo>
                  <a:pt x="274441" y="111217"/>
                  <a:pt x="276235" y="96866"/>
                  <a:pt x="279822" y="91485"/>
                </a:cubicBezTo>
                <a:cubicBezTo>
                  <a:pt x="290425" y="49076"/>
                  <a:pt x="285204" y="62563"/>
                  <a:pt x="285204" y="134537"/>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15" name="Google Shape;1215;p18"/>
          <p:cNvSpPr/>
          <p:nvPr/>
        </p:nvSpPr>
        <p:spPr>
          <a:xfrm>
            <a:off x="1847087" y="3099480"/>
            <a:ext cx="1200913" cy="2920320"/>
          </a:xfrm>
          <a:custGeom>
            <a:avLst/>
            <a:gdLst/>
            <a:ahLst/>
            <a:cxnLst/>
            <a:rect l="l" t="t" r="r" b="b"/>
            <a:pathLst>
              <a:path w="1200913" h="2920320" extrusionOk="0">
                <a:moveTo>
                  <a:pt x="345586" y="51840"/>
                </a:moveTo>
                <a:cubicBezTo>
                  <a:pt x="331187" y="60480"/>
                  <a:pt x="315138" y="66831"/>
                  <a:pt x="302388" y="77760"/>
                </a:cubicBezTo>
                <a:cubicBezTo>
                  <a:pt x="294504" y="84518"/>
                  <a:pt x="291596" y="95572"/>
                  <a:pt x="285109" y="103680"/>
                </a:cubicBezTo>
                <a:cubicBezTo>
                  <a:pt x="280020" y="110041"/>
                  <a:pt x="273589" y="115200"/>
                  <a:pt x="267829" y="120960"/>
                </a:cubicBezTo>
                <a:cubicBezTo>
                  <a:pt x="264949" y="129600"/>
                  <a:pt x="263263" y="138734"/>
                  <a:pt x="259190" y="146880"/>
                </a:cubicBezTo>
                <a:cubicBezTo>
                  <a:pt x="254546" y="156168"/>
                  <a:pt x="245194" y="162949"/>
                  <a:pt x="241910" y="172800"/>
                </a:cubicBezTo>
                <a:cubicBezTo>
                  <a:pt x="210870" y="265924"/>
                  <a:pt x="255255" y="191664"/>
                  <a:pt x="215991" y="250560"/>
                </a:cubicBezTo>
                <a:cubicBezTo>
                  <a:pt x="213111" y="259200"/>
                  <a:pt x="209561" y="267645"/>
                  <a:pt x="207352" y="276480"/>
                </a:cubicBezTo>
                <a:cubicBezTo>
                  <a:pt x="195021" y="325807"/>
                  <a:pt x="203375" y="309894"/>
                  <a:pt x="190072" y="354240"/>
                </a:cubicBezTo>
                <a:cubicBezTo>
                  <a:pt x="184838" y="371686"/>
                  <a:pt x="178553" y="388800"/>
                  <a:pt x="172793" y="406080"/>
                </a:cubicBezTo>
                <a:lnTo>
                  <a:pt x="164153" y="432000"/>
                </a:lnTo>
                <a:cubicBezTo>
                  <a:pt x="161273" y="440640"/>
                  <a:pt x="160566" y="450342"/>
                  <a:pt x="155514" y="457920"/>
                </a:cubicBezTo>
                <a:lnTo>
                  <a:pt x="138234" y="483840"/>
                </a:lnTo>
                <a:cubicBezTo>
                  <a:pt x="135354" y="492480"/>
                  <a:pt x="134281" y="501951"/>
                  <a:pt x="129595" y="509760"/>
                </a:cubicBezTo>
                <a:cubicBezTo>
                  <a:pt x="125404" y="516745"/>
                  <a:pt x="115958" y="519754"/>
                  <a:pt x="112315" y="527040"/>
                </a:cubicBezTo>
                <a:cubicBezTo>
                  <a:pt x="104169" y="543332"/>
                  <a:pt x="105139" y="563724"/>
                  <a:pt x="95036" y="578880"/>
                </a:cubicBezTo>
                <a:lnTo>
                  <a:pt x="60478" y="630720"/>
                </a:lnTo>
                <a:cubicBezTo>
                  <a:pt x="57598" y="653760"/>
                  <a:pt x="56703" y="677136"/>
                  <a:pt x="51838" y="699840"/>
                </a:cubicBezTo>
                <a:cubicBezTo>
                  <a:pt x="48022" y="717650"/>
                  <a:pt x="38977" y="734009"/>
                  <a:pt x="34559" y="751680"/>
                </a:cubicBezTo>
                <a:cubicBezTo>
                  <a:pt x="31679" y="763200"/>
                  <a:pt x="29331" y="774866"/>
                  <a:pt x="25919" y="786240"/>
                </a:cubicBezTo>
                <a:cubicBezTo>
                  <a:pt x="20685" y="803686"/>
                  <a:pt x="13058" y="820409"/>
                  <a:pt x="8640" y="838080"/>
                </a:cubicBezTo>
                <a:lnTo>
                  <a:pt x="0" y="872640"/>
                </a:lnTo>
                <a:cubicBezTo>
                  <a:pt x="2880" y="1028160"/>
                  <a:pt x="465" y="1183868"/>
                  <a:pt x="8640" y="1339200"/>
                </a:cubicBezTo>
                <a:cubicBezTo>
                  <a:pt x="9186" y="1349569"/>
                  <a:pt x="21702" y="1355631"/>
                  <a:pt x="25919" y="1365120"/>
                </a:cubicBezTo>
                <a:cubicBezTo>
                  <a:pt x="33316" y="1381765"/>
                  <a:pt x="37438" y="1399680"/>
                  <a:pt x="43198" y="1416960"/>
                </a:cubicBezTo>
                <a:cubicBezTo>
                  <a:pt x="69414" y="1495612"/>
                  <a:pt x="29199" y="1371386"/>
                  <a:pt x="60478" y="1486080"/>
                </a:cubicBezTo>
                <a:cubicBezTo>
                  <a:pt x="65270" y="1503653"/>
                  <a:pt x="67654" y="1522764"/>
                  <a:pt x="77757" y="1537920"/>
                </a:cubicBezTo>
                <a:cubicBezTo>
                  <a:pt x="91463" y="1558481"/>
                  <a:pt x="110535" y="1586200"/>
                  <a:pt x="120955" y="1607040"/>
                </a:cubicBezTo>
                <a:cubicBezTo>
                  <a:pt x="135008" y="1635147"/>
                  <a:pt x="122116" y="1634120"/>
                  <a:pt x="146874" y="1658880"/>
                </a:cubicBezTo>
                <a:cubicBezTo>
                  <a:pt x="154216" y="1666223"/>
                  <a:pt x="164153" y="1670400"/>
                  <a:pt x="172793" y="1676160"/>
                </a:cubicBezTo>
                <a:cubicBezTo>
                  <a:pt x="195834" y="1745283"/>
                  <a:pt x="161272" y="1664638"/>
                  <a:pt x="207352" y="1710720"/>
                </a:cubicBezTo>
                <a:cubicBezTo>
                  <a:pt x="213792" y="1717160"/>
                  <a:pt x="211305" y="1728831"/>
                  <a:pt x="215991" y="1736640"/>
                </a:cubicBezTo>
                <a:cubicBezTo>
                  <a:pt x="220182" y="1743625"/>
                  <a:pt x="227511" y="1748160"/>
                  <a:pt x="233271" y="1753920"/>
                </a:cubicBezTo>
                <a:cubicBezTo>
                  <a:pt x="236151" y="1762560"/>
                  <a:pt x="237224" y="1772031"/>
                  <a:pt x="241910" y="1779840"/>
                </a:cubicBezTo>
                <a:cubicBezTo>
                  <a:pt x="246101" y="1786825"/>
                  <a:pt x="256330" y="1789493"/>
                  <a:pt x="259190" y="1797120"/>
                </a:cubicBezTo>
                <a:cubicBezTo>
                  <a:pt x="289126" y="1876953"/>
                  <a:pt x="246161" y="1827292"/>
                  <a:pt x="285109" y="1866240"/>
                </a:cubicBezTo>
                <a:cubicBezTo>
                  <a:pt x="287989" y="1874880"/>
                  <a:pt x="289062" y="1884351"/>
                  <a:pt x="293748" y="1892160"/>
                </a:cubicBezTo>
                <a:cubicBezTo>
                  <a:pt x="297939" y="1899145"/>
                  <a:pt x="307385" y="1902154"/>
                  <a:pt x="311028" y="1909440"/>
                </a:cubicBezTo>
                <a:cubicBezTo>
                  <a:pt x="342874" y="1973134"/>
                  <a:pt x="296706" y="1921039"/>
                  <a:pt x="336947" y="1961280"/>
                </a:cubicBezTo>
                <a:lnTo>
                  <a:pt x="354226" y="2013120"/>
                </a:lnTo>
                <a:cubicBezTo>
                  <a:pt x="357106" y="2021760"/>
                  <a:pt x="358793" y="2030894"/>
                  <a:pt x="362866" y="2039040"/>
                </a:cubicBezTo>
                <a:cubicBezTo>
                  <a:pt x="368626" y="2050560"/>
                  <a:pt x="373755" y="2062417"/>
                  <a:pt x="380145" y="2073600"/>
                </a:cubicBezTo>
                <a:cubicBezTo>
                  <a:pt x="385297" y="2082616"/>
                  <a:pt x="389316" y="2093033"/>
                  <a:pt x="397424" y="2099520"/>
                </a:cubicBezTo>
                <a:cubicBezTo>
                  <a:pt x="404535" y="2105209"/>
                  <a:pt x="415197" y="2104087"/>
                  <a:pt x="423343" y="2108160"/>
                </a:cubicBezTo>
                <a:cubicBezTo>
                  <a:pt x="490336" y="2141658"/>
                  <a:pt x="410033" y="2112363"/>
                  <a:pt x="475181" y="2134080"/>
                </a:cubicBezTo>
                <a:cubicBezTo>
                  <a:pt x="477950" y="2145154"/>
                  <a:pt x="486263" y="2182164"/>
                  <a:pt x="492461" y="2194560"/>
                </a:cubicBezTo>
                <a:cubicBezTo>
                  <a:pt x="497105" y="2203848"/>
                  <a:pt x="503980" y="2211840"/>
                  <a:pt x="509740" y="2220480"/>
                </a:cubicBezTo>
                <a:cubicBezTo>
                  <a:pt x="553521" y="2351830"/>
                  <a:pt x="502012" y="2186993"/>
                  <a:pt x="535659" y="2332800"/>
                </a:cubicBezTo>
                <a:cubicBezTo>
                  <a:pt x="539755" y="2350548"/>
                  <a:pt x="549366" y="2366779"/>
                  <a:pt x="552938" y="2384640"/>
                </a:cubicBezTo>
                <a:cubicBezTo>
                  <a:pt x="559119" y="2415547"/>
                  <a:pt x="556611" y="2431513"/>
                  <a:pt x="578857" y="2453760"/>
                </a:cubicBezTo>
                <a:cubicBezTo>
                  <a:pt x="586199" y="2461103"/>
                  <a:pt x="596136" y="2465280"/>
                  <a:pt x="604776" y="2471040"/>
                </a:cubicBezTo>
                <a:cubicBezTo>
                  <a:pt x="647497" y="2535125"/>
                  <a:pt x="598299" y="2464995"/>
                  <a:pt x="639335" y="2514240"/>
                </a:cubicBezTo>
                <a:cubicBezTo>
                  <a:pt x="648553" y="2525302"/>
                  <a:pt x="653273" y="2540812"/>
                  <a:pt x="665254" y="2548800"/>
                </a:cubicBezTo>
                <a:cubicBezTo>
                  <a:pt x="680409" y="2558904"/>
                  <a:pt x="717092" y="2566080"/>
                  <a:pt x="717092" y="2566080"/>
                </a:cubicBezTo>
                <a:cubicBezTo>
                  <a:pt x="722852" y="2574720"/>
                  <a:pt x="729727" y="2582712"/>
                  <a:pt x="734371" y="2592000"/>
                </a:cubicBezTo>
                <a:cubicBezTo>
                  <a:pt x="738444" y="2600146"/>
                  <a:pt x="738588" y="2609959"/>
                  <a:pt x="743011" y="2617920"/>
                </a:cubicBezTo>
                <a:cubicBezTo>
                  <a:pt x="797820" y="2716580"/>
                  <a:pt x="756713" y="2639369"/>
                  <a:pt x="794849" y="2687040"/>
                </a:cubicBezTo>
                <a:cubicBezTo>
                  <a:pt x="801336" y="2695148"/>
                  <a:pt x="804020" y="2706473"/>
                  <a:pt x="812128" y="2712960"/>
                </a:cubicBezTo>
                <a:cubicBezTo>
                  <a:pt x="819239" y="2718649"/>
                  <a:pt x="829901" y="2717527"/>
                  <a:pt x="838047" y="2721600"/>
                </a:cubicBezTo>
                <a:cubicBezTo>
                  <a:pt x="847334" y="2726244"/>
                  <a:pt x="855517" y="2732844"/>
                  <a:pt x="863966" y="2738880"/>
                </a:cubicBezTo>
                <a:cubicBezTo>
                  <a:pt x="875683" y="2747250"/>
                  <a:pt x="885646" y="2758360"/>
                  <a:pt x="898525" y="2764800"/>
                </a:cubicBezTo>
                <a:cubicBezTo>
                  <a:pt x="909145" y="2770110"/>
                  <a:pt x="921564" y="2770560"/>
                  <a:pt x="933083" y="2773440"/>
                </a:cubicBezTo>
                <a:cubicBezTo>
                  <a:pt x="938843" y="2782080"/>
                  <a:pt x="942254" y="2792873"/>
                  <a:pt x="950362" y="2799360"/>
                </a:cubicBezTo>
                <a:cubicBezTo>
                  <a:pt x="957473" y="2805049"/>
                  <a:pt x="968135" y="2803927"/>
                  <a:pt x="976281" y="2808000"/>
                </a:cubicBezTo>
                <a:cubicBezTo>
                  <a:pt x="985568" y="2812644"/>
                  <a:pt x="994092" y="2818793"/>
                  <a:pt x="1002200" y="2825280"/>
                </a:cubicBezTo>
                <a:cubicBezTo>
                  <a:pt x="1008561" y="2830369"/>
                  <a:pt x="1012194" y="2838917"/>
                  <a:pt x="1019480" y="2842560"/>
                </a:cubicBezTo>
                <a:cubicBezTo>
                  <a:pt x="1035771" y="2850706"/>
                  <a:pt x="1071318" y="2859840"/>
                  <a:pt x="1071318" y="2859840"/>
                </a:cubicBezTo>
                <a:cubicBezTo>
                  <a:pt x="1074198" y="2868480"/>
                  <a:pt x="1072846" y="2880071"/>
                  <a:pt x="1079957" y="2885760"/>
                </a:cubicBezTo>
                <a:cubicBezTo>
                  <a:pt x="1089229" y="2893178"/>
                  <a:pt x="1103143" y="2890988"/>
                  <a:pt x="1114516" y="2894400"/>
                </a:cubicBezTo>
                <a:cubicBezTo>
                  <a:pt x="1219688" y="2925953"/>
                  <a:pt x="1121258" y="2900406"/>
                  <a:pt x="1200913" y="2920320"/>
                </a:cubicBezTo>
                <a:cubicBezTo>
                  <a:pt x="1198033" y="2905920"/>
                  <a:pt x="1198840" y="2890255"/>
                  <a:pt x="1192273" y="2877120"/>
                </a:cubicBezTo>
                <a:cubicBezTo>
                  <a:pt x="1180188" y="2852950"/>
                  <a:pt x="1162835" y="2848960"/>
                  <a:pt x="1140435" y="2842560"/>
                </a:cubicBezTo>
                <a:cubicBezTo>
                  <a:pt x="1129018" y="2839298"/>
                  <a:pt x="1117293" y="2837182"/>
                  <a:pt x="1105876" y="2833920"/>
                </a:cubicBezTo>
                <a:cubicBezTo>
                  <a:pt x="1097119" y="2831418"/>
                  <a:pt x="1088597" y="2828160"/>
                  <a:pt x="1079957" y="2825280"/>
                </a:cubicBezTo>
                <a:cubicBezTo>
                  <a:pt x="1074197" y="2816640"/>
                  <a:pt x="1067601" y="2808503"/>
                  <a:pt x="1062678" y="2799360"/>
                </a:cubicBezTo>
                <a:cubicBezTo>
                  <a:pt x="1047413" y="2771009"/>
                  <a:pt x="1019480" y="2712960"/>
                  <a:pt x="1019480" y="2712960"/>
                </a:cubicBezTo>
                <a:cubicBezTo>
                  <a:pt x="1039277" y="2633766"/>
                  <a:pt x="1023586" y="2663601"/>
                  <a:pt x="1054038" y="2617920"/>
                </a:cubicBezTo>
                <a:cubicBezTo>
                  <a:pt x="1031818" y="2551253"/>
                  <a:pt x="1070384" y="2638625"/>
                  <a:pt x="984921" y="2600640"/>
                </a:cubicBezTo>
                <a:cubicBezTo>
                  <a:pt x="970749" y="2594341"/>
                  <a:pt x="973402" y="2571840"/>
                  <a:pt x="967642" y="2557440"/>
                </a:cubicBezTo>
                <a:cubicBezTo>
                  <a:pt x="989565" y="2491668"/>
                  <a:pt x="981349" y="2523461"/>
                  <a:pt x="993561" y="2462400"/>
                </a:cubicBezTo>
                <a:cubicBezTo>
                  <a:pt x="990681" y="2453760"/>
                  <a:pt x="991361" y="2442920"/>
                  <a:pt x="984921" y="2436480"/>
                </a:cubicBezTo>
                <a:cubicBezTo>
                  <a:pt x="965387" y="2416946"/>
                  <a:pt x="895602" y="2435765"/>
                  <a:pt x="889885" y="2436480"/>
                </a:cubicBezTo>
                <a:cubicBezTo>
                  <a:pt x="878365" y="2433600"/>
                  <a:pt x="867200" y="2427840"/>
                  <a:pt x="855326" y="2427840"/>
                </a:cubicBezTo>
                <a:cubicBezTo>
                  <a:pt x="844272" y="2427840"/>
                  <a:pt x="774336" y="2442311"/>
                  <a:pt x="760290" y="2445120"/>
                </a:cubicBezTo>
                <a:cubicBezTo>
                  <a:pt x="757410" y="2433600"/>
                  <a:pt x="760046" y="2418957"/>
                  <a:pt x="751650" y="2410560"/>
                </a:cubicBezTo>
                <a:cubicBezTo>
                  <a:pt x="732665" y="2391575"/>
                  <a:pt x="709636" y="2404406"/>
                  <a:pt x="691173" y="2410560"/>
                </a:cubicBezTo>
                <a:cubicBezTo>
                  <a:pt x="694053" y="2401920"/>
                  <a:pt x="692701" y="2390329"/>
                  <a:pt x="699812" y="2384640"/>
                </a:cubicBezTo>
                <a:cubicBezTo>
                  <a:pt x="709084" y="2377222"/>
                  <a:pt x="723253" y="2380169"/>
                  <a:pt x="734371" y="2376000"/>
                </a:cubicBezTo>
                <a:cubicBezTo>
                  <a:pt x="759427" y="2366604"/>
                  <a:pt x="773363" y="2355764"/>
                  <a:pt x="794849" y="2341440"/>
                </a:cubicBezTo>
                <a:cubicBezTo>
                  <a:pt x="817937" y="2272173"/>
                  <a:pt x="829050" y="2295991"/>
                  <a:pt x="768930" y="2280960"/>
                </a:cubicBezTo>
                <a:cubicBezTo>
                  <a:pt x="760095" y="2278751"/>
                  <a:pt x="751651" y="2275200"/>
                  <a:pt x="743011" y="2272320"/>
                </a:cubicBezTo>
                <a:cubicBezTo>
                  <a:pt x="740131" y="2246400"/>
                  <a:pt x="738337" y="2220336"/>
                  <a:pt x="734371" y="2194560"/>
                </a:cubicBezTo>
                <a:cubicBezTo>
                  <a:pt x="732565" y="2182824"/>
                  <a:pt x="734127" y="2168397"/>
                  <a:pt x="725731" y="2160000"/>
                </a:cubicBezTo>
                <a:cubicBezTo>
                  <a:pt x="717335" y="2151604"/>
                  <a:pt x="702692" y="2154240"/>
                  <a:pt x="691173" y="2151360"/>
                </a:cubicBezTo>
                <a:cubicBezTo>
                  <a:pt x="665358" y="2159965"/>
                  <a:pt x="659390" y="2171554"/>
                  <a:pt x="656614" y="2134080"/>
                </a:cubicBezTo>
                <a:cubicBezTo>
                  <a:pt x="640402" y="1915223"/>
                  <a:pt x="714550" y="1948913"/>
                  <a:pt x="622055" y="1918080"/>
                </a:cubicBezTo>
                <a:cubicBezTo>
                  <a:pt x="562906" y="1937797"/>
                  <a:pt x="626985" y="1926008"/>
                  <a:pt x="587497" y="1892160"/>
                </a:cubicBezTo>
                <a:cubicBezTo>
                  <a:pt x="573668" y="1880306"/>
                  <a:pt x="535659" y="1874880"/>
                  <a:pt x="535659" y="1874880"/>
                </a:cubicBezTo>
                <a:cubicBezTo>
                  <a:pt x="524139" y="1877760"/>
                  <a:pt x="512125" y="1887930"/>
                  <a:pt x="501100" y="1883520"/>
                </a:cubicBezTo>
                <a:cubicBezTo>
                  <a:pt x="492644" y="1880138"/>
                  <a:pt x="497513" y="1865178"/>
                  <a:pt x="492461" y="1857600"/>
                </a:cubicBezTo>
                <a:cubicBezTo>
                  <a:pt x="485684" y="1847433"/>
                  <a:pt x="475182" y="1840320"/>
                  <a:pt x="466542" y="1831680"/>
                </a:cubicBezTo>
                <a:cubicBezTo>
                  <a:pt x="475182" y="1825920"/>
                  <a:pt x="483174" y="1819044"/>
                  <a:pt x="492461" y="1814400"/>
                </a:cubicBezTo>
                <a:cubicBezTo>
                  <a:pt x="500606" y="1810327"/>
                  <a:pt x="510802" y="1810812"/>
                  <a:pt x="518379" y="1805760"/>
                </a:cubicBezTo>
                <a:cubicBezTo>
                  <a:pt x="528545" y="1798982"/>
                  <a:pt x="535658" y="1788480"/>
                  <a:pt x="544298" y="1779840"/>
                </a:cubicBezTo>
                <a:cubicBezTo>
                  <a:pt x="547178" y="1771200"/>
                  <a:pt x="557011" y="1762066"/>
                  <a:pt x="552938" y="1753920"/>
                </a:cubicBezTo>
                <a:cubicBezTo>
                  <a:pt x="548865" y="1745774"/>
                  <a:pt x="536126" y="1745280"/>
                  <a:pt x="527019" y="1745280"/>
                </a:cubicBezTo>
                <a:cubicBezTo>
                  <a:pt x="506655" y="1745280"/>
                  <a:pt x="486701" y="1751040"/>
                  <a:pt x="466542" y="1753920"/>
                </a:cubicBezTo>
                <a:cubicBezTo>
                  <a:pt x="457902" y="1751040"/>
                  <a:pt x="449513" y="1747256"/>
                  <a:pt x="440623" y="1745280"/>
                </a:cubicBezTo>
                <a:cubicBezTo>
                  <a:pt x="423522" y="1741480"/>
                  <a:pt x="405187" y="1742791"/>
                  <a:pt x="388785" y="1736640"/>
                </a:cubicBezTo>
                <a:cubicBezTo>
                  <a:pt x="381158" y="1733780"/>
                  <a:pt x="377265" y="1725120"/>
                  <a:pt x="371505" y="1719360"/>
                </a:cubicBezTo>
                <a:cubicBezTo>
                  <a:pt x="377265" y="1702080"/>
                  <a:pt x="379131" y="1682966"/>
                  <a:pt x="388785" y="1667520"/>
                </a:cubicBezTo>
                <a:cubicBezTo>
                  <a:pt x="394288" y="1658715"/>
                  <a:pt x="408218" y="1658348"/>
                  <a:pt x="414704" y="1650240"/>
                </a:cubicBezTo>
                <a:cubicBezTo>
                  <a:pt x="420393" y="1643128"/>
                  <a:pt x="418657" y="1632129"/>
                  <a:pt x="423343" y="1624320"/>
                </a:cubicBezTo>
                <a:cubicBezTo>
                  <a:pt x="429774" y="1613602"/>
                  <a:pt x="457035" y="1593835"/>
                  <a:pt x="466542" y="1589760"/>
                </a:cubicBezTo>
                <a:cubicBezTo>
                  <a:pt x="477456" y="1585082"/>
                  <a:pt x="489581" y="1584000"/>
                  <a:pt x="501100" y="1581120"/>
                </a:cubicBezTo>
                <a:cubicBezTo>
                  <a:pt x="545534" y="1551496"/>
                  <a:pt x="511384" y="1579064"/>
                  <a:pt x="544298" y="1537920"/>
                </a:cubicBezTo>
                <a:cubicBezTo>
                  <a:pt x="549387" y="1531559"/>
                  <a:pt x="556691" y="1527157"/>
                  <a:pt x="561578" y="1520640"/>
                </a:cubicBezTo>
                <a:cubicBezTo>
                  <a:pt x="574038" y="1504026"/>
                  <a:pt x="596136" y="1468800"/>
                  <a:pt x="596136" y="1468800"/>
                </a:cubicBezTo>
                <a:cubicBezTo>
                  <a:pt x="587496" y="1463040"/>
                  <a:pt x="580459" y="1453227"/>
                  <a:pt x="570217" y="1451520"/>
                </a:cubicBezTo>
                <a:cubicBezTo>
                  <a:pt x="561234" y="1450023"/>
                  <a:pt x="544996" y="1469240"/>
                  <a:pt x="544298" y="1460160"/>
                </a:cubicBezTo>
                <a:cubicBezTo>
                  <a:pt x="535611" y="1347212"/>
                  <a:pt x="534684" y="1357130"/>
                  <a:pt x="587497" y="1321920"/>
                </a:cubicBezTo>
                <a:cubicBezTo>
                  <a:pt x="593257" y="1313280"/>
                  <a:pt x="597434" y="1303343"/>
                  <a:pt x="604776" y="1296000"/>
                </a:cubicBezTo>
                <a:cubicBezTo>
                  <a:pt x="619719" y="1281056"/>
                  <a:pt x="648313" y="1271605"/>
                  <a:pt x="665254" y="1261440"/>
                </a:cubicBezTo>
                <a:cubicBezTo>
                  <a:pt x="716924" y="1230437"/>
                  <a:pt x="708488" y="1235485"/>
                  <a:pt x="743011" y="1200960"/>
                </a:cubicBezTo>
                <a:cubicBezTo>
                  <a:pt x="745891" y="1192320"/>
                  <a:pt x="747577" y="1183186"/>
                  <a:pt x="751650" y="1175040"/>
                </a:cubicBezTo>
                <a:cubicBezTo>
                  <a:pt x="785146" y="1108045"/>
                  <a:pt x="755855" y="1188350"/>
                  <a:pt x="777569" y="1123200"/>
                </a:cubicBezTo>
                <a:cubicBezTo>
                  <a:pt x="774689" y="1100160"/>
                  <a:pt x="780629" y="1074137"/>
                  <a:pt x="768930" y="1054080"/>
                </a:cubicBezTo>
                <a:cubicBezTo>
                  <a:pt x="758466" y="1036141"/>
                  <a:pt x="717092" y="1019520"/>
                  <a:pt x="717092" y="1019520"/>
                </a:cubicBezTo>
                <a:cubicBezTo>
                  <a:pt x="693675" y="1024203"/>
                  <a:pt x="664924" y="1024252"/>
                  <a:pt x="647974" y="1045440"/>
                </a:cubicBezTo>
                <a:cubicBezTo>
                  <a:pt x="642285" y="1052552"/>
                  <a:pt x="644021" y="1063551"/>
                  <a:pt x="639335" y="1071360"/>
                </a:cubicBezTo>
                <a:cubicBezTo>
                  <a:pt x="635144" y="1078345"/>
                  <a:pt x="627815" y="1082880"/>
                  <a:pt x="622055" y="1088640"/>
                </a:cubicBezTo>
                <a:cubicBezTo>
                  <a:pt x="611493" y="1109766"/>
                  <a:pt x="602761" y="1130802"/>
                  <a:pt x="587497" y="1149120"/>
                </a:cubicBezTo>
                <a:cubicBezTo>
                  <a:pt x="579675" y="1158507"/>
                  <a:pt x="570218" y="1166400"/>
                  <a:pt x="561578" y="1175040"/>
                </a:cubicBezTo>
                <a:cubicBezTo>
                  <a:pt x="552453" y="1202415"/>
                  <a:pt x="554799" y="1202954"/>
                  <a:pt x="535659" y="1226880"/>
                </a:cubicBezTo>
                <a:cubicBezTo>
                  <a:pt x="530570" y="1233241"/>
                  <a:pt x="525364" y="1239969"/>
                  <a:pt x="518379" y="1244160"/>
                </a:cubicBezTo>
                <a:cubicBezTo>
                  <a:pt x="510570" y="1248846"/>
                  <a:pt x="501100" y="1249920"/>
                  <a:pt x="492461" y="1252800"/>
                </a:cubicBezTo>
                <a:cubicBezTo>
                  <a:pt x="495341" y="1232640"/>
                  <a:pt x="495742" y="1211967"/>
                  <a:pt x="501100" y="1192320"/>
                </a:cubicBezTo>
                <a:cubicBezTo>
                  <a:pt x="506160" y="1173767"/>
                  <a:pt x="524830" y="1148083"/>
                  <a:pt x="535659" y="1131840"/>
                </a:cubicBezTo>
                <a:cubicBezTo>
                  <a:pt x="538539" y="1123200"/>
                  <a:pt x="537858" y="1112360"/>
                  <a:pt x="544298" y="1105920"/>
                </a:cubicBezTo>
                <a:cubicBezTo>
                  <a:pt x="558982" y="1091235"/>
                  <a:pt x="596136" y="1071360"/>
                  <a:pt x="596136" y="1071360"/>
                </a:cubicBezTo>
                <a:cubicBezTo>
                  <a:pt x="607656" y="1054080"/>
                  <a:pt x="624128" y="1039222"/>
                  <a:pt x="630695" y="1019520"/>
                </a:cubicBezTo>
                <a:cubicBezTo>
                  <a:pt x="642619" y="983749"/>
                  <a:pt x="634283" y="1001178"/>
                  <a:pt x="656614" y="967680"/>
                </a:cubicBezTo>
                <a:cubicBezTo>
                  <a:pt x="659494" y="950400"/>
                  <a:pt x="661819" y="933018"/>
                  <a:pt x="665254" y="915840"/>
                </a:cubicBezTo>
                <a:cubicBezTo>
                  <a:pt x="667583" y="904196"/>
                  <a:pt x="673893" y="893154"/>
                  <a:pt x="673893" y="881280"/>
                </a:cubicBezTo>
                <a:cubicBezTo>
                  <a:pt x="673893" y="863762"/>
                  <a:pt x="668134" y="846720"/>
                  <a:pt x="665254" y="829440"/>
                </a:cubicBezTo>
                <a:cubicBezTo>
                  <a:pt x="650854" y="832320"/>
                  <a:pt x="636301" y="834518"/>
                  <a:pt x="622055" y="838080"/>
                </a:cubicBezTo>
                <a:cubicBezTo>
                  <a:pt x="613220" y="840289"/>
                  <a:pt x="605243" y="846720"/>
                  <a:pt x="596136" y="846720"/>
                </a:cubicBezTo>
                <a:cubicBezTo>
                  <a:pt x="584262" y="846720"/>
                  <a:pt x="573097" y="840960"/>
                  <a:pt x="561578" y="838080"/>
                </a:cubicBezTo>
                <a:cubicBezTo>
                  <a:pt x="552938" y="832320"/>
                  <a:pt x="546043" y="820800"/>
                  <a:pt x="535659" y="820800"/>
                </a:cubicBezTo>
                <a:cubicBezTo>
                  <a:pt x="517445" y="820800"/>
                  <a:pt x="501491" y="833662"/>
                  <a:pt x="483821" y="838080"/>
                </a:cubicBezTo>
                <a:lnTo>
                  <a:pt x="449262" y="846720"/>
                </a:lnTo>
                <a:cubicBezTo>
                  <a:pt x="437743" y="843840"/>
                  <a:pt x="425969" y="834325"/>
                  <a:pt x="414704" y="838080"/>
                </a:cubicBezTo>
                <a:cubicBezTo>
                  <a:pt x="404853" y="841364"/>
                  <a:pt x="405532" y="857513"/>
                  <a:pt x="397424" y="864000"/>
                </a:cubicBezTo>
                <a:cubicBezTo>
                  <a:pt x="390313" y="869689"/>
                  <a:pt x="380145" y="869760"/>
                  <a:pt x="371505" y="872640"/>
                </a:cubicBezTo>
                <a:cubicBezTo>
                  <a:pt x="368625" y="907200"/>
                  <a:pt x="372831" y="943103"/>
                  <a:pt x="362866" y="976320"/>
                </a:cubicBezTo>
                <a:cubicBezTo>
                  <a:pt x="360525" y="984122"/>
                  <a:pt x="351947" y="964129"/>
                  <a:pt x="345586" y="959040"/>
                </a:cubicBezTo>
                <a:cubicBezTo>
                  <a:pt x="285447" y="910928"/>
                  <a:pt x="355313" y="977407"/>
                  <a:pt x="293748" y="915840"/>
                </a:cubicBezTo>
                <a:cubicBezTo>
                  <a:pt x="290868" y="907200"/>
                  <a:pt x="281727" y="898376"/>
                  <a:pt x="285109" y="889920"/>
                </a:cubicBezTo>
                <a:cubicBezTo>
                  <a:pt x="288965" y="880279"/>
                  <a:pt x="303686" y="879983"/>
                  <a:pt x="311028" y="872640"/>
                </a:cubicBezTo>
                <a:cubicBezTo>
                  <a:pt x="368625" y="815040"/>
                  <a:pt x="285109" y="875520"/>
                  <a:pt x="354226" y="829440"/>
                </a:cubicBezTo>
                <a:cubicBezTo>
                  <a:pt x="402613" y="756855"/>
                  <a:pt x="396852" y="776578"/>
                  <a:pt x="362866" y="613440"/>
                </a:cubicBezTo>
                <a:cubicBezTo>
                  <a:pt x="360239" y="600831"/>
                  <a:pt x="339827" y="601920"/>
                  <a:pt x="328307" y="596160"/>
                </a:cubicBezTo>
                <a:cubicBezTo>
                  <a:pt x="319667" y="599040"/>
                  <a:pt x="310534" y="608873"/>
                  <a:pt x="302388" y="604800"/>
                </a:cubicBezTo>
                <a:cubicBezTo>
                  <a:pt x="294242" y="600727"/>
                  <a:pt x="293748" y="587987"/>
                  <a:pt x="293748" y="578880"/>
                </a:cubicBezTo>
                <a:cubicBezTo>
                  <a:pt x="293748" y="529835"/>
                  <a:pt x="298765" y="480911"/>
                  <a:pt x="302388" y="432000"/>
                </a:cubicBezTo>
                <a:cubicBezTo>
                  <a:pt x="304526" y="403135"/>
                  <a:pt x="301875" y="373058"/>
                  <a:pt x="311028" y="345600"/>
                </a:cubicBezTo>
                <a:cubicBezTo>
                  <a:pt x="314312" y="335749"/>
                  <a:pt x="328307" y="334080"/>
                  <a:pt x="336947" y="328320"/>
                </a:cubicBezTo>
                <a:cubicBezTo>
                  <a:pt x="342707" y="319680"/>
                  <a:pt x="349582" y="311688"/>
                  <a:pt x="354226" y="302400"/>
                </a:cubicBezTo>
                <a:cubicBezTo>
                  <a:pt x="358299" y="294254"/>
                  <a:pt x="362866" y="285587"/>
                  <a:pt x="362866" y="276480"/>
                </a:cubicBezTo>
                <a:cubicBezTo>
                  <a:pt x="362866" y="184275"/>
                  <a:pt x="354226" y="92205"/>
                  <a:pt x="354226"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16" name="Google Shape;1216;p18"/>
          <p:cNvSpPr/>
          <p:nvPr/>
        </p:nvSpPr>
        <p:spPr>
          <a:xfrm>
            <a:off x="2819258" y="2557440"/>
            <a:ext cx="1604398" cy="1244195"/>
          </a:xfrm>
          <a:custGeom>
            <a:avLst/>
            <a:gdLst/>
            <a:ahLst/>
            <a:cxnLst/>
            <a:rect l="l" t="t" r="r" b="b"/>
            <a:pathLst>
              <a:path w="1604398" h="1244195" extrusionOk="0">
                <a:moveTo>
                  <a:pt x="1578329" y="544320"/>
                </a:moveTo>
                <a:cubicBezTo>
                  <a:pt x="1526950" y="554596"/>
                  <a:pt x="1499910" y="561600"/>
                  <a:pt x="1440094" y="561600"/>
                </a:cubicBezTo>
                <a:cubicBezTo>
                  <a:pt x="1422576" y="561600"/>
                  <a:pt x="1405732" y="554165"/>
                  <a:pt x="1388256" y="552960"/>
                </a:cubicBezTo>
                <a:cubicBezTo>
                  <a:pt x="1322113" y="548398"/>
                  <a:pt x="1255781" y="547200"/>
                  <a:pt x="1189544" y="544320"/>
                </a:cubicBezTo>
                <a:cubicBezTo>
                  <a:pt x="1180904" y="538560"/>
                  <a:pt x="1173210" y="531034"/>
                  <a:pt x="1163625" y="527040"/>
                </a:cubicBezTo>
                <a:cubicBezTo>
                  <a:pt x="1074582" y="489937"/>
                  <a:pt x="1090051" y="507187"/>
                  <a:pt x="990832" y="483840"/>
                </a:cubicBezTo>
                <a:cubicBezTo>
                  <a:pt x="973102" y="479668"/>
                  <a:pt x="956440" y="471794"/>
                  <a:pt x="938994" y="466560"/>
                </a:cubicBezTo>
                <a:cubicBezTo>
                  <a:pt x="927621" y="463148"/>
                  <a:pt x="915955" y="460800"/>
                  <a:pt x="904435" y="457920"/>
                </a:cubicBezTo>
                <a:cubicBezTo>
                  <a:pt x="799991" y="405695"/>
                  <a:pt x="929450" y="472214"/>
                  <a:pt x="843958" y="423360"/>
                </a:cubicBezTo>
                <a:cubicBezTo>
                  <a:pt x="786314" y="390420"/>
                  <a:pt x="830958" y="423333"/>
                  <a:pt x="766201" y="380160"/>
                </a:cubicBezTo>
                <a:cubicBezTo>
                  <a:pt x="754220" y="372172"/>
                  <a:pt x="744144" y="361384"/>
                  <a:pt x="731642" y="354240"/>
                </a:cubicBezTo>
                <a:cubicBezTo>
                  <a:pt x="698850" y="335501"/>
                  <a:pt x="709905" y="358422"/>
                  <a:pt x="679804" y="328320"/>
                </a:cubicBezTo>
                <a:cubicBezTo>
                  <a:pt x="669622" y="318138"/>
                  <a:pt x="664067" y="303942"/>
                  <a:pt x="653885" y="293760"/>
                </a:cubicBezTo>
                <a:cubicBezTo>
                  <a:pt x="643703" y="283578"/>
                  <a:pt x="630389" y="277059"/>
                  <a:pt x="619327" y="267840"/>
                </a:cubicBezTo>
                <a:cubicBezTo>
                  <a:pt x="613069" y="262625"/>
                  <a:pt x="607807" y="256320"/>
                  <a:pt x="602047" y="250560"/>
                </a:cubicBezTo>
                <a:cubicBezTo>
                  <a:pt x="584386" y="215236"/>
                  <a:pt x="585143" y="207641"/>
                  <a:pt x="550209" y="181440"/>
                </a:cubicBezTo>
                <a:cubicBezTo>
                  <a:pt x="539906" y="173712"/>
                  <a:pt x="526833" y="170550"/>
                  <a:pt x="515651" y="164160"/>
                </a:cubicBezTo>
                <a:cubicBezTo>
                  <a:pt x="410489" y="104065"/>
                  <a:pt x="464871" y="121225"/>
                  <a:pt x="394695" y="103680"/>
                </a:cubicBezTo>
                <a:cubicBezTo>
                  <a:pt x="380296" y="95040"/>
                  <a:pt x="364134" y="88818"/>
                  <a:pt x="351497" y="77760"/>
                </a:cubicBezTo>
                <a:cubicBezTo>
                  <a:pt x="340660" y="68277"/>
                  <a:pt x="337559" y="51188"/>
                  <a:pt x="325578" y="43200"/>
                </a:cubicBezTo>
                <a:cubicBezTo>
                  <a:pt x="310423" y="33096"/>
                  <a:pt x="291410" y="30338"/>
                  <a:pt x="273740" y="25920"/>
                </a:cubicBezTo>
                <a:cubicBezTo>
                  <a:pt x="262221" y="23040"/>
                  <a:pt x="250599" y="20542"/>
                  <a:pt x="239182" y="17280"/>
                </a:cubicBezTo>
                <a:cubicBezTo>
                  <a:pt x="230425" y="14778"/>
                  <a:pt x="222153" y="10616"/>
                  <a:pt x="213263" y="8640"/>
                </a:cubicBezTo>
                <a:cubicBezTo>
                  <a:pt x="196162" y="4840"/>
                  <a:pt x="178704" y="2880"/>
                  <a:pt x="161425" y="0"/>
                </a:cubicBezTo>
                <a:cubicBezTo>
                  <a:pt x="100366" y="12212"/>
                  <a:pt x="132157" y="3996"/>
                  <a:pt x="66388" y="25920"/>
                </a:cubicBezTo>
                <a:lnTo>
                  <a:pt x="40469" y="34560"/>
                </a:lnTo>
                <a:cubicBezTo>
                  <a:pt x="-25664" y="133766"/>
                  <a:pt x="2533" y="80602"/>
                  <a:pt x="31830" y="336960"/>
                </a:cubicBezTo>
                <a:cubicBezTo>
                  <a:pt x="33217" y="349100"/>
                  <a:pt x="49109" y="354240"/>
                  <a:pt x="57749" y="362880"/>
                </a:cubicBezTo>
                <a:cubicBezTo>
                  <a:pt x="60629" y="371520"/>
                  <a:pt x="60699" y="381688"/>
                  <a:pt x="66388" y="388800"/>
                </a:cubicBezTo>
                <a:cubicBezTo>
                  <a:pt x="72874" y="396908"/>
                  <a:pt x="84199" y="399593"/>
                  <a:pt x="92307" y="406080"/>
                </a:cubicBezTo>
                <a:cubicBezTo>
                  <a:pt x="98668" y="411169"/>
                  <a:pt x="103827" y="417600"/>
                  <a:pt x="109587" y="423360"/>
                </a:cubicBezTo>
                <a:cubicBezTo>
                  <a:pt x="112467" y="446400"/>
                  <a:pt x="111554" y="470240"/>
                  <a:pt x="118226" y="492480"/>
                </a:cubicBezTo>
                <a:cubicBezTo>
                  <a:pt x="120567" y="500282"/>
                  <a:pt x="131315" y="502775"/>
                  <a:pt x="135506" y="509760"/>
                </a:cubicBezTo>
                <a:cubicBezTo>
                  <a:pt x="140192" y="517569"/>
                  <a:pt x="138681" y="528394"/>
                  <a:pt x="144145" y="535680"/>
                </a:cubicBezTo>
                <a:cubicBezTo>
                  <a:pt x="156363" y="551972"/>
                  <a:pt x="187344" y="578880"/>
                  <a:pt x="187344" y="578880"/>
                </a:cubicBezTo>
                <a:cubicBezTo>
                  <a:pt x="193104" y="590400"/>
                  <a:pt x="195516" y="604333"/>
                  <a:pt x="204623" y="613440"/>
                </a:cubicBezTo>
                <a:cubicBezTo>
                  <a:pt x="224987" y="633805"/>
                  <a:pt x="250701" y="648000"/>
                  <a:pt x="273740" y="665280"/>
                </a:cubicBezTo>
                <a:cubicBezTo>
                  <a:pt x="316602" y="697428"/>
                  <a:pt x="296321" y="683214"/>
                  <a:pt x="334218" y="708480"/>
                </a:cubicBezTo>
                <a:cubicBezTo>
                  <a:pt x="337098" y="717120"/>
                  <a:pt x="340356" y="725643"/>
                  <a:pt x="342858" y="734400"/>
                </a:cubicBezTo>
                <a:cubicBezTo>
                  <a:pt x="346120" y="745818"/>
                  <a:pt x="344910" y="759080"/>
                  <a:pt x="351497" y="768960"/>
                </a:cubicBezTo>
                <a:cubicBezTo>
                  <a:pt x="365719" y="790294"/>
                  <a:pt x="401055" y="789990"/>
                  <a:pt x="420614" y="794880"/>
                </a:cubicBezTo>
                <a:cubicBezTo>
                  <a:pt x="429449" y="797089"/>
                  <a:pt x="437893" y="800640"/>
                  <a:pt x="446533" y="803520"/>
                </a:cubicBezTo>
                <a:cubicBezTo>
                  <a:pt x="452293" y="809280"/>
                  <a:pt x="457452" y="815711"/>
                  <a:pt x="463813" y="820800"/>
                </a:cubicBezTo>
                <a:cubicBezTo>
                  <a:pt x="471921" y="827287"/>
                  <a:pt x="483246" y="829972"/>
                  <a:pt x="489732" y="838080"/>
                </a:cubicBezTo>
                <a:cubicBezTo>
                  <a:pt x="498764" y="849371"/>
                  <a:pt x="506773" y="915126"/>
                  <a:pt x="507011" y="915840"/>
                </a:cubicBezTo>
                <a:cubicBezTo>
                  <a:pt x="512461" y="932191"/>
                  <a:pt x="529772" y="947242"/>
                  <a:pt x="541570" y="959040"/>
                </a:cubicBezTo>
                <a:cubicBezTo>
                  <a:pt x="556928" y="1005119"/>
                  <a:pt x="537730" y="970561"/>
                  <a:pt x="576128" y="993600"/>
                </a:cubicBezTo>
                <a:cubicBezTo>
                  <a:pt x="611271" y="1014686"/>
                  <a:pt x="573220" y="1010869"/>
                  <a:pt x="619327" y="1028160"/>
                </a:cubicBezTo>
                <a:cubicBezTo>
                  <a:pt x="633076" y="1033316"/>
                  <a:pt x="648460" y="1032580"/>
                  <a:pt x="662525" y="1036800"/>
                </a:cubicBezTo>
                <a:cubicBezTo>
                  <a:pt x="737265" y="1059223"/>
                  <a:pt x="678156" y="1044616"/>
                  <a:pt x="731642" y="1071360"/>
                </a:cubicBezTo>
                <a:cubicBezTo>
                  <a:pt x="739788" y="1075433"/>
                  <a:pt x="749415" y="1075927"/>
                  <a:pt x="757561" y="1080000"/>
                </a:cubicBezTo>
                <a:cubicBezTo>
                  <a:pt x="766848" y="1084644"/>
                  <a:pt x="773936" y="1093190"/>
                  <a:pt x="783480" y="1097280"/>
                </a:cubicBezTo>
                <a:cubicBezTo>
                  <a:pt x="794394" y="1101958"/>
                  <a:pt x="806622" y="1102658"/>
                  <a:pt x="818039" y="1105920"/>
                </a:cubicBezTo>
                <a:cubicBezTo>
                  <a:pt x="826796" y="1108422"/>
                  <a:pt x="835318" y="1111680"/>
                  <a:pt x="843958" y="1114560"/>
                </a:cubicBezTo>
                <a:cubicBezTo>
                  <a:pt x="849718" y="1123200"/>
                  <a:pt x="853129" y="1133993"/>
                  <a:pt x="861237" y="1140480"/>
                </a:cubicBezTo>
                <a:cubicBezTo>
                  <a:pt x="868348" y="1146169"/>
                  <a:pt x="879010" y="1145047"/>
                  <a:pt x="887156" y="1149120"/>
                </a:cubicBezTo>
                <a:cubicBezTo>
                  <a:pt x="902176" y="1156630"/>
                  <a:pt x="916114" y="1166140"/>
                  <a:pt x="930354" y="1175040"/>
                </a:cubicBezTo>
                <a:cubicBezTo>
                  <a:pt x="955420" y="1190707"/>
                  <a:pt x="961335" y="1198538"/>
                  <a:pt x="990832" y="1209600"/>
                </a:cubicBezTo>
                <a:cubicBezTo>
                  <a:pt x="1015870" y="1218989"/>
                  <a:pt x="1052797" y="1221450"/>
                  <a:pt x="1077229" y="1226880"/>
                </a:cubicBezTo>
                <a:cubicBezTo>
                  <a:pt x="1086119" y="1228856"/>
                  <a:pt x="1094121" y="1234316"/>
                  <a:pt x="1103148" y="1235520"/>
                </a:cubicBezTo>
                <a:cubicBezTo>
                  <a:pt x="1137522" y="1240103"/>
                  <a:pt x="1172265" y="1241280"/>
                  <a:pt x="1206823" y="1244160"/>
                </a:cubicBezTo>
                <a:cubicBezTo>
                  <a:pt x="1215463" y="1241280"/>
                  <a:pt x="1223635" y="1235520"/>
                  <a:pt x="1232742" y="1235520"/>
                </a:cubicBezTo>
                <a:cubicBezTo>
                  <a:pt x="1332018" y="1235520"/>
                  <a:pt x="1260582" y="1255040"/>
                  <a:pt x="1319139" y="1235520"/>
                </a:cubicBezTo>
                <a:cubicBezTo>
                  <a:pt x="1333538" y="1238400"/>
                  <a:pt x="1347652" y="1244160"/>
                  <a:pt x="1362337" y="1244160"/>
                </a:cubicBezTo>
                <a:cubicBezTo>
                  <a:pt x="1371444" y="1244160"/>
                  <a:pt x="1379149" y="1235520"/>
                  <a:pt x="1388256" y="1235520"/>
                </a:cubicBezTo>
                <a:cubicBezTo>
                  <a:pt x="1417199" y="1235520"/>
                  <a:pt x="1445854" y="1241280"/>
                  <a:pt x="1474653" y="1244160"/>
                </a:cubicBezTo>
                <a:cubicBezTo>
                  <a:pt x="1483157" y="1239908"/>
                  <a:pt x="1526990" y="1219777"/>
                  <a:pt x="1535131" y="1209600"/>
                </a:cubicBezTo>
                <a:cubicBezTo>
                  <a:pt x="1540820" y="1202488"/>
                  <a:pt x="1540890" y="1192320"/>
                  <a:pt x="1543770" y="1183680"/>
                </a:cubicBezTo>
                <a:cubicBezTo>
                  <a:pt x="1510733" y="1139629"/>
                  <a:pt x="1511356" y="1157821"/>
                  <a:pt x="1526491" y="1097280"/>
                </a:cubicBezTo>
                <a:cubicBezTo>
                  <a:pt x="1530909" y="1079609"/>
                  <a:pt x="1543770" y="1045440"/>
                  <a:pt x="1543770" y="1045440"/>
                </a:cubicBezTo>
                <a:cubicBezTo>
                  <a:pt x="1481469" y="1024672"/>
                  <a:pt x="1564849" y="1050969"/>
                  <a:pt x="1466013" y="1028160"/>
                </a:cubicBezTo>
                <a:cubicBezTo>
                  <a:pt x="1410168" y="1015272"/>
                  <a:pt x="1406187" y="1009347"/>
                  <a:pt x="1353698" y="993600"/>
                </a:cubicBezTo>
                <a:cubicBezTo>
                  <a:pt x="1342325" y="990188"/>
                  <a:pt x="1330659" y="987840"/>
                  <a:pt x="1319139" y="984960"/>
                </a:cubicBezTo>
                <a:cubicBezTo>
                  <a:pt x="1334708" y="969391"/>
                  <a:pt x="1349927" y="950782"/>
                  <a:pt x="1370977" y="941760"/>
                </a:cubicBezTo>
                <a:cubicBezTo>
                  <a:pt x="1381891" y="937082"/>
                  <a:pt x="1394119" y="936382"/>
                  <a:pt x="1405536" y="933120"/>
                </a:cubicBezTo>
                <a:cubicBezTo>
                  <a:pt x="1414293" y="930618"/>
                  <a:pt x="1422698" y="926982"/>
                  <a:pt x="1431455" y="924480"/>
                </a:cubicBezTo>
                <a:cubicBezTo>
                  <a:pt x="1442872" y="921218"/>
                  <a:pt x="1454596" y="919102"/>
                  <a:pt x="1466013" y="915840"/>
                </a:cubicBezTo>
                <a:cubicBezTo>
                  <a:pt x="1474770" y="913338"/>
                  <a:pt x="1483561" y="910788"/>
                  <a:pt x="1491932" y="907200"/>
                </a:cubicBezTo>
                <a:cubicBezTo>
                  <a:pt x="1503770" y="902126"/>
                  <a:pt x="1514065" y="893309"/>
                  <a:pt x="1526491" y="889920"/>
                </a:cubicBezTo>
                <a:cubicBezTo>
                  <a:pt x="1546137" y="884562"/>
                  <a:pt x="1566810" y="884160"/>
                  <a:pt x="1586969" y="881280"/>
                </a:cubicBezTo>
                <a:cubicBezTo>
                  <a:pt x="1592729" y="872640"/>
                  <a:pt x="1605955" y="865603"/>
                  <a:pt x="1604248" y="855360"/>
                </a:cubicBezTo>
                <a:cubicBezTo>
                  <a:pt x="1597435" y="814485"/>
                  <a:pt x="1570880" y="831923"/>
                  <a:pt x="1552410" y="838080"/>
                </a:cubicBezTo>
                <a:cubicBezTo>
                  <a:pt x="1555290" y="815040"/>
                  <a:pt x="1552427" y="790519"/>
                  <a:pt x="1561050" y="768960"/>
                </a:cubicBezTo>
                <a:cubicBezTo>
                  <a:pt x="1567680" y="752386"/>
                  <a:pt x="1630399" y="740822"/>
                  <a:pt x="1552410" y="760320"/>
                </a:cubicBezTo>
                <a:cubicBezTo>
                  <a:pt x="1555290" y="751680"/>
                  <a:pt x="1554610" y="740840"/>
                  <a:pt x="1561050" y="734400"/>
                </a:cubicBezTo>
                <a:cubicBezTo>
                  <a:pt x="1589849" y="705600"/>
                  <a:pt x="1595609" y="751680"/>
                  <a:pt x="1578329" y="699840"/>
                </a:cubicBezTo>
                <a:cubicBezTo>
                  <a:pt x="1528759" y="716364"/>
                  <a:pt x="1575029" y="709526"/>
                  <a:pt x="1526491" y="682560"/>
                </a:cubicBezTo>
                <a:cubicBezTo>
                  <a:pt x="1510569" y="673714"/>
                  <a:pt x="1491932" y="671040"/>
                  <a:pt x="1474653" y="665280"/>
                </a:cubicBezTo>
                <a:cubicBezTo>
                  <a:pt x="1481869" y="621984"/>
                  <a:pt x="1473300" y="611462"/>
                  <a:pt x="1509212" y="587520"/>
                </a:cubicBezTo>
                <a:cubicBezTo>
                  <a:pt x="1516789" y="582468"/>
                  <a:pt x="1526491" y="581760"/>
                  <a:pt x="1535131" y="578880"/>
                </a:cubicBezTo>
                <a:cubicBezTo>
                  <a:pt x="1529371" y="570240"/>
                  <a:pt x="1525959" y="559447"/>
                  <a:pt x="1517851" y="552960"/>
                </a:cubicBezTo>
                <a:cubicBezTo>
                  <a:pt x="1510740" y="547271"/>
                  <a:pt x="1500689" y="546822"/>
                  <a:pt x="1491932" y="544320"/>
                </a:cubicBezTo>
                <a:cubicBezTo>
                  <a:pt x="1415993" y="522622"/>
                  <a:pt x="1493600" y="547756"/>
                  <a:pt x="1431455" y="527040"/>
                </a:cubicBezTo>
                <a:cubicBezTo>
                  <a:pt x="1422815" y="529920"/>
                  <a:pt x="1414466" y="537466"/>
                  <a:pt x="1405536" y="535680"/>
                </a:cubicBezTo>
                <a:cubicBezTo>
                  <a:pt x="1397548" y="534082"/>
                  <a:pt x="1395034" y="522919"/>
                  <a:pt x="1388256" y="518400"/>
                </a:cubicBezTo>
                <a:cubicBezTo>
                  <a:pt x="1377540" y="511256"/>
                  <a:pt x="1365217" y="506880"/>
                  <a:pt x="1353698" y="501120"/>
                </a:cubicBezTo>
                <a:cubicBezTo>
                  <a:pt x="1323915" y="511048"/>
                  <a:pt x="1334219" y="516200"/>
                  <a:pt x="1319139" y="50112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17" name="Google Shape;1217;p18"/>
          <p:cNvSpPr/>
          <p:nvPr/>
        </p:nvSpPr>
        <p:spPr>
          <a:xfrm>
            <a:off x="2979604" y="5080320"/>
            <a:ext cx="1305667" cy="1200960"/>
          </a:xfrm>
          <a:custGeom>
            <a:avLst/>
            <a:gdLst/>
            <a:ahLst/>
            <a:cxnLst/>
            <a:rect l="l" t="t" r="r" b="b"/>
            <a:pathLst>
              <a:path w="1305667" h="1200960" extrusionOk="0">
                <a:moveTo>
                  <a:pt x="1305667" y="43200"/>
                </a:moveTo>
                <a:cubicBezTo>
                  <a:pt x="1279748" y="46080"/>
                  <a:pt x="1253989" y="51840"/>
                  <a:pt x="1227910" y="51840"/>
                </a:cubicBezTo>
                <a:cubicBezTo>
                  <a:pt x="1218803" y="51840"/>
                  <a:pt x="1211098" y="43200"/>
                  <a:pt x="1201991" y="43200"/>
                </a:cubicBezTo>
                <a:cubicBezTo>
                  <a:pt x="1170182" y="43200"/>
                  <a:pt x="1138634" y="48960"/>
                  <a:pt x="1106955" y="51840"/>
                </a:cubicBezTo>
                <a:cubicBezTo>
                  <a:pt x="1092556" y="48960"/>
                  <a:pt x="1078442" y="43200"/>
                  <a:pt x="1063757" y="43200"/>
                </a:cubicBezTo>
                <a:cubicBezTo>
                  <a:pt x="948013" y="43200"/>
                  <a:pt x="1020845" y="63455"/>
                  <a:pt x="960081" y="43200"/>
                </a:cubicBezTo>
                <a:cubicBezTo>
                  <a:pt x="931282" y="46080"/>
                  <a:pt x="902290" y="47439"/>
                  <a:pt x="873684" y="51840"/>
                </a:cubicBezTo>
                <a:cubicBezTo>
                  <a:pt x="864683" y="53225"/>
                  <a:pt x="854204" y="54040"/>
                  <a:pt x="847765" y="60480"/>
                </a:cubicBezTo>
                <a:cubicBezTo>
                  <a:pt x="843635" y="64610"/>
                  <a:pt x="830560" y="120664"/>
                  <a:pt x="830486" y="120960"/>
                </a:cubicBezTo>
                <a:cubicBezTo>
                  <a:pt x="846957" y="252730"/>
                  <a:pt x="825285" y="141649"/>
                  <a:pt x="856405" y="224640"/>
                </a:cubicBezTo>
                <a:cubicBezTo>
                  <a:pt x="860167" y="234674"/>
                  <a:pt x="866725" y="273522"/>
                  <a:pt x="873684" y="285120"/>
                </a:cubicBezTo>
                <a:cubicBezTo>
                  <a:pt x="877875" y="292105"/>
                  <a:pt x="885204" y="296640"/>
                  <a:pt x="890964" y="302400"/>
                </a:cubicBezTo>
                <a:cubicBezTo>
                  <a:pt x="898525" y="332646"/>
                  <a:pt x="908243" y="366487"/>
                  <a:pt x="908243" y="397440"/>
                </a:cubicBezTo>
                <a:cubicBezTo>
                  <a:pt x="908243" y="437863"/>
                  <a:pt x="909407" y="479184"/>
                  <a:pt x="899603" y="518400"/>
                </a:cubicBezTo>
                <a:cubicBezTo>
                  <a:pt x="894566" y="538548"/>
                  <a:pt x="884747" y="563672"/>
                  <a:pt x="865045" y="570240"/>
                </a:cubicBezTo>
                <a:cubicBezTo>
                  <a:pt x="780308" y="598487"/>
                  <a:pt x="831358" y="586007"/>
                  <a:pt x="709531" y="596160"/>
                </a:cubicBezTo>
                <a:cubicBezTo>
                  <a:pt x="700891" y="593280"/>
                  <a:pt x="692502" y="589496"/>
                  <a:pt x="683612" y="587520"/>
                </a:cubicBezTo>
                <a:cubicBezTo>
                  <a:pt x="662034" y="582725"/>
                  <a:pt x="590588" y="572996"/>
                  <a:pt x="571296" y="570240"/>
                </a:cubicBezTo>
                <a:cubicBezTo>
                  <a:pt x="564547" y="566866"/>
                  <a:pt x="523532" y="544320"/>
                  <a:pt x="510819" y="544320"/>
                </a:cubicBezTo>
                <a:cubicBezTo>
                  <a:pt x="501712" y="544320"/>
                  <a:pt x="493540" y="550080"/>
                  <a:pt x="484900" y="552960"/>
                </a:cubicBezTo>
                <a:cubicBezTo>
                  <a:pt x="460215" y="544731"/>
                  <a:pt x="457747" y="538149"/>
                  <a:pt x="433062" y="552960"/>
                </a:cubicBezTo>
                <a:cubicBezTo>
                  <a:pt x="426077" y="557151"/>
                  <a:pt x="422767" y="566049"/>
                  <a:pt x="415782" y="570240"/>
                </a:cubicBezTo>
                <a:cubicBezTo>
                  <a:pt x="407973" y="574926"/>
                  <a:pt x="398234" y="575292"/>
                  <a:pt x="389863" y="578880"/>
                </a:cubicBezTo>
                <a:cubicBezTo>
                  <a:pt x="315131" y="610909"/>
                  <a:pt x="390171" y="584538"/>
                  <a:pt x="329386" y="604800"/>
                </a:cubicBezTo>
                <a:cubicBezTo>
                  <a:pt x="323626" y="610560"/>
                  <a:pt x="319392" y="618437"/>
                  <a:pt x="312106" y="622080"/>
                </a:cubicBezTo>
                <a:cubicBezTo>
                  <a:pt x="301486" y="627390"/>
                  <a:pt x="289341" y="629333"/>
                  <a:pt x="277548" y="630720"/>
                </a:cubicBezTo>
                <a:cubicBezTo>
                  <a:pt x="240256" y="635107"/>
                  <a:pt x="202671" y="636480"/>
                  <a:pt x="165232" y="639360"/>
                </a:cubicBezTo>
                <a:cubicBezTo>
                  <a:pt x="153713" y="636480"/>
                  <a:pt x="142548" y="630720"/>
                  <a:pt x="130674" y="630720"/>
                </a:cubicBezTo>
                <a:cubicBezTo>
                  <a:pt x="121567" y="630720"/>
                  <a:pt x="113645" y="637384"/>
                  <a:pt x="104755" y="639360"/>
                </a:cubicBezTo>
                <a:cubicBezTo>
                  <a:pt x="87654" y="643160"/>
                  <a:pt x="70152" y="644866"/>
                  <a:pt x="52917" y="648000"/>
                </a:cubicBezTo>
                <a:cubicBezTo>
                  <a:pt x="38469" y="650627"/>
                  <a:pt x="24118" y="653760"/>
                  <a:pt x="9718" y="656640"/>
                </a:cubicBezTo>
                <a:cubicBezTo>
                  <a:pt x="-7560" y="708481"/>
                  <a:pt x="-1801" y="662399"/>
                  <a:pt x="26998" y="691200"/>
                </a:cubicBezTo>
                <a:cubicBezTo>
                  <a:pt x="33438" y="697640"/>
                  <a:pt x="29197" y="710680"/>
                  <a:pt x="35637" y="717120"/>
                </a:cubicBezTo>
                <a:cubicBezTo>
                  <a:pt x="42076" y="723560"/>
                  <a:pt x="53410" y="721687"/>
                  <a:pt x="61556" y="725760"/>
                </a:cubicBezTo>
                <a:cubicBezTo>
                  <a:pt x="76523" y="733244"/>
                  <a:pt x="94041" y="746927"/>
                  <a:pt x="104755" y="760320"/>
                </a:cubicBezTo>
                <a:cubicBezTo>
                  <a:pt x="131443" y="793681"/>
                  <a:pt x="116973" y="784759"/>
                  <a:pt x="139313" y="829440"/>
                </a:cubicBezTo>
                <a:cubicBezTo>
                  <a:pt x="143957" y="838728"/>
                  <a:pt x="150833" y="846720"/>
                  <a:pt x="156593" y="855360"/>
                </a:cubicBezTo>
                <a:cubicBezTo>
                  <a:pt x="159473" y="884160"/>
                  <a:pt x="158212" y="913681"/>
                  <a:pt x="165232" y="941760"/>
                </a:cubicBezTo>
                <a:cubicBezTo>
                  <a:pt x="167208" y="949663"/>
                  <a:pt x="176254" y="953825"/>
                  <a:pt x="182512" y="959040"/>
                </a:cubicBezTo>
                <a:cubicBezTo>
                  <a:pt x="193574" y="968259"/>
                  <a:pt x="203912" y="979112"/>
                  <a:pt x="217070" y="984960"/>
                </a:cubicBezTo>
                <a:cubicBezTo>
                  <a:pt x="230489" y="990924"/>
                  <a:pt x="245869" y="990720"/>
                  <a:pt x="260268" y="993600"/>
                </a:cubicBezTo>
                <a:cubicBezTo>
                  <a:pt x="325339" y="1036982"/>
                  <a:pt x="242639" y="986045"/>
                  <a:pt x="320746" y="1019520"/>
                </a:cubicBezTo>
                <a:cubicBezTo>
                  <a:pt x="330290" y="1023610"/>
                  <a:pt x="337378" y="1032156"/>
                  <a:pt x="346665" y="1036800"/>
                </a:cubicBezTo>
                <a:cubicBezTo>
                  <a:pt x="354811" y="1040873"/>
                  <a:pt x="364438" y="1041367"/>
                  <a:pt x="372584" y="1045440"/>
                </a:cubicBezTo>
                <a:cubicBezTo>
                  <a:pt x="387604" y="1052950"/>
                  <a:pt x="400495" y="1064411"/>
                  <a:pt x="415782" y="1071360"/>
                </a:cubicBezTo>
                <a:cubicBezTo>
                  <a:pt x="432363" y="1078897"/>
                  <a:pt x="451329" y="1080494"/>
                  <a:pt x="467620" y="1088640"/>
                </a:cubicBezTo>
                <a:cubicBezTo>
                  <a:pt x="479140" y="1094400"/>
                  <a:pt x="490120" y="1101398"/>
                  <a:pt x="502179" y="1105920"/>
                </a:cubicBezTo>
                <a:cubicBezTo>
                  <a:pt x="522800" y="1113653"/>
                  <a:pt x="570659" y="1120214"/>
                  <a:pt x="588576" y="1123200"/>
                </a:cubicBezTo>
                <a:cubicBezTo>
                  <a:pt x="600095" y="1128960"/>
                  <a:pt x="611296" y="1135406"/>
                  <a:pt x="623134" y="1140480"/>
                </a:cubicBezTo>
                <a:cubicBezTo>
                  <a:pt x="640486" y="1147917"/>
                  <a:pt x="666075" y="1153376"/>
                  <a:pt x="683612" y="1157760"/>
                </a:cubicBezTo>
                <a:cubicBezTo>
                  <a:pt x="700964" y="1169329"/>
                  <a:pt x="724160" y="1186341"/>
                  <a:pt x="744089" y="1192320"/>
                </a:cubicBezTo>
                <a:cubicBezTo>
                  <a:pt x="760868" y="1197354"/>
                  <a:pt x="778648" y="1198080"/>
                  <a:pt x="795927" y="1200960"/>
                </a:cubicBezTo>
                <a:cubicBezTo>
                  <a:pt x="798807" y="1192320"/>
                  <a:pt x="799515" y="1182618"/>
                  <a:pt x="804567" y="1175040"/>
                </a:cubicBezTo>
                <a:cubicBezTo>
                  <a:pt x="819236" y="1153036"/>
                  <a:pt x="836120" y="1146330"/>
                  <a:pt x="856405" y="1131840"/>
                </a:cubicBezTo>
                <a:cubicBezTo>
                  <a:pt x="865535" y="1125318"/>
                  <a:pt x="903310" y="1095427"/>
                  <a:pt x="916883" y="1088640"/>
                </a:cubicBezTo>
                <a:cubicBezTo>
                  <a:pt x="925029" y="1084567"/>
                  <a:pt x="933912" y="1081976"/>
                  <a:pt x="942802" y="1080000"/>
                </a:cubicBezTo>
                <a:cubicBezTo>
                  <a:pt x="959903" y="1076200"/>
                  <a:pt x="977645" y="1075609"/>
                  <a:pt x="994640" y="1071360"/>
                </a:cubicBezTo>
                <a:cubicBezTo>
                  <a:pt x="1012310" y="1066942"/>
                  <a:pt x="1046477" y="1054080"/>
                  <a:pt x="1046477" y="1054080"/>
                </a:cubicBezTo>
                <a:lnTo>
                  <a:pt x="1063757" y="984960"/>
                </a:lnTo>
                <a:cubicBezTo>
                  <a:pt x="1066637" y="973440"/>
                  <a:pt x="1068641" y="961665"/>
                  <a:pt x="1072396" y="950400"/>
                </a:cubicBezTo>
                <a:cubicBezTo>
                  <a:pt x="1075276" y="941760"/>
                  <a:pt x="1078534" y="933237"/>
                  <a:pt x="1081036" y="924480"/>
                </a:cubicBezTo>
                <a:cubicBezTo>
                  <a:pt x="1084298" y="913062"/>
                  <a:pt x="1084366" y="900541"/>
                  <a:pt x="1089676" y="889920"/>
                </a:cubicBezTo>
                <a:cubicBezTo>
                  <a:pt x="1098963" y="871345"/>
                  <a:pt x="1124234" y="838080"/>
                  <a:pt x="1124234" y="838080"/>
                </a:cubicBezTo>
                <a:cubicBezTo>
                  <a:pt x="1128370" y="742951"/>
                  <a:pt x="1121010" y="678181"/>
                  <a:pt x="1141514" y="596160"/>
                </a:cubicBezTo>
                <a:cubicBezTo>
                  <a:pt x="1143723" y="587325"/>
                  <a:pt x="1145467" y="578049"/>
                  <a:pt x="1150153" y="570240"/>
                </a:cubicBezTo>
                <a:cubicBezTo>
                  <a:pt x="1180931" y="518941"/>
                  <a:pt x="1155068" y="593743"/>
                  <a:pt x="1184712" y="527040"/>
                </a:cubicBezTo>
                <a:cubicBezTo>
                  <a:pt x="1192109" y="510395"/>
                  <a:pt x="1201991" y="475200"/>
                  <a:pt x="1201991" y="475200"/>
                </a:cubicBezTo>
                <a:cubicBezTo>
                  <a:pt x="1213341" y="304948"/>
                  <a:pt x="1209511" y="349280"/>
                  <a:pt x="1227910" y="146880"/>
                </a:cubicBezTo>
                <a:cubicBezTo>
                  <a:pt x="1238556" y="29770"/>
                  <a:pt x="1236550" y="96842"/>
                  <a:pt x="1236550"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18" name="Google Shape;1218;p18"/>
          <p:cNvSpPr/>
          <p:nvPr/>
        </p:nvSpPr>
        <p:spPr>
          <a:xfrm>
            <a:off x="2435783" y="2686042"/>
            <a:ext cx="1574408" cy="2990438"/>
          </a:xfrm>
          <a:custGeom>
            <a:avLst/>
            <a:gdLst/>
            <a:ahLst/>
            <a:cxnLst/>
            <a:rect l="l" t="t" r="r" b="b"/>
            <a:pathLst>
              <a:path w="1574408" h="2990438" extrusionOk="0">
                <a:moveTo>
                  <a:pt x="596738" y="2990438"/>
                </a:moveTo>
                <a:cubicBezTo>
                  <a:pt x="614017" y="2981798"/>
                  <a:pt x="630136" y="2970281"/>
                  <a:pt x="648576" y="2964518"/>
                </a:cubicBezTo>
                <a:cubicBezTo>
                  <a:pt x="676608" y="2955758"/>
                  <a:pt x="706255" y="2953392"/>
                  <a:pt x="734972" y="2947238"/>
                </a:cubicBezTo>
                <a:cubicBezTo>
                  <a:pt x="746583" y="2944750"/>
                  <a:pt x="758011" y="2941478"/>
                  <a:pt x="769531" y="2938598"/>
                </a:cubicBezTo>
                <a:cubicBezTo>
                  <a:pt x="806969" y="2941478"/>
                  <a:pt x="844362" y="2949443"/>
                  <a:pt x="881846" y="2947238"/>
                </a:cubicBezTo>
                <a:cubicBezTo>
                  <a:pt x="894703" y="2946482"/>
                  <a:pt x="903545" y="2930672"/>
                  <a:pt x="916405" y="2929958"/>
                </a:cubicBezTo>
                <a:cubicBezTo>
                  <a:pt x="956764" y="2927716"/>
                  <a:pt x="997042" y="2935718"/>
                  <a:pt x="1037360" y="2938598"/>
                </a:cubicBezTo>
                <a:cubicBezTo>
                  <a:pt x="1115019" y="2912711"/>
                  <a:pt x="994749" y="2949125"/>
                  <a:pt x="1184234" y="2938598"/>
                </a:cubicBezTo>
                <a:cubicBezTo>
                  <a:pt x="1197094" y="2937884"/>
                  <a:pt x="1207273" y="2927078"/>
                  <a:pt x="1218793" y="2921318"/>
                </a:cubicBezTo>
                <a:cubicBezTo>
                  <a:pt x="1322558" y="2947260"/>
                  <a:pt x="1191763" y="2923617"/>
                  <a:pt x="1279271" y="2912678"/>
                </a:cubicBezTo>
                <a:cubicBezTo>
                  <a:pt x="1293842" y="2910857"/>
                  <a:pt x="1308070" y="2918438"/>
                  <a:pt x="1322469" y="2921318"/>
                </a:cubicBezTo>
                <a:cubicBezTo>
                  <a:pt x="1340160" y="2915421"/>
                  <a:pt x="1361424" y="2910858"/>
                  <a:pt x="1374307" y="2895398"/>
                </a:cubicBezTo>
                <a:cubicBezTo>
                  <a:pt x="1382552" y="2885503"/>
                  <a:pt x="1385826" y="2872358"/>
                  <a:pt x="1391586" y="2860838"/>
                </a:cubicBezTo>
                <a:cubicBezTo>
                  <a:pt x="1388706" y="2829158"/>
                  <a:pt x="1386892" y="2797363"/>
                  <a:pt x="1382947" y="2765798"/>
                </a:cubicBezTo>
                <a:cubicBezTo>
                  <a:pt x="1381126" y="2751226"/>
                  <a:pt x="1380384" y="2735967"/>
                  <a:pt x="1374307" y="2722598"/>
                </a:cubicBezTo>
                <a:cubicBezTo>
                  <a:pt x="1365713" y="2703692"/>
                  <a:pt x="1339748" y="2670758"/>
                  <a:pt x="1339748" y="2670758"/>
                </a:cubicBezTo>
                <a:cubicBezTo>
                  <a:pt x="1334040" y="2647925"/>
                  <a:pt x="1322469" y="2605537"/>
                  <a:pt x="1322469" y="2584358"/>
                </a:cubicBezTo>
                <a:cubicBezTo>
                  <a:pt x="1322469" y="2558278"/>
                  <a:pt x="1328229" y="2532518"/>
                  <a:pt x="1331109" y="2506598"/>
                </a:cubicBezTo>
                <a:cubicBezTo>
                  <a:pt x="1328229" y="2431718"/>
                  <a:pt x="1338482" y="2355162"/>
                  <a:pt x="1322469" y="2281958"/>
                </a:cubicBezTo>
                <a:cubicBezTo>
                  <a:pt x="1317247" y="2258085"/>
                  <a:pt x="1270631" y="2230118"/>
                  <a:pt x="1270631" y="2230118"/>
                </a:cubicBezTo>
                <a:cubicBezTo>
                  <a:pt x="1345421" y="2205187"/>
                  <a:pt x="1304897" y="2230483"/>
                  <a:pt x="1339748" y="2186918"/>
                </a:cubicBezTo>
                <a:cubicBezTo>
                  <a:pt x="1344837" y="2180557"/>
                  <a:pt x="1351268" y="2175398"/>
                  <a:pt x="1357028" y="2169638"/>
                </a:cubicBezTo>
                <a:cubicBezTo>
                  <a:pt x="1359908" y="2160998"/>
                  <a:pt x="1365667" y="2152825"/>
                  <a:pt x="1365667" y="2143718"/>
                </a:cubicBezTo>
                <a:cubicBezTo>
                  <a:pt x="1365667" y="2095393"/>
                  <a:pt x="1361698" y="2105088"/>
                  <a:pt x="1331109" y="2083238"/>
                </a:cubicBezTo>
                <a:cubicBezTo>
                  <a:pt x="1319392" y="2074868"/>
                  <a:pt x="1309624" y="2063353"/>
                  <a:pt x="1296550" y="2057318"/>
                </a:cubicBezTo>
                <a:cubicBezTo>
                  <a:pt x="1154188" y="1991610"/>
                  <a:pt x="1262335" y="2060427"/>
                  <a:pt x="1192874" y="2014118"/>
                </a:cubicBezTo>
                <a:cubicBezTo>
                  <a:pt x="1181355" y="1996838"/>
                  <a:pt x="1151749" y="1981980"/>
                  <a:pt x="1158316" y="1962278"/>
                </a:cubicBezTo>
                <a:cubicBezTo>
                  <a:pt x="1166955" y="1936358"/>
                  <a:pt x="1178876" y="1911309"/>
                  <a:pt x="1184234" y="1884518"/>
                </a:cubicBezTo>
                <a:cubicBezTo>
                  <a:pt x="1187114" y="1870118"/>
                  <a:pt x="1190460" y="1855803"/>
                  <a:pt x="1192874" y="1841318"/>
                </a:cubicBezTo>
                <a:cubicBezTo>
                  <a:pt x="1196222" y="1821230"/>
                  <a:pt x="1195662" y="1800344"/>
                  <a:pt x="1201514" y="1780838"/>
                </a:cubicBezTo>
                <a:cubicBezTo>
                  <a:pt x="1204498" y="1770892"/>
                  <a:pt x="1214149" y="1764206"/>
                  <a:pt x="1218793" y="1754918"/>
                </a:cubicBezTo>
                <a:cubicBezTo>
                  <a:pt x="1222866" y="1746772"/>
                  <a:pt x="1224553" y="1737638"/>
                  <a:pt x="1227433" y="1728998"/>
                </a:cubicBezTo>
                <a:cubicBezTo>
                  <a:pt x="1223048" y="1711458"/>
                  <a:pt x="1217590" y="1685873"/>
                  <a:pt x="1210153" y="1668518"/>
                </a:cubicBezTo>
                <a:cubicBezTo>
                  <a:pt x="1205080" y="1656680"/>
                  <a:pt x="1198634" y="1645478"/>
                  <a:pt x="1192874" y="1633958"/>
                </a:cubicBezTo>
                <a:cubicBezTo>
                  <a:pt x="1195754" y="1625318"/>
                  <a:pt x="1192757" y="1610540"/>
                  <a:pt x="1201514" y="1608038"/>
                </a:cubicBezTo>
                <a:cubicBezTo>
                  <a:pt x="1218358" y="1603225"/>
                  <a:pt x="1235834" y="1616678"/>
                  <a:pt x="1253352" y="1616678"/>
                </a:cubicBezTo>
                <a:cubicBezTo>
                  <a:pt x="1262459" y="1616678"/>
                  <a:pt x="1270631" y="1610918"/>
                  <a:pt x="1279271" y="1608038"/>
                </a:cubicBezTo>
                <a:cubicBezTo>
                  <a:pt x="1296550" y="1610918"/>
                  <a:pt x="1313591" y="1616678"/>
                  <a:pt x="1331109" y="1616678"/>
                </a:cubicBezTo>
                <a:cubicBezTo>
                  <a:pt x="1358439" y="1616678"/>
                  <a:pt x="1364247" y="1597702"/>
                  <a:pt x="1382947" y="1582118"/>
                </a:cubicBezTo>
                <a:cubicBezTo>
                  <a:pt x="1405278" y="1563508"/>
                  <a:pt x="1408808" y="1564857"/>
                  <a:pt x="1434785" y="1556198"/>
                </a:cubicBezTo>
                <a:cubicBezTo>
                  <a:pt x="1457824" y="1559078"/>
                  <a:pt x="1481237" y="1569875"/>
                  <a:pt x="1503902" y="1564838"/>
                </a:cubicBezTo>
                <a:cubicBezTo>
                  <a:pt x="1512792" y="1562862"/>
                  <a:pt x="1510146" y="1547704"/>
                  <a:pt x="1512542" y="1538918"/>
                </a:cubicBezTo>
                <a:cubicBezTo>
                  <a:pt x="1533979" y="1460313"/>
                  <a:pt x="1506543" y="1477558"/>
                  <a:pt x="1555740" y="1461158"/>
                </a:cubicBezTo>
                <a:cubicBezTo>
                  <a:pt x="1561500" y="1452518"/>
                  <a:pt x="1579506" y="1443346"/>
                  <a:pt x="1573019" y="1435238"/>
                </a:cubicBezTo>
                <a:cubicBezTo>
                  <a:pt x="1567259" y="1428038"/>
                  <a:pt x="1511101" y="1417238"/>
                  <a:pt x="1495262" y="1409318"/>
                </a:cubicBezTo>
                <a:cubicBezTo>
                  <a:pt x="1472223" y="1397798"/>
                  <a:pt x="1447577" y="1389047"/>
                  <a:pt x="1426145" y="1374758"/>
                </a:cubicBezTo>
                <a:cubicBezTo>
                  <a:pt x="1366730" y="1335146"/>
                  <a:pt x="1394009" y="1346765"/>
                  <a:pt x="1348388" y="1331558"/>
                </a:cubicBezTo>
                <a:cubicBezTo>
                  <a:pt x="1331109" y="1334438"/>
                  <a:pt x="1314068" y="1340198"/>
                  <a:pt x="1296550" y="1340198"/>
                </a:cubicBezTo>
                <a:cubicBezTo>
                  <a:pt x="1261982" y="1340198"/>
                  <a:pt x="1243494" y="1318612"/>
                  <a:pt x="1218793" y="1296998"/>
                </a:cubicBezTo>
                <a:cubicBezTo>
                  <a:pt x="1209598" y="1288952"/>
                  <a:pt x="1203040" y="1277856"/>
                  <a:pt x="1192874" y="1271078"/>
                </a:cubicBezTo>
                <a:cubicBezTo>
                  <a:pt x="1185297" y="1266026"/>
                  <a:pt x="1175101" y="1266511"/>
                  <a:pt x="1166955" y="1262438"/>
                </a:cubicBezTo>
                <a:cubicBezTo>
                  <a:pt x="1157668" y="1257794"/>
                  <a:pt x="1149676" y="1250918"/>
                  <a:pt x="1141036" y="1245158"/>
                </a:cubicBezTo>
                <a:cubicBezTo>
                  <a:pt x="1135276" y="1230758"/>
                  <a:pt x="1129202" y="1216480"/>
                  <a:pt x="1123757" y="1201958"/>
                </a:cubicBezTo>
                <a:cubicBezTo>
                  <a:pt x="1113884" y="1175630"/>
                  <a:pt x="1115173" y="1167482"/>
                  <a:pt x="1097838" y="1141478"/>
                </a:cubicBezTo>
                <a:cubicBezTo>
                  <a:pt x="1087609" y="1126134"/>
                  <a:pt x="1074343" y="1113031"/>
                  <a:pt x="1063279" y="1098278"/>
                </a:cubicBezTo>
                <a:cubicBezTo>
                  <a:pt x="1057049" y="1089971"/>
                  <a:pt x="1053342" y="1079701"/>
                  <a:pt x="1046000" y="1072358"/>
                </a:cubicBezTo>
                <a:cubicBezTo>
                  <a:pt x="1019848" y="1046205"/>
                  <a:pt x="1015177" y="1047683"/>
                  <a:pt x="985522" y="1037798"/>
                </a:cubicBezTo>
                <a:cubicBezTo>
                  <a:pt x="976882" y="1029158"/>
                  <a:pt x="970212" y="1017940"/>
                  <a:pt x="959603" y="1011878"/>
                </a:cubicBezTo>
                <a:cubicBezTo>
                  <a:pt x="949294" y="1005987"/>
                  <a:pt x="936462" y="1006500"/>
                  <a:pt x="925045" y="1003238"/>
                </a:cubicBezTo>
                <a:cubicBezTo>
                  <a:pt x="916288" y="1000736"/>
                  <a:pt x="907766" y="997478"/>
                  <a:pt x="899126" y="994598"/>
                </a:cubicBezTo>
                <a:cubicBezTo>
                  <a:pt x="893366" y="988838"/>
                  <a:pt x="886037" y="984303"/>
                  <a:pt x="881846" y="977318"/>
                </a:cubicBezTo>
                <a:cubicBezTo>
                  <a:pt x="871759" y="960506"/>
                  <a:pt x="866834" y="910892"/>
                  <a:pt x="864567" y="899558"/>
                </a:cubicBezTo>
                <a:cubicBezTo>
                  <a:pt x="862238" y="887914"/>
                  <a:pt x="862514" y="874878"/>
                  <a:pt x="855927" y="864998"/>
                </a:cubicBezTo>
                <a:cubicBezTo>
                  <a:pt x="850167" y="856358"/>
                  <a:pt x="838648" y="853478"/>
                  <a:pt x="830008" y="847718"/>
                </a:cubicBezTo>
                <a:cubicBezTo>
                  <a:pt x="787910" y="784568"/>
                  <a:pt x="843939" y="859328"/>
                  <a:pt x="778170" y="804518"/>
                </a:cubicBezTo>
                <a:cubicBezTo>
                  <a:pt x="704898" y="743456"/>
                  <a:pt x="830767" y="813538"/>
                  <a:pt x="726333" y="761318"/>
                </a:cubicBezTo>
                <a:cubicBezTo>
                  <a:pt x="720573" y="744038"/>
                  <a:pt x="726333" y="715238"/>
                  <a:pt x="709053" y="709478"/>
                </a:cubicBezTo>
                <a:cubicBezTo>
                  <a:pt x="686013" y="701798"/>
                  <a:pt x="669929" y="697794"/>
                  <a:pt x="648576" y="683558"/>
                </a:cubicBezTo>
                <a:cubicBezTo>
                  <a:pt x="641798" y="679039"/>
                  <a:pt x="636385" y="672639"/>
                  <a:pt x="631296" y="666278"/>
                </a:cubicBezTo>
                <a:cubicBezTo>
                  <a:pt x="618827" y="650692"/>
                  <a:pt x="603833" y="623536"/>
                  <a:pt x="596738" y="605798"/>
                </a:cubicBezTo>
                <a:cubicBezTo>
                  <a:pt x="589973" y="588886"/>
                  <a:pt x="579458" y="553958"/>
                  <a:pt x="579458" y="553958"/>
                </a:cubicBezTo>
                <a:cubicBezTo>
                  <a:pt x="565059" y="556838"/>
                  <a:pt x="550379" y="566632"/>
                  <a:pt x="536260" y="562598"/>
                </a:cubicBezTo>
                <a:cubicBezTo>
                  <a:pt x="526276" y="559745"/>
                  <a:pt x="525819" y="544493"/>
                  <a:pt x="518981" y="536678"/>
                </a:cubicBezTo>
                <a:cubicBezTo>
                  <a:pt x="483603" y="496245"/>
                  <a:pt x="484994" y="499620"/>
                  <a:pt x="449863" y="476198"/>
                </a:cubicBezTo>
                <a:cubicBezTo>
                  <a:pt x="425390" y="402771"/>
                  <a:pt x="459522" y="492298"/>
                  <a:pt x="423944" y="432998"/>
                </a:cubicBezTo>
                <a:cubicBezTo>
                  <a:pt x="415542" y="418995"/>
                  <a:pt x="412309" y="385687"/>
                  <a:pt x="406665" y="372518"/>
                </a:cubicBezTo>
                <a:cubicBezTo>
                  <a:pt x="402575" y="362974"/>
                  <a:pt x="394030" y="355886"/>
                  <a:pt x="389386" y="346598"/>
                </a:cubicBezTo>
                <a:cubicBezTo>
                  <a:pt x="385313" y="338452"/>
                  <a:pt x="383626" y="329318"/>
                  <a:pt x="380746" y="320678"/>
                </a:cubicBezTo>
                <a:cubicBezTo>
                  <a:pt x="374986" y="277478"/>
                  <a:pt x="373449" y="233502"/>
                  <a:pt x="363467" y="191078"/>
                </a:cubicBezTo>
                <a:cubicBezTo>
                  <a:pt x="361601" y="183149"/>
                  <a:pt x="350378" y="180783"/>
                  <a:pt x="346187" y="173798"/>
                </a:cubicBezTo>
                <a:cubicBezTo>
                  <a:pt x="341501" y="165989"/>
                  <a:pt x="340050" y="156635"/>
                  <a:pt x="337548" y="147878"/>
                </a:cubicBezTo>
                <a:cubicBezTo>
                  <a:pt x="337458" y="147564"/>
                  <a:pt x="324411" y="91541"/>
                  <a:pt x="320268" y="87398"/>
                </a:cubicBezTo>
                <a:cubicBezTo>
                  <a:pt x="313829" y="80958"/>
                  <a:pt x="302495" y="82831"/>
                  <a:pt x="294350" y="78758"/>
                </a:cubicBezTo>
                <a:cubicBezTo>
                  <a:pt x="285063" y="74114"/>
                  <a:pt x="277071" y="67238"/>
                  <a:pt x="268431" y="61478"/>
                </a:cubicBezTo>
                <a:cubicBezTo>
                  <a:pt x="243809" y="-12389"/>
                  <a:pt x="269225" y="11897"/>
                  <a:pt x="182034" y="998"/>
                </a:cubicBezTo>
                <a:cubicBezTo>
                  <a:pt x="167635" y="3878"/>
                  <a:pt x="153521" y="9638"/>
                  <a:pt x="138836" y="9638"/>
                </a:cubicBezTo>
                <a:cubicBezTo>
                  <a:pt x="129729" y="9638"/>
                  <a:pt x="120726" y="-3688"/>
                  <a:pt x="112917" y="998"/>
                </a:cubicBezTo>
                <a:cubicBezTo>
                  <a:pt x="104018" y="6337"/>
                  <a:pt x="90903" y="49761"/>
                  <a:pt x="86998" y="61478"/>
                </a:cubicBezTo>
                <a:cubicBezTo>
                  <a:pt x="81238" y="191078"/>
                  <a:pt x="79301" y="320904"/>
                  <a:pt x="69718" y="450278"/>
                </a:cubicBezTo>
                <a:cubicBezTo>
                  <a:pt x="67757" y="476758"/>
                  <a:pt x="57332" y="501941"/>
                  <a:pt x="52439" y="528038"/>
                </a:cubicBezTo>
                <a:cubicBezTo>
                  <a:pt x="48686" y="548054"/>
                  <a:pt x="48378" y="568675"/>
                  <a:pt x="43799" y="588518"/>
                </a:cubicBezTo>
                <a:cubicBezTo>
                  <a:pt x="32913" y="635694"/>
                  <a:pt x="31107" y="633477"/>
                  <a:pt x="9241" y="666278"/>
                </a:cubicBezTo>
                <a:cubicBezTo>
                  <a:pt x="4454" y="819474"/>
                  <a:pt x="-8913" y="910278"/>
                  <a:pt x="9241" y="1046438"/>
                </a:cubicBezTo>
                <a:cubicBezTo>
                  <a:pt x="14178" y="1083467"/>
                  <a:pt x="15822" y="1067009"/>
                  <a:pt x="43799" y="1080998"/>
                </a:cubicBezTo>
                <a:cubicBezTo>
                  <a:pt x="53086" y="1085642"/>
                  <a:pt x="60229" y="1094061"/>
                  <a:pt x="69718" y="1098278"/>
                </a:cubicBezTo>
                <a:cubicBezTo>
                  <a:pt x="86362" y="1105676"/>
                  <a:pt x="121556" y="1115558"/>
                  <a:pt x="121556" y="1115558"/>
                </a:cubicBezTo>
                <a:cubicBezTo>
                  <a:pt x="127316" y="1121318"/>
                  <a:pt x="131550" y="1129195"/>
                  <a:pt x="138836" y="1132838"/>
                </a:cubicBezTo>
                <a:cubicBezTo>
                  <a:pt x="155127" y="1140984"/>
                  <a:pt x="190674" y="1150118"/>
                  <a:pt x="190674" y="1150118"/>
                </a:cubicBezTo>
                <a:cubicBezTo>
                  <a:pt x="196434" y="1158758"/>
                  <a:pt x="201055" y="1168277"/>
                  <a:pt x="207953" y="1176038"/>
                </a:cubicBezTo>
                <a:cubicBezTo>
                  <a:pt x="250993" y="1224460"/>
                  <a:pt x="246317" y="1218895"/>
                  <a:pt x="285710" y="1245158"/>
                </a:cubicBezTo>
                <a:cubicBezTo>
                  <a:pt x="302333" y="1272864"/>
                  <a:pt x="311093" y="1295380"/>
                  <a:pt x="337548" y="1314278"/>
                </a:cubicBezTo>
                <a:cubicBezTo>
                  <a:pt x="348028" y="1321764"/>
                  <a:pt x="361390" y="1324414"/>
                  <a:pt x="372106" y="1331558"/>
                </a:cubicBezTo>
                <a:cubicBezTo>
                  <a:pt x="378884" y="1336077"/>
                  <a:pt x="383025" y="1343749"/>
                  <a:pt x="389386" y="1348838"/>
                </a:cubicBezTo>
                <a:cubicBezTo>
                  <a:pt x="409739" y="1365121"/>
                  <a:pt x="426212" y="1371572"/>
                  <a:pt x="449863" y="1383398"/>
                </a:cubicBezTo>
                <a:cubicBezTo>
                  <a:pt x="455623" y="1400678"/>
                  <a:pt x="473908" y="1418326"/>
                  <a:pt x="467143" y="1435238"/>
                </a:cubicBezTo>
                <a:cubicBezTo>
                  <a:pt x="450651" y="1476467"/>
                  <a:pt x="445896" y="1485901"/>
                  <a:pt x="432584" y="1530278"/>
                </a:cubicBezTo>
                <a:cubicBezTo>
                  <a:pt x="432489" y="1530595"/>
                  <a:pt x="419451" y="1586612"/>
                  <a:pt x="415305" y="1590758"/>
                </a:cubicBezTo>
                <a:cubicBezTo>
                  <a:pt x="406198" y="1599865"/>
                  <a:pt x="392266" y="1602278"/>
                  <a:pt x="380746" y="1608038"/>
                </a:cubicBezTo>
                <a:cubicBezTo>
                  <a:pt x="377866" y="1616678"/>
                  <a:pt x="379517" y="1628664"/>
                  <a:pt x="372106" y="1633958"/>
                </a:cubicBezTo>
                <a:cubicBezTo>
                  <a:pt x="357285" y="1644545"/>
                  <a:pt x="320268" y="1651238"/>
                  <a:pt x="320268" y="1651238"/>
                </a:cubicBezTo>
                <a:cubicBezTo>
                  <a:pt x="314508" y="1659878"/>
                  <a:pt x="301842" y="1666838"/>
                  <a:pt x="302989" y="1677158"/>
                </a:cubicBezTo>
                <a:cubicBezTo>
                  <a:pt x="309018" y="1731415"/>
                  <a:pt x="328728" y="1726427"/>
                  <a:pt x="363467" y="1746278"/>
                </a:cubicBezTo>
                <a:cubicBezTo>
                  <a:pt x="372483" y="1751430"/>
                  <a:pt x="380746" y="1757798"/>
                  <a:pt x="389386" y="1763558"/>
                </a:cubicBezTo>
                <a:cubicBezTo>
                  <a:pt x="400905" y="1780838"/>
                  <a:pt x="421651" y="1794757"/>
                  <a:pt x="423944" y="1815398"/>
                </a:cubicBezTo>
                <a:cubicBezTo>
                  <a:pt x="452415" y="2071635"/>
                  <a:pt x="428302" y="1895524"/>
                  <a:pt x="449863" y="2014118"/>
                </a:cubicBezTo>
                <a:cubicBezTo>
                  <a:pt x="461503" y="2078139"/>
                  <a:pt x="448020" y="2050232"/>
                  <a:pt x="475782" y="2091878"/>
                </a:cubicBezTo>
                <a:lnTo>
                  <a:pt x="415305" y="2100518"/>
                </a:lnTo>
                <a:cubicBezTo>
                  <a:pt x="405377" y="2112433"/>
                  <a:pt x="428503" y="2128755"/>
                  <a:pt x="432584" y="2143718"/>
                </a:cubicBezTo>
                <a:cubicBezTo>
                  <a:pt x="458401" y="2238383"/>
                  <a:pt x="422318" y="2157744"/>
                  <a:pt x="458503" y="2230118"/>
                </a:cubicBezTo>
                <a:cubicBezTo>
                  <a:pt x="464263" y="2258918"/>
                  <a:pt x="466494" y="2288655"/>
                  <a:pt x="475782" y="2316518"/>
                </a:cubicBezTo>
                <a:cubicBezTo>
                  <a:pt x="478662" y="2325158"/>
                  <a:pt x="482446" y="2333548"/>
                  <a:pt x="484422" y="2342438"/>
                </a:cubicBezTo>
                <a:cubicBezTo>
                  <a:pt x="488222" y="2359539"/>
                  <a:pt x="484371" y="2379068"/>
                  <a:pt x="493062" y="2394278"/>
                </a:cubicBezTo>
                <a:cubicBezTo>
                  <a:pt x="497580" y="2402185"/>
                  <a:pt x="510341" y="2400038"/>
                  <a:pt x="518981" y="2402918"/>
                </a:cubicBezTo>
                <a:cubicBezTo>
                  <a:pt x="524741" y="2411558"/>
                  <a:pt x="542747" y="2420730"/>
                  <a:pt x="536260" y="2428838"/>
                </a:cubicBezTo>
                <a:cubicBezTo>
                  <a:pt x="524882" y="2443061"/>
                  <a:pt x="484422" y="2446118"/>
                  <a:pt x="484422" y="2446118"/>
                </a:cubicBezTo>
                <a:cubicBezTo>
                  <a:pt x="461381" y="2515241"/>
                  <a:pt x="495943" y="2434596"/>
                  <a:pt x="449863" y="2480678"/>
                </a:cubicBezTo>
                <a:cubicBezTo>
                  <a:pt x="443423" y="2487118"/>
                  <a:pt x="444811" y="2498227"/>
                  <a:pt x="441224" y="2506598"/>
                </a:cubicBezTo>
                <a:cubicBezTo>
                  <a:pt x="436151" y="2518436"/>
                  <a:pt x="429704" y="2529638"/>
                  <a:pt x="423944" y="2541158"/>
                </a:cubicBezTo>
                <a:cubicBezTo>
                  <a:pt x="436032" y="2625771"/>
                  <a:pt x="424066" y="2576043"/>
                  <a:pt x="449863" y="2644838"/>
                </a:cubicBezTo>
                <a:cubicBezTo>
                  <a:pt x="453061" y="2653366"/>
                  <a:pt x="453451" y="2663180"/>
                  <a:pt x="458503" y="2670758"/>
                </a:cubicBezTo>
                <a:cubicBezTo>
                  <a:pt x="465281" y="2680925"/>
                  <a:pt x="475782" y="2688038"/>
                  <a:pt x="484422" y="2696678"/>
                </a:cubicBezTo>
                <a:cubicBezTo>
                  <a:pt x="491379" y="2724507"/>
                  <a:pt x="492965" y="2741471"/>
                  <a:pt x="510341" y="2765798"/>
                </a:cubicBezTo>
                <a:cubicBezTo>
                  <a:pt x="517443" y="2775741"/>
                  <a:pt x="527620" y="2783078"/>
                  <a:pt x="536260" y="2791718"/>
                </a:cubicBezTo>
                <a:cubicBezTo>
                  <a:pt x="539140" y="2800358"/>
                  <a:pt x="540477" y="2809677"/>
                  <a:pt x="544900" y="2817638"/>
                </a:cubicBezTo>
                <a:cubicBezTo>
                  <a:pt x="574148" y="2870287"/>
                  <a:pt x="577435" y="2852745"/>
                  <a:pt x="588098" y="2895398"/>
                </a:cubicBezTo>
                <a:cubicBezTo>
                  <a:pt x="591660" y="2909645"/>
                  <a:pt x="586354" y="2928214"/>
                  <a:pt x="596738" y="2938598"/>
                </a:cubicBezTo>
                <a:cubicBezTo>
                  <a:pt x="609617" y="2951478"/>
                  <a:pt x="648576" y="2955878"/>
                  <a:pt x="648576" y="2955878"/>
                </a:cubicBezTo>
                <a:cubicBezTo>
                  <a:pt x="710721" y="2935162"/>
                  <a:pt x="633114" y="2955878"/>
                  <a:pt x="709053" y="2955878"/>
                </a:cubicBezTo>
                <a:cubicBezTo>
                  <a:pt x="718160" y="2955878"/>
                  <a:pt x="726332" y="2950118"/>
                  <a:pt x="734972" y="2947238"/>
                </a:cubicBezTo>
                <a:cubicBezTo>
                  <a:pt x="804089" y="2970278"/>
                  <a:pt x="717693" y="2947238"/>
                  <a:pt x="786810" y="2947238"/>
                </a:cubicBezTo>
                <a:cubicBezTo>
                  <a:pt x="798684" y="2947238"/>
                  <a:pt x="809849" y="2952998"/>
                  <a:pt x="821369" y="2955878"/>
                </a:cubicBezTo>
                <a:cubicBezTo>
                  <a:pt x="847208" y="2947265"/>
                  <a:pt x="861728" y="2945460"/>
                  <a:pt x="881846" y="2921318"/>
                </a:cubicBezTo>
                <a:cubicBezTo>
                  <a:pt x="887676" y="2914321"/>
                  <a:pt x="886413" y="2903544"/>
                  <a:pt x="890486" y="2895398"/>
                </a:cubicBezTo>
                <a:cubicBezTo>
                  <a:pt x="895130" y="2886110"/>
                  <a:pt x="901278" y="2877586"/>
                  <a:pt x="907765" y="2869478"/>
                </a:cubicBezTo>
                <a:cubicBezTo>
                  <a:pt x="922650" y="2850871"/>
                  <a:pt x="961810" y="2822662"/>
                  <a:pt x="976883" y="2817638"/>
                </a:cubicBezTo>
                <a:lnTo>
                  <a:pt x="1002802" y="2808998"/>
                </a:lnTo>
                <a:cubicBezTo>
                  <a:pt x="1009257" y="2810612"/>
                  <a:pt x="1054426" y="2820966"/>
                  <a:pt x="1063279" y="2826278"/>
                </a:cubicBezTo>
                <a:cubicBezTo>
                  <a:pt x="1070264" y="2830469"/>
                  <a:pt x="1073574" y="2839367"/>
                  <a:pt x="1080559" y="2843558"/>
                </a:cubicBezTo>
                <a:cubicBezTo>
                  <a:pt x="1089975" y="2849208"/>
                  <a:pt x="1133847" y="2858784"/>
                  <a:pt x="1141036" y="2860838"/>
                </a:cubicBezTo>
                <a:cubicBezTo>
                  <a:pt x="1149793" y="2863340"/>
                  <a:pt x="1157848" y="2869478"/>
                  <a:pt x="1166955" y="2869478"/>
                </a:cubicBezTo>
                <a:cubicBezTo>
                  <a:pt x="1173395" y="2869478"/>
                  <a:pt x="1178474" y="2863718"/>
                  <a:pt x="1184234" y="2860838"/>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cxnSp>
        <p:nvCxnSpPr>
          <p:cNvPr id="1219" name="Google Shape;1219;p18"/>
          <p:cNvCxnSpPr/>
          <p:nvPr/>
        </p:nvCxnSpPr>
        <p:spPr>
          <a:xfrm rot="10800000">
            <a:off x="4038600" y="2514600"/>
            <a:ext cx="3352800" cy="8382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20" name="Google Shape;1220;p18"/>
          <p:cNvCxnSpPr>
            <a:endCxn id="1213" idx="4"/>
          </p:cNvCxnSpPr>
          <p:nvPr/>
        </p:nvCxnSpPr>
        <p:spPr>
          <a:xfrm rot="10800000">
            <a:off x="4358700" y="2195700"/>
            <a:ext cx="2880300" cy="903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21" name="Google Shape;1221;p18"/>
          <p:cNvCxnSpPr/>
          <p:nvPr/>
        </p:nvCxnSpPr>
        <p:spPr>
          <a:xfrm>
            <a:off x="2362200" y="533400"/>
            <a:ext cx="1219200" cy="9906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22" name="Google Shape;1222;p18"/>
          <p:cNvCxnSpPr/>
          <p:nvPr/>
        </p:nvCxnSpPr>
        <p:spPr>
          <a:xfrm flipH="1">
            <a:off x="4267200" y="1447800"/>
            <a:ext cx="2895600" cy="2286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23" name="Google Shape;1223;p18"/>
          <p:cNvCxnSpPr/>
          <p:nvPr/>
        </p:nvCxnSpPr>
        <p:spPr>
          <a:xfrm flipH="1">
            <a:off x="4114800" y="1066800"/>
            <a:ext cx="2971800" cy="3048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24" name="Google Shape;1224;p18"/>
          <p:cNvCxnSpPr/>
          <p:nvPr/>
        </p:nvCxnSpPr>
        <p:spPr>
          <a:xfrm>
            <a:off x="1828800" y="914400"/>
            <a:ext cx="1219200" cy="3810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25" name="Google Shape;1225;p18"/>
          <p:cNvCxnSpPr/>
          <p:nvPr/>
        </p:nvCxnSpPr>
        <p:spPr>
          <a:xfrm>
            <a:off x="1600200" y="1219200"/>
            <a:ext cx="1447800" cy="3810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26" name="Google Shape;1226;p18"/>
          <p:cNvCxnSpPr/>
          <p:nvPr/>
        </p:nvCxnSpPr>
        <p:spPr>
          <a:xfrm>
            <a:off x="1371600" y="1828800"/>
            <a:ext cx="1600200" cy="3810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27" name="Google Shape;1227;p18"/>
          <p:cNvCxnSpPr/>
          <p:nvPr/>
        </p:nvCxnSpPr>
        <p:spPr>
          <a:xfrm>
            <a:off x="1295400" y="2590800"/>
            <a:ext cx="2286000" cy="1524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28" name="Google Shape;1228;p18"/>
          <p:cNvCxnSpPr>
            <a:stCxn id="1229" idx="1"/>
          </p:cNvCxnSpPr>
          <p:nvPr/>
        </p:nvCxnSpPr>
        <p:spPr>
          <a:xfrm rot="10800000">
            <a:off x="3657600" y="3200371"/>
            <a:ext cx="4191000" cy="16248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30" name="Google Shape;1230;p18"/>
          <p:cNvCxnSpPr/>
          <p:nvPr/>
        </p:nvCxnSpPr>
        <p:spPr>
          <a:xfrm>
            <a:off x="1295400" y="3124200"/>
            <a:ext cx="1295400" cy="3048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31" name="Google Shape;1231;p18"/>
          <p:cNvCxnSpPr>
            <a:stCxn id="1232" idx="3"/>
          </p:cNvCxnSpPr>
          <p:nvPr/>
        </p:nvCxnSpPr>
        <p:spPr>
          <a:xfrm>
            <a:off x="1294560" y="3605971"/>
            <a:ext cx="1905900" cy="8898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33" name="Google Shape;1233;p18"/>
          <p:cNvCxnSpPr/>
          <p:nvPr/>
        </p:nvCxnSpPr>
        <p:spPr>
          <a:xfrm>
            <a:off x="1295400" y="4038600"/>
            <a:ext cx="1981200" cy="13716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34" name="Google Shape;1234;p18"/>
          <p:cNvCxnSpPr>
            <a:stCxn id="1235" idx="3"/>
          </p:cNvCxnSpPr>
          <p:nvPr/>
        </p:nvCxnSpPr>
        <p:spPr>
          <a:xfrm>
            <a:off x="1318724" y="1472372"/>
            <a:ext cx="2415000" cy="4326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36" name="Google Shape;1236;p18"/>
          <p:cNvCxnSpPr/>
          <p:nvPr/>
        </p:nvCxnSpPr>
        <p:spPr>
          <a:xfrm rot="10800000" flipH="1">
            <a:off x="2286000" y="5943600"/>
            <a:ext cx="1371600" cy="3810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37" name="Google Shape;1237;p18"/>
          <p:cNvCxnSpPr/>
          <p:nvPr/>
        </p:nvCxnSpPr>
        <p:spPr>
          <a:xfrm rot="10800000" flipH="1">
            <a:off x="1295400" y="4648200"/>
            <a:ext cx="838200" cy="5334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38" name="Google Shape;1238;p18"/>
          <p:cNvCxnSpPr>
            <a:stCxn id="1239" idx="2"/>
          </p:cNvCxnSpPr>
          <p:nvPr/>
        </p:nvCxnSpPr>
        <p:spPr>
          <a:xfrm>
            <a:off x="2956673" y="374545"/>
            <a:ext cx="548400" cy="5400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40" name="Google Shape;1240;p18"/>
          <p:cNvCxnSpPr/>
          <p:nvPr/>
        </p:nvCxnSpPr>
        <p:spPr>
          <a:xfrm flipH="1">
            <a:off x="3810000" y="228600"/>
            <a:ext cx="1143000" cy="223774"/>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41" name="Google Shape;1241;p18"/>
          <p:cNvCxnSpPr/>
          <p:nvPr/>
        </p:nvCxnSpPr>
        <p:spPr>
          <a:xfrm flipH="1">
            <a:off x="4648200" y="457200"/>
            <a:ext cx="1981200" cy="6096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42" name="Google Shape;1242;p18"/>
          <p:cNvCxnSpPr>
            <a:stCxn id="1243" idx="1"/>
          </p:cNvCxnSpPr>
          <p:nvPr/>
        </p:nvCxnSpPr>
        <p:spPr>
          <a:xfrm>
            <a:off x="609600" y="3148771"/>
            <a:ext cx="0" cy="889800"/>
          </a:xfrm>
          <a:prstGeom prst="straightConnector1">
            <a:avLst/>
          </a:prstGeom>
          <a:solidFill>
            <a:schemeClr val="accent1"/>
          </a:solidFill>
          <a:ln w="9525" cap="flat" cmpd="sng">
            <a:solidFill>
              <a:schemeClr val="dk1"/>
            </a:solidFill>
            <a:prstDash val="solid"/>
            <a:round/>
            <a:headEnd type="stealth" w="med" len="med"/>
            <a:tailEnd type="stealth" w="med" len="med"/>
          </a:ln>
        </p:spPr>
      </p:cxnSp>
      <p:cxnSp>
        <p:nvCxnSpPr>
          <p:cNvPr id="1244" name="Google Shape;1244;p18"/>
          <p:cNvCxnSpPr>
            <a:stCxn id="1245" idx="3"/>
            <a:endCxn id="1205" idx="5"/>
          </p:cNvCxnSpPr>
          <p:nvPr/>
        </p:nvCxnSpPr>
        <p:spPr>
          <a:xfrm>
            <a:off x="1399413" y="2234372"/>
            <a:ext cx="1996200" cy="2733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46" name="Google Shape;1246;p18"/>
          <p:cNvCxnSpPr/>
          <p:nvPr/>
        </p:nvCxnSpPr>
        <p:spPr>
          <a:xfrm rot="10800000">
            <a:off x="3962400" y="2743200"/>
            <a:ext cx="3429000" cy="1295401"/>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47" name="Google Shape;1247;p18"/>
          <p:cNvCxnSpPr/>
          <p:nvPr/>
        </p:nvCxnSpPr>
        <p:spPr>
          <a:xfrm rot="10800000">
            <a:off x="4038600" y="2209800"/>
            <a:ext cx="3505200" cy="5334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48" name="Google Shape;1248;p18"/>
          <p:cNvCxnSpPr/>
          <p:nvPr/>
        </p:nvCxnSpPr>
        <p:spPr>
          <a:xfrm rot="10800000">
            <a:off x="4114800" y="1905000"/>
            <a:ext cx="3200400" cy="0"/>
          </a:xfrm>
          <a:prstGeom prst="straightConnector1">
            <a:avLst/>
          </a:prstGeom>
          <a:solidFill>
            <a:schemeClr val="accent1"/>
          </a:solidFill>
          <a:ln w="9525" cap="flat" cmpd="sng">
            <a:solidFill>
              <a:schemeClr val="dk1"/>
            </a:solidFill>
            <a:prstDash val="solid"/>
            <a:round/>
            <a:headEnd type="none" w="sm" len="sm"/>
            <a:tailEnd type="stealth" w="med" len="med"/>
          </a:ln>
        </p:spPr>
      </p:cxnSp>
      <p:sp>
        <p:nvSpPr>
          <p:cNvPr id="1249" name="Google Shape;1249;p18"/>
          <p:cNvSpPr txBox="1"/>
          <p:nvPr/>
        </p:nvSpPr>
        <p:spPr>
          <a:xfrm>
            <a:off x="7315200" y="3886200"/>
            <a:ext cx="705842"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RuSp</a:t>
            </a:r>
            <a:endParaRPr sz="1700" b="1" i="0" u="none" strike="noStrike" cap="none">
              <a:solidFill>
                <a:schemeClr val="dk1"/>
              </a:solidFill>
              <a:latin typeface="Times"/>
              <a:ea typeface="Times"/>
              <a:cs typeface="Times"/>
              <a:sym typeface="Times"/>
            </a:endParaRPr>
          </a:p>
        </p:txBody>
      </p:sp>
      <p:sp>
        <p:nvSpPr>
          <p:cNvPr id="1250" name="Google Shape;1250;p18"/>
          <p:cNvSpPr txBox="1"/>
          <p:nvPr/>
        </p:nvSpPr>
        <p:spPr>
          <a:xfrm>
            <a:off x="685800" y="5181600"/>
            <a:ext cx="68104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MCP</a:t>
            </a:r>
            <a:endParaRPr sz="1400" b="0" i="0" u="none" strike="noStrike" cap="none">
              <a:solidFill>
                <a:srgbClr val="000000"/>
              </a:solidFill>
              <a:latin typeface="Arial"/>
              <a:ea typeface="Arial"/>
              <a:cs typeface="Arial"/>
              <a:sym typeface="Arial"/>
            </a:endParaRPr>
          </a:p>
        </p:txBody>
      </p:sp>
      <p:sp>
        <p:nvSpPr>
          <p:cNvPr id="1243" name="Google Shape;1243;p18"/>
          <p:cNvSpPr txBox="1"/>
          <p:nvPr/>
        </p:nvSpPr>
        <p:spPr>
          <a:xfrm>
            <a:off x="609600" y="2971800"/>
            <a:ext cx="717445"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CoPF</a:t>
            </a:r>
            <a:endParaRPr sz="1700" b="1" i="0" u="none" strike="noStrike" cap="none">
              <a:solidFill>
                <a:schemeClr val="dk1"/>
              </a:solidFill>
              <a:latin typeface="Times"/>
              <a:ea typeface="Times"/>
              <a:cs typeface="Times"/>
              <a:sym typeface="Times"/>
            </a:endParaRPr>
          </a:p>
        </p:txBody>
      </p:sp>
      <p:sp>
        <p:nvSpPr>
          <p:cNvPr id="1229" name="Google Shape;1229;p18"/>
          <p:cNvSpPr txBox="1"/>
          <p:nvPr/>
        </p:nvSpPr>
        <p:spPr>
          <a:xfrm>
            <a:off x="7848600" y="4648200"/>
            <a:ext cx="705204"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PCeF</a:t>
            </a:r>
            <a:endParaRPr sz="1700" b="1" i="0" u="none" strike="noStrike" cap="none">
              <a:solidFill>
                <a:schemeClr val="dk1"/>
              </a:solidFill>
              <a:latin typeface="Times"/>
              <a:ea typeface="Times"/>
              <a:cs typeface="Times"/>
              <a:sym typeface="Times"/>
            </a:endParaRPr>
          </a:p>
        </p:txBody>
      </p:sp>
      <p:sp>
        <p:nvSpPr>
          <p:cNvPr id="1251" name="Google Shape;1251;p18"/>
          <p:cNvSpPr txBox="1"/>
          <p:nvPr/>
        </p:nvSpPr>
        <p:spPr>
          <a:xfrm>
            <a:off x="762000" y="2438400"/>
            <a:ext cx="535843"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ML</a:t>
            </a:r>
            <a:endParaRPr sz="1400" b="0" i="0" u="none" strike="noStrike" cap="none">
              <a:solidFill>
                <a:srgbClr val="000000"/>
              </a:solidFill>
              <a:latin typeface="Arial"/>
              <a:ea typeface="Arial"/>
              <a:cs typeface="Arial"/>
              <a:sym typeface="Arial"/>
            </a:endParaRPr>
          </a:p>
        </p:txBody>
      </p:sp>
      <p:sp>
        <p:nvSpPr>
          <p:cNvPr id="1245" name="Google Shape;1245;p18"/>
          <p:cNvSpPr txBox="1"/>
          <p:nvPr/>
        </p:nvSpPr>
        <p:spPr>
          <a:xfrm>
            <a:off x="685800" y="2057400"/>
            <a:ext cx="713613"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VTTr</a:t>
            </a:r>
            <a:endParaRPr sz="1700" b="1" i="0" u="none" strike="noStrike" cap="none">
              <a:solidFill>
                <a:schemeClr val="dk1"/>
              </a:solidFill>
              <a:latin typeface="Times"/>
              <a:ea typeface="Times"/>
              <a:cs typeface="Times"/>
              <a:sym typeface="Times"/>
            </a:endParaRPr>
          </a:p>
        </p:txBody>
      </p:sp>
      <p:sp>
        <p:nvSpPr>
          <p:cNvPr id="1252" name="Google Shape;1252;p18"/>
          <p:cNvSpPr txBox="1"/>
          <p:nvPr/>
        </p:nvSpPr>
        <p:spPr>
          <a:xfrm>
            <a:off x="762000" y="1676400"/>
            <a:ext cx="6087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ALS</a:t>
            </a:r>
            <a:endParaRPr sz="1400" b="0" i="0" u="none" strike="noStrike" cap="none">
              <a:solidFill>
                <a:srgbClr val="000000"/>
              </a:solidFill>
              <a:latin typeface="Arial"/>
              <a:ea typeface="Arial"/>
              <a:cs typeface="Arial"/>
              <a:sym typeface="Arial"/>
            </a:endParaRPr>
          </a:p>
        </p:txBody>
      </p:sp>
      <p:sp>
        <p:nvSpPr>
          <p:cNvPr id="1235" name="Google Shape;1235;p18"/>
          <p:cNvSpPr txBox="1"/>
          <p:nvPr/>
        </p:nvSpPr>
        <p:spPr>
          <a:xfrm>
            <a:off x="685800" y="1295400"/>
            <a:ext cx="632924"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CTT</a:t>
            </a:r>
            <a:endParaRPr sz="1400" b="0" i="0" u="none" strike="noStrike" cap="none">
              <a:solidFill>
                <a:srgbClr val="000000"/>
              </a:solidFill>
              <a:latin typeface="Arial"/>
              <a:ea typeface="Arial"/>
              <a:cs typeface="Arial"/>
              <a:sym typeface="Arial"/>
            </a:endParaRPr>
          </a:p>
        </p:txBody>
      </p:sp>
      <p:sp>
        <p:nvSpPr>
          <p:cNvPr id="1253" name="Google Shape;1253;p18"/>
          <p:cNvSpPr txBox="1"/>
          <p:nvPr/>
        </p:nvSpPr>
        <p:spPr>
          <a:xfrm>
            <a:off x="1143000" y="990600"/>
            <a:ext cx="475486"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LL</a:t>
            </a:r>
            <a:endParaRPr sz="1400" b="0" i="0" u="none" strike="noStrike" cap="none">
              <a:solidFill>
                <a:srgbClr val="000000"/>
              </a:solidFill>
              <a:latin typeface="Arial"/>
              <a:ea typeface="Arial"/>
              <a:cs typeface="Arial"/>
              <a:sym typeface="Arial"/>
            </a:endParaRPr>
          </a:p>
        </p:txBody>
      </p:sp>
      <p:sp>
        <p:nvSpPr>
          <p:cNvPr id="1254" name="Google Shape;1254;p18"/>
          <p:cNvSpPr txBox="1"/>
          <p:nvPr/>
        </p:nvSpPr>
        <p:spPr>
          <a:xfrm>
            <a:off x="990600" y="533400"/>
            <a:ext cx="802605"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FF0000"/>
                </a:solidFill>
                <a:latin typeface="Times"/>
                <a:ea typeface="Times"/>
                <a:cs typeface="Times"/>
                <a:sym typeface="Times"/>
              </a:rPr>
              <a:t>SagNu</a:t>
            </a:r>
            <a:endParaRPr sz="1700" b="1" i="0" u="none" strike="noStrike" cap="none">
              <a:solidFill>
                <a:srgbClr val="FF0000"/>
              </a:solidFill>
              <a:latin typeface="Times"/>
              <a:ea typeface="Times"/>
              <a:cs typeface="Times"/>
              <a:sym typeface="Times"/>
            </a:endParaRPr>
          </a:p>
        </p:txBody>
      </p:sp>
      <p:sp>
        <p:nvSpPr>
          <p:cNvPr id="1255" name="Google Shape;1255;p18"/>
          <p:cNvSpPr txBox="1"/>
          <p:nvPr/>
        </p:nvSpPr>
        <p:spPr>
          <a:xfrm>
            <a:off x="1752600" y="228600"/>
            <a:ext cx="917783"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FF0000"/>
                </a:solidFill>
                <a:latin typeface="Times"/>
                <a:ea typeface="Times"/>
                <a:cs typeface="Times"/>
                <a:sym typeface="Times"/>
              </a:rPr>
              <a:t>Cun Nu</a:t>
            </a:r>
            <a:endParaRPr sz="1400" b="0" i="0" u="none" strike="noStrike" cap="none">
              <a:solidFill>
                <a:srgbClr val="000000"/>
              </a:solidFill>
              <a:latin typeface="Arial"/>
              <a:ea typeface="Arial"/>
              <a:cs typeface="Arial"/>
              <a:sym typeface="Arial"/>
            </a:endParaRPr>
          </a:p>
        </p:txBody>
      </p:sp>
      <p:sp>
        <p:nvSpPr>
          <p:cNvPr id="1256" name="Google Shape;1256;p18"/>
          <p:cNvSpPr txBox="1"/>
          <p:nvPr/>
        </p:nvSpPr>
        <p:spPr>
          <a:xfrm>
            <a:off x="4953000" y="0"/>
            <a:ext cx="46335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SC</a:t>
            </a:r>
            <a:endParaRPr sz="1400" b="0" i="0" u="none" strike="noStrike" cap="none">
              <a:solidFill>
                <a:srgbClr val="000000"/>
              </a:solidFill>
              <a:latin typeface="Arial"/>
              <a:ea typeface="Arial"/>
              <a:cs typeface="Arial"/>
              <a:sym typeface="Arial"/>
            </a:endParaRPr>
          </a:p>
        </p:txBody>
      </p:sp>
      <p:sp>
        <p:nvSpPr>
          <p:cNvPr id="1239" name="Google Shape;1239;p18"/>
          <p:cNvSpPr txBox="1"/>
          <p:nvPr/>
        </p:nvSpPr>
        <p:spPr>
          <a:xfrm>
            <a:off x="2743200" y="20602"/>
            <a:ext cx="426945"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IC</a:t>
            </a:r>
            <a:endParaRPr sz="1400" b="0" i="0" u="none" strike="noStrike" cap="none">
              <a:solidFill>
                <a:srgbClr val="000000"/>
              </a:solidFill>
              <a:latin typeface="Arial"/>
              <a:ea typeface="Arial"/>
              <a:cs typeface="Arial"/>
              <a:sym typeface="Arial"/>
            </a:endParaRPr>
          </a:p>
        </p:txBody>
      </p:sp>
      <p:sp>
        <p:nvSpPr>
          <p:cNvPr id="1232" name="Google Shape;1232;p18"/>
          <p:cNvSpPr txBox="1"/>
          <p:nvPr/>
        </p:nvSpPr>
        <p:spPr>
          <a:xfrm>
            <a:off x="685800" y="3429000"/>
            <a:ext cx="6087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CST</a:t>
            </a:r>
            <a:endParaRPr sz="1400" b="0" i="0" u="none" strike="noStrike" cap="none">
              <a:solidFill>
                <a:srgbClr val="000000"/>
              </a:solidFill>
              <a:latin typeface="Arial"/>
              <a:ea typeface="Arial"/>
              <a:cs typeface="Arial"/>
              <a:sym typeface="Arial"/>
            </a:endParaRPr>
          </a:p>
        </p:txBody>
      </p:sp>
      <p:sp>
        <p:nvSpPr>
          <p:cNvPr id="1257" name="Google Shape;1257;p18"/>
          <p:cNvSpPr txBox="1"/>
          <p:nvPr/>
        </p:nvSpPr>
        <p:spPr>
          <a:xfrm>
            <a:off x="609600" y="3886200"/>
            <a:ext cx="717445"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CoPF</a:t>
            </a:r>
            <a:endParaRPr sz="1700" b="1" i="0" u="none" strike="noStrike" cap="none">
              <a:solidFill>
                <a:schemeClr val="dk1"/>
              </a:solidFill>
              <a:latin typeface="Times"/>
              <a:ea typeface="Times"/>
              <a:cs typeface="Times"/>
              <a:sym typeface="Times"/>
            </a:endParaRPr>
          </a:p>
        </p:txBody>
      </p:sp>
      <p:sp>
        <p:nvSpPr>
          <p:cNvPr id="1258" name="Google Shape;1258;p18"/>
          <p:cNvSpPr txBox="1"/>
          <p:nvPr/>
        </p:nvSpPr>
        <p:spPr>
          <a:xfrm>
            <a:off x="0" y="3352800"/>
            <a:ext cx="499543"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FF0000"/>
                </a:solidFill>
                <a:latin typeface="Times"/>
                <a:ea typeface="Times"/>
                <a:cs typeface="Times"/>
                <a:sym typeface="Times"/>
              </a:rPr>
              <a:t>CC</a:t>
            </a:r>
            <a:endParaRPr sz="1400" b="0" i="0" u="none" strike="noStrike" cap="none">
              <a:solidFill>
                <a:srgbClr val="000000"/>
              </a:solidFill>
              <a:latin typeface="Arial"/>
              <a:ea typeface="Arial"/>
              <a:cs typeface="Arial"/>
              <a:sym typeface="Arial"/>
            </a:endParaRPr>
          </a:p>
        </p:txBody>
      </p:sp>
      <p:sp>
        <p:nvSpPr>
          <p:cNvPr id="1259" name="Google Shape;1259;p18"/>
          <p:cNvSpPr txBox="1"/>
          <p:nvPr/>
        </p:nvSpPr>
        <p:spPr>
          <a:xfrm>
            <a:off x="6553200" y="228600"/>
            <a:ext cx="723275"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CeGy</a:t>
            </a:r>
            <a:endParaRPr sz="1700" b="1" i="0" u="none" strike="noStrike" cap="none">
              <a:solidFill>
                <a:schemeClr val="dk1"/>
              </a:solidFill>
              <a:latin typeface="Times"/>
              <a:ea typeface="Times"/>
              <a:cs typeface="Times"/>
              <a:sym typeface="Times"/>
            </a:endParaRPr>
          </a:p>
        </p:txBody>
      </p:sp>
      <p:sp>
        <p:nvSpPr>
          <p:cNvPr id="1260" name="Google Shape;1260;p18"/>
          <p:cNvSpPr txBox="1"/>
          <p:nvPr/>
        </p:nvSpPr>
        <p:spPr>
          <a:xfrm>
            <a:off x="7086600" y="838200"/>
            <a:ext cx="620683"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DLF</a:t>
            </a:r>
            <a:endParaRPr sz="1400" b="0" i="0" u="none" strike="noStrike" cap="none">
              <a:solidFill>
                <a:srgbClr val="000000"/>
              </a:solidFill>
              <a:latin typeface="Arial"/>
              <a:ea typeface="Arial"/>
              <a:cs typeface="Arial"/>
              <a:sym typeface="Arial"/>
            </a:endParaRPr>
          </a:p>
        </p:txBody>
      </p:sp>
      <p:sp>
        <p:nvSpPr>
          <p:cNvPr id="1261" name="Google Shape;1261;p18"/>
          <p:cNvSpPr txBox="1"/>
          <p:nvPr/>
        </p:nvSpPr>
        <p:spPr>
          <a:xfrm>
            <a:off x="7162800" y="1295400"/>
            <a:ext cx="794621"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FF0000"/>
                </a:solidFill>
                <a:latin typeface="Times"/>
                <a:ea typeface="Times"/>
                <a:cs typeface="Times"/>
                <a:sym typeface="Times"/>
              </a:rPr>
              <a:t>TroNu</a:t>
            </a:r>
            <a:endParaRPr sz="1700" b="1" i="0" u="none" strike="noStrike" cap="none">
              <a:solidFill>
                <a:srgbClr val="FF0000"/>
              </a:solidFill>
              <a:latin typeface="Times"/>
              <a:ea typeface="Times"/>
              <a:cs typeface="Times"/>
              <a:sym typeface="Times"/>
            </a:endParaRPr>
          </a:p>
        </p:txBody>
      </p:sp>
      <p:sp>
        <p:nvSpPr>
          <p:cNvPr id="1262" name="Google Shape;1262;p18"/>
          <p:cNvSpPr txBox="1"/>
          <p:nvPr/>
        </p:nvSpPr>
        <p:spPr>
          <a:xfrm>
            <a:off x="7315200" y="1676400"/>
            <a:ext cx="669011"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MLF</a:t>
            </a:r>
            <a:endParaRPr sz="1400" b="0" i="0" u="none" strike="noStrike" cap="none">
              <a:solidFill>
                <a:srgbClr val="000000"/>
              </a:solidFill>
              <a:latin typeface="Arial"/>
              <a:ea typeface="Arial"/>
              <a:cs typeface="Arial"/>
              <a:sym typeface="Arial"/>
            </a:endParaRPr>
          </a:p>
        </p:txBody>
      </p:sp>
      <p:sp>
        <p:nvSpPr>
          <p:cNvPr id="1263" name="Google Shape;1263;p18"/>
          <p:cNvSpPr txBox="1"/>
          <p:nvPr/>
        </p:nvSpPr>
        <p:spPr>
          <a:xfrm>
            <a:off x="7239000" y="2133600"/>
            <a:ext cx="729793"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RaNu</a:t>
            </a:r>
            <a:endParaRPr sz="1700" b="1" i="0" u="none" strike="noStrike" cap="none">
              <a:solidFill>
                <a:schemeClr val="dk1"/>
              </a:solidFill>
              <a:latin typeface="Times"/>
              <a:ea typeface="Times"/>
              <a:cs typeface="Times"/>
              <a:sym typeface="Times"/>
            </a:endParaRPr>
          </a:p>
        </p:txBody>
      </p:sp>
      <p:sp>
        <p:nvSpPr>
          <p:cNvPr id="1264" name="Google Shape;1264;p18"/>
          <p:cNvSpPr txBox="1"/>
          <p:nvPr/>
        </p:nvSpPr>
        <p:spPr>
          <a:xfrm>
            <a:off x="7543800" y="2590800"/>
            <a:ext cx="1032216"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MidRetF</a:t>
            </a:r>
            <a:endParaRPr sz="1700" b="1" i="0" u="none" strike="noStrike" cap="none">
              <a:solidFill>
                <a:schemeClr val="dk1"/>
              </a:solidFill>
              <a:latin typeface="Times"/>
              <a:ea typeface="Times"/>
              <a:cs typeface="Times"/>
              <a:sym typeface="Times"/>
            </a:endParaRPr>
          </a:p>
        </p:txBody>
      </p:sp>
      <p:sp>
        <p:nvSpPr>
          <p:cNvPr id="1265" name="Google Shape;1265;p18"/>
          <p:cNvSpPr txBox="1"/>
          <p:nvPr/>
        </p:nvSpPr>
        <p:spPr>
          <a:xfrm>
            <a:off x="7391400" y="3200400"/>
            <a:ext cx="91129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FF0000"/>
                </a:solidFill>
                <a:latin typeface="Times"/>
                <a:ea typeface="Times"/>
                <a:cs typeface="Times"/>
                <a:sym typeface="Times"/>
              </a:rPr>
              <a:t>decSCP</a:t>
            </a:r>
            <a:endParaRPr sz="1700" b="1" i="0" u="none" strike="noStrike" cap="none">
              <a:solidFill>
                <a:srgbClr val="FF0000"/>
              </a:solidFill>
              <a:latin typeface="Times"/>
              <a:ea typeface="Times"/>
              <a:cs typeface="Times"/>
              <a:sym typeface="Times"/>
            </a:endParaRPr>
          </a:p>
        </p:txBody>
      </p:sp>
      <p:sp>
        <p:nvSpPr>
          <p:cNvPr id="1266" name="Google Shape;1266;p18"/>
          <p:cNvSpPr txBox="1"/>
          <p:nvPr/>
        </p:nvSpPr>
        <p:spPr>
          <a:xfrm>
            <a:off x="1752600" y="6324600"/>
            <a:ext cx="826769"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PonNu</a:t>
            </a:r>
            <a:endParaRPr sz="1700" b="1" i="0" u="none" strike="noStrike" cap="none">
              <a:solidFill>
                <a:schemeClr val="dk1"/>
              </a:solidFill>
              <a:latin typeface="Times"/>
              <a:ea typeface="Times"/>
              <a:cs typeface="Times"/>
              <a:sym typeface="Time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9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9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5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0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6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2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20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26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24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21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26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24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21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26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22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21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263"/>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21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1206"/>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1265"/>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1246"/>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1204"/>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1249"/>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1228"/>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1216"/>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1229"/>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1236"/>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nodeType="clickEffect">
                                  <p:stCondLst>
                                    <p:cond delay="0"/>
                                  </p:stCondLst>
                                  <p:childTnLst>
                                    <p:set>
                                      <p:cBhvr>
                                        <p:cTn id="120" dur="1" fill="hold">
                                          <p:stCondLst>
                                            <p:cond delay="0"/>
                                          </p:stCondLst>
                                        </p:cTn>
                                        <p:tgtEl>
                                          <p:spTgt spid="1266"/>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1237"/>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1215"/>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0"/>
                                          </p:stCondLst>
                                        </p:cTn>
                                        <p:tgtEl>
                                          <p:spTgt spid="1250"/>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nodeType="clickEffect">
                                  <p:stCondLst>
                                    <p:cond delay="0"/>
                                  </p:stCondLst>
                                  <p:childTnLst>
                                    <p:set>
                                      <p:cBhvr>
                                        <p:cTn id="136" dur="1" fill="hold">
                                          <p:stCondLst>
                                            <p:cond delay="0"/>
                                          </p:stCondLst>
                                        </p:cTn>
                                        <p:tgtEl>
                                          <p:spTgt spid="1233"/>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1230"/>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243"/>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1257"/>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nodeType="clickEffect">
                                  <p:stCondLst>
                                    <p:cond delay="0"/>
                                  </p:stCondLst>
                                  <p:childTnLst>
                                    <p:set>
                                      <p:cBhvr>
                                        <p:cTn id="148" dur="1" fill="hold">
                                          <p:stCondLst>
                                            <p:cond delay="0"/>
                                          </p:stCondLst>
                                        </p:cTn>
                                        <p:tgtEl>
                                          <p:spTgt spid="1231"/>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1232"/>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nodeType="clickEffect">
                                  <p:stCondLst>
                                    <p:cond delay="0"/>
                                  </p:stCondLst>
                                  <p:childTnLst>
                                    <p:set>
                                      <p:cBhvr>
                                        <p:cTn id="156" dur="1" fill="hold">
                                          <p:stCondLst>
                                            <p:cond delay="0"/>
                                          </p:stCondLst>
                                        </p:cTn>
                                        <p:tgtEl>
                                          <p:spTgt spid="1218"/>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nodeType="clickEffect">
                                  <p:stCondLst>
                                    <p:cond delay="0"/>
                                  </p:stCondLst>
                                  <p:childTnLst>
                                    <p:set>
                                      <p:cBhvr>
                                        <p:cTn id="160" dur="1" fill="hold">
                                          <p:stCondLst>
                                            <p:cond delay="0"/>
                                          </p:stCondLst>
                                        </p:cTn>
                                        <p:tgtEl>
                                          <p:spTgt spid="1242"/>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nodeType="clickEffect">
                                  <p:stCondLst>
                                    <p:cond delay="0"/>
                                  </p:stCondLst>
                                  <p:childTnLst>
                                    <p:set>
                                      <p:cBhvr>
                                        <p:cTn id="164" dur="1" fill="hold">
                                          <p:stCondLst>
                                            <p:cond delay="0"/>
                                          </p:stCondLst>
                                        </p:cTn>
                                        <p:tgtEl>
                                          <p:spTgt spid="1258"/>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nodeType="clickEffect">
                                  <p:stCondLst>
                                    <p:cond delay="0"/>
                                  </p:stCondLst>
                                  <p:childTnLst>
                                    <p:set>
                                      <p:cBhvr>
                                        <p:cTn id="168" dur="1" fill="hold">
                                          <p:stCondLst>
                                            <p:cond delay="0"/>
                                          </p:stCondLst>
                                        </p:cTn>
                                        <p:tgtEl>
                                          <p:spTgt spid="1227"/>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nodeType="clickEffect">
                                  <p:stCondLst>
                                    <p:cond delay="0"/>
                                  </p:stCondLst>
                                  <p:childTnLst>
                                    <p:set>
                                      <p:cBhvr>
                                        <p:cTn id="172" dur="1" fill="hold">
                                          <p:stCondLst>
                                            <p:cond delay="0"/>
                                          </p:stCondLst>
                                        </p:cTn>
                                        <p:tgtEl>
                                          <p:spTgt spid="1203"/>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nodeType="clickEffect">
                                  <p:stCondLst>
                                    <p:cond delay="0"/>
                                  </p:stCondLst>
                                  <p:childTnLst>
                                    <p:set>
                                      <p:cBhvr>
                                        <p:cTn id="176" dur="1" fill="hold">
                                          <p:stCondLst>
                                            <p:cond delay="0"/>
                                          </p:stCondLst>
                                        </p:cTn>
                                        <p:tgtEl>
                                          <p:spTgt spid="1251"/>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nodeType="clickEffect">
                                  <p:stCondLst>
                                    <p:cond delay="0"/>
                                  </p:stCondLst>
                                  <p:childTnLst>
                                    <p:set>
                                      <p:cBhvr>
                                        <p:cTn id="180" dur="1" fill="hold">
                                          <p:stCondLst>
                                            <p:cond delay="0"/>
                                          </p:stCondLst>
                                        </p:cTn>
                                        <p:tgtEl>
                                          <p:spTgt spid="1244"/>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nodeType="clickEffect">
                                  <p:stCondLst>
                                    <p:cond delay="0"/>
                                  </p:stCondLst>
                                  <p:childTnLst>
                                    <p:set>
                                      <p:cBhvr>
                                        <p:cTn id="184" dur="1" fill="hold">
                                          <p:stCondLst>
                                            <p:cond delay="0"/>
                                          </p:stCondLst>
                                        </p:cTn>
                                        <p:tgtEl>
                                          <p:spTgt spid="1245"/>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nodeType="clickEffect">
                                  <p:stCondLst>
                                    <p:cond delay="0"/>
                                  </p:stCondLst>
                                  <p:childTnLst>
                                    <p:set>
                                      <p:cBhvr>
                                        <p:cTn id="188" dur="1" fill="hold">
                                          <p:stCondLst>
                                            <p:cond delay="0"/>
                                          </p:stCondLst>
                                        </p:cTn>
                                        <p:tgtEl>
                                          <p:spTgt spid="1202"/>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nodeType="clickEffect">
                                  <p:stCondLst>
                                    <p:cond delay="0"/>
                                  </p:stCondLst>
                                  <p:childTnLst>
                                    <p:set>
                                      <p:cBhvr>
                                        <p:cTn id="192" dur="1" fill="hold">
                                          <p:stCondLst>
                                            <p:cond delay="0"/>
                                          </p:stCondLst>
                                        </p:cTn>
                                        <p:tgtEl>
                                          <p:spTgt spid="1252"/>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nodeType="clickEffect">
                                  <p:stCondLst>
                                    <p:cond delay="0"/>
                                  </p:stCondLst>
                                  <p:childTnLst>
                                    <p:set>
                                      <p:cBhvr>
                                        <p:cTn id="196" dur="1" fill="hold">
                                          <p:stCondLst>
                                            <p:cond delay="0"/>
                                          </p:stCondLst>
                                        </p:cTn>
                                        <p:tgtEl>
                                          <p:spTgt spid="1234"/>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nodeType="clickEffect">
                                  <p:stCondLst>
                                    <p:cond delay="0"/>
                                  </p:stCondLst>
                                  <p:childTnLst>
                                    <p:set>
                                      <p:cBhvr>
                                        <p:cTn id="200" dur="1" fill="hold">
                                          <p:stCondLst>
                                            <p:cond delay="0"/>
                                          </p:stCondLst>
                                        </p:cTn>
                                        <p:tgtEl>
                                          <p:spTgt spid="1207"/>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nodeType="clickEffect">
                                  <p:stCondLst>
                                    <p:cond delay="0"/>
                                  </p:stCondLst>
                                  <p:childTnLst>
                                    <p:set>
                                      <p:cBhvr>
                                        <p:cTn id="204" dur="1" fill="hold">
                                          <p:stCondLst>
                                            <p:cond delay="0"/>
                                          </p:stCondLst>
                                        </p:cTn>
                                        <p:tgtEl>
                                          <p:spTgt spid="1235"/>
                                        </p:tgtEl>
                                        <p:attrNameLst>
                                          <p:attrName>style.visibility</p:attrName>
                                        </p:attrNameLst>
                                      </p:cBhvr>
                                      <p:to>
                                        <p:strVal val="visible"/>
                                      </p:to>
                                    </p:set>
                                  </p:childTnLst>
                                </p:cTn>
                              </p:par>
                            </p:childTnLst>
                          </p:cTn>
                        </p:par>
                      </p:childTnLst>
                    </p:cTn>
                  </p:par>
                  <p:par>
                    <p:cTn id="205" fill="hold">
                      <p:stCondLst>
                        <p:cond delay="indefinite"/>
                      </p:stCondLst>
                      <p:childTnLst>
                        <p:par>
                          <p:cTn id="206" fill="hold">
                            <p:stCondLst>
                              <p:cond delay="0"/>
                            </p:stCondLst>
                            <p:childTnLst>
                              <p:par>
                                <p:cTn id="207" presetID="1" presetClass="entr" presetSubtype="0" fill="hold" nodeType="clickEffect">
                                  <p:stCondLst>
                                    <p:cond delay="0"/>
                                  </p:stCondLst>
                                  <p:childTnLst>
                                    <p:set>
                                      <p:cBhvr>
                                        <p:cTn id="208" dur="1" fill="hold">
                                          <p:stCondLst>
                                            <p:cond delay="0"/>
                                          </p:stCondLst>
                                        </p:cTn>
                                        <p:tgtEl>
                                          <p:spTgt spid="1225"/>
                                        </p:tgtEl>
                                        <p:attrNameLst>
                                          <p:attrName>style.visibility</p:attrName>
                                        </p:attrNameLst>
                                      </p:cBhvr>
                                      <p:to>
                                        <p:strVal val="visible"/>
                                      </p:to>
                                    </p:set>
                                  </p:childTnLst>
                                </p:cTn>
                              </p:par>
                            </p:childTnLst>
                          </p:cTn>
                        </p:par>
                      </p:childTnLst>
                    </p:cTn>
                  </p:par>
                  <p:par>
                    <p:cTn id="209" fill="hold">
                      <p:stCondLst>
                        <p:cond delay="indefinite"/>
                      </p:stCondLst>
                      <p:childTnLst>
                        <p:par>
                          <p:cTn id="210" fill="hold">
                            <p:stCondLst>
                              <p:cond delay="0"/>
                            </p:stCondLst>
                            <p:childTnLst>
                              <p:par>
                                <p:cTn id="211" presetID="1" presetClass="entr" presetSubtype="0" fill="hold" nodeType="clickEffect">
                                  <p:stCondLst>
                                    <p:cond delay="0"/>
                                  </p:stCondLst>
                                  <p:childTnLst>
                                    <p:set>
                                      <p:cBhvr>
                                        <p:cTn id="212" dur="1" fill="hold">
                                          <p:stCondLst>
                                            <p:cond delay="0"/>
                                          </p:stCondLst>
                                        </p:cTn>
                                        <p:tgtEl>
                                          <p:spTgt spid="1211"/>
                                        </p:tgtEl>
                                        <p:attrNameLst>
                                          <p:attrName>style.visibility</p:attrName>
                                        </p:attrNameLst>
                                      </p:cBhvr>
                                      <p:to>
                                        <p:strVal val="visible"/>
                                      </p:to>
                                    </p:set>
                                  </p:childTnLst>
                                </p:cTn>
                              </p:par>
                            </p:childTnLst>
                          </p:cTn>
                        </p:par>
                      </p:childTnLst>
                    </p:cTn>
                  </p:par>
                  <p:par>
                    <p:cTn id="213" fill="hold">
                      <p:stCondLst>
                        <p:cond delay="indefinite"/>
                      </p:stCondLst>
                      <p:childTnLst>
                        <p:par>
                          <p:cTn id="214" fill="hold">
                            <p:stCondLst>
                              <p:cond delay="0"/>
                            </p:stCondLst>
                            <p:childTnLst>
                              <p:par>
                                <p:cTn id="215" presetID="1" presetClass="entr" presetSubtype="0" fill="hold" nodeType="clickEffect">
                                  <p:stCondLst>
                                    <p:cond delay="0"/>
                                  </p:stCondLst>
                                  <p:childTnLst>
                                    <p:set>
                                      <p:cBhvr>
                                        <p:cTn id="216" dur="1" fill="hold">
                                          <p:stCondLst>
                                            <p:cond delay="0"/>
                                          </p:stCondLst>
                                        </p:cTn>
                                        <p:tgtEl>
                                          <p:spTgt spid="1253"/>
                                        </p:tgtEl>
                                        <p:attrNameLst>
                                          <p:attrName>style.visibility</p:attrName>
                                        </p:attrNameLst>
                                      </p:cBhvr>
                                      <p:to>
                                        <p:strVal val="visible"/>
                                      </p:to>
                                    </p:set>
                                  </p:childTnLst>
                                </p:cTn>
                              </p:par>
                            </p:childTnLst>
                          </p:cTn>
                        </p:par>
                      </p:childTnLst>
                    </p:cTn>
                  </p:par>
                  <p:par>
                    <p:cTn id="217" fill="hold">
                      <p:stCondLst>
                        <p:cond delay="indefinite"/>
                      </p:stCondLst>
                      <p:childTnLst>
                        <p:par>
                          <p:cTn id="218" fill="hold">
                            <p:stCondLst>
                              <p:cond delay="0"/>
                            </p:stCondLst>
                            <p:childTnLst>
                              <p:par>
                                <p:cTn id="219" presetID="1" presetClass="entr" presetSubtype="0" fill="hold" nodeType="clickEffect">
                                  <p:stCondLst>
                                    <p:cond delay="0"/>
                                  </p:stCondLst>
                                  <p:childTnLst>
                                    <p:set>
                                      <p:cBhvr>
                                        <p:cTn id="220" dur="1" fill="hold">
                                          <p:stCondLst>
                                            <p:cond delay="0"/>
                                          </p:stCondLst>
                                        </p:cTn>
                                        <p:tgtEl>
                                          <p:spTgt spid="1224"/>
                                        </p:tgtEl>
                                        <p:attrNameLst>
                                          <p:attrName>style.visibility</p:attrName>
                                        </p:attrNameLst>
                                      </p:cBhvr>
                                      <p:to>
                                        <p:strVal val="visible"/>
                                      </p:to>
                                    </p:set>
                                  </p:childTnLst>
                                </p:cTn>
                              </p:par>
                            </p:childTnLst>
                          </p:cTn>
                        </p:par>
                      </p:childTnLst>
                    </p:cTn>
                  </p:par>
                  <p:par>
                    <p:cTn id="221" fill="hold">
                      <p:stCondLst>
                        <p:cond delay="indefinite"/>
                      </p:stCondLst>
                      <p:childTnLst>
                        <p:par>
                          <p:cTn id="222" fill="hold">
                            <p:stCondLst>
                              <p:cond delay="0"/>
                            </p:stCondLst>
                            <p:childTnLst>
                              <p:par>
                                <p:cTn id="223" presetID="1" presetClass="entr" presetSubtype="0" fill="hold" nodeType="clickEffect">
                                  <p:stCondLst>
                                    <p:cond delay="0"/>
                                  </p:stCondLst>
                                  <p:childTnLst>
                                    <p:set>
                                      <p:cBhvr>
                                        <p:cTn id="224" dur="1" fill="hold">
                                          <p:stCondLst>
                                            <p:cond delay="0"/>
                                          </p:stCondLst>
                                        </p:cTn>
                                        <p:tgtEl>
                                          <p:spTgt spid="1210"/>
                                        </p:tgtEl>
                                        <p:attrNameLst>
                                          <p:attrName>style.visibility</p:attrName>
                                        </p:attrNameLst>
                                      </p:cBhvr>
                                      <p:to>
                                        <p:strVal val="visible"/>
                                      </p:to>
                                    </p:set>
                                  </p:childTnLst>
                                </p:cTn>
                              </p:par>
                            </p:childTnLst>
                          </p:cTn>
                        </p:par>
                      </p:childTnLst>
                    </p:cTn>
                  </p:par>
                  <p:par>
                    <p:cTn id="225" fill="hold">
                      <p:stCondLst>
                        <p:cond delay="indefinite"/>
                      </p:stCondLst>
                      <p:childTnLst>
                        <p:par>
                          <p:cTn id="226" fill="hold">
                            <p:stCondLst>
                              <p:cond delay="0"/>
                            </p:stCondLst>
                            <p:childTnLst>
                              <p:par>
                                <p:cTn id="227" presetID="1" presetClass="entr" presetSubtype="0" fill="hold" nodeType="clickEffect">
                                  <p:stCondLst>
                                    <p:cond delay="0"/>
                                  </p:stCondLst>
                                  <p:childTnLst>
                                    <p:set>
                                      <p:cBhvr>
                                        <p:cTn id="228" dur="1" fill="hold">
                                          <p:stCondLst>
                                            <p:cond delay="0"/>
                                          </p:stCondLst>
                                        </p:cTn>
                                        <p:tgtEl>
                                          <p:spTgt spid="1254"/>
                                        </p:tgtEl>
                                        <p:attrNameLst>
                                          <p:attrName>style.visibility</p:attrName>
                                        </p:attrNameLst>
                                      </p:cBhvr>
                                      <p:to>
                                        <p:strVal val="visible"/>
                                      </p:to>
                                    </p:set>
                                  </p:childTnLst>
                                </p:cTn>
                              </p:par>
                            </p:childTnLst>
                          </p:cTn>
                        </p:par>
                      </p:childTnLst>
                    </p:cTn>
                  </p:par>
                  <p:par>
                    <p:cTn id="229" fill="hold">
                      <p:stCondLst>
                        <p:cond delay="indefinite"/>
                      </p:stCondLst>
                      <p:childTnLst>
                        <p:par>
                          <p:cTn id="230" fill="hold">
                            <p:stCondLst>
                              <p:cond delay="0"/>
                            </p:stCondLst>
                            <p:childTnLst>
                              <p:par>
                                <p:cTn id="231" presetID="1" presetClass="entr" presetSubtype="0" fill="hold" nodeType="clickEffect">
                                  <p:stCondLst>
                                    <p:cond delay="0"/>
                                  </p:stCondLst>
                                  <p:childTnLst>
                                    <p:set>
                                      <p:cBhvr>
                                        <p:cTn id="232" dur="1" fill="hold">
                                          <p:stCondLst>
                                            <p:cond delay="0"/>
                                          </p:stCondLst>
                                        </p:cTn>
                                        <p:tgtEl>
                                          <p:spTgt spid="1221"/>
                                        </p:tgtEl>
                                        <p:attrNameLst>
                                          <p:attrName>style.visibility</p:attrName>
                                        </p:attrNameLst>
                                      </p:cBhvr>
                                      <p:to>
                                        <p:strVal val="visible"/>
                                      </p:to>
                                    </p:set>
                                  </p:childTnLst>
                                </p:cTn>
                              </p:par>
                            </p:childTnLst>
                          </p:cTn>
                        </p:par>
                      </p:childTnLst>
                    </p:cTn>
                  </p:par>
                  <p:par>
                    <p:cTn id="233" fill="hold">
                      <p:stCondLst>
                        <p:cond delay="indefinite"/>
                      </p:stCondLst>
                      <p:childTnLst>
                        <p:par>
                          <p:cTn id="234" fill="hold">
                            <p:stCondLst>
                              <p:cond delay="0"/>
                            </p:stCondLst>
                            <p:childTnLst>
                              <p:par>
                                <p:cTn id="235" presetID="1" presetClass="entr" presetSubtype="0" fill="hold" nodeType="clickEffect">
                                  <p:stCondLst>
                                    <p:cond delay="0"/>
                                  </p:stCondLst>
                                  <p:childTnLst>
                                    <p:set>
                                      <p:cBhvr>
                                        <p:cTn id="236" dur="1" fill="hold">
                                          <p:stCondLst>
                                            <p:cond delay="0"/>
                                          </p:stCondLst>
                                        </p:cTn>
                                        <p:tgtEl>
                                          <p:spTgt spid="1208"/>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presetID="1" presetClass="entr" presetSubtype="0" fill="hold" nodeType="clickEffect">
                                  <p:stCondLst>
                                    <p:cond delay="0"/>
                                  </p:stCondLst>
                                  <p:childTnLst>
                                    <p:set>
                                      <p:cBhvr>
                                        <p:cTn id="240" dur="1" fill="hold">
                                          <p:stCondLst>
                                            <p:cond delay="0"/>
                                          </p:stCondLst>
                                        </p:cTn>
                                        <p:tgtEl>
                                          <p:spTgt spid="1255"/>
                                        </p:tgtEl>
                                        <p:attrNameLst>
                                          <p:attrName>style.visibility</p:attrName>
                                        </p:attrNameLst>
                                      </p:cBhvr>
                                      <p:to>
                                        <p:strVal val="visible"/>
                                      </p:to>
                                    </p:set>
                                  </p:childTnLst>
                                </p:cTn>
                              </p:par>
                            </p:childTnLst>
                          </p:cTn>
                        </p:par>
                      </p:childTnLst>
                    </p:cTn>
                  </p:par>
                  <p:par>
                    <p:cTn id="241" fill="hold">
                      <p:stCondLst>
                        <p:cond delay="indefinite"/>
                      </p:stCondLst>
                      <p:childTnLst>
                        <p:par>
                          <p:cTn id="242" fill="hold">
                            <p:stCondLst>
                              <p:cond delay="0"/>
                            </p:stCondLst>
                            <p:childTnLst>
                              <p:par>
                                <p:cTn id="243" presetID="1" presetClass="entr" presetSubtype="0" fill="hold" nodeType="clickEffect">
                                  <p:stCondLst>
                                    <p:cond delay="0"/>
                                  </p:stCondLst>
                                  <p:childTnLst>
                                    <p:set>
                                      <p:cBhvr>
                                        <p:cTn id="244" dur="1" fill="hold">
                                          <p:stCondLst>
                                            <p:cond delay="0"/>
                                          </p:stCondLst>
                                        </p:cTn>
                                        <p:tgtEl>
                                          <p:spTgt spid="1238"/>
                                        </p:tgtEl>
                                        <p:attrNameLst>
                                          <p:attrName>style.visibility</p:attrName>
                                        </p:attrNameLst>
                                      </p:cBhvr>
                                      <p:to>
                                        <p:strVal val="visible"/>
                                      </p:to>
                                    </p:set>
                                  </p:childTnLst>
                                </p:cTn>
                              </p:par>
                            </p:childTnLst>
                          </p:cTn>
                        </p:par>
                      </p:childTnLst>
                    </p:cTn>
                  </p:par>
                  <p:par>
                    <p:cTn id="245" fill="hold">
                      <p:stCondLst>
                        <p:cond delay="indefinite"/>
                      </p:stCondLst>
                      <p:childTnLst>
                        <p:par>
                          <p:cTn id="246" fill="hold">
                            <p:stCondLst>
                              <p:cond delay="0"/>
                            </p:stCondLst>
                            <p:childTnLst>
                              <p:par>
                                <p:cTn id="247" presetID="1" presetClass="entr" presetSubtype="0" fill="hold" nodeType="clickEffect">
                                  <p:stCondLst>
                                    <p:cond delay="0"/>
                                  </p:stCondLst>
                                  <p:childTnLst>
                                    <p:set>
                                      <p:cBhvr>
                                        <p:cTn id="248" dur="1" fill="hold">
                                          <p:stCondLst>
                                            <p:cond delay="0"/>
                                          </p:stCondLst>
                                        </p:cTn>
                                        <p:tgtEl>
                                          <p:spTgt spid="1209"/>
                                        </p:tgtEl>
                                        <p:attrNameLst>
                                          <p:attrName>style.visibility</p:attrName>
                                        </p:attrNameLst>
                                      </p:cBhvr>
                                      <p:to>
                                        <p:strVal val="visible"/>
                                      </p:to>
                                    </p:set>
                                  </p:childTnLst>
                                </p:cTn>
                              </p:par>
                            </p:childTnLst>
                          </p:cTn>
                        </p:par>
                      </p:childTnLst>
                    </p:cTn>
                  </p:par>
                  <p:par>
                    <p:cTn id="249" fill="hold">
                      <p:stCondLst>
                        <p:cond delay="indefinite"/>
                      </p:stCondLst>
                      <p:childTnLst>
                        <p:par>
                          <p:cTn id="250" fill="hold">
                            <p:stCondLst>
                              <p:cond delay="0"/>
                            </p:stCondLst>
                            <p:childTnLst>
                              <p:par>
                                <p:cTn id="251" presetID="1" presetClass="entr" presetSubtype="0" fill="hold" nodeType="clickEffect">
                                  <p:stCondLst>
                                    <p:cond delay="0"/>
                                  </p:stCondLst>
                                  <p:childTnLst>
                                    <p:set>
                                      <p:cBhvr>
                                        <p:cTn id="252" dur="1" fill="hold">
                                          <p:stCondLst>
                                            <p:cond delay="0"/>
                                          </p:stCondLst>
                                        </p:cTn>
                                        <p:tgtEl>
                                          <p:spTgt spid="1239"/>
                                        </p:tgtEl>
                                        <p:attrNameLst>
                                          <p:attrName>style.visibility</p:attrName>
                                        </p:attrNameLst>
                                      </p:cBhvr>
                                      <p:to>
                                        <p:strVal val="visible"/>
                                      </p:to>
                                    </p:set>
                                  </p:childTnLst>
                                </p:cTn>
                              </p:par>
                            </p:childTnLst>
                          </p:cTn>
                        </p:par>
                      </p:childTnLst>
                    </p:cTn>
                  </p:par>
                  <p:par>
                    <p:cTn id="253" fill="hold">
                      <p:stCondLst>
                        <p:cond delay="indefinite"/>
                      </p:stCondLst>
                      <p:childTnLst>
                        <p:par>
                          <p:cTn id="254" fill="hold">
                            <p:stCondLst>
                              <p:cond delay="0"/>
                            </p:stCondLst>
                            <p:childTnLst>
                              <p:par>
                                <p:cTn id="255" presetID="1" presetClass="entr" presetSubtype="0" fill="hold" nodeType="clickEffect">
                                  <p:stCondLst>
                                    <p:cond delay="0"/>
                                  </p:stCondLst>
                                  <p:childTnLst>
                                    <p:set>
                                      <p:cBhvr>
                                        <p:cTn id="256" dur="1" fill="hold">
                                          <p:stCondLst>
                                            <p:cond delay="0"/>
                                          </p:stCondLst>
                                        </p:cTn>
                                        <p:tgtEl>
                                          <p:spTgt spid="1240"/>
                                        </p:tgtEl>
                                        <p:attrNameLst>
                                          <p:attrName>style.visibility</p:attrName>
                                        </p:attrNameLst>
                                      </p:cBhvr>
                                      <p:to>
                                        <p:strVal val="visible"/>
                                      </p:to>
                                    </p:set>
                                  </p:childTnLst>
                                </p:cTn>
                              </p:par>
                            </p:childTnLst>
                          </p:cTn>
                        </p:par>
                      </p:childTnLst>
                    </p:cTn>
                  </p:par>
                  <p:par>
                    <p:cTn id="257" fill="hold">
                      <p:stCondLst>
                        <p:cond delay="indefinite"/>
                      </p:stCondLst>
                      <p:childTnLst>
                        <p:par>
                          <p:cTn id="258" fill="hold">
                            <p:stCondLst>
                              <p:cond delay="0"/>
                            </p:stCondLst>
                            <p:childTnLst>
                              <p:par>
                                <p:cTn id="259" presetID="1" presetClass="entr" presetSubtype="0" fill="hold" nodeType="clickEffect">
                                  <p:stCondLst>
                                    <p:cond delay="0"/>
                                  </p:stCondLst>
                                  <p:childTnLst>
                                    <p:set>
                                      <p:cBhvr>
                                        <p:cTn id="260" dur="1" fill="hold">
                                          <p:stCondLst>
                                            <p:cond delay="0"/>
                                          </p:stCondLst>
                                        </p:cTn>
                                        <p:tgtEl>
                                          <p:spTgt spid="1197"/>
                                        </p:tgtEl>
                                        <p:attrNameLst>
                                          <p:attrName>style.visibility</p:attrName>
                                        </p:attrNameLst>
                                      </p:cBhvr>
                                      <p:to>
                                        <p:strVal val="visible"/>
                                      </p:to>
                                    </p:set>
                                  </p:childTnLst>
                                </p:cTn>
                              </p:par>
                            </p:childTnLst>
                          </p:cTn>
                        </p:par>
                      </p:childTnLst>
                    </p:cTn>
                  </p:par>
                  <p:par>
                    <p:cTn id="261" fill="hold">
                      <p:stCondLst>
                        <p:cond delay="indefinite"/>
                      </p:stCondLst>
                      <p:childTnLst>
                        <p:par>
                          <p:cTn id="262" fill="hold">
                            <p:stCondLst>
                              <p:cond delay="0"/>
                            </p:stCondLst>
                            <p:childTnLst>
                              <p:par>
                                <p:cTn id="263" presetID="1" presetClass="entr" presetSubtype="0" fill="hold" nodeType="clickEffect">
                                  <p:stCondLst>
                                    <p:cond delay="0"/>
                                  </p:stCondLst>
                                  <p:childTnLst>
                                    <p:set>
                                      <p:cBhvr>
                                        <p:cTn id="264" dur="1" fill="hold">
                                          <p:stCondLst>
                                            <p:cond delay="0"/>
                                          </p:stCondLst>
                                        </p:cTn>
                                        <p:tgtEl>
                                          <p:spTgt spid="12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70"/>
        <p:cNvGrpSpPr/>
        <p:nvPr/>
      </p:nvGrpSpPr>
      <p:grpSpPr>
        <a:xfrm>
          <a:off x="0" y="0"/>
          <a:ext cx="0" cy="0"/>
          <a:chOff x="0" y="0"/>
          <a:chExt cx="0" cy="0"/>
        </a:xfrm>
      </p:grpSpPr>
      <p:pic>
        <p:nvPicPr>
          <p:cNvPr id="1271" name="Google Shape;1271;p19" descr="Plate 19.jpg                                                   00000158WD Passport                    00000000:"/>
          <p:cNvPicPr preferRelativeResize="0"/>
          <p:nvPr/>
        </p:nvPicPr>
        <p:blipFill rotWithShape="1">
          <a:blip r:embed="rId3">
            <a:alphaModFix/>
          </a:blip>
          <a:srcRect/>
          <a:stretch/>
        </p:blipFill>
        <p:spPr>
          <a:xfrm>
            <a:off x="1328738" y="0"/>
            <a:ext cx="6488112" cy="6858000"/>
          </a:xfrm>
          <a:prstGeom prst="rect">
            <a:avLst/>
          </a:prstGeom>
          <a:noFill/>
          <a:ln>
            <a:noFill/>
          </a:ln>
        </p:spPr>
      </p:pic>
      <p:sp>
        <p:nvSpPr>
          <p:cNvPr id="1272" name="Google Shape;1272;p19"/>
          <p:cNvSpPr/>
          <p:nvPr/>
        </p:nvSpPr>
        <p:spPr>
          <a:xfrm>
            <a:off x="3088996" y="682435"/>
            <a:ext cx="1408730" cy="946772"/>
          </a:xfrm>
          <a:custGeom>
            <a:avLst/>
            <a:gdLst/>
            <a:ahLst/>
            <a:cxnLst/>
            <a:rect l="l" t="t" r="r" b="b"/>
            <a:pathLst>
              <a:path w="1408730" h="946772" extrusionOk="0">
                <a:moveTo>
                  <a:pt x="0" y="805014"/>
                </a:moveTo>
                <a:cubicBezTo>
                  <a:pt x="22881" y="789758"/>
                  <a:pt x="44605" y="772604"/>
                  <a:pt x="68644" y="759247"/>
                </a:cubicBezTo>
                <a:cubicBezTo>
                  <a:pt x="79186" y="753390"/>
                  <a:pt x="93702" y="755526"/>
                  <a:pt x="102966" y="747805"/>
                </a:cubicBezTo>
                <a:cubicBezTo>
                  <a:pt x="117615" y="735596"/>
                  <a:pt x="124533" y="716212"/>
                  <a:pt x="137289" y="702037"/>
                </a:cubicBezTo>
                <a:cubicBezTo>
                  <a:pt x="158936" y="677982"/>
                  <a:pt x="187984" y="660313"/>
                  <a:pt x="205933" y="633386"/>
                </a:cubicBezTo>
                <a:cubicBezTo>
                  <a:pt x="237789" y="585596"/>
                  <a:pt x="219091" y="608784"/>
                  <a:pt x="263137" y="564734"/>
                </a:cubicBezTo>
                <a:cubicBezTo>
                  <a:pt x="285613" y="497295"/>
                  <a:pt x="259425" y="563808"/>
                  <a:pt x="308900" y="484641"/>
                </a:cubicBezTo>
                <a:cubicBezTo>
                  <a:pt x="317939" y="470177"/>
                  <a:pt x="323320" y="453682"/>
                  <a:pt x="331781" y="438873"/>
                </a:cubicBezTo>
                <a:cubicBezTo>
                  <a:pt x="338603" y="426933"/>
                  <a:pt x="348513" y="416847"/>
                  <a:pt x="354662" y="404547"/>
                </a:cubicBezTo>
                <a:cubicBezTo>
                  <a:pt x="360055" y="393760"/>
                  <a:pt x="359413" y="380257"/>
                  <a:pt x="366103" y="370222"/>
                </a:cubicBezTo>
                <a:cubicBezTo>
                  <a:pt x="375078" y="356759"/>
                  <a:pt x="391021" y="349063"/>
                  <a:pt x="400425" y="335896"/>
                </a:cubicBezTo>
                <a:cubicBezTo>
                  <a:pt x="410338" y="322016"/>
                  <a:pt x="413394" y="304008"/>
                  <a:pt x="423307" y="290128"/>
                </a:cubicBezTo>
                <a:cubicBezTo>
                  <a:pt x="432711" y="276961"/>
                  <a:pt x="448225" y="268969"/>
                  <a:pt x="457629" y="255802"/>
                </a:cubicBezTo>
                <a:cubicBezTo>
                  <a:pt x="467542" y="241922"/>
                  <a:pt x="473792" y="225712"/>
                  <a:pt x="480510" y="210035"/>
                </a:cubicBezTo>
                <a:cubicBezTo>
                  <a:pt x="485261" y="198949"/>
                  <a:pt x="484547" y="185230"/>
                  <a:pt x="491951" y="175709"/>
                </a:cubicBezTo>
                <a:cubicBezTo>
                  <a:pt x="511817" y="150164"/>
                  <a:pt x="542645" y="133983"/>
                  <a:pt x="560595" y="107057"/>
                </a:cubicBezTo>
                <a:cubicBezTo>
                  <a:pt x="568222" y="95615"/>
                  <a:pt x="573754" y="82456"/>
                  <a:pt x="583477" y="72732"/>
                </a:cubicBezTo>
                <a:cubicBezTo>
                  <a:pt x="596960" y="59248"/>
                  <a:pt x="611535" y="45489"/>
                  <a:pt x="629240" y="38406"/>
                </a:cubicBezTo>
                <a:cubicBezTo>
                  <a:pt x="650778" y="29790"/>
                  <a:pt x="675239" y="31997"/>
                  <a:pt x="697884" y="26964"/>
                </a:cubicBezTo>
                <a:cubicBezTo>
                  <a:pt x="709656" y="24348"/>
                  <a:pt x="720765" y="19336"/>
                  <a:pt x="732206" y="15522"/>
                </a:cubicBezTo>
                <a:cubicBezTo>
                  <a:pt x="751274" y="19336"/>
                  <a:pt x="770114" y="29376"/>
                  <a:pt x="789410" y="26964"/>
                </a:cubicBezTo>
                <a:cubicBezTo>
                  <a:pt x="905289" y="12478"/>
                  <a:pt x="732091" y="-18833"/>
                  <a:pt x="869495" y="15522"/>
                </a:cubicBezTo>
                <a:cubicBezTo>
                  <a:pt x="946759" y="-10236"/>
                  <a:pt x="851652" y="15522"/>
                  <a:pt x="972462" y="15522"/>
                </a:cubicBezTo>
                <a:cubicBezTo>
                  <a:pt x="984522" y="15522"/>
                  <a:pt x="995343" y="7894"/>
                  <a:pt x="1006784" y="4080"/>
                </a:cubicBezTo>
                <a:cubicBezTo>
                  <a:pt x="1018309" y="6001"/>
                  <a:pt x="1116643" y="21634"/>
                  <a:pt x="1132632" y="26964"/>
                </a:cubicBezTo>
                <a:cubicBezTo>
                  <a:pt x="1148812" y="32358"/>
                  <a:pt x="1163141" y="42220"/>
                  <a:pt x="1178395" y="49848"/>
                </a:cubicBezTo>
                <a:cubicBezTo>
                  <a:pt x="1186022" y="65104"/>
                  <a:pt x="1194558" y="79938"/>
                  <a:pt x="1201276" y="95615"/>
                </a:cubicBezTo>
                <a:cubicBezTo>
                  <a:pt x="1206027" y="106701"/>
                  <a:pt x="1204189" y="121412"/>
                  <a:pt x="1212717" y="129941"/>
                </a:cubicBezTo>
                <a:cubicBezTo>
                  <a:pt x="1221244" y="138469"/>
                  <a:pt x="1235598" y="137569"/>
                  <a:pt x="1247039" y="141383"/>
                </a:cubicBezTo>
                <a:cubicBezTo>
                  <a:pt x="1254666" y="156639"/>
                  <a:pt x="1257860" y="175090"/>
                  <a:pt x="1269920" y="187151"/>
                </a:cubicBezTo>
                <a:cubicBezTo>
                  <a:pt x="1315323" y="232558"/>
                  <a:pt x="1332654" y="231440"/>
                  <a:pt x="1384328" y="244360"/>
                </a:cubicBezTo>
                <a:cubicBezTo>
                  <a:pt x="1391955" y="255802"/>
                  <a:pt x="1406402" y="264959"/>
                  <a:pt x="1407209" y="278686"/>
                </a:cubicBezTo>
                <a:cubicBezTo>
                  <a:pt x="1410352" y="332125"/>
                  <a:pt x="1409560" y="387148"/>
                  <a:pt x="1395768" y="438873"/>
                </a:cubicBezTo>
                <a:cubicBezTo>
                  <a:pt x="1392661" y="450526"/>
                  <a:pt x="1372530" y="445564"/>
                  <a:pt x="1361446" y="450315"/>
                </a:cubicBezTo>
                <a:cubicBezTo>
                  <a:pt x="1345770" y="457034"/>
                  <a:pt x="1332019" y="468298"/>
                  <a:pt x="1315683" y="473199"/>
                </a:cubicBezTo>
                <a:cubicBezTo>
                  <a:pt x="1293464" y="479865"/>
                  <a:pt x="1269684" y="479608"/>
                  <a:pt x="1247039" y="484641"/>
                </a:cubicBezTo>
                <a:cubicBezTo>
                  <a:pt x="1235267" y="487257"/>
                  <a:pt x="1224417" y="493158"/>
                  <a:pt x="1212717" y="496083"/>
                </a:cubicBezTo>
                <a:cubicBezTo>
                  <a:pt x="1193852" y="500800"/>
                  <a:pt x="1174581" y="503711"/>
                  <a:pt x="1155513" y="507525"/>
                </a:cubicBezTo>
                <a:cubicBezTo>
                  <a:pt x="1098310" y="488455"/>
                  <a:pt x="1132631" y="492269"/>
                  <a:pt x="1052547" y="518966"/>
                </a:cubicBezTo>
                <a:lnTo>
                  <a:pt x="1018225" y="530408"/>
                </a:lnTo>
                <a:cubicBezTo>
                  <a:pt x="1010598" y="538036"/>
                  <a:pt x="1004991" y="548467"/>
                  <a:pt x="995343" y="553292"/>
                </a:cubicBezTo>
                <a:cubicBezTo>
                  <a:pt x="973770" y="564079"/>
                  <a:pt x="926699" y="576176"/>
                  <a:pt x="926699" y="576176"/>
                </a:cubicBezTo>
                <a:cubicBezTo>
                  <a:pt x="919072" y="583804"/>
                  <a:pt x="912240" y="592321"/>
                  <a:pt x="903817" y="599060"/>
                </a:cubicBezTo>
                <a:cubicBezTo>
                  <a:pt x="893080" y="607650"/>
                  <a:pt x="879218" y="612220"/>
                  <a:pt x="869495" y="621944"/>
                </a:cubicBezTo>
                <a:cubicBezTo>
                  <a:pt x="859772" y="631668"/>
                  <a:pt x="855204" y="645531"/>
                  <a:pt x="846614" y="656269"/>
                </a:cubicBezTo>
                <a:cubicBezTo>
                  <a:pt x="839876" y="664693"/>
                  <a:pt x="831359" y="671525"/>
                  <a:pt x="823732" y="679153"/>
                </a:cubicBezTo>
                <a:cubicBezTo>
                  <a:pt x="768406" y="789820"/>
                  <a:pt x="830380" y="677917"/>
                  <a:pt x="777969" y="747805"/>
                </a:cubicBezTo>
                <a:cubicBezTo>
                  <a:pt x="761469" y="769807"/>
                  <a:pt x="732206" y="816456"/>
                  <a:pt x="732206" y="816456"/>
                </a:cubicBezTo>
                <a:cubicBezTo>
                  <a:pt x="728393" y="827898"/>
                  <a:pt x="726971" y="840440"/>
                  <a:pt x="720766" y="850782"/>
                </a:cubicBezTo>
                <a:cubicBezTo>
                  <a:pt x="709899" y="868896"/>
                  <a:pt x="679150" y="886157"/>
                  <a:pt x="663562" y="896550"/>
                </a:cubicBezTo>
                <a:cubicBezTo>
                  <a:pt x="645993" y="922907"/>
                  <a:pt x="643201" y="942317"/>
                  <a:pt x="606358" y="942317"/>
                </a:cubicBezTo>
                <a:cubicBezTo>
                  <a:pt x="594298" y="942317"/>
                  <a:pt x="583477" y="934690"/>
                  <a:pt x="572036" y="930876"/>
                </a:cubicBezTo>
                <a:cubicBezTo>
                  <a:pt x="428973" y="966643"/>
                  <a:pt x="606842" y="930876"/>
                  <a:pt x="491951" y="930876"/>
                </a:cubicBezTo>
                <a:cubicBezTo>
                  <a:pt x="472506" y="930876"/>
                  <a:pt x="453816" y="938503"/>
                  <a:pt x="434748" y="942317"/>
                </a:cubicBezTo>
                <a:cubicBezTo>
                  <a:pt x="419494" y="938503"/>
                  <a:pt x="404709" y="930876"/>
                  <a:pt x="388985" y="930876"/>
                </a:cubicBezTo>
                <a:cubicBezTo>
                  <a:pt x="373261" y="930876"/>
                  <a:pt x="358868" y="943882"/>
                  <a:pt x="343222" y="942317"/>
                </a:cubicBezTo>
                <a:cubicBezTo>
                  <a:pt x="343214" y="942316"/>
                  <a:pt x="205940" y="896552"/>
                  <a:pt x="205933" y="896550"/>
                </a:cubicBezTo>
                <a:lnTo>
                  <a:pt x="102966" y="862224"/>
                </a:lnTo>
                <a:cubicBezTo>
                  <a:pt x="91525" y="858410"/>
                  <a:pt x="78678" y="857472"/>
                  <a:pt x="68644" y="850782"/>
                </a:cubicBezTo>
                <a:lnTo>
                  <a:pt x="34322" y="827898"/>
                </a:lnTo>
                <a:cubicBezTo>
                  <a:pt x="26695" y="816456"/>
                  <a:pt x="11441" y="807324"/>
                  <a:pt x="11441" y="793573"/>
                </a:cubicBezTo>
                <a:cubicBezTo>
                  <a:pt x="11441" y="745904"/>
                  <a:pt x="81061" y="751456"/>
                  <a:pt x="102966" y="747805"/>
                </a:cubicBezTo>
                <a:cubicBezTo>
                  <a:pt x="137291" y="724920"/>
                  <a:pt x="141102" y="728736"/>
                  <a:pt x="160170" y="690595"/>
                </a:cubicBezTo>
                <a:cubicBezTo>
                  <a:pt x="165563" y="679807"/>
                  <a:pt x="171611" y="656269"/>
                  <a:pt x="171611" y="656269"/>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73" name="Google Shape;1273;p19"/>
          <p:cNvSpPr/>
          <p:nvPr/>
        </p:nvSpPr>
        <p:spPr>
          <a:xfrm>
            <a:off x="3844084" y="1224108"/>
            <a:ext cx="1441531" cy="1270327"/>
          </a:xfrm>
          <a:custGeom>
            <a:avLst/>
            <a:gdLst/>
            <a:ahLst/>
            <a:cxnLst/>
            <a:rect l="l" t="t" r="r" b="b"/>
            <a:pathLst>
              <a:path w="1441531" h="1270327" extrusionOk="0">
                <a:moveTo>
                  <a:pt x="800851" y="23061"/>
                </a:moveTo>
                <a:cubicBezTo>
                  <a:pt x="648052" y="48530"/>
                  <a:pt x="708571" y="57198"/>
                  <a:pt x="617799" y="34503"/>
                </a:cubicBezTo>
                <a:cubicBezTo>
                  <a:pt x="536912" y="61468"/>
                  <a:pt x="639797" y="29663"/>
                  <a:pt x="491951" y="57387"/>
                </a:cubicBezTo>
                <a:cubicBezTo>
                  <a:pt x="274475" y="98168"/>
                  <a:pt x="487886" y="58743"/>
                  <a:pt x="354662" y="103155"/>
                </a:cubicBezTo>
                <a:cubicBezTo>
                  <a:pt x="336215" y="109305"/>
                  <a:pt x="316527" y="110782"/>
                  <a:pt x="297459" y="114596"/>
                </a:cubicBezTo>
                <a:lnTo>
                  <a:pt x="240255" y="171806"/>
                </a:lnTo>
                <a:cubicBezTo>
                  <a:pt x="228814" y="183248"/>
                  <a:pt x="214908" y="192669"/>
                  <a:pt x="205933" y="206132"/>
                </a:cubicBezTo>
                <a:cubicBezTo>
                  <a:pt x="198306" y="217574"/>
                  <a:pt x="192774" y="230734"/>
                  <a:pt x="183051" y="240458"/>
                </a:cubicBezTo>
                <a:cubicBezTo>
                  <a:pt x="160874" y="262637"/>
                  <a:pt x="142321" y="265477"/>
                  <a:pt x="114407" y="274783"/>
                </a:cubicBezTo>
                <a:cubicBezTo>
                  <a:pt x="53390" y="366320"/>
                  <a:pt x="133475" y="255713"/>
                  <a:pt x="57203" y="331993"/>
                </a:cubicBezTo>
                <a:cubicBezTo>
                  <a:pt x="24419" y="364780"/>
                  <a:pt x="41489" y="363425"/>
                  <a:pt x="22881" y="400644"/>
                </a:cubicBezTo>
                <a:cubicBezTo>
                  <a:pt x="16732" y="412944"/>
                  <a:pt x="7627" y="423528"/>
                  <a:pt x="0" y="434970"/>
                </a:cubicBezTo>
                <a:cubicBezTo>
                  <a:pt x="98" y="435363"/>
                  <a:pt x="17412" y="509594"/>
                  <a:pt x="22881" y="515064"/>
                </a:cubicBezTo>
                <a:cubicBezTo>
                  <a:pt x="31408" y="523592"/>
                  <a:pt x="46417" y="521112"/>
                  <a:pt x="57203" y="526506"/>
                </a:cubicBezTo>
                <a:cubicBezTo>
                  <a:pt x="69502" y="532656"/>
                  <a:pt x="80085" y="541761"/>
                  <a:pt x="91526" y="549389"/>
                </a:cubicBezTo>
                <a:cubicBezTo>
                  <a:pt x="99153" y="560831"/>
                  <a:pt x="104684" y="573991"/>
                  <a:pt x="114407" y="583715"/>
                </a:cubicBezTo>
                <a:cubicBezTo>
                  <a:pt x="124129" y="593439"/>
                  <a:pt x="139927" y="596035"/>
                  <a:pt x="148729" y="606599"/>
                </a:cubicBezTo>
                <a:cubicBezTo>
                  <a:pt x="196559" y="664001"/>
                  <a:pt x="152391" y="635587"/>
                  <a:pt x="183051" y="686692"/>
                </a:cubicBezTo>
                <a:cubicBezTo>
                  <a:pt x="188601" y="695942"/>
                  <a:pt x="198306" y="701948"/>
                  <a:pt x="205933" y="709576"/>
                </a:cubicBezTo>
                <a:cubicBezTo>
                  <a:pt x="208069" y="718120"/>
                  <a:pt x="221782" y="777949"/>
                  <a:pt x="228814" y="789670"/>
                </a:cubicBezTo>
                <a:cubicBezTo>
                  <a:pt x="239682" y="807785"/>
                  <a:pt x="270428" y="825043"/>
                  <a:pt x="286018" y="835437"/>
                </a:cubicBezTo>
                <a:cubicBezTo>
                  <a:pt x="293645" y="846879"/>
                  <a:pt x="302750" y="857463"/>
                  <a:pt x="308899" y="869763"/>
                </a:cubicBezTo>
                <a:cubicBezTo>
                  <a:pt x="314292" y="880551"/>
                  <a:pt x="311812" y="895560"/>
                  <a:pt x="320340" y="904089"/>
                </a:cubicBezTo>
                <a:cubicBezTo>
                  <a:pt x="325811" y="909561"/>
                  <a:pt x="400029" y="926874"/>
                  <a:pt x="400425" y="926973"/>
                </a:cubicBezTo>
                <a:cubicBezTo>
                  <a:pt x="408052" y="934601"/>
                  <a:pt x="414884" y="943118"/>
                  <a:pt x="423307" y="949857"/>
                </a:cubicBezTo>
                <a:cubicBezTo>
                  <a:pt x="434044" y="958447"/>
                  <a:pt x="449040" y="962002"/>
                  <a:pt x="457629" y="972740"/>
                </a:cubicBezTo>
                <a:cubicBezTo>
                  <a:pt x="465163" y="982158"/>
                  <a:pt x="463677" y="996278"/>
                  <a:pt x="469070" y="1007066"/>
                </a:cubicBezTo>
                <a:cubicBezTo>
                  <a:pt x="489145" y="1047221"/>
                  <a:pt x="499508" y="1047060"/>
                  <a:pt x="537714" y="1075718"/>
                </a:cubicBezTo>
                <a:cubicBezTo>
                  <a:pt x="541528" y="1087160"/>
                  <a:pt x="543762" y="1099256"/>
                  <a:pt x="549155" y="1110043"/>
                </a:cubicBezTo>
                <a:cubicBezTo>
                  <a:pt x="555304" y="1122343"/>
                  <a:pt x="566620" y="1131730"/>
                  <a:pt x="572036" y="1144369"/>
                </a:cubicBezTo>
                <a:cubicBezTo>
                  <a:pt x="579523" y="1161842"/>
                  <a:pt x="593542" y="1254516"/>
                  <a:pt x="606358" y="1258788"/>
                </a:cubicBezTo>
                <a:lnTo>
                  <a:pt x="640680" y="1270230"/>
                </a:lnTo>
                <a:cubicBezTo>
                  <a:pt x="652121" y="1266416"/>
                  <a:pt x="662943" y="1258788"/>
                  <a:pt x="675003" y="1258788"/>
                </a:cubicBezTo>
                <a:cubicBezTo>
                  <a:pt x="687063" y="1258788"/>
                  <a:pt x="697339" y="1271562"/>
                  <a:pt x="709325" y="1270230"/>
                </a:cubicBezTo>
                <a:cubicBezTo>
                  <a:pt x="758336" y="1264784"/>
                  <a:pt x="776530" y="1248305"/>
                  <a:pt x="812291" y="1224463"/>
                </a:cubicBezTo>
                <a:cubicBezTo>
                  <a:pt x="839418" y="1188291"/>
                  <a:pt x="847474" y="1173054"/>
                  <a:pt x="880936" y="1144369"/>
                </a:cubicBezTo>
                <a:cubicBezTo>
                  <a:pt x="895413" y="1131958"/>
                  <a:pt x="911445" y="1121485"/>
                  <a:pt x="926699" y="1110043"/>
                </a:cubicBezTo>
                <a:cubicBezTo>
                  <a:pt x="955452" y="1023770"/>
                  <a:pt x="916666" y="1130109"/>
                  <a:pt x="961021" y="1041392"/>
                </a:cubicBezTo>
                <a:cubicBezTo>
                  <a:pt x="966414" y="1030604"/>
                  <a:pt x="965772" y="1017102"/>
                  <a:pt x="972462" y="1007066"/>
                </a:cubicBezTo>
                <a:cubicBezTo>
                  <a:pt x="981437" y="993603"/>
                  <a:pt x="996426" y="985171"/>
                  <a:pt x="1006784" y="972740"/>
                </a:cubicBezTo>
                <a:cubicBezTo>
                  <a:pt x="1015586" y="962176"/>
                  <a:pt x="1018928" y="947006"/>
                  <a:pt x="1029665" y="938415"/>
                </a:cubicBezTo>
                <a:cubicBezTo>
                  <a:pt x="1039082" y="930881"/>
                  <a:pt x="1052546" y="930787"/>
                  <a:pt x="1063987" y="926973"/>
                </a:cubicBezTo>
                <a:cubicBezTo>
                  <a:pt x="1075428" y="930787"/>
                  <a:pt x="1086484" y="940780"/>
                  <a:pt x="1098309" y="938415"/>
                </a:cubicBezTo>
                <a:cubicBezTo>
                  <a:pt x="1108887" y="936299"/>
                  <a:pt x="1112768" y="922270"/>
                  <a:pt x="1121191" y="915531"/>
                </a:cubicBezTo>
                <a:cubicBezTo>
                  <a:pt x="1131928" y="906941"/>
                  <a:pt x="1144072" y="900275"/>
                  <a:pt x="1155513" y="892647"/>
                </a:cubicBezTo>
                <a:cubicBezTo>
                  <a:pt x="1165574" y="852399"/>
                  <a:pt x="1165905" y="837010"/>
                  <a:pt x="1189835" y="801112"/>
                </a:cubicBezTo>
                <a:cubicBezTo>
                  <a:pt x="1195818" y="792136"/>
                  <a:pt x="1205090" y="785856"/>
                  <a:pt x="1212717" y="778228"/>
                </a:cubicBezTo>
                <a:cubicBezTo>
                  <a:pt x="1216530" y="747716"/>
                  <a:pt x="1212738" y="715242"/>
                  <a:pt x="1224157" y="686692"/>
                </a:cubicBezTo>
                <a:cubicBezTo>
                  <a:pt x="1229263" y="673925"/>
                  <a:pt x="1245915" y="669394"/>
                  <a:pt x="1258480" y="663809"/>
                </a:cubicBezTo>
                <a:cubicBezTo>
                  <a:pt x="1280520" y="654013"/>
                  <a:pt x="1327124" y="640925"/>
                  <a:pt x="1327124" y="640925"/>
                </a:cubicBezTo>
                <a:lnTo>
                  <a:pt x="1384328" y="583715"/>
                </a:lnTo>
                <a:lnTo>
                  <a:pt x="1418650" y="549389"/>
                </a:lnTo>
                <a:cubicBezTo>
                  <a:pt x="1424047" y="533198"/>
                  <a:pt x="1441531" y="483668"/>
                  <a:pt x="1441531" y="469296"/>
                </a:cubicBezTo>
                <a:cubicBezTo>
                  <a:pt x="1441531" y="438547"/>
                  <a:pt x="1436533" y="407828"/>
                  <a:pt x="1430091" y="377761"/>
                </a:cubicBezTo>
                <a:cubicBezTo>
                  <a:pt x="1425037" y="354175"/>
                  <a:pt x="1427279" y="322490"/>
                  <a:pt x="1407209" y="309109"/>
                </a:cubicBezTo>
                <a:lnTo>
                  <a:pt x="1372887" y="286225"/>
                </a:lnTo>
                <a:cubicBezTo>
                  <a:pt x="1350139" y="195227"/>
                  <a:pt x="1378984" y="285455"/>
                  <a:pt x="1327124" y="194690"/>
                </a:cubicBezTo>
                <a:cubicBezTo>
                  <a:pt x="1321141" y="184218"/>
                  <a:pt x="1324211" y="168893"/>
                  <a:pt x="1315683" y="160364"/>
                </a:cubicBezTo>
                <a:cubicBezTo>
                  <a:pt x="1296238" y="140917"/>
                  <a:pt x="1269920" y="129852"/>
                  <a:pt x="1247039" y="114596"/>
                </a:cubicBezTo>
                <a:lnTo>
                  <a:pt x="1212717" y="91713"/>
                </a:lnTo>
                <a:cubicBezTo>
                  <a:pt x="1145900" y="113988"/>
                  <a:pt x="1210606" y="102452"/>
                  <a:pt x="1144072" y="80271"/>
                </a:cubicBezTo>
                <a:cubicBezTo>
                  <a:pt x="1122066" y="72935"/>
                  <a:pt x="1098073" y="73862"/>
                  <a:pt x="1075428" y="68829"/>
                </a:cubicBezTo>
                <a:cubicBezTo>
                  <a:pt x="1063656" y="66213"/>
                  <a:pt x="1052702" y="60700"/>
                  <a:pt x="1041106" y="57387"/>
                </a:cubicBezTo>
                <a:cubicBezTo>
                  <a:pt x="1025987" y="53067"/>
                  <a:pt x="1010462" y="50265"/>
                  <a:pt x="995343" y="45945"/>
                </a:cubicBezTo>
                <a:cubicBezTo>
                  <a:pt x="983747" y="42632"/>
                  <a:pt x="972793" y="37119"/>
                  <a:pt x="961021" y="34503"/>
                </a:cubicBezTo>
                <a:cubicBezTo>
                  <a:pt x="938376" y="29470"/>
                  <a:pt x="915258" y="26875"/>
                  <a:pt x="892376" y="23061"/>
                </a:cubicBezTo>
                <a:cubicBezTo>
                  <a:pt x="849522" y="30204"/>
                  <a:pt x="826146" y="45105"/>
                  <a:pt x="789410" y="23061"/>
                </a:cubicBezTo>
                <a:cubicBezTo>
                  <a:pt x="780160" y="17511"/>
                  <a:pt x="774155" y="7805"/>
                  <a:pt x="766528" y="177"/>
                </a:cubicBezTo>
                <a:cubicBezTo>
                  <a:pt x="623473" y="35945"/>
                  <a:pt x="801332" y="177"/>
                  <a:pt x="686443" y="177"/>
                </a:cubicBezTo>
                <a:cubicBezTo>
                  <a:pt x="670719" y="177"/>
                  <a:pt x="655934" y="7805"/>
                  <a:pt x="640680" y="11619"/>
                </a:cubicBezTo>
                <a:cubicBezTo>
                  <a:pt x="625426" y="7805"/>
                  <a:pt x="610564" y="-1388"/>
                  <a:pt x="594918" y="177"/>
                </a:cubicBezTo>
                <a:cubicBezTo>
                  <a:pt x="570918" y="2577"/>
                  <a:pt x="549155" y="15433"/>
                  <a:pt x="526273" y="23061"/>
                </a:cubicBezTo>
                <a:cubicBezTo>
                  <a:pt x="514832" y="26875"/>
                  <a:pt x="503148" y="30024"/>
                  <a:pt x="491951" y="34503"/>
                </a:cubicBezTo>
                <a:cubicBezTo>
                  <a:pt x="472883" y="42131"/>
                  <a:pt x="454560" y="51983"/>
                  <a:pt x="434747" y="57387"/>
                </a:cubicBezTo>
                <a:cubicBezTo>
                  <a:pt x="409135" y="64373"/>
                  <a:pt x="359554" y="64840"/>
                  <a:pt x="331781" y="80271"/>
                </a:cubicBezTo>
                <a:cubicBezTo>
                  <a:pt x="307742" y="93628"/>
                  <a:pt x="282582" y="106591"/>
                  <a:pt x="263137" y="126038"/>
                </a:cubicBezTo>
                <a:cubicBezTo>
                  <a:pt x="255510" y="133666"/>
                  <a:pt x="248884" y="142449"/>
                  <a:pt x="240255" y="148922"/>
                </a:cubicBezTo>
                <a:cubicBezTo>
                  <a:pt x="142746" y="222062"/>
                  <a:pt x="195837" y="170462"/>
                  <a:pt x="160170" y="206132"/>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74" name="Google Shape;1274;p19"/>
          <p:cNvSpPr/>
          <p:nvPr/>
        </p:nvSpPr>
        <p:spPr>
          <a:xfrm>
            <a:off x="4471655" y="1497333"/>
            <a:ext cx="236136" cy="310490"/>
          </a:xfrm>
          <a:custGeom>
            <a:avLst/>
            <a:gdLst/>
            <a:ahLst/>
            <a:cxnLst/>
            <a:rect l="l" t="t" r="r" b="b"/>
            <a:pathLst>
              <a:path w="236136" h="310490" extrusionOk="0">
                <a:moveTo>
                  <a:pt x="127517" y="13000"/>
                </a:moveTo>
                <a:cubicBezTo>
                  <a:pt x="150398" y="9186"/>
                  <a:pt x="166273" y="-4592"/>
                  <a:pt x="184720" y="1558"/>
                </a:cubicBezTo>
                <a:cubicBezTo>
                  <a:pt x="196162" y="5372"/>
                  <a:pt x="189956" y="25542"/>
                  <a:pt x="196161" y="35884"/>
                </a:cubicBezTo>
                <a:cubicBezTo>
                  <a:pt x="201711" y="45134"/>
                  <a:pt x="211416" y="51140"/>
                  <a:pt x="219043" y="58768"/>
                </a:cubicBezTo>
                <a:cubicBezTo>
                  <a:pt x="236132" y="110043"/>
                  <a:pt x="246909" y="126399"/>
                  <a:pt x="219043" y="196071"/>
                </a:cubicBezTo>
                <a:cubicBezTo>
                  <a:pt x="214564" y="207269"/>
                  <a:pt x="196161" y="203699"/>
                  <a:pt x="184720" y="207513"/>
                </a:cubicBezTo>
                <a:cubicBezTo>
                  <a:pt x="173279" y="215141"/>
                  <a:pt x="158025" y="218956"/>
                  <a:pt x="150398" y="230397"/>
                </a:cubicBezTo>
                <a:cubicBezTo>
                  <a:pt x="141676" y="243481"/>
                  <a:pt x="145151" y="261710"/>
                  <a:pt x="138957" y="276164"/>
                </a:cubicBezTo>
                <a:cubicBezTo>
                  <a:pt x="133541" y="288803"/>
                  <a:pt x="123703" y="299048"/>
                  <a:pt x="116076" y="310490"/>
                </a:cubicBezTo>
                <a:cubicBezTo>
                  <a:pt x="108449" y="295234"/>
                  <a:pt x="99913" y="280399"/>
                  <a:pt x="93195" y="264722"/>
                </a:cubicBezTo>
                <a:cubicBezTo>
                  <a:pt x="82521" y="239812"/>
                  <a:pt x="86545" y="221351"/>
                  <a:pt x="58872" y="207513"/>
                </a:cubicBezTo>
                <a:cubicBezTo>
                  <a:pt x="44808" y="200480"/>
                  <a:pt x="28363" y="199885"/>
                  <a:pt x="13109" y="196071"/>
                </a:cubicBezTo>
                <a:cubicBezTo>
                  <a:pt x="-5388" y="140570"/>
                  <a:pt x="-3323" y="163823"/>
                  <a:pt x="13109" y="81652"/>
                </a:cubicBezTo>
                <a:cubicBezTo>
                  <a:pt x="15474" y="69825"/>
                  <a:pt x="18345" y="57668"/>
                  <a:pt x="24550" y="47326"/>
                </a:cubicBezTo>
                <a:cubicBezTo>
                  <a:pt x="30100" y="38076"/>
                  <a:pt x="39009" y="31181"/>
                  <a:pt x="47432" y="24442"/>
                </a:cubicBezTo>
                <a:cubicBezTo>
                  <a:pt x="58169" y="15852"/>
                  <a:pt x="104636" y="16814"/>
                  <a:pt x="127517" y="13000"/>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75" name="Google Shape;1275;p19"/>
          <p:cNvSpPr/>
          <p:nvPr/>
        </p:nvSpPr>
        <p:spPr>
          <a:xfrm>
            <a:off x="3810021" y="2007336"/>
            <a:ext cx="494717" cy="409207"/>
          </a:xfrm>
          <a:custGeom>
            <a:avLst/>
            <a:gdLst/>
            <a:ahLst/>
            <a:cxnLst/>
            <a:rect l="l" t="t" r="r" b="b"/>
            <a:pathLst>
              <a:path w="494717" h="409207" extrusionOk="0">
                <a:moveTo>
                  <a:pt x="237859" y="4756"/>
                </a:moveTo>
                <a:cubicBezTo>
                  <a:pt x="229931" y="3171"/>
                  <a:pt x="222161" y="0"/>
                  <a:pt x="214076" y="0"/>
                </a:cubicBezTo>
                <a:cubicBezTo>
                  <a:pt x="199618" y="0"/>
                  <a:pt x="199714" y="6733"/>
                  <a:pt x="190293" y="14270"/>
                </a:cubicBezTo>
                <a:cubicBezTo>
                  <a:pt x="185829" y="17841"/>
                  <a:pt x="180780" y="20612"/>
                  <a:pt x="176023" y="23783"/>
                </a:cubicBezTo>
                <a:cubicBezTo>
                  <a:pt x="172852" y="28540"/>
                  <a:pt x="170552" y="34011"/>
                  <a:pt x="166510" y="38053"/>
                </a:cubicBezTo>
                <a:cubicBezTo>
                  <a:pt x="157288" y="47276"/>
                  <a:pt x="149578" y="48454"/>
                  <a:pt x="137970" y="52323"/>
                </a:cubicBezTo>
                <a:cubicBezTo>
                  <a:pt x="134799" y="58665"/>
                  <a:pt x="132215" y="65337"/>
                  <a:pt x="128457" y="71350"/>
                </a:cubicBezTo>
                <a:cubicBezTo>
                  <a:pt x="124255" y="78073"/>
                  <a:pt x="117732" y="83286"/>
                  <a:pt x="114187" y="90377"/>
                </a:cubicBezTo>
                <a:cubicBezTo>
                  <a:pt x="96654" y="125444"/>
                  <a:pt x="122073" y="96762"/>
                  <a:pt x="99917" y="118918"/>
                </a:cubicBezTo>
                <a:cubicBezTo>
                  <a:pt x="98332" y="125260"/>
                  <a:pt x="98084" y="132097"/>
                  <a:pt x="95161" y="137944"/>
                </a:cubicBezTo>
                <a:cubicBezTo>
                  <a:pt x="93155" y="141955"/>
                  <a:pt x="88450" y="143956"/>
                  <a:pt x="85648" y="147458"/>
                </a:cubicBezTo>
                <a:cubicBezTo>
                  <a:pt x="82077" y="151922"/>
                  <a:pt x="79794" y="157336"/>
                  <a:pt x="76134" y="161728"/>
                </a:cubicBezTo>
                <a:cubicBezTo>
                  <a:pt x="64688" y="175463"/>
                  <a:pt x="61627" y="176157"/>
                  <a:pt x="47595" y="185512"/>
                </a:cubicBezTo>
                <a:cubicBezTo>
                  <a:pt x="20335" y="226399"/>
                  <a:pt x="53013" y="174673"/>
                  <a:pt x="33325" y="214052"/>
                </a:cubicBezTo>
                <a:cubicBezTo>
                  <a:pt x="30769" y="219165"/>
                  <a:pt x="26134" y="223098"/>
                  <a:pt x="23812" y="228322"/>
                </a:cubicBezTo>
                <a:cubicBezTo>
                  <a:pt x="1168" y="279271"/>
                  <a:pt x="26315" y="238834"/>
                  <a:pt x="4785" y="271133"/>
                </a:cubicBezTo>
                <a:cubicBezTo>
                  <a:pt x="63" y="327800"/>
                  <a:pt x="-3065" y="325586"/>
                  <a:pt x="4785" y="380537"/>
                </a:cubicBezTo>
                <a:cubicBezTo>
                  <a:pt x="5854" y="388021"/>
                  <a:pt x="10564" y="401137"/>
                  <a:pt x="19055" y="404321"/>
                </a:cubicBezTo>
                <a:cubicBezTo>
                  <a:pt x="28085" y="407707"/>
                  <a:pt x="38082" y="407492"/>
                  <a:pt x="47595" y="409077"/>
                </a:cubicBezTo>
                <a:cubicBezTo>
                  <a:pt x="53937" y="407492"/>
                  <a:pt x="60084" y="404321"/>
                  <a:pt x="66621" y="404321"/>
                </a:cubicBezTo>
                <a:cubicBezTo>
                  <a:pt x="76266" y="404321"/>
                  <a:pt x="85575" y="410142"/>
                  <a:pt x="95161" y="409077"/>
                </a:cubicBezTo>
                <a:cubicBezTo>
                  <a:pt x="100843" y="408446"/>
                  <a:pt x="104318" y="402121"/>
                  <a:pt x="109431" y="399564"/>
                </a:cubicBezTo>
                <a:cubicBezTo>
                  <a:pt x="113916" y="397322"/>
                  <a:pt x="119092" y="396782"/>
                  <a:pt x="123701" y="394807"/>
                </a:cubicBezTo>
                <a:cubicBezTo>
                  <a:pt x="130218" y="392014"/>
                  <a:pt x="136385" y="388465"/>
                  <a:pt x="142727" y="385294"/>
                </a:cubicBezTo>
                <a:cubicBezTo>
                  <a:pt x="163142" y="364876"/>
                  <a:pt x="142477" y="380537"/>
                  <a:pt x="190293" y="380537"/>
                </a:cubicBezTo>
                <a:cubicBezTo>
                  <a:pt x="196831" y="380537"/>
                  <a:pt x="202978" y="377366"/>
                  <a:pt x="209320" y="375780"/>
                </a:cubicBezTo>
                <a:cubicBezTo>
                  <a:pt x="217248" y="377366"/>
                  <a:pt x="225018" y="380537"/>
                  <a:pt x="233103" y="380537"/>
                </a:cubicBezTo>
                <a:cubicBezTo>
                  <a:pt x="280869" y="380537"/>
                  <a:pt x="206922" y="365666"/>
                  <a:pt x="266399" y="380537"/>
                </a:cubicBezTo>
                <a:cubicBezTo>
                  <a:pt x="293319" y="362591"/>
                  <a:pt x="280864" y="366581"/>
                  <a:pt x="332992" y="375780"/>
                </a:cubicBezTo>
                <a:cubicBezTo>
                  <a:pt x="342867" y="377523"/>
                  <a:pt x="361531" y="385294"/>
                  <a:pt x="361531" y="385294"/>
                </a:cubicBezTo>
                <a:cubicBezTo>
                  <a:pt x="367873" y="391636"/>
                  <a:pt x="372536" y="408333"/>
                  <a:pt x="380558" y="404321"/>
                </a:cubicBezTo>
                <a:cubicBezTo>
                  <a:pt x="386900" y="401150"/>
                  <a:pt x="392857" y="397049"/>
                  <a:pt x="399584" y="394807"/>
                </a:cubicBezTo>
                <a:cubicBezTo>
                  <a:pt x="411988" y="390672"/>
                  <a:pt x="437637" y="385294"/>
                  <a:pt x="437637" y="385294"/>
                </a:cubicBezTo>
                <a:cubicBezTo>
                  <a:pt x="442394" y="380537"/>
                  <a:pt x="446739" y="375331"/>
                  <a:pt x="451907" y="371024"/>
                </a:cubicBezTo>
                <a:cubicBezTo>
                  <a:pt x="456299" y="367364"/>
                  <a:pt x="462517" y="365902"/>
                  <a:pt x="466177" y="361510"/>
                </a:cubicBezTo>
                <a:cubicBezTo>
                  <a:pt x="470716" y="356063"/>
                  <a:pt x="472897" y="349001"/>
                  <a:pt x="475690" y="342483"/>
                </a:cubicBezTo>
                <a:cubicBezTo>
                  <a:pt x="481023" y="330040"/>
                  <a:pt x="481176" y="322609"/>
                  <a:pt x="485203" y="309186"/>
                </a:cubicBezTo>
                <a:cubicBezTo>
                  <a:pt x="488085" y="299581"/>
                  <a:pt x="491546" y="290159"/>
                  <a:pt x="494717" y="280646"/>
                </a:cubicBezTo>
                <a:cubicBezTo>
                  <a:pt x="493131" y="260034"/>
                  <a:pt x="496126" y="238541"/>
                  <a:pt x="489960" y="218809"/>
                </a:cubicBezTo>
                <a:cubicBezTo>
                  <a:pt x="487595" y="211242"/>
                  <a:pt x="477385" y="209146"/>
                  <a:pt x="470934" y="204538"/>
                </a:cubicBezTo>
                <a:cubicBezTo>
                  <a:pt x="453248" y="191905"/>
                  <a:pt x="459896" y="195833"/>
                  <a:pt x="437637" y="190268"/>
                </a:cubicBezTo>
                <a:cubicBezTo>
                  <a:pt x="423367" y="180755"/>
                  <a:pt x="421781" y="182341"/>
                  <a:pt x="413854" y="166485"/>
                </a:cubicBezTo>
                <a:cubicBezTo>
                  <a:pt x="411612" y="162000"/>
                  <a:pt x="411678" y="156514"/>
                  <a:pt x="409098" y="152215"/>
                </a:cubicBezTo>
                <a:cubicBezTo>
                  <a:pt x="406791" y="148369"/>
                  <a:pt x="403258" y="145273"/>
                  <a:pt x="399584" y="142701"/>
                </a:cubicBezTo>
                <a:cubicBezTo>
                  <a:pt x="387330" y="134123"/>
                  <a:pt x="373976" y="127216"/>
                  <a:pt x="361531" y="118918"/>
                </a:cubicBezTo>
                <a:cubicBezTo>
                  <a:pt x="356775" y="115747"/>
                  <a:pt x="351726" y="112975"/>
                  <a:pt x="347262" y="109404"/>
                </a:cubicBezTo>
                <a:cubicBezTo>
                  <a:pt x="343760" y="106602"/>
                  <a:pt x="341759" y="101897"/>
                  <a:pt x="337748" y="99891"/>
                </a:cubicBezTo>
                <a:cubicBezTo>
                  <a:pt x="328779" y="95406"/>
                  <a:pt x="309209" y="90377"/>
                  <a:pt x="309209" y="90377"/>
                </a:cubicBezTo>
                <a:cubicBezTo>
                  <a:pt x="271156" y="103062"/>
                  <a:pt x="318722" y="90377"/>
                  <a:pt x="280669" y="90377"/>
                </a:cubicBezTo>
                <a:cubicBezTo>
                  <a:pt x="272584" y="90377"/>
                  <a:pt x="264814" y="93548"/>
                  <a:pt x="256886" y="95134"/>
                </a:cubicBezTo>
                <a:cubicBezTo>
                  <a:pt x="252129" y="98305"/>
                  <a:pt x="247080" y="101076"/>
                  <a:pt x="242616" y="104647"/>
                </a:cubicBezTo>
                <a:cubicBezTo>
                  <a:pt x="239114" y="107449"/>
                  <a:pt x="236834" y="111673"/>
                  <a:pt x="233103" y="114161"/>
                </a:cubicBezTo>
                <a:cubicBezTo>
                  <a:pt x="227203" y="118094"/>
                  <a:pt x="220660" y="121040"/>
                  <a:pt x="214076" y="123674"/>
                </a:cubicBezTo>
                <a:cubicBezTo>
                  <a:pt x="204766" y="127398"/>
                  <a:pt x="185537" y="133188"/>
                  <a:pt x="185537" y="133188"/>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76" name="Google Shape;1276;p19"/>
          <p:cNvSpPr/>
          <p:nvPr/>
        </p:nvSpPr>
        <p:spPr>
          <a:xfrm>
            <a:off x="3857612" y="2601921"/>
            <a:ext cx="1350883" cy="932321"/>
          </a:xfrm>
          <a:custGeom>
            <a:avLst/>
            <a:gdLst/>
            <a:ahLst/>
            <a:cxnLst/>
            <a:rect l="l" t="t" r="r" b="b"/>
            <a:pathLst>
              <a:path w="1350883" h="932321" extrusionOk="0">
                <a:moveTo>
                  <a:pt x="794359" y="209300"/>
                </a:moveTo>
                <a:cubicBezTo>
                  <a:pt x="786431" y="210886"/>
                  <a:pt x="778419" y="212096"/>
                  <a:pt x="770576" y="214057"/>
                </a:cubicBezTo>
                <a:cubicBezTo>
                  <a:pt x="765712" y="215273"/>
                  <a:pt x="761262" y="218052"/>
                  <a:pt x="756306" y="218814"/>
                </a:cubicBezTo>
                <a:cubicBezTo>
                  <a:pt x="740557" y="221237"/>
                  <a:pt x="724595" y="221985"/>
                  <a:pt x="708740" y="223570"/>
                </a:cubicBezTo>
                <a:cubicBezTo>
                  <a:pt x="658000" y="210887"/>
                  <a:pt x="721425" y="223570"/>
                  <a:pt x="670687" y="223570"/>
                </a:cubicBezTo>
                <a:cubicBezTo>
                  <a:pt x="665673" y="223570"/>
                  <a:pt x="661238" y="220191"/>
                  <a:pt x="656417" y="218814"/>
                </a:cubicBezTo>
                <a:cubicBezTo>
                  <a:pt x="650131" y="217018"/>
                  <a:pt x="643732" y="215643"/>
                  <a:pt x="637390" y="214057"/>
                </a:cubicBezTo>
                <a:cubicBezTo>
                  <a:pt x="633671" y="212197"/>
                  <a:pt x="611096" y="199787"/>
                  <a:pt x="604094" y="199787"/>
                </a:cubicBezTo>
                <a:cubicBezTo>
                  <a:pt x="599080" y="199787"/>
                  <a:pt x="594581" y="202958"/>
                  <a:pt x="589824" y="204543"/>
                </a:cubicBezTo>
                <a:cubicBezTo>
                  <a:pt x="577651" y="186282"/>
                  <a:pt x="581222" y="187227"/>
                  <a:pt x="556528" y="176003"/>
                </a:cubicBezTo>
                <a:cubicBezTo>
                  <a:pt x="547399" y="171853"/>
                  <a:pt x="527988" y="166490"/>
                  <a:pt x="527988" y="166490"/>
                </a:cubicBezTo>
                <a:cubicBezTo>
                  <a:pt x="521646" y="161733"/>
                  <a:pt x="514568" y="157825"/>
                  <a:pt x="508962" y="152219"/>
                </a:cubicBezTo>
                <a:cubicBezTo>
                  <a:pt x="487449" y="130705"/>
                  <a:pt x="512955" y="142451"/>
                  <a:pt x="485179" y="133193"/>
                </a:cubicBezTo>
                <a:cubicBezTo>
                  <a:pt x="477106" y="108975"/>
                  <a:pt x="486909" y="125698"/>
                  <a:pt x="466152" y="114166"/>
                </a:cubicBezTo>
                <a:cubicBezTo>
                  <a:pt x="419813" y="88423"/>
                  <a:pt x="455771" y="99679"/>
                  <a:pt x="418586" y="90382"/>
                </a:cubicBezTo>
                <a:cubicBezTo>
                  <a:pt x="410096" y="84722"/>
                  <a:pt x="394942" y="73768"/>
                  <a:pt x="385290" y="71355"/>
                </a:cubicBezTo>
                <a:cubicBezTo>
                  <a:pt x="372889" y="68255"/>
                  <a:pt x="359921" y="68184"/>
                  <a:pt x="347237" y="66599"/>
                </a:cubicBezTo>
                <a:cubicBezTo>
                  <a:pt x="340895" y="65013"/>
                  <a:pt x="334748" y="61842"/>
                  <a:pt x="328210" y="61842"/>
                </a:cubicBezTo>
                <a:cubicBezTo>
                  <a:pt x="286401" y="61842"/>
                  <a:pt x="329129" y="73248"/>
                  <a:pt x="294914" y="61842"/>
                </a:cubicBezTo>
                <a:cubicBezTo>
                  <a:pt x="260032" y="63428"/>
                  <a:pt x="225186" y="66599"/>
                  <a:pt x="190268" y="66599"/>
                </a:cubicBezTo>
                <a:cubicBezTo>
                  <a:pt x="185254" y="66599"/>
                  <a:pt x="180982" y="61288"/>
                  <a:pt x="175999" y="61842"/>
                </a:cubicBezTo>
                <a:cubicBezTo>
                  <a:pt x="175994" y="61843"/>
                  <a:pt x="140326" y="73733"/>
                  <a:pt x="133189" y="76112"/>
                </a:cubicBezTo>
                <a:lnTo>
                  <a:pt x="118919" y="80869"/>
                </a:lnTo>
                <a:cubicBezTo>
                  <a:pt x="108398" y="91390"/>
                  <a:pt x="103625" y="98029"/>
                  <a:pt x="90379" y="104652"/>
                </a:cubicBezTo>
                <a:cubicBezTo>
                  <a:pt x="85895" y="106894"/>
                  <a:pt x="80594" y="107167"/>
                  <a:pt x="76110" y="109409"/>
                </a:cubicBezTo>
                <a:cubicBezTo>
                  <a:pt x="65417" y="114756"/>
                  <a:pt x="55086" y="124173"/>
                  <a:pt x="47570" y="133193"/>
                </a:cubicBezTo>
                <a:cubicBezTo>
                  <a:pt x="38507" y="144069"/>
                  <a:pt x="37031" y="148675"/>
                  <a:pt x="33300" y="161733"/>
                </a:cubicBezTo>
                <a:cubicBezTo>
                  <a:pt x="26517" y="185473"/>
                  <a:pt x="28279" y="184859"/>
                  <a:pt x="23787" y="214057"/>
                </a:cubicBezTo>
                <a:cubicBezTo>
                  <a:pt x="22321" y="223589"/>
                  <a:pt x="20616" y="233084"/>
                  <a:pt x="19030" y="242597"/>
                </a:cubicBezTo>
                <a:cubicBezTo>
                  <a:pt x="17445" y="271137"/>
                  <a:pt x="15373" y="299655"/>
                  <a:pt x="14274" y="328218"/>
                </a:cubicBezTo>
                <a:cubicBezTo>
                  <a:pt x="7526" y="503676"/>
                  <a:pt x="22817" y="436753"/>
                  <a:pt x="4760" y="508973"/>
                </a:cubicBezTo>
                <a:cubicBezTo>
                  <a:pt x="1880" y="552182"/>
                  <a:pt x="-4333" y="582214"/>
                  <a:pt x="4760" y="623135"/>
                </a:cubicBezTo>
                <a:cubicBezTo>
                  <a:pt x="8023" y="637819"/>
                  <a:pt x="8394" y="655309"/>
                  <a:pt x="19030" y="665945"/>
                </a:cubicBezTo>
                <a:lnTo>
                  <a:pt x="38057" y="684972"/>
                </a:lnTo>
                <a:cubicBezTo>
                  <a:pt x="39642" y="689729"/>
                  <a:pt x="40234" y="694943"/>
                  <a:pt x="42813" y="699242"/>
                </a:cubicBezTo>
                <a:cubicBezTo>
                  <a:pt x="49144" y="709795"/>
                  <a:pt x="77317" y="724233"/>
                  <a:pt x="80866" y="727782"/>
                </a:cubicBezTo>
                <a:cubicBezTo>
                  <a:pt x="93924" y="740842"/>
                  <a:pt x="86124" y="735878"/>
                  <a:pt x="104649" y="742053"/>
                </a:cubicBezTo>
                <a:cubicBezTo>
                  <a:pt x="107820" y="746810"/>
                  <a:pt x="110442" y="751983"/>
                  <a:pt x="114162" y="756323"/>
                </a:cubicBezTo>
                <a:lnTo>
                  <a:pt x="147459" y="789620"/>
                </a:lnTo>
                <a:lnTo>
                  <a:pt x="166485" y="808647"/>
                </a:lnTo>
                <a:cubicBezTo>
                  <a:pt x="168071" y="813404"/>
                  <a:pt x="167494" y="819586"/>
                  <a:pt x="171242" y="822917"/>
                </a:cubicBezTo>
                <a:cubicBezTo>
                  <a:pt x="182422" y="832854"/>
                  <a:pt x="196850" y="838402"/>
                  <a:pt x="209295" y="846700"/>
                </a:cubicBezTo>
                <a:cubicBezTo>
                  <a:pt x="214052" y="849871"/>
                  <a:pt x="218452" y="853657"/>
                  <a:pt x="223565" y="856214"/>
                </a:cubicBezTo>
                <a:cubicBezTo>
                  <a:pt x="228050" y="858456"/>
                  <a:pt x="233078" y="859385"/>
                  <a:pt x="237835" y="860971"/>
                </a:cubicBezTo>
                <a:cubicBezTo>
                  <a:pt x="264882" y="888020"/>
                  <a:pt x="238841" y="866231"/>
                  <a:pt x="266374" y="879998"/>
                </a:cubicBezTo>
                <a:cubicBezTo>
                  <a:pt x="283781" y="888701"/>
                  <a:pt x="276129" y="890853"/>
                  <a:pt x="294914" y="894268"/>
                </a:cubicBezTo>
                <a:cubicBezTo>
                  <a:pt x="307491" y="896555"/>
                  <a:pt x="320283" y="897439"/>
                  <a:pt x="332967" y="899024"/>
                </a:cubicBezTo>
                <a:cubicBezTo>
                  <a:pt x="364410" y="888544"/>
                  <a:pt x="340291" y="894465"/>
                  <a:pt x="399559" y="899024"/>
                </a:cubicBezTo>
                <a:cubicBezTo>
                  <a:pt x="423325" y="900852"/>
                  <a:pt x="447126" y="902195"/>
                  <a:pt x="470909" y="903781"/>
                </a:cubicBezTo>
                <a:cubicBezTo>
                  <a:pt x="506075" y="892058"/>
                  <a:pt x="481136" y="898347"/>
                  <a:pt x="551771" y="903781"/>
                </a:cubicBezTo>
                <a:lnTo>
                  <a:pt x="608851" y="908538"/>
                </a:lnTo>
                <a:cubicBezTo>
                  <a:pt x="613607" y="906952"/>
                  <a:pt x="618106" y="903781"/>
                  <a:pt x="623120" y="903781"/>
                </a:cubicBezTo>
                <a:cubicBezTo>
                  <a:pt x="694460" y="903781"/>
                  <a:pt x="637853" y="910703"/>
                  <a:pt x="703983" y="918051"/>
                </a:cubicBezTo>
                <a:cubicBezTo>
                  <a:pt x="754828" y="923701"/>
                  <a:pt x="732713" y="919992"/>
                  <a:pt x="770576" y="927565"/>
                </a:cubicBezTo>
                <a:cubicBezTo>
                  <a:pt x="796866" y="918801"/>
                  <a:pt x="772913" y="924164"/>
                  <a:pt x="808628" y="927565"/>
                </a:cubicBezTo>
                <a:cubicBezTo>
                  <a:pt x="833932" y="929975"/>
                  <a:pt x="859365" y="930736"/>
                  <a:pt x="884734" y="932321"/>
                </a:cubicBezTo>
                <a:cubicBezTo>
                  <a:pt x="890760" y="931116"/>
                  <a:pt x="914909" y="927310"/>
                  <a:pt x="922787" y="922808"/>
                </a:cubicBezTo>
                <a:cubicBezTo>
                  <a:pt x="951349" y="906487"/>
                  <a:pt x="931268" y="910113"/>
                  <a:pt x="960840" y="899024"/>
                </a:cubicBezTo>
                <a:cubicBezTo>
                  <a:pt x="973048" y="894446"/>
                  <a:pt x="982625" y="895267"/>
                  <a:pt x="994136" y="889511"/>
                </a:cubicBezTo>
                <a:cubicBezTo>
                  <a:pt x="999249" y="886954"/>
                  <a:pt x="1003151" y="882250"/>
                  <a:pt x="1008406" y="879998"/>
                </a:cubicBezTo>
                <a:cubicBezTo>
                  <a:pt x="1014284" y="877479"/>
                  <a:pt x="1046983" y="871331"/>
                  <a:pt x="1051216" y="870484"/>
                </a:cubicBezTo>
                <a:cubicBezTo>
                  <a:pt x="1055973" y="865727"/>
                  <a:pt x="1061180" y="861382"/>
                  <a:pt x="1065486" y="856214"/>
                </a:cubicBezTo>
                <a:cubicBezTo>
                  <a:pt x="1069146" y="851822"/>
                  <a:pt x="1070535" y="845515"/>
                  <a:pt x="1074999" y="841944"/>
                </a:cubicBezTo>
                <a:cubicBezTo>
                  <a:pt x="1078914" y="838812"/>
                  <a:pt x="1084784" y="839429"/>
                  <a:pt x="1089269" y="837187"/>
                </a:cubicBezTo>
                <a:cubicBezTo>
                  <a:pt x="1094382" y="834630"/>
                  <a:pt x="1098782" y="830845"/>
                  <a:pt x="1103539" y="827674"/>
                </a:cubicBezTo>
                <a:cubicBezTo>
                  <a:pt x="1105124" y="822917"/>
                  <a:pt x="1105514" y="817575"/>
                  <a:pt x="1108295" y="813403"/>
                </a:cubicBezTo>
                <a:cubicBezTo>
                  <a:pt x="1117936" y="798940"/>
                  <a:pt x="1126713" y="797059"/>
                  <a:pt x="1141592" y="789620"/>
                </a:cubicBezTo>
                <a:cubicBezTo>
                  <a:pt x="1144763" y="786449"/>
                  <a:pt x="1147660" y="782977"/>
                  <a:pt x="1151105" y="780106"/>
                </a:cubicBezTo>
                <a:cubicBezTo>
                  <a:pt x="1157195" y="775031"/>
                  <a:pt x="1164525" y="771442"/>
                  <a:pt x="1170131" y="765836"/>
                </a:cubicBezTo>
                <a:cubicBezTo>
                  <a:pt x="1191646" y="744321"/>
                  <a:pt x="1166136" y="756070"/>
                  <a:pt x="1193914" y="746809"/>
                </a:cubicBezTo>
                <a:cubicBezTo>
                  <a:pt x="1235555" y="715578"/>
                  <a:pt x="1220755" y="729480"/>
                  <a:pt x="1241481" y="708756"/>
                </a:cubicBezTo>
                <a:cubicBezTo>
                  <a:pt x="1251323" y="689071"/>
                  <a:pt x="1254629" y="684701"/>
                  <a:pt x="1260507" y="661188"/>
                </a:cubicBezTo>
                <a:cubicBezTo>
                  <a:pt x="1271406" y="617589"/>
                  <a:pt x="1262768" y="634014"/>
                  <a:pt x="1279533" y="608865"/>
                </a:cubicBezTo>
                <a:cubicBezTo>
                  <a:pt x="1281119" y="600937"/>
                  <a:pt x="1281451" y="592651"/>
                  <a:pt x="1284290" y="585081"/>
                </a:cubicBezTo>
                <a:cubicBezTo>
                  <a:pt x="1288264" y="574485"/>
                  <a:pt x="1300670" y="563944"/>
                  <a:pt x="1308073" y="556541"/>
                </a:cubicBezTo>
                <a:cubicBezTo>
                  <a:pt x="1309659" y="551784"/>
                  <a:pt x="1310588" y="546755"/>
                  <a:pt x="1312830" y="542270"/>
                </a:cubicBezTo>
                <a:cubicBezTo>
                  <a:pt x="1315387" y="537157"/>
                  <a:pt x="1320091" y="533255"/>
                  <a:pt x="1322343" y="528000"/>
                </a:cubicBezTo>
                <a:cubicBezTo>
                  <a:pt x="1324918" y="521991"/>
                  <a:pt x="1324804" y="515094"/>
                  <a:pt x="1327100" y="508973"/>
                </a:cubicBezTo>
                <a:cubicBezTo>
                  <a:pt x="1329590" y="502334"/>
                  <a:pt x="1333442" y="496289"/>
                  <a:pt x="1336613" y="489947"/>
                </a:cubicBezTo>
                <a:cubicBezTo>
                  <a:pt x="1340399" y="474801"/>
                  <a:pt x="1343711" y="462830"/>
                  <a:pt x="1346126" y="447136"/>
                </a:cubicBezTo>
                <a:cubicBezTo>
                  <a:pt x="1348070" y="434501"/>
                  <a:pt x="1349297" y="421767"/>
                  <a:pt x="1350883" y="409082"/>
                </a:cubicBezTo>
                <a:cubicBezTo>
                  <a:pt x="1349297" y="348830"/>
                  <a:pt x="1348689" y="288545"/>
                  <a:pt x="1346126" y="228327"/>
                </a:cubicBezTo>
                <a:cubicBezTo>
                  <a:pt x="1345408" y="211467"/>
                  <a:pt x="1343738" y="178369"/>
                  <a:pt x="1331856" y="161733"/>
                </a:cubicBezTo>
                <a:cubicBezTo>
                  <a:pt x="1328533" y="157081"/>
                  <a:pt x="1322343" y="155390"/>
                  <a:pt x="1317586" y="152219"/>
                </a:cubicBezTo>
                <a:cubicBezTo>
                  <a:pt x="1308847" y="125999"/>
                  <a:pt x="1318427" y="147650"/>
                  <a:pt x="1293803" y="118922"/>
                </a:cubicBezTo>
                <a:cubicBezTo>
                  <a:pt x="1290083" y="114582"/>
                  <a:pt x="1288332" y="108694"/>
                  <a:pt x="1284290" y="104652"/>
                </a:cubicBezTo>
                <a:cubicBezTo>
                  <a:pt x="1280248" y="100610"/>
                  <a:pt x="1274484" y="98710"/>
                  <a:pt x="1270020" y="95139"/>
                </a:cubicBezTo>
                <a:cubicBezTo>
                  <a:pt x="1266518" y="92337"/>
                  <a:pt x="1264156" y="88232"/>
                  <a:pt x="1260507" y="85625"/>
                </a:cubicBezTo>
                <a:cubicBezTo>
                  <a:pt x="1238353" y="69800"/>
                  <a:pt x="1240577" y="72318"/>
                  <a:pt x="1217697" y="66599"/>
                </a:cubicBezTo>
                <a:cubicBezTo>
                  <a:pt x="1214526" y="63428"/>
                  <a:pt x="1212646" y="57531"/>
                  <a:pt x="1208184" y="57085"/>
                </a:cubicBezTo>
                <a:cubicBezTo>
                  <a:pt x="1123663" y="48632"/>
                  <a:pt x="1198533" y="71310"/>
                  <a:pt x="1155861" y="57085"/>
                </a:cubicBezTo>
                <a:cubicBezTo>
                  <a:pt x="1143177" y="58671"/>
                  <a:pt x="1130418" y="59740"/>
                  <a:pt x="1117809" y="61842"/>
                </a:cubicBezTo>
                <a:cubicBezTo>
                  <a:pt x="1091127" y="66289"/>
                  <a:pt x="1107124" y="65702"/>
                  <a:pt x="1084512" y="71355"/>
                </a:cubicBezTo>
                <a:cubicBezTo>
                  <a:pt x="1076669" y="73316"/>
                  <a:pt x="1068657" y="74526"/>
                  <a:pt x="1060729" y="76112"/>
                </a:cubicBezTo>
                <a:cubicBezTo>
                  <a:pt x="1057558" y="80869"/>
                  <a:pt x="1055973" y="87211"/>
                  <a:pt x="1051216" y="90382"/>
                </a:cubicBezTo>
                <a:cubicBezTo>
                  <a:pt x="1045776" y="94008"/>
                  <a:pt x="1038310" y="92843"/>
                  <a:pt x="1032189" y="95139"/>
                </a:cubicBezTo>
                <a:cubicBezTo>
                  <a:pt x="1025550" y="97629"/>
                  <a:pt x="1019243" y="101004"/>
                  <a:pt x="1013163" y="104652"/>
                </a:cubicBezTo>
                <a:cubicBezTo>
                  <a:pt x="1003359" y="110535"/>
                  <a:pt x="984623" y="123679"/>
                  <a:pt x="984623" y="123679"/>
                </a:cubicBezTo>
                <a:cubicBezTo>
                  <a:pt x="979866" y="130021"/>
                  <a:pt x="976443" y="137631"/>
                  <a:pt x="970353" y="142706"/>
                </a:cubicBezTo>
                <a:cubicBezTo>
                  <a:pt x="966501" y="145916"/>
                  <a:pt x="960042" y="144385"/>
                  <a:pt x="956084" y="147463"/>
                </a:cubicBezTo>
                <a:cubicBezTo>
                  <a:pt x="907958" y="184896"/>
                  <a:pt x="946285" y="169755"/>
                  <a:pt x="913274" y="180760"/>
                </a:cubicBezTo>
                <a:cubicBezTo>
                  <a:pt x="906714" y="190601"/>
                  <a:pt x="896467" y="210014"/>
                  <a:pt x="884734" y="218814"/>
                </a:cubicBezTo>
                <a:cubicBezTo>
                  <a:pt x="875587" y="225674"/>
                  <a:pt x="867599" y="237025"/>
                  <a:pt x="856195" y="237840"/>
                </a:cubicBezTo>
                <a:lnTo>
                  <a:pt x="789602" y="242597"/>
                </a:lnTo>
                <a:cubicBezTo>
                  <a:pt x="750682" y="223137"/>
                  <a:pt x="790406" y="237840"/>
                  <a:pt x="751549" y="237840"/>
                </a:cubicBezTo>
                <a:cubicBezTo>
                  <a:pt x="746535" y="237840"/>
                  <a:pt x="742174" y="234172"/>
                  <a:pt x="737279" y="233084"/>
                </a:cubicBezTo>
                <a:cubicBezTo>
                  <a:pt x="727864" y="230992"/>
                  <a:pt x="718253" y="229913"/>
                  <a:pt x="708740" y="228327"/>
                </a:cubicBezTo>
                <a:cubicBezTo>
                  <a:pt x="699227" y="229913"/>
                  <a:pt x="689786" y="234149"/>
                  <a:pt x="680200" y="233084"/>
                </a:cubicBezTo>
                <a:cubicBezTo>
                  <a:pt x="674518" y="232453"/>
                  <a:pt x="671623" y="224088"/>
                  <a:pt x="665930" y="223570"/>
                </a:cubicBezTo>
                <a:cubicBezTo>
                  <a:pt x="653199" y="222413"/>
                  <a:pt x="640561" y="226741"/>
                  <a:pt x="627877" y="228327"/>
                </a:cubicBezTo>
                <a:cubicBezTo>
                  <a:pt x="592046" y="204441"/>
                  <a:pt x="637588" y="232490"/>
                  <a:pt x="594581" y="214057"/>
                </a:cubicBezTo>
                <a:cubicBezTo>
                  <a:pt x="589326" y="211805"/>
                  <a:pt x="585068" y="207714"/>
                  <a:pt x="580311" y="204543"/>
                </a:cubicBezTo>
                <a:cubicBezTo>
                  <a:pt x="577140" y="199786"/>
                  <a:pt x="575190" y="193933"/>
                  <a:pt x="570798" y="190273"/>
                </a:cubicBezTo>
                <a:cubicBezTo>
                  <a:pt x="565351" y="185734"/>
                  <a:pt x="557928" y="184278"/>
                  <a:pt x="551771" y="180760"/>
                </a:cubicBezTo>
                <a:cubicBezTo>
                  <a:pt x="546807" y="177924"/>
                  <a:pt x="542258" y="174417"/>
                  <a:pt x="537501" y="171246"/>
                </a:cubicBezTo>
                <a:cubicBezTo>
                  <a:pt x="527407" y="140958"/>
                  <a:pt x="541875" y="170990"/>
                  <a:pt x="513718" y="152219"/>
                </a:cubicBezTo>
                <a:cubicBezTo>
                  <a:pt x="508961" y="149048"/>
                  <a:pt x="508247" y="141991"/>
                  <a:pt x="504205" y="137949"/>
                </a:cubicBezTo>
                <a:cubicBezTo>
                  <a:pt x="494985" y="128729"/>
                  <a:pt x="487270" y="127548"/>
                  <a:pt x="475665" y="123679"/>
                </a:cubicBezTo>
                <a:cubicBezTo>
                  <a:pt x="466152" y="114166"/>
                  <a:pt x="458320" y="102602"/>
                  <a:pt x="447126" y="95139"/>
                </a:cubicBezTo>
                <a:cubicBezTo>
                  <a:pt x="442369" y="91968"/>
                  <a:pt x="437129" y="89423"/>
                  <a:pt x="432856" y="85625"/>
                </a:cubicBezTo>
                <a:cubicBezTo>
                  <a:pt x="422801" y="76687"/>
                  <a:pt x="415079" y="65158"/>
                  <a:pt x="404316" y="57085"/>
                </a:cubicBezTo>
                <a:cubicBezTo>
                  <a:pt x="397974" y="52328"/>
                  <a:pt x="391380" y="47890"/>
                  <a:pt x="385290" y="42815"/>
                </a:cubicBezTo>
                <a:cubicBezTo>
                  <a:pt x="381845" y="39944"/>
                  <a:pt x="378578" y="36803"/>
                  <a:pt x="375776" y="33301"/>
                </a:cubicBezTo>
                <a:cubicBezTo>
                  <a:pt x="372205" y="28837"/>
                  <a:pt x="370655" y="22691"/>
                  <a:pt x="366263" y="19031"/>
                </a:cubicBezTo>
                <a:cubicBezTo>
                  <a:pt x="360816" y="14492"/>
                  <a:pt x="353820" y="12151"/>
                  <a:pt x="347237" y="9518"/>
                </a:cubicBezTo>
                <a:cubicBezTo>
                  <a:pt x="322199" y="-497"/>
                  <a:pt x="327933" y="4"/>
                  <a:pt x="313940" y="4"/>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77" name="Google Shape;1277;p19"/>
          <p:cNvSpPr/>
          <p:nvPr/>
        </p:nvSpPr>
        <p:spPr>
          <a:xfrm>
            <a:off x="4276198" y="2249928"/>
            <a:ext cx="166561" cy="285403"/>
          </a:xfrm>
          <a:custGeom>
            <a:avLst/>
            <a:gdLst/>
            <a:ahLst/>
            <a:cxnLst/>
            <a:rect l="l" t="t" r="r" b="b"/>
            <a:pathLst>
              <a:path w="166561" h="285403" extrusionOk="0">
                <a:moveTo>
                  <a:pt x="52323" y="33297"/>
                </a:moveTo>
                <a:cubicBezTo>
                  <a:pt x="44395" y="30126"/>
                  <a:pt x="37012" y="24843"/>
                  <a:pt x="28540" y="23784"/>
                </a:cubicBezTo>
                <a:cubicBezTo>
                  <a:pt x="23565" y="23162"/>
                  <a:pt x="19284" y="28541"/>
                  <a:pt x="14270" y="28541"/>
                </a:cubicBezTo>
                <a:cubicBezTo>
                  <a:pt x="9256" y="28541"/>
                  <a:pt x="4757" y="25370"/>
                  <a:pt x="0" y="23784"/>
                </a:cubicBezTo>
                <a:cubicBezTo>
                  <a:pt x="1586" y="39640"/>
                  <a:pt x="1174" y="55824"/>
                  <a:pt x="4757" y="71351"/>
                </a:cubicBezTo>
                <a:cubicBezTo>
                  <a:pt x="6042" y="76921"/>
                  <a:pt x="12018" y="80366"/>
                  <a:pt x="14270" y="85621"/>
                </a:cubicBezTo>
                <a:cubicBezTo>
                  <a:pt x="16845" y="91630"/>
                  <a:pt x="17230" y="98362"/>
                  <a:pt x="19026" y="104648"/>
                </a:cubicBezTo>
                <a:cubicBezTo>
                  <a:pt x="20403" y="109469"/>
                  <a:pt x="21808" y="114309"/>
                  <a:pt x="23783" y="118918"/>
                </a:cubicBezTo>
                <a:cubicBezTo>
                  <a:pt x="35593" y="146475"/>
                  <a:pt x="34147" y="131839"/>
                  <a:pt x="42809" y="166485"/>
                </a:cubicBezTo>
                <a:cubicBezTo>
                  <a:pt x="44395" y="172827"/>
                  <a:pt x="46284" y="179101"/>
                  <a:pt x="47566" y="185512"/>
                </a:cubicBezTo>
                <a:cubicBezTo>
                  <a:pt x="52707" y="211216"/>
                  <a:pt x="50452" y="210989"/>
                  <a:pt x="57079" y="233079"/>
                </a:cubicBezTo>
                <a:cubicBezTo>
                  <a:pt x="58463" y="237691"/>
                  <a:pt x="66696" y="270009"/>
                  <a:pt x="76106" y="275890"/>
                </a:cubicBezTo>
                <a:cubicBezTo>
                  <a:pt x="84609" y="281205"/>
                  <a:pt x="104645" y="285403"/>
                  <a:pt x="104645" y="285403"/>
                </a:cubicBezTo>
                <a:cubicBezTo>
                  <a:pt x="109402" y="283818"/>
                  <a:pt x="114430" y="282889"/>
                  <a:pt x="118915" y="280647"/>
                </a:cubicBezTo>
                <a:cubicBezTo>
                  <a:pt x="155806" y="262201"/>
                  <a:pt x="111580" y="278335"/>
                  <a:pt x="147455" y="266376"/>
                </a:cubicBezTo>
                <a:cubicBezTo>
                  <a:pt x="153797" y="256863"/>
                  <a:pt x="167743" y="249200"/>
                  <a:pt x="166481" y="237836"/>
                </a:cubicBezTo>
                <a:cubicBezTo>
                  <a:pt x="164896" y="223566"/>
                  <a:pt x="163908" y="209217"/>
                  <a:pt x="161725" y="195026"/>
                </a:cubicBezTo>
                <a:cubicBezTo>
                  <a:pt x="159672" y="181679"/>
                  <a:pt x="151157" y="158566"/>
                  <a:pt x="147455" y="147459"/>
                </a:cubicBezTo>
                <a:cubicBezTo>
                  <a:pt x="145869" y="142702"/>
                  <a:pt x="146870" y="135970"/>
                  <a:pt x="142698" y="133188"/>
                </a:cubicBezTo>
                <a:lnTo>
                  <a:pt x="128429" y="123675"/>
                </a:lnTo>
                <a:cubicBezTo>
                  <a:pt x="126843" y="118918"/>
                  <a:pt x="126107" y="113788"/>
                  <a:pt x="123672" y="109405"/>
                </a:cubicBezTo>
                <a:cubicBezTo>
                  <a:pt x="118119" y="99410"/>
                  <a:pt x="104645" y="80864"/>
                  <a:pt x="104645" y="80864"/>
                </a:cubicBezTo>
                <a:cubicBezTo>
                  <a:pt x="100042" y="67052"/>
                  <a:pt x="100435" y="64060"/>
                  <a:pt x="90376" y="52324"/>
                </a:cubicBezTo>
                <a:cubicBezTo>
                  <a:pt x="84539" y="45514"/>
                  <a:pt x="71349" y="33297"/>
                  <a:pt x="71349" y="33297"/>
                </a:cubicBezTo>
                <a:cubicBezTo>
                  <a:pt x="69764" y="28540"/>
                  <a:pt x="69507" y="23107"/>
                  <a:pt x="66593" y="19027"/>
                </a:cubicBezTo>
                <a:cubicBezTo>
                  <a:pt x="61380" y="11728"/>
                  <a:pt x="47566" y="0"/>
                  <a:pt x="47566" y="0"/>
                </a:cubicBezTo>
                <a:cubicBezTo>
                  <a:pt x="42809" y="1586"/>
                  <a:pt x="36841" y="1211"/>
                  <a:pt x="33296" y="4757"/>
                </a:cubicBezTo>
                <a:cubicBezTo>
                  <a:pt x="29751" y="8302"/>
                  <a:pt x="28540" y="14013"/>
                  <a:pt x="28540" y="19027"/>
                </a:cubicBezTo>
                <a:cubicBezTo>
                  <a:pt x="28540" y="61867"/>
                  <a:pt x="30538" y="104708"/>
                  <a:pt x="33296" y="147459"/>
                </a:cubicBezTo>
                <a:cubicBezTo>
                  <a:pt x="33771" y="154817"/>
                  <a:pt x="46286" y="193107"/>
                  <a:pt x="47566" y="195026"/>
                </a:cubicBezTo>
                <a:cubicBezTo>
                  <a:pt x="50737" y="199783"/>
                  <a:pt x="54757" y="204072"/>
                  <a:pt x="57079" y="209296"/>
                </a:cubicBezTo>
                <a:cubicBezTo>
                  <a:pt x="61152" y="218460"/>
                  <a:pt x="59503" y="230745"/>
                  <a:pt x="66593" y="237836"/>
                </a:cubicBezTo>
                <a:cubicBezTo>
                  <a:pt x="75441" y="246685"/>
                  <a:pt x="79619" y="249619"/>
                  <a:pt x="85619" y="261620"/>
                </a:cubicBezTo>
                <a:cubicBezTo>
                  <a:pt x="87861" y="266105"/>
                  <a:pt x="88790" y="271133"/>
                  <a:pt x="90376" y="275890"/>
                </a:cubicBezTo>
                <a:cubicBezTo>
                  <a:pt x="128425" y="263205"/>
                  <a:pt x="80864" y="275890"/>
                  <a:pt x="118915" y="275890"/>
                </a:cubicBezTo>
                <a:cubicBezTo>
                  <a:pt x="123929" y="275890"/>
                  <a:pt x="128428" y="272719"/>
                  <a:pt x="133185" y="271133"/>
                </a:cubicBezTo>
                <a:cubicBezTo>
                  <a:pt x="137942" y="272719"/>
                  <a:pt x="142970" y="278132"/>
                  <a:pt x="147455" y="275890"/>
                </a:cubicBezTo>
                <a:cubicBezTo>
                  <a:pt x="151940" y="273648"/>
                  <a:pt x="150996" y="266484"/>
                  <a:pt x="152212" y="261620"/>
                </a:cubicBezTo>
                <a:cubicBezTo>
                  <a:pt x="154173" y="253776"/>
                  <a:pt x="156968" y="237836"/>
                  <a:pt x="156968" y="237836"/>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78" name="Google Shape;1278;p19"/>
          <p:cNvSpPr/>
          <p:nvPr/>
        </p:nvSpPr>
        <p:spPr>
          <a:xfrm>
            <a:off x="4328521" y="2130970"/>
            <a:ext cx="156968" cy="262036"/>
          </a:xfrm>
          <a:custGeom>
            <a:avLst/>
            <a:gdLst/>
            <a:ahLst/>
            <a:cxnLst/>
            <a:rect l="l" t="t" r="r" b="b"/>
            <a:pathLst>
              <a:path w="156968" h="262036" extrusionOk="0">
                <a:moveTo>
                  <a:pt x="57079" y="76148"/>
                </a:moveTo>
                <a:cubicBezTo>
                  <a:pt x="65007" y="74562"/>
                  <a:pt x="72777" y="71391"/>
                  <a:pt x="80862" y="71391"/>
                </a:cubicBezTo>
                <a:cubicBezTo>
                  <a:pt x="147673" y="71391"/>
                  <a:pt x="95124" y="82096"/>
                  <a:pt x="137942" y="71391"/>
                </a:cubicBezTo>
                <a:cubicBezTo>
                  <a:pt x="141113" y="76148"/>
                  <a:pt x="144899" y="80548"/>
                  <a:pt x="147455" y="85661"/>
                </a:cubicBezTo>
                <a:cubicBezTo>
                  <a:pt x="149697" y="90146"/>
                  <a:pt x="151757" y="94938"/>
                  <a:pt x="152211" y="99931"/>
                </a:cubicBezTo>
                <a:cubicBezTo>
                  <a:pt x="154942" y="129975"/>
                  <a:pt x="155382" y="160183"/>
                  <a:pt x="156968" y="190309"/>
                </a:cubicBezTo>
                <a:cubicBezTo>
                  <a:pt x="155382" y="209336"/>
                  <a:pt x="157826" y="229141"/>
                  <a:pt x="152211" y="247390"/>
                </a:cubicBezTo>
                <a:cubicBezTo>
                  <a:pt x="150737" y="252182"/>
                  <a:pt x="142597" y="254008"/>
                  <a:pt x="137942" y="252146"/>
                </a:cubicBezTo>
                <a:cubicBezTo>
                  <a:pt x="132634" y="250023"/>
                  <a:pt x="132088" y="242268"/>
                  <a:pt x="128428" y="237876"/>
                </a:cubicBezTo>
                <a:cubicBezTo>
                  <a:pt x="124121" y="232708"/>
                  <a:pt x="118464" y="228774"/>
                  <a:pt x="114158" y="223606"/>
                </a:cubicBezTo>
                <a:cubicBezTo>
                  <a:pt x="110498" y="219214"/>
                  <a:pt x="109493" y="212366"/>
                  <a:pt x="104645" y="209336"/>
                </a:cubicBezTo>
                <a:cubicBezTo>
                  <a:pt x="96142" y="204021"/>
                  <a:pt x="76106" y="199822"/>
                  <a:pt x="76106" y="199822"/>
                </a:cubicBezTo>
                <a:cubicBezTo>
                  <a:pt x="72935" y="196651"/>
                  <a:pt x="69394" y="193811"/>
                  <a:pt x="66592" y="190309"/>
                </a:cubicBezTo>
                <a:cubicBezTo>
                  <a:pt x="60610" y="182832"/>
                  <a:pt x="56399" y="171825"/>
                  <a:pt x="47566" y="166525"/>
                </a:cubicBezTo>
                <a:cubicBezTo>
                  <a:pt x="43267" y="163945"/>
                  <a:pt x="38053" y="163354"/>
                  <a:pt x="33296" y="161769"/>
                </a:cubicBezTo>
                <a:cubicBezTo>
                  <a:pt x="30125" y="157012"/>
                  <a:pt x="26105" y="152723"/>
                  <a:pt x="23783" y="147499"/>
                </a:cubicBezTo>
                <a:cubicBezTo>
                  <a:pt x="6294" y="108146"/>
                  <a:pt x="24294" y="128981"/>
                  <a:pt x="4756" y="109445"/>
                </a:cubicBezTo>
                <a:cubicBezTo>
                  <a:pt x="3171" y="104688"/>
                  <a:pt x="0" y="100189"/>
                  <a:pt x="0" y="95175"/>
                </a:cubicBezTo>
                <a:cubicBezTo>
                  <a:pt x="0" y="76082"/>
                  <a:pt x="126" y="56617"/>
                  <a:pt x="4756" y="38094"/>
                </a:cubicBezTo>
                <a:cubicBezTo>
                  <a:pt x="6679" y="30403"/>
                  <a:pt x="13420" y="24673"/>
                  <a:pt x="19026" y="19067"/>
                </a:cubicBezTo>
                <a:cubicBezTo>
                  <a:pt x="31617" y="6476"/>
                  <a:pt x="39578" y="8686"/>
                  <a:pt x="57079" y="4797"/>
                </a:cubicBezTo>
                <a:cubicBezTo>
                  <a:pt x="63461" y="3379"/>
                  <a:pt x="69764" y="1626"/>
                  <a:pt x="76106" y="40"/>
                </a:cubicBezTo>
                <a:cubicBezTo>
                  <a:pt x="82448" y="1626"/>
                  <a:pt x="88595" y="4797"/>
                  <a:pt x="95132" y="4797"/>
                </a:cubicBezTo>
                <a:cubicBezTo>
                  <a:pt x="100146" y="4797"/>
                  <a:pt x="104419" y="-514"/>
                  <a:pt x="109402" y="40"/>
                </a:cubicBezTo>
                <a:cubicBezTo>
                  <a:pt x="119369" y="1147"/>
                  <a:pt x="137942" y="9554"/>
                  <a:pt x="137942" y="9554"/>
                </a:cubicBezTo>
                <a:cubicBezTo>
                  <a:pt x="139527" y="31752"/>
                  <a:pt x="139227" y="54166"/>
                  <a:pt x="142698" y="76148"/>
                </a:cubicBezTo>
                <a:cubicBezTo>
                  <a:pt x="144030" y="84582"/>
                  <a:pt x="151967" y="91396"/>
                  <a:pt x="152211" y="99931"/>
                </a:cubicBezTo>
                <a:cubicBezTo>
                  <a:pt x="153570" y="147505"/>
                  <a:pt x="153358" y="195407"/>
                  <a:pt x="147455" y="242633"/>
                </a:cubicBezTo>
                <a:cubicBezTo>
                  <a:pt x="146746" y="248306"/>
                  <a:pt x="137649" y="248575"/>
                  <a:pt x="133185" y="252146"/>
                </a:cubicBezTo>
                <a:cubicBezTo>
                  <a:pt x="122551" y="260654"/>
                  <a:pt x="123672" y="266897"/>
                  <a:pt x="123672" y="256903"/>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79" name="Google Shape;1279;p19"/>
          <p:cNvSpPr/>
          <p:nvPr/>
        </p:nvSpPr>
        <p:spPr>
          <a:xfrm>
            <a:off x="4138123" y="1855081"/>
            <a:ext cx="233336" cy="119346"/>
          </a:xfrm>
          <a:custGeom>
            <a:avLst/>
            <a:gdLst/>
            <a:ahLst/>
            <a:cxnLst/>
            <a:rect l="l" t="t" r="r" b="b"/>
            <a:pathLst>
              <a:path w="233336" h="119346" extrusionOk="0">
                <a:moveTo>
                  <a:pt x="233207" y="76147"/>
                </a:moveTo>
                <a:cubicBezTo>
                  <a:pt x="231622" y="69012"/>
                  <a:pt x="216947" y="67251"/>
                  <a:pt x="209424" y="61877"/>
                </a:cubicBezTo>
                <a:cubicBezTo>
                  <a:pt x="205775" y="59270"/>
                  <a:pt x="203499" y="55054"/>
                  <a:pt x="199911" y="52363"/>
                </a:cubicBezTo>
                <a:cubicBezTo>
                  <a:pt x="190764" y="45503"/>
                  <a:pt x="179455" y="41422"/>
                  <a:pt x="171371" y="33337"/>
                </a:cubicBezTo>
                <a:cubicBezTo>
                  <a:pt x="168200" y="30166"/>
                  <a:pt x="165869" y="25829"/>
                  <a:pt x="161858" y="23823"/>
                </a:cubicBezTo>
                <a:cubicBezTo>
                  <a:pt x="156011" y="20899"/>
                  <a:pt x="149118" y="20862"/>
                  <a:pt x="142832" y="19066"/>
                </a:cubicBezTo>
                <a:cubicBezTo>
                  <a:pt x="138011" y="17689"/>
                  <a:pt x="133426" y="15526"/>
                  <a:pt x="128562" y="14310"/>
                </a:cubicBezTo>
                <a:cubicBezTo>
                  <a:pt x="120719" y="12349"/>
                  <a:pt x="112622" y="11514"/>
                  <a:pt x="104779" y="9553"/>
                </a:cubicBezTo>
                <a:cubicBezTo>
                  <a:pt x="99915" y="8337"/>
                  <a:pt x="95330" y="6173"/>
                  <a:pt x="90509" y="4796"/>
                </a:cubicBezTo>
                <a:cubicBezTo>
                  <a:pt x="84223" y="3000"/>
                  <a:pt x="77824" y="1625"/>
                  <a:pt x="71482" y="40"/>
                </a:cubicBezTo>
                <a:cubicBezTo>
                  <a:pt x="65140" y="1625"/>
                  <a:pt x="58993" y="4796"/>
                  <a:pt x="52456" y="4796"/>
                </a:cubicBezTo>
                <a:cubicBezTo>
                  <a:pt x="47442" y="4796"/>
                  <a:pt x="43169" y="-514"/>
                  <a:pt x="38186" y="40"/>
                </a:cubicBezTo>
                <a:cubicBezTo>
                  <a:pt x="28219" y="1147"/>
                  <a:pt x="19159" y="6382"/>
                  <a:pt x="9646" y="9553"/>
                </a:cubicBezTo>
                <a:cubicBezTo>
                  <a:pt x="6475" y="14310"/>
                  <a:pt x="1073" y="18184"/>
                  <a:pt x="133" y="23823"/>
                </a:cubicBezTo>
                <a:cubicBezTo>
                  <a:pt x="-1227" y="31985"/>
                  <a:pt x="8085" y="43816"/>
                  <a:pt x="14403" y="47607"/>
                </a:cubicBezTo>
                <a:cubicBezTo>
                  <a:pt x="18702" y="50187"/>
                  <a:pt x="23916" y="50778"/>
                  <a:pt x="28673" y="52363"/>
                </a:cubicBezTo>
                <a:cubicBezTo>
                  <a:pt x="51642" y="75335"/>
                  <a:pt x="22454" y="47388"/>
                  <a:pt x="52456" y="71390"/>
                </a:cubicBezTo>
                <a:cubicBezTo>
                  <a:pt x="55958" y="74192"/>
                  <a:pt x="58123" y="78597"/>
                  <a:pt x="61969" y="80904"/>
                </a:cubicBezTo>
                <a:cubicBezTo>
                  <a:pt x="66268" y="83484"/>
                  <a:pt x="71482" y="84075"/>
                  <a:pt x="76239" y="85660"/>
                </a:cubicBezTo>
                <a:cubicBezTo>
                  <a:pt x="93031" y="102454"/>
                  <a:pt x="78537" y="91477"/>
                  <a:pt x="109535" y="99931"/>
                </a:cubicBezTo>
                <a:cubicBezTo>
                  <a:pt x="119210" y="102570"/>
                  <a:pt x="128562" y="106273"/>
                  <a:pt x="138075" y="109444"/>
                </a:cubicBezTo>
                <a:cubicBezTo>
                  <a:pt x="142832" y="111030"/>
                  <a:pt x="147481" y="112985"/>
                  <a:pt x="152345" y="114201"/>
                </a:cubicBezTo>
                <a:lnTo>
                  <a:pt x="171371" y="118957"/>
                </a:lnTo>
                <a:cubicBezTo>
                  <a:pt x="177713" y="117372"/>
                  <a:pt x="183861" y="114201"/>
                  <a:pt x="190398" y="114201"/>
                </a:cubicBezTo>
                <a:cubicBezTo>
                  <a:pt x="196935" y="114201"/>
                  <a:pt x="203222" y="121024"/>
                  <a:pt x="209424" y="118957"/>
                </a:cubicBezTo>
                <a:cubicBezTo>
                  <a:pt x="214847" y="117149"/>
                  <a:pt x="218129" y="110346"/>
                  <a:pt x="218937" y="104687"/>
                </a:cubicBezTo>
                <a:cubicBezTo>
                  <a:pt x="221403" y="87421"/>
                  <a:pt x="234792" y="83282"/>
                  <a:pt x="233207" y="76147"/>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80" name="Google Shape;1280;p19"/>
          <p:cNvSpPr/>
          <p:nvPr/>
        </p:nvSpPr>
        <p:spPr>
          <a:xfrm>
            <a:off x="2169017" y="1074483"/>
            <a:ext cx="865704" cy="761611"/>
          </a:xfrm>
          <a:custGeom>
            <a:avLst/>
            <a:gdLst/>
            <a:ahLst/>
            <a:cxnLst/>
            <a:rect l="l" t="t" r="r" b="b"/>
            <a:pathLst>
              <a:path w="865704" h="761611" extrusionOk="0">
                <a:moveTo>
                  <a:pt x="661170" y="90913"/>
                </a:moveTo>
                <a:cubicBezTo>
                  <a:pt x="653242" y="87742"/>
                  <a:pt x="645873" y="82343"/>
                  <a:pt x="637387" y="81400"/>
                </a:cubicBezTo>
                <a:cubicBezTo>
                  <a:pt x="630889" y="80678"/>
                  <a:pt x="624646" y="87953"/>
                  <a:pt x="618360" y="86157"/>
                </a:cubicBezTo>
                <a:cubicBezTo>
                  <a:pt x="611892" y="84309"/>
                  <a:pt x="609687" y="75618"/>
                  <a:pt x="604090" y="71886"/>
                </a:cubicBezTo>
                <a:cubicBezTo>
                  <a:pt x="599918" y="69105"/>
                  <a:pt x="594577" y="68715"/>
                  <a:pt x="589820" y="67130"/>
                </a:cubicBezTo>
                <a:cubicBezTo>
                  <a:pt x="566157" y="51353"/>
                  <a:pt x="569674" y="51081"/>
                  <a:pt x="527984" y="48103"/>
                </a:cubicBezTo>
                <a:cubicBezTo>
                  <a:pt x="521463" y="47637"/>
                  <a:pt x="515300" y="51274"/>
                  <a:pt x="508958" y="52859"/>
                </a:cubicBezTo>
                <a:cubicBezTo>
                  <a:pt x="504201" y="49688"/>
                  <a:pt x="499801" y="45903"/>
                  <a:pt x="494688" y="43346"/>
                </a:cubicBezTo>
                <a:cubicBezTo>
                  <a:pt x="487861" y="39932"/>
                  <a:pt x="467493" y="35358"/>
                  <a:pt x="461392" y="33833"/>
                </a:cubicBezTo>
                <a:cubicBezTo>
                  <a:pt x="456635" y="35418"/>
                  <a:pt x="452105" y="39143"/>
                  <a:pt x="447122" y="38589"/>
                </a:cubicBezTo>
                <a:cubicBezTo>
                  <a:pt x="437155" y="37482"/>
                  <a:pt x="418582" y="29076"/>
                  <a:pt x="418582" y="29076"/>
                </a:cubicBezTo>
                <a:cubicBezTo>
                  <a:pt x="401141" y="30662"/>
                  <a:pt x="383727" y="35081"/>
                  <a:pt x="366259" y="33833"/>
                </a:cubicBezTo>
                <a:cubicBezTo>
                  <a:pt x="360557" y="33426"/>
                  <a:pt x="357687" y="24794"/>
                  <a:pt x="351990" y="24319"/>
                </a:cubicBezTo>
                <a:cubicBezTo>
                  <a:pt x="337682" y="23127"/>
                  <a:pt x="323450" y="27490"/>
                  <a:pt x="309180" y="29076"/>
                </a:cubicBezTo>
                <a:cubicBezTo>
                  <a:pt x="280695" y="19580"/>
                  <a:pt x="297033" y="22864"/>
                  <a:pt x="247344" y="29076"/>
                </a:cubicBezTo>
                <a:cubicBezTo>
                  <a:pt x="232659" y="30912"/>
                  <a:pt x="214399" y="34203"/>
                  <a:pt x="199778" y="38589"/>
                </a:cubicBezTo>
                <a:cubicBezTo>
                  <a:pt x="190173" y="41471"/>
                  <a:pt x="180751" y="44932"/>
                  <a:pt x="171238" y="48103"/>
                </a:cubicBezTo>
                <a:lnTo>
                  <a:pt x="156968" y="52859"/>
                </a:lnTo>
                <a:cubicBezTo>
                  <a:pt x="135557" y="74272"/>
                  <a:pt x="162352" y="49013"/>
                  <a:pt x="123672" y="76643"/>
                </a:cubicBezTo>
                <a:cubicBezTo>
                  <a:pt x="120023" y="79250"/>
                  <a:pt x="117661" y="83355"/>
                  <a:pt x="114159" y="86157"/>
                </a:cubicBezTo>
                <a:cubicBezTo>
                  <a:pt x="109695" y="89728"/>
                  <a:pt x="104646" y="92499"/>
                  <a:pt x="99889" y="95670"/>
                </a:cubicBezTo>
                <a:cubicBezTo>
                  <a:pt x="95132" y="102012"/>
                  <a:pt x="89164" y="107606"/>
                  <a:pt x="85619" y="114697"/>
                </a:cubicBezTo>
                <a:cubicBezTo>
                  <a:pt x="81134" y="123666"/>
                  <a:pt x="81668" y="134893"/>
                  <a:pt x="76106" y="143237"/>
                </a:cubicBezTo>
                <a:cubicBezTo>
                  <a:pt x="72935" y="147994"/>
                  <a:pt x="69150" y="152394"/>
                  <a:pt x="66593" y="157507"/>
                </a:cubicBezTo>
                <a:cubicBezTo>
                  <a:pt x="64351" y="161992"/>
                  <a:pt x="64968" y="167862"/>
                  <a:pt x="61836" y="171777"/>
                </a:cubicBezTo>
                <a:cubicBezTo>
                  <a:pt x="58265" y="176241"/>
                  <a:pt x="52323" y="178120"/>
                  <a:pt x="47566" y="181291"/>
                </a:cubicBezTo>
                <a:cubicBezTo>
                  <a:pt x="45981" y="186048"/>
                  <a:pt x="44187" y="190740"/>
                  <a:pt x="42810" y="195561"/>
                </a:cubicBezTo>
                <a:cubicBezTo>
                  <a:pt x="41014" y="201847"/>
                  <a:pt x="41297" y="208912"/>
                  <a:pt x="38053" y="214588"/>
                </a:cubicBezTo>
                <a:cubicBezTo>
                  <a:pt x="34715" y="220429"/>
                  <a:pt x="28540" y="224101"/>
                  <a:pt x="23783" y="228858"/>
                </a:cubicBezTo>
                <a:cubicBezTo>
                  <a:pt x="22197" y="233615"/>
                  <a:pt x="21606" y="238828"/>
                  <a:pt x="19026" y="243128"/>
                </a:cubicBezTo>
                <a:cubicBezTo>
                  <a:pt x="16719" y="246974"/>
                  <a:pt x="12314" y="249140"/>
                  <a:pt x="9513" y="252642"/>
                </a:cubicBezTo>
                <a:cubicBezTo>
                  <a:pt x="5942" y="257106"/>
                  <a:pt x="3171" y="262155"/>
                  <a:pt x="0" y="266912"/>
                </a:cubicBezTo>
                <a:cubicBezTo>
                  <a:pt x="971" y="288275"/>
                  <a:pt x="184" y="362781"/>
                  <a:pt x="9513" y="400100"/>
                </a:cubicBezTo>
                <a:cubicBezTo>
                  <a:pt x="20030" y="442172"/>
                  <a:pt x="15417" y="414859"/>
                  <a:pt x="28540" y="447667"/>
                </a:cubicBezTo>
                <a:cubicBezTo>
                  <a:pt x="42949" y="483690"/>
                  <a:pt x="27949" y="469470"/>
                  <a:pt x="52323" y="485721"/>
                </a:cubicBezTo>
                <a:cubicBezTo>
                  <a:pt x="79586" y="526616"/>
                  <a:pt x="43284" y="478490"/>
                  <a:pt x="76106" y="504748"/>
                </a:cubicBezTo>
                <a:cubicBezTo>
                  <a:pt x="92143" y="517578"/>
                  <a:pt x="80528" y="518517"/>
                  <a:pt x="90376" y="533288"/>
                </a:cubicBezTo>
                <a:cubicBezTo>
                  <a:pt x="97700" y="544274"/>
                  <a:pt x="108387" y="550052"/>
                  <a:pt x="118915" y="557072"/>
                </a:cubicBezTo>
                <a:cubicBezTo>
                  <a:pt x="141673" y="591209"/>
                  <a:pt x="129857" y="577527"/>
                  <a:pt x="152212" y="599882"/>
                </a:cubicBezTo>
                <a:cubicBezTo>
                  <a:pt x="161767" y="628552"/>
                  <a:pt x="148867" y="601059"/>
                  <a:pt x="175995" y="623666"/>
                </a:cubicBezTo>
                <a:cubicBezTo>
                  <a:pt x="204682" y="647573"/>
                  <a:pt x="165707" y="631335"/>
                  <a:pt x="199778" y="642693"/>
                </a:cubicBezTo>
                <a:cubicBezTo>
                  <a:pt x="207706" y="650621"/>
                  <a:pt x="214102" y="660457"/>
                  <a:pt x="223561" y="666476"/>
                </a:cubicBezTo>
                <a:cubicBezTo>
                  <a:pt x="232021" y="671860"/>
                  <a:pt x="242588" y="672819"/>
                  <a:pt x="252101" y="675990"/>
                </a:cubicBezTo>
                <a:lnTo>
                  <a:pt x="266370" y="680746"/>
                </a:lnTo>
                <a:cubicBezTo>
                  <a:pt x="269541" y="683917"/>
                  <a:pt x="272038" y="687952"/>
                  <a:pt x="275884" y="690260"/>
                </a:cubicBezTo>
                <a:cubicBezTo>
                  <a:pt x="311058" y="711365"/>
                  <a:pt x="268332" y="675658"/>
                  <a:pt x="304423" y="704530"/>
                </a:cubicBezTo>
                <a:cubicBezTo>
                  <a:pt x="307925" y="707332"/>
                  <a:pt x="311135" y="710541"/>
                  <a:pt x="313937" y="714043"/>
                </a:cubicBezTo>
                <a:cubicBezTo>
                  <a:pt x="317508" y="718507"/>
                  <a:pt x="319058" y="724654"/>
                  <a:pt x="323450" y="728314"/>
                </a:cubicBezTo>
                <a:cubicBezTo>
                  <a:pt x="334582" y="737591"/>
                  <a:pt x="344503" y="737337"/>
                  <a:pt x="356746" y="742584"/>
                </a:cubicBezTo>
                <a:cubicBezTo>
                  <a:pt x="363264" y="745377"/>
                  <a:pt x="369134" y="749607"/>
                  <a:pt x="375773" y="752097"/>
                </a:cubicBezTo>
                <a:cubicBezTo>
                  <a:pt x="381894" y="754392"/>
                  <a:pt x="388513" y="755058"/>
                  <a:pt x="394799" y="756854"/>
                </a:cubicBezTo>
                <a:cubicBezTo>
                  <a:pt x="399620" y="758232"/>
                  <a:pt x="404312" y="760025"/>
                  <a:pt x="409069" y="761611"/>
                </a:cubicBezTo>
                <a:cubicBezTo>
                  <a:pt x="447122" y="748926"/>
                  <a:pt x="399556" y="761611"/>
                  <a:pt x="437609" y="761611"/>
                </a:cubicBezTo>
                <a:cubicBezTo>
                  <a:pt x="441632" y="761611"/>
                  <a:pt x="465671" y="754340"/>
                  <a:pt x="470905" y="752097"/>
                </a:cubicBezTo>
                <a:cubicBezTo>
                  <a:pt x="519186" y="731405"/>
                  <a:pt x="468950" y="753400"/>
                  <a:pt x="499445" y="733070"/>
                </a:cubicBezTo>
                <a:cubicBezTo>
                  <a:pt x="529131" y="713279"/>
                  <a:pt x="507377" y="731482"/>
                  <a:pt x="532741" y="718800"/>
                </a:cubicBezTo>
                <a:cubicBezTo>
                  <a:pt x="569625" y="700358"/>
                  <a:pt x="525413" y="716487"/>
                  <a:pt x="561281" y="704530"/>
                </a:cubicBezTo>
                <a:cubicBezTo>
                  <a:pt x="566038" y="698188"/>
                  <a:pt x="570943" y="691954"/>
                  <a:pt x="575551" y="685503"/>
                </a:cubicBezTo>
                <a:cubicBezTo>
                  <a:pt x="578874" y="680851"/>
                  <a:pt x="580672" y="674893"/>
                  <a:pt x="585064" y="671233"/>
                </a:cubicBezTo>
                <a:cubicBezTo>
                  <a:pt x="590511" y="666694"/>
                  <a:pt x="597748" y="664891"/>
                  <a:pt x="604090" y="661720"/>
                </a:cubicBezTo>
                <a:cubicBezTo>
                  <a:pt x="607261" y="658549"/>
                  <a:pt x="611597" y="656217"/>
                  <a:pt x="613603" y="652206"/>
                </a:cubicBezTo>
                <a:cubicBezTo>
                  <a:pt x="616527" y="646359"/>
                  <a:pt x="614276" y="638284"/>
                  <a:pt x="618360" y="633179"/>
                </a:cubicBezTo>
                <a:cubicBezTo>
                  <a:pt x="621492" y="629264"/>
                  <a:pt x="627873" y="630008"/>
                  <a:pt x="632630" y="628422"/>
                </a:cubicBezTo>
                <a:cubicBezTo>
                  <a:pt x="637387" y="622080"/>
                  <a:pt x="642354" y="615891"/>
                  <a:pt x="646900" y="609396"/>
                </a:cubicBezTo>
                <a:cubicBezTo>
                  <a:pt x="653457" y="600029"/>
                  <a:pt x="655699" y="585968"/>
                  <a:pt x="665926" y="580855"/>
                </a:cubicBezTo>
                <a:lnTo>
                  <a:pt x="684953" y="571342"/>
                </a:lnTo>
                <a:cubicBezTo>
                  <a:pt x="697356" y="558939"/>
                  <a:pt x="707271" y="545913"/>
                  <a:pt x="723006" y="538045"/>
                </a:cubicBezTo>
                <a:cubicBezTo>
                  <a:pt x="762392" y="518351"/>
                  <a:pt x="710648" y="551039"/>
                  <a:pt x="751545" y="523775"/>
                </a:cubicBezTo>
                <a:cubicBezTo>
                  <a:pt x="754716" y="519018"/>
                  <a:pt x="757261" y="513778"/>
                  <a:pt x="761059" y="509505"/>
                </a:cubicBezTo>
                <a:cubicBezTo>
                  <a:pt x="769997" y="499449"/>
                  <a:pt x="782135" y="492158"/>
                  <a:pt x="789598" y="480964"/>
                </a:cubicBezTo>
                <a:cubicBezTo>
                  <a:pt x="818885" y="437032"/>
                  <a:pt x="781508" y="491078"/>
                  <a:pt x="808625" y="457181"/>
                </a:cubicBezTo>
                <a:cubicBezTo>
                  <a:pt x="835120" y="424062"/>
                  <a:pt x="798503" y="462545"/>
                  <a:pt x="832408" y="428640"/>
                </a:cubicBezTo>
                <a:cubicBezTo>
                  <a:pt x="838714" y="412875"/>
                  <a:pt x="847362" y="392605"/>
                  <a:pt x="851434" y="376316"/>
                </a:cubicBezTo>
                <a:cubicBezTo>
                  <a:pt x="862908" y="330419"/>
                  <a:pt x="858383" y="351084"/>
                  <a:pt x="865704" y="314479"/>
                </a:cubicBezTo>
                <a:cubicBezTo>
                  <a:pt x="864118" y="282768"/>
                  <a:pt x="863584" y="250986"/>
                  <a:pt x="860947" y="219345"/>
                </a:cubicBezTo>
                <a:cubicBezTo>
                  <a:pt x="860404" y="212830"/>
                  <a:pt x="858766" y="206327"/>
                  <a:pt x="856191" y="200318"/>
                </a:cubicBezTo>
                <a:cubicBezTo>
                  <a:pt x="852997" y="192864"/>
                  <a:pt x="838894" y="175483"/>
                  <a:pt x="832408" y="171777"/>
                </a:cubicBezTo>
                <a:cubicBezTo>
                  <a:pt x="826732" y="168533"/>
                  <a:pt x="819667" y="168817"/>
                  <a:pt x="813381" y="167021"/>
                </a:cubicBezTo>
                <a:cubicBezTo>
                  <a:pt x="801459" y="163615"/>
                  <a:pt x="790763" y="159425"/>
                  <a:pt x="780085" y="152751"/>
                </a:cubicBezTo>
                <a:cubicBezTo>
                  <a:pt x="743083" y="129623"/>
                  <a:pt x="774804" y="147573"/>
                  <a:pt x="751545" y="128967"/>
                </a:cubicBezTo>
                <a:cubicBezTo>
                  <a:pt x="747081" y="125396"/>
                  <a:pt x="741667" y="123114"/>
                  <a:pt x="737275" y="119454"/>
                </a:cubicBezTo>
                <a:cubicBezTo>
                  <a:pt x="732107" y="115147"/>
                  <a:pt x="728174" y="109490"/>
                  <a:pt x="723006" y="105183"/>
                </a:cubicBezTo>
                <a:cubicBezTo>
                  <a:pt x="718614" y="101523"/>
                  <a:pt x="713388" y="98993"/>
                  <a:pt x="708736" y="95670"/>
                </a:cubicBezTo>
                <a:cubicBezTo>
                  <a:pt x="702285" y="91062"/>
                  <a:pt x="696432" y="85602"/>
                  <a:pt x="689709" y="81400"/>
                </a:cubicBezTo>
                <a:cubicBezTo>
                  <a:pt x="683696" y="77642"/>
                  <a:pt x="676839" y="75404"/>
                  <a:pt x="670683" y="71886"/>
                </a:cubicBezTo>
                <a:cubicBezTo>
                  <a:pt x="665720" y="69050"/>
                  <a:pt x="661836" y="64181"/>
                  <a:pt x="656413" y="62373"/>
                </a:cubicBezTo>
                <a:cubicBezTo>
                  <a:pt x="647263" y="59323"/>
                  <a:pt x="637386" y="59202"/>
                  <a:pt x="627873" y="57616"/>
                </a:cubicBezTo>
                <a:cubicBezTo>
                  <a:pt x="619945" y="59202"/>
                  <a:pt x="611933" y="64334"/>
                  <a:pt x="604090" y="62373"/>
                </a:cubicBezTo>
                <a:cubicBezTo>
                  <a:pt x="563368" y="52193"/>
                  <a:pt x="613274" y="40286"/>
                  <a:pt x="575551" y="52859"/>
                </a:cubicBezTo>
                <a:cubicBezTo>
                  <a:pt x="564019" y="47093"/>
                  <a:pt x="544887" y="36870"/>
                  <a:pt x="532741" y="33833"/>
                </a:cubicBezTo>
                <a:cubicBezTo>
                  <a:pt x="521864" y="31114"/>
                  <a:pt x="510544" y="30662"/>
                  <a:pt x="499445" y="29076"/>
                </a:cubicBezTo>
                <a:cubicBezTo>
                  <a:pt x="459746" y="35693"/>
                  <a:pt x="483285" y="36345"/>
                  <a:pt x="456635" y="29076"/>
                </a:cubicBezTo>
                <a:cubicBezTo>
                  <a:pt x="444021" y="25636"/>
                  <a:pt x="418582" y="19562"/>
                  <a:pt x="418582" y="19562"/>
                </a:cubicBezTo>
                <a:cubicBezTo>
                  <a:pt x="413825" y="21148"/>
                  <a:pt x="409258" y="25143"/>
                  <a:pt x="404312" y="24319"/>
                </a:cubicBezTo>
                <a:cubicBezTo>
                  <a:pt x="398673" y="23379"/>
                  <a:pt x="395155" y="17363"/>
                  <a:pt x="390042" y="14806"/>
                </a:cubicBezTo>
                <a:cubicBezTo>
                  <a:pt x="385558" y="12564"/>
                  <a:pt x="380529" y="11635"/>
                  <a:pt x="375773" y="10049"/>
                </a:cubicBezTo>
                <a:cubicBezTo>
                  <a:pt x="337721" y="22734"/>
                  <a:pt x="382114" y="13221"/>
                  <a:pt x="356746" y="536"/>
                </a:cubicBezTo>
                <a:cubicBezTo>
                  <a:pt x="352261" y="-1706"/>
                  <a:pt x="347233" y="3707"/>
                  <a:pt x="342476" y="5292"/>
                </a:cubicBezTo>
                <a:cubicBezTo>
                  <a:pt x="336134" y="3707"/>
                  <a:pt x="329987" y="536"/>
                  <a:pt x="323450" y="536"/>
                </a:cubicBezTo>
                <a:cubicBezTo>
                  <a:pt x="318436" y="536"/>
                  <a:pt x="314194" y="5292"/>
                  <a:pt x="309180" y="5292"/>
                </a:cubicBezTo>
                <a:cubicBezTo>
                  <a:pt x="304166" y="5292"/>
                  <a:pt x="294910" y="536"/>
                  <a:pt x="294910" y="536"/>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81" name="Google Shape;1281;p19"/>
          <p:cNvSpPr/>
          <p:nvPr/>
        </p:nvSpPr>
        <p:spPr>
          <a:xfrm>
            <a:off x="2701613" y="1512637"/>
            <a:ext cx="390188" cy="418591"/>
          </a:xfrm>
          <a:custGeom>
            <a:avLst/>
            <a:gdLst/>
            <a:ahLst/>
            <a:cxnLst/>
            <a:rect l="l" t="t" r="r" b="b"/>
            <a:pathLst>
              <a:path w="390188" h="418591" extrusionOk="0">
                <a:moveTo>
                  <a:pt x="209436" y="0"/>
                </a:moveTo>
                <a:cubicBezTo>
                  <a:pt x="218267" y="52984"/>
                  <a:pt x="206985" y="9369"/>
                  <a:pt x="223706" y="42810"/>
                </a:cubicBezTo>
                <a:cubicBezTo>
                  <a:pt x="225948" y="47295"/>
                  <a:pt x="226028" y="52697"/>
                  <a:pt x="228463" y="57080"/>
                </a:cubicBezTo>
                <a:cubicBezTo>
                  <a:pt x="234016" y="67075"/>
                  <a:pt x="237262" y="80508"/>
                  <a:pt x="247489" y="85621"/>
                </a:cubicBezTo>
                <a:cubicBezTo>
                  <a:pt x="253831" y="88792"/>
                  <a:pt x="260615" y="91201"/>
                  <a:pt x="266515" y="95134"/>
                </a:cubicBezTo>
                <a:cubicBezTo>
                  <a:pt x="286833" y="108680"/>
                  <a:pt x="262668" y="104421"/>
                  <a:pt x="295055" y="109404"/>
                </a:cubicBezTo>
                <a:cubicBezTo>
                  <a:pt x="323047" y="113710"/>
                  <a:pt x="336654" y="112101"/>
                  <a:pt x="361648" y="118918"/>
                </a:cubicBezTo>
                <a:cubicBezTo>
                  <a:pt x="371323" y="121557"/>
                  <a:pt x="390188" y="128431"/>
                  <a:pt x="390188" y="128431"/>
                </a:cubicBezTo>
                <a:cubicBezTo>
                  <a:pt x="387017" y="141116"/>
                  <a:pt x="384114" y="153871"/>
                  <a:pt x="380674" y="166485"/>
                </a:cubicBezTo>
                <a:cubicBezTo>
                  <a:pt x="379355" y="171322"/>
                  <a:pt x="380217" y="178175"/>
                  <a:pt x="375918" y="180755"/>
                </a:cubicBezTo>
                <a:cubicBezTo>
                  <a:pt x="363020" y="188494"/>
                  <a:pt x="333108" y="195025"/>
                  <a:pt x="333108" y="195025"/>
                </a:cubicBezTo>
                <a:cubicBezTo>
                  <a:pt x="317930" y="240563"/>
                  <a:pt x="333059" y="209354"/>
                  <a:pt x="309325" y="237836"/>
                </a:cubicBezTo>
                <a:cubicBezTo>
                  <a:pt x="305665" y="242228"/>
                  <a:pt x="304569" y="248935"/>
                  <a:pt x="299812" y="252106"/>
                </a:cubicBezTo>
                <a:cubicBezTo>
                  <a:pt x="294372" y="255732"/>
                  <a:pt x="287127" y="255277"/>
                  <a:pt x="280785" y="256863"/>
                </a:cubicBezTo>
                <a:cubicBezTo>
                  <a:pt x="279200" y="261620"/>
                  <a:pt x="278609" y="266834"/>
                  <a:pt x="276029" y="271133"/>
                </a:cubicBezTo>
                <a:cubicBezTo>
                  <a:pt x="273722" y="274979"/>
                  <a:pt x="268521" y="276635"/>
                  <a:pt x="266515" y="280646"/>
                </a:cubicBezTo>
                <a:cubicBezTo>
                  <a:pt x="248756" y="316163"/>
                  <a:pt x="269846" y="304905"/>
                  <a:pt x="242732" y="313943"/>
                </a:cubicBezTo>
                <a:cubicBezTo>
                  <a:pt x="239561" y="317114"/>
                  <a:pt x="235526" y="319611"/>
                  <a:pt x="233219" y="323457"/>
                </a:cubicBezTo>
                <a:cubicBezTo>
                  <a:pt x="225923" y="335618"/>
                  <a:pt x="225992" y="353643"/>
                  <a:pt x="214193" y="361510"/>
                </a:cubicBezTo>
                <a:cubicBezTo>
                  <a:pt x="195751" y="373805"/>
                  <a:pt x="205347" y="369216"/>
                  <a:pt x="185653" y="375781"/>
                </a:cubicBezTo>
                <a:cubicBezTo>
                  <a:pt x="182482" y="380538"/>
                  <a:pt x="180182" y="386009"/>
                  <a:pt x="176140" y="390051"/>
                </a:cubicBezTo>
                <a:cubicBezTo>
                  <a:pt x="172098" y="394093"/>
                  <a:pt x="167094" y="397242"/>
                  <a:pt x="161870" y="399564"/>
                </a:cubicBezTo>
                <a:cubicBezTo>
                  <a:pt x="134855" y="411571"/>
                  <a:pt x="105107" y="414468"/>
                  <a:pt x="76251" y="418591"/>
                </a:cubicBezTo>
                <a:cubicBezTo>
                  <a:pt x="66738" y="415420"/>
                  <a:pt x="53273" y="417422"/>
                  <a:pt x="47711" y="409078"/>
                </a:cubicBezTo>
                <a:cubicBezTo>
                  <a:pt x="39827" y="397250"/>
                  <a:pt x="33857" y="389573"/>
                  <a:pt x="28685" y="375781"/>
                </a:cubicBezTo>
                <a:cubicBezTo>
                  <a:pt x="15521" y="340677"/>
                  <a:pt x="33694" y="371403"/>
                  <a:pt x="14415" y="342484"/>
                </a:cubicBezTo>
                <a:cubicBezTo>
                  <a:pt x="12829" y="336142"/>
                  <a:pt x="11378" y="329764"/>
                  <a:pt x="9658" y="323457"/>
                </a:cubicBezTo>
                <a:cubicBezTo>
                  <a:pt x="6621" y="312321"/>
                  <a:pt x="785" y="301685"/>
                  <a:pt x="145" y="290160"/>
                </a:cubicBezTo>
                <a:cubicBezTo>
                  <a:pt x="-826" y="272674"/>
                  <a:pt x="3316" y="255277"/>
                  <a:pt x="4902" y="237836"/>
                </a:cubicBezTo>
                <a:cubicBezTo>
                  <a:pt x="16001" y="239421"/>
                  <a:pt x="26987" y="242592"/>
                  <a:pt x="38198" y="242592"/>
                </a:cubicBezTo>
                <a:cubicBezTo>
                  <a:pt x="43212" y="242592"/>
                  <a:pt x="54710" y="242320"/>
                  <a:pt x="52468" y="237836"/>
                </a:cubicBezTo>
                <a:cubicBezTo>
                  <a:pt x="49544" y="231989"/>
                  <a:pt x="39783" y="234665"/>
                  <a:pt x="33441" y="233079"/>
                </a:cubicBezTo>
                <a:cubicBezTo>
                  <a:pt x="2017" y="212130"/>
                  <a:pt x="21388" y="228322"/>
                  <a:pt x="71494" y="228322"/>
                </a:cubicBezTo>
                <a:cubicBezTo>
                  <a:pt x="76508" y="228322"/>
                  <a:pt x="81007" y="225151"/>
                  <a:pt x="85764" y="223566"/>
                </a:cubicBezTo>
                <a:cubicBezTo>
                  <a:pt x="90521" y="225151"/>
                  <a:pt x="103579" y="231867"/>
                  <a:pt x="100034" y="228322"/>
                </a:cubicBezTo>
                <a:cubicBezTo>
                  <a:pt x="95020" y="223308"/>
                  <a:pt x="88027" y="219812"/>
                  <a:pt x="81007" y="218809"/>
                </a:cubicBezTo>
                <a:cubicBezTo>
                  <a:pt x="76044" y="218100"/>
                  <a:pt x="71494" y="221980"/>
                  <a:pt x="66738" y="223566"/>
                </a:cubicBezTo>
                <a:cubicBezTo>
                  <a:pt x="96001" y="194300"/>
                  <a:pt x="61703" y="223846"/>
                  <a:pt x="152357" y="218809"/>
                </a:cubicBezTo>
                <a:cubicBezTo>
                  <a:pt x="156835" y="218560"/>
                  <a:pt x="158699" y="212466"/>
                  <a:pt x="161870" y="209295"/>
                </a:cubicBezTo>
                <a:cubicBezTo>
                  <a:pt x="158699" y="204538"/>
                  <a:pt x="149800" y="200138"/>
                  <a:pt x="152357" y="195025"/>
                </a:cubicBezTo>
                <a:cubicBezTo>
                  <a:pt x="156850" y="186039"/>
                  <a:pt x="180163" y="179414"/>
                  <a:pt x="190410" y="175998"/>
                </a:cubicBezTo>
                <a:cubicBezTo>
                  <a:pt x="195166" y="177584"/>
                  <a:pt x="208225" y="184300"/>
                  <a:pt x="204679" y="180755"/>
                </a:cubicBezTo>
                <a:cubicBezTo>
                  <a:pt x="199665" y="175742"/>
                  <a:pt x="192380" y="173484"/>
                  <a:pt x="185653" y="171242"/>
                </a:cubicBezTo>
                <a:cubicBezTo>
                  <a:pt x="177983" y="168685"/>
                  <a:pt x="169798" y="168071"/>
                  <a:pt x="161870" y="166485"/>
                </a:cubicBezTo>
                <a:cubicBezTo>
                  <a:pt x="171383" y="164899"/>
                  <a:pt x="181172" y="164499"/>
                  <a:pt x="190410" y="161728"/>
                </a:cubicBezTo>
                <a:cubicBezTo>
                  <a:pt x="197202" y="159691"/>
                  <a:pt x="211156" y="159094"/>
                  <a:pt x="209436" y="152215"/>
                </a:cubicBezTo>
                <a:cubicBezTo>
                  <a:pt x="206173" y="139163"/>
                  <a:pt x="190409" y="133188"/>
                  <a:pt x="180896" y="123674"/>
                </a:cubicBezTo>
                <a:lnTo>
                  <a:pt x="166627" y="109404"/>
                </a:lnTo>
                <a:cubicBezTo>
                  <a:pt x="157853" y="83083"/>
                  <a:pt x="158785" y="99891"/>
                  <a:pt x="190410" y="99891"/>
                </a:cubicBezTo>
                <a:cubicBezTo>
                  <a:pt x="196947" y="99891"/>
                  <a:pt x="203094" y="96720"/>
                  <a:pt x="209436" y="95134"/>
                </a:cubicBezTo>
                <a:cubicBezTo>
                  <a:pt x="220535" y="96720"/>
                  <a:pt x="231738" y="97692"/>
                  <a:pt x="242732" y="99891"/>
                </a:cubicBezTo>
                <a:cubicBezTo>
                  <a:pt x="247649" y="100874"/>
                  <a:pt x="251988" y="104648"/>
                  <a:pt x="257002" y="104648"/>
                </a:cubicBezTo>
                <a:cubicBezTo>
                  <a:pt x="262016" y="104648"/>
                  <a:pt x="266515" y="101477"/>
                  <a:pt x="271272" y="99891"/>
                </a:cubicBezTo>
                <a:cubicBezTo>
                  <a:pt x="268101" y="95134"/>
                  <a:pt x="265479" y="89961"/>
                  <a:pt x="261759" y="85621"/>
                </a:cubicBezTo>
                <a:cubicBezTo>
                  <a:pt x="255922" y="78811"/>
                  <a:pt x="242732" y="66594"/>
                  <a:pt x="242732" y="66594"/>
                </a:cubicBezTo>
                <a:cubicBezTo>
                  <a:pt x="233220" y="38055"/>
                  <a:pt x="245903" y="63422"/>
                  <a:pt x="223706" y="47567"/>
                </a:cubicBezTo>
                <a:cubicBezTo>
                  <a:pt x="216407" y="42354"/>
                  <a:pt x="212142" y="33515"/>
                  <a:pt x="204679" y="28540"/>
                </a:cubicBezTo>
                <a:cubicBezTo>
                  <a:pt x="199923" y="25369"/>
                  <a:pt x="195523" y="21584"/>
                  <a:pt x="190410" y="19027"/>
                </a:cubicBezTo>
                <a:cubicBezTo>
                  <a:pt x="185925" y="16785"/>
                  <a:pt x="179685" y="17816"/>
                  <a:pt x="176140" y="14270"/>
                </a:cubicBezTo>
                <a:lnTo>
                  <a:pt x="209436" y="0"/>
                </a:ln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82" name="Google Shape;1282;p19"/>
          <p:cNvSpPr/>
          <p:nvPr/>
        </p:nvSpPr>
        <p:spPr>
          <a:xfrm>
            <a:off x="3305848" y="2292727"/>
            <a:ext cx="118916" cy="394819"/>
          </a:xfrm>
          <a:custGeom>
            <a:avLst/>
            <a:gdLst/>
            <a:ahLst/>
            <a:cxnLst/>
            <a:rect l="l" t="t" r="r" b="b"/>
            <a:pathLst>
              <a:path w="118916" h="394819" extrusionOk="0">
                <a:moveTo>
                  <a:pt x="85619" y="66606"/>
                </a:moveTo>
                <a:cubicBezTo>
                  <a:pt x="77691" y="60264"/>
                  <a:pt x="69015" y="54758"/>
                  <a:pt x="61836" y="47579"/>
                </a:cubicBezTo>
                <a:cubicBezTo>
                  <a:pt x="57794" y="43537"/>
                  <a:pt x="57631" y="35432"/>
                  <a:pt x="52323" y="33309"/>
                </a:cubicBezTo>
                <a:cubicBezTo>
                  <a:pt x="47668" y="31447"/>
                  <a:pt x="42810" y="36480"/>
                  <a:pt x="38053" y="38065"/>
                </a:cubicBezTo>
                <a:cubicBezTo>
                  <a:pt x="33296" y="34894"/>
                  <a:pt x="29389" y="27431"/>
                  <a:pt x="23783" y="28552"/>
                </a:cubicBezTo>
                <a:cubicBezTo>
                  <a:pt x="18177" y="29673"/>
                  <a:pt x="16592" y="37598"/>
                  <a:pt x="14270" y="42822"/>
                </a:cubicBezTo>
                <a:cubicBezTo>
                  <a:pt x="10197" y="51986"/>
                  <a:pt x="7928" y="61849"/>
                  <a:pt x="4757" y="71362"/>
                </a:cubicBezTo>
                <a:lnTo>
                  <a:pt x="0" y="85633"/>
                </a:lnTo>
                <a:cubicBezTo>
                  <a:pt x="6000" y="133633"/>
                  <a:pt x="715" y="111562"/>
                  <a:pt x="14270" y="152227"/>
                </a:cubicBezTo>
                <a:lnTo>
                  <a:pt x="19027" y="166497"/>
                </a:lnTo>
                <a:cubicBezTo>
                  <a:pt x="21462" y="205463"/>
                  <a:pt x="23833" y="254923"/>
                  <a:pt x="28540" y="294928"/>
                </a:cubicBezTo>
                <a:cubicBezTo>
                  <a:pt x="29667" y="304507"/>
                  <a:pt x="32022" y="313909"/>
                  <a:pt x="33297" y="323469"/>
                </a:cubicBezTo>
                <a:cubicBezTo>
                  <a:pt x="35194" y="337701"/>
                  <a:pt x="32899" y="352878"/>
                  <a:pt x="38053" y="366279"/>
                </a:cubicBezTo>
                <a:cubicBezTo>
                  <a:pt x="45939" y="386782"/>
                  <a:pt x="59868" y="385424"/>
                  <a:pt x="76106" y="390063"/>
                </a:cubicBezTo>
                <a:cubicBezTo>
                  <a:pt x="80927" y="391440"/>
                  <a:pt x="85619" y="393234"/>
                  <a:pt x="90376" y="394819"/>
                </a:cubicBezTo>
                <a:cubicBezTo>
                  <a:pt x="96718" y="391648"/>
                  <a:pt x="104388" y="390320"/>
                  <a:pt x="109402" y="385306"/>
                </a:cubicBezTo>
                <a:cubicBezTo>
                  <a:pt x="111677" y="383031"/>
                  <a:pt x="118875" y="352174"/>
                  <a:pt x="118916" y="352009"/>
                </a:cubicBezTo>
                <a:cubicBezTo>
                  <a:pt x="118531" y="344702"/>
                  <a:pt x="111721" y="207287"/>
                  <a:pt x="109402" y="190280"/>
                </a:cubicBezTo>
                <a:cubicBezTo>
                  <a:pt x="107842" y="178843"/>
                  <a:pt x="103060" y="168082"/>
                  <a:pt x="99889" y="156983"/>
                </a:cubicBezTo>
                <a:cubicBezTo>
                  <a:pt x="98304" y="139542"/>
                  <a:pt x="97610" y="121997"/>
                  <a:pt x="95133" y="104660"/>
                </a:cubicBezTo>
                <a:cubicBezTo>
                  <a:pt x="94424" y="99696"/>
                  <a:pt x="91592" y="95254"/>
                  <a:pt x="90376" y="90389"/>
                </a:cubicBezTo>
                <a:cubicBezTo>
                  <a:pt x="88415" y="82546"/>
                  <a:pt x="87746" y="74406"/>
                  <a:pt x="85619" y="66606"/>
                </a:cubicBezTo>
                <a:cubicBezTo>
                  <a:pt x="84226" y="61497"/>
                  <a:pt x="73264" y="25710"/>
                  <a:pt x="66593" y="19039"/>
                </a:cubicBezTo>
                <a:cubicBezTo>
                  <a:pt x="63048" y="15494"/>
                  <a:pt x="56808" y="16524"/>
                  <a:pt x="52323" y="14282"/>
                </a:cubicBezTo>
                <a:cubicBezTo>
                  <a:pt x="47210" y="11725"/>
                  <a:pt x="43166" y="7325"/>
                  <a:pt x="38053" y="4768"/>
                </a:cubicBezTo>
                <a:cubicBezTo>
                  <a:pt x="27538" y="-489"/>
                  <a:pt x="27134" y="12"/>
                  <a:pt x="19027" y="12"/>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83" name="Google Shape;1283;p19"/>
          <p:cNvSpPr/>
          <p:nvPr/>
        </p:nvSpPr>
        <p:spPr>
          <a:xfrm>
            <a:off x="3886155" y="3343974"/>
            <a:ext cx="175995" cy="191148"/>
          </a:xfrm>
          <a:custGeom>
            <a:avLst/>
            <a:gdLst/>
            <a:ahLst/>
            <a:cxnLst/>
            <a:rect l="l" t="t" r="r" b="b"/>
            <a:pathLst>
              <a:path w="175995" h="191148" extrusionOk="0">
                <a:moveTo>
                  <a:pt x="66593" y="23783"/>
                </a:moveTo>
                <a:cubicBezTo>
                  <a:pt x="59057" y="17754"/>
                  <a:pt x="42484" y="0"/>
                  <a:pt x="28540" y="0"/>
                </a:cubicBezTo>
                <a:cubicBezTo>
                  <a:pt x="23526" y="0"/>
                  <a:pt x="19027" y="3171"/>
                  <a:pt x="14270" y="4756"/>
                </a:cubicBezTo>
                <a:cubicBezTo>
                  <a:pt x="6735" y="12292"/>
                  <a:pt x="0" y="16191"/>
                  <a:pt x="0" y="28540"/>
                </a:cubicBezTo>
                <a:cubicBezTo>
                  <a:pt x="0" y="33554"/>
                  <a:pt x="3541" y="37946"/>
                  <a:pt x="4757" y="42810"/>
                </a:cubicBezTo>
                <a:cubicBezTo>
                  <a:pt x="12987" y="75727"/>
                  <a:pt x="3367" y="57373"/>
                  <a:pt x="19027" y="80864"/>
                </a:cubicBezTo>
                <a:lnTo>
                  <a:pt x="28540" y="109404"/>
                </a:lnTo>
                <a:cubicBezTo>
                  <a:pt x="32281" y="120627"/>
                  <a:pt x="31929" y="126659"/>
                  <a:pt x="42810" y="133188"/>
                </a:cubicBezTo>
                <a:cubicBezTo>
                  <a:pt x="47109" y="135768"/>
                  <a:pt x="52595" y="135703"/>
                  <a:pt x="57080" y="137945"/>
                </a:cubicBezTo>
                <a:cubicBezTo>
                  <a:pt x="62193" y="140502"/>
                  <a:pt x="66593" y="144287"/>
                  <a:pt x="71350" y="147458"/>
                </a:cubicBezTo>
                <a:cubicBezTo>
                  <a:pt x="74521" y="152215"/>
                  <a:pt x="78307" y="156615"/>
                  <a:pt x="80863" y="161728"/>
                </a:cubicBezTo>
                <a:cubicBezTo>
                  <a:pt x="83105" y="166213"/>
                  <a:pt x="82074" y="172453"/>
                  <a:pt x="85619" y="175998"/>
                </a:cubicBezTo>
                <a:cubicBezTo>
                  <a:pt x="91499" y="181878"/>
                  <a:pt x="110386" y="187425"/>
                  <a:pt x="118916" y="190268"/>
                </a:cubicBezTo>
                <a:cubicBezTo>
                  <a:pt x="125258" y="188683"/>
                  <a:pt x="131405" y="185512"/>
                  <a:pt x="137942" y="185512"/>
                </a:cubicBezTo>
                <a:cubicBezTo>
                  <a:pt x="175995" y="185512"/>
                  <a:pt x="128429" y="198195"/>
                  <a:pt x="166482" y="185512"/>
                </a:cubicBezTo>
                <a:cubicBezTo>
                  <a:pt x="169653" y="179170"/>
                  <a:pt x="175995" y="173576"/>
                  <a:pt x="175995" y="166485"/>
                </a:cubicBezTo>
                <a:cubicBezTo>
                  <a:pt x="175995" y="145630"/>
                  <a:pt x="173077" y="124432"/>
                  <a:pt x="166482" y="104647"/>
                </a:cubicBezTo>
                <a:cubicBezTo>
                  <a:pt x="164674" y="99224"/>
                  <a:pt x="156604" y="98794"/>
                  <a:pt x="152212" y="95134"/>
                </a:cubicBezTo>
                <a:cubicBezTo>
                  <a:pt x="128457" y="75339"/>
                  <a:pt x="148751" y="84467"/>
                  <a:pt x="123672" y="76107"/>
                </a:cubicBezTo>
                <a:cubicBezTo>
                  <a:pt x="120501" y="71350"/>
                  <a:pt x="117923" y="66139"/>
                  <a:pt x="114159" y="61837"/>
                </a:cubicBezTo>
                <a:cubicBezTo>
                  <a:pt x="106776" y="53399"/>
                  <a:pt x="90376" y="38053"/>
                  <a:pt x="90376" y="38053"/>
                </a:cubicBezTo>
                <a:cubicBezTo>
                  <a:pt x="88790" y="33296"/>
                  <a:pt x="88751" y="27698"/>
                  <a:pt x="85619" y="23783"/>
                </a:cubicBezTo>
                <a:cubicBezTo>
                  <a:pt x="82048" y="19319"/>
                  <a:pt x="75814" y="17841"/>
                  <a:pt x="71350" y="14270"/>
                </a:cubicBezTo>
                <a:cubicBezTo>
                  <a:pt x="52074" y="-1151"/>
                  <a:pt x="73678" y="7716"/>
                  <a:pt x="42810" y="0"/>
                </a:cubicBezTo>
                <a:cubicBezTo>
                  <a:pt x="36468" y="1585"/>
                  <a:pt x="30320" y="4756"/>
                  <a:pt x="23783" y="4756"/>
                </a:cubicBezTo>
                <a:cubicBezTo>
                  <a:pt x="18769" y="4756"/>
                  <a:pt x="9514" y="0"/>
                  <a:pt x="9514"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84" name="Google Shape;1284;p19"/>
          <p:cNvSpPr/>
          <p:nvPr/>
        </p:nvSpPr>
        <p:spPr>
          <a:xfrm>
            <a:off x="3614288" y="3277380"/>
            <a:ext cx="286137" cy="233079"/>
          </a:xfrm>
          <a:custGeom>
            <a:avLst/>
            <a:gdLst/>
            <a:ahLst/>
            <a:cxnLst/>
            <a:rect l="l" t="t" r="r" b="b"/>
            <a:pathLst>
              <a:path w="286137" h="233079" extrusionOk="0">
                <a:moveTo>
                  <a:pt x="195762" y="218809"/>
                </a:moveTo>
                <a:cubicBezTo>
                  <a:pt x="188627" y="217224"/>
                  <a:pt x="179374" y="210086"/>
                  <a:pt x="171978" y="204539"/>
                </a:cubicBezTo>
                <a:cubicBezTo>
                  <a:pt x="166597" y="200503"/>
                  <a:pt x="162877" y="194575"/>
                  <a:pt x="157709" y="190268"/>
                </a:cubicBezTo>
                <a:cubicBezTo>
                  <a:pt x="145417" y="180024"/>
                  <a:pt x="143469" y="180765"/>
                  <a:pt x="129169" y="175998"/>
                </a:cubicBezTo>
                <a:cubicBezTo>
                  <a:pt x="120490" y="162979"/>
                  <a:pt x="120408" y="158891"/>
                  <a:pt x="105386" y="152215"/>
                </a:cubicBezTo>
                <a:cubicBezTo>
                  <a:pt x="96222" y="148142"/>
                  <a:pt x="76846" y="142701"/>
                  <a:pt x="76846" y="142701"/>
                </a:cubicBezTo>
                <a:cubicBezTo>
                  <a:pt x="73675" y="137944"/>
                  <a:pt x="71375" y="132473"/>
                  <a:pt x="67333" y="128431"/>
                </a:cubicBezTo>
                <a:cubicBezTo>
                  <a:pt x="42607" y="103705"/>
                  <a:pt x="62380" y="132943"/>
                  <a:pt x="43550" y="109404"/>
                </a:cubicBezTo>
                <a:cubicBezTo>
                  <a:pt x="39979" y="104940"/>
                  <a:pt x="37757" y="99474"/>
                  <a:pt x="34037" y="95134"/>
                </a:cubicBezTo>
                <a:cubicBezTo>
                  <a:pt x="-566" y="54763"/>
                  <a:pt x="27337" y="94597"/>
                  <a:pt x="5497" y="61837"/>
                </a:cubicBezTo>
                <a:cubicBezTo>
                  <a:pt x="1580" y="42254"/>
                  <a:pt x="-4618" y="24985"/>
                  <a:pt x="5497" y="4756"/>
                </a:cubicBezTo>
                <a:cubicBezTo>
                  <a:pt x="7739" y="271"/>
                  <a:pt x="15010" y="1585"/>
                  <a:pt x="19767" y="0"/>
                </a:cubicBezTo>
                <a:cubicBezTo>
                  <a:pt x="26109" y="1585"/>
                  <a:pt x="32784" y="2181"/>
                  <a:pt x="38793" y="4756"/>
                </a:cubicBezTo>
                <a:cubicBezTo>
                  <a:pt x="48492" y="8913"/>
                  <a:pt x="60985" y="20922"/>
                  <a:pt x="67333" y="28540"/>
                </a:cubicBezTo>
                <a:cubicBezTo>
                  <a:pt x="70993" y="32932"/>
                  <a:pt x="72804" y="38768"/>
                  <a:pt x="76846" y="42810"/>
                </a:cubicBezTo>
                <a:cubicBezTo>
                  <a:pt x="80888" y="46852"/>
                  <a:pt x="86652" y="48752"/>
                  <a:pt x="91116" y="52323"/>
                </a:cubicBezTo>
                <a:cubicBezTo>
                  <a:pt x="94618" y="55125"/>
                  <a:pt x="96898" y="59349"/>
                  <a:pt x="100629" y="61837"/>
                </a:cubicBezTo>
                <a:cubicBezTo>
                  <a:pt x="106529" y="65770"/>
                  <a:pt x="113499" y="67832"/>
                  <a:pt x="119656" y="71350"/>
                </a:cubicBezTo>
                <a:cubicBezTo>
                  <a:pt x="124620" y="74186"/>
                  <a:pt x="128813" y="78307"/>
                  <a:pt x="133926" y="80864"/>
                </a:cubicBezTo>
                <a:cubicBezTo>
                  <a:pt x="138410" y="83106"/>
                  <a:pt x="143711" y="83379"/>
                  <a:pt x="148195" y="85621"/>
                </a:cubicBezTo>
                <a:cubicBezTo>
                  <a:pt x="153308" y="88178"/>
                  <a:pt x="157501" y="92298"/>
                  <a:pt x="162465" y="95134"/>
                </a:cubicBezTo>
                <a:cubicBezTo>
                  <a:pt x="168622" y="98652"/>
                  <a:pt x="175150" y="101476"/>
                  <a:pt x="181492" y="104647"/>
                </a:cubicBezTo>
                <a:cubicBezTo>
                  <a:pt x="202832" y="125989"/>
                  <a:pt x="177491" y="103482"/>
                  <a:pt x="205275" y="118918"/>
                </a:cubicBezTo>
                <a:cubicBezTo>
                  <a:pt x="213708" y="123603"/>
                  <a:pt x="235080" y="136461"/>
                  <a:pt x="243328" y="147458"/>
                </a:cubicBezTo>
                <a:cubicBezTo>
                  <a:pt x="250188" y="156605"/>
                  <a:pt x="254269" y="167913"/>
                  <a:pt x="262354" y="175998"/>
                </a:cubicBezTo>
                <a:lnTo>
                  <a:pt x="281381" y="195025"/>
                </a:lnTo>
                <a:cubicBezTo>
                  <a:pt x="282966" y="199782"/>
                  <a:pt x="286137" y="204281"/>
                  <a:pt x="286137" y="209295"/>
                </a:cubicBezTo>
                <a:cubicBezTo>
                  <a:pt x="286137" y="214309"/>
                  <a:pt x="284926" y="220020"/>
                  <a:pt x="281381" y="223565"/>
                </a:cubicBezTo>
                <a:cubicBezTo>
                  <a:pt x="277836" y="227111"/>
                  <a:pt x="272006" y="227234"/>
                  <a:pt x="267111" y="228322"/>
                </a:cubicBezTo>
                <a:cubicBezTo>
                  <a:pt x="257696" y="230414"/>
                  <a:pt x="248084" y="231493"/>
                  <a:pt x="238571" y="233079"/>
                </a:cubicBezTo>
                <a:cubicBezTo>
                  <a:pt x="233488" y="227995"/>
                  <a:pt x="221990" y="215252"/>
                  <a:pt x="214788" y="214052"/>
                </a:cubicBezTo>
                <a:cubicBezTo>
                  <a:pt x="192346" y="210312"/>
                  <a:pt x="202897" y="220394"/>
                  <a:pt x="195762" y="218809"/>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85" name="Google Shape;1285;p19"/>
          <p:cNvSpPr/>
          <p:nvPr/>
        </p:nvSpPr>
        <p:spPr>
          <a:xfrm>
            <a:off x="3082287" y="1926471"/>
            <a:ext cx="803868" cy="1446043"/>
          </a:xfrm>
          <a:custGeom>
            <a:avLst/>
            <a:gdLst/>
            <a:ahLst/>
            <a:cxnLst/>
            <a:rect l="l" t="t" r="r" b="b"/>
            <a:pathLst>
              <a:path w="803868" h="1446043" extrusionOk="0">
                <a:moveTo>
                  <a:pt x="80863" y="52324"/>
                </a:moveTo>
                <a:cubicBezTo>
                  <a:pt x="77692" y="44396"/>
                  <a:pt x="78763" y="32777"/>
                  <a:pt x="71350" y="28541"/>
                </a:cubicBezTo>
                <a:cubicBezTo>
                  <a:pt x="64330" y="24530"/>
                  <a:pt x="55651" y="33297"/>
                  <a:pt x="47566" y="33297"/>
                </a:cubicBezTo>
                <a:cubicBezTo>
                  <a:pt x="41029" y="33297"/>
                  <a:pt x="34882" y="30126"/>
                  <a:pt x="28540" y="28541"/>
                </a:cubicBezTo>
                <a:cubicBezTo>
                  <a:pt x="23783" y="30126"/>
                  <a:pt x="18569" y="30717"/>
                  <a:pt x="14270" y="33297"/>
                </a:cubicBezTo>
                <a:cubicBezTo>
                  <a:pt x="3389" y="39826"/>
                  <a:pt x="3741" y="45858"/>
                  <a:pt x="0" y="57081"/>
                </a:cubicBezTo>
                <a:cubicBezTo>
                  <a:pt x="1586" y="118918"/>
                  <a:pt x="2182" y="180789"/>
                  <a:pt x="4757" y="242593"/>
                </a:cubicBezTo>
                <a:cubicBezTo>
                  <a:pt x="5355" y="256938"/>
                  <a:pt x="7803" y="271147"/>
                  <a:pt x="9514" y="285403"/>
                </a:cubicBezTo>
                <a:cubicBezTo>
                  <a:pt x="12560" y="310788"/>
                  <a:pt x="17066" y="336020"/>
                  <a:pt x="19027" y="361511"/>
                </a:cubicBezTo>
                <a:cubicBezTo>
                  <a:pt x="20612" y="382123"/>
                  <a:pt x="22452" y="402718"/>
                  <a:pt x="23783" y="423348"/>
                </a:cubicBezTo>
                <a:cubicBezTo>
                  <a:pt x="25623" y="451873"/>
                  <a:pt x="25952" y="480502"/>
                  <a:pt x="28540" y="508969"/>
                </a:cubicBezTo>
                <a:cubicBezTo>
                  <a:pt x="29132" y="515480"/>
                  <a:pt x="30722" y="521987"/>
                  <a:pt x="33297" y="527996"/>
                </a:cubicBezTo>
                <a:cubicBezTo>
                  <a:pt x="35549" y="533251"/>
                  <a:pt x="39639" y="537509"/>
                  <a:pt x="42810" y="542266"/>
                </a:cubicBezTo>
                <a:cubicBezTo>
                  <a:pt x="44395" y="547023"/>
                  <a:pt x="44986" y="552237"/>
                  <a:pt x="47566" y="556536"/>
                </a:cubicBezTo>
                <a:cubicBezTo>
                  <a:pt x="52085" y="564068"/>
                  <a:pt x="64868" y="571242"/>
                  <a:pt x="71350" y="575563"/>
                </a:cubicBezTo>
                <a:cubicBezTo>
                  <a:pt x="73592" y="582290"/>
                  <a:pt x="80863" y="602891"/>
                  <a:pt x="80863" y="608860"/>
                </a:cubicBezTo>
                <a:cubicBezTo>
                  <a:pt x="80863" y="687840"/>
                  <a:pt x="79353" y="690778"/>
                  <a:pt x="71350" y="746805"/>
                </a:cubicBezTo>
                <a:cubicBezTo>
                  <a:pt x="72992" y="754196"/>
                  <a:pt x="81472" y="794128"/>
                  <a:pt x="85619" y="808643"/>
                </a:cubicBezTo>
                <a:cubicBezTo>
                  <a:pt x="86996" y="813464"/>
                  <a:pt x="87941" y="818530"/>
                  <a:pt x="90376" y="822913"/>
                </a:cubicBezTo>
                <a:cubicBezTo>
                  <a:pt x="95929" y="832908"/>
                  <a:pt x="105786" y="840606"/>
                  <a:pt x="109402" y="851453"/>
                </a:cubicBezTo>
                <a:cubicBezTo>
                  <a:pt x="110988" y="856210"/>
                  <a:pt x="110614" y="862178"/>
                  <a:pt x="114159" y="865723"/>
                </a:cubicBezTo>
                <a:cubicBezTo>
                  <a:pt x="117704" y="869268"/>
                  <a:pt x="123944" y="868238"/>
                  <a:pt x="128429" y="870480"/>
                </a:cubicBezTo>
                <a:cubicBezTo>
                  <a:pt x="133542" y="873037"/>
                  <a:pt x="137586" y="877436"/>
                  <a:pt x="142699" y="879993"/>
                </a:cubicBezTo>
                <a:cubicBezTo>
                  <a:pt x="152451" y="884869"/>
                  <a:pt x="171704" y="887697"/>
                  <a:pt x="180752" y="889507"/>
                </a:cubicBezTo>
                <a:cubicBezTo>
                  <a:pt x="185509" y="892678"/>
                  <a:pt x="191258" y="894718"/>
                  <a:pt x="195022" y="899020"/>
                </a:cubicBezTo>
                <a:cubicBezTo>
                  <a:pt x="202551" y="907625"/>
                  <a:pt x="206905" y="918633"/>
                  <a:pt x="214048" y="927561"/>
                </a:cubicBezTo>
                <a:lnTo>
                  <a:pt x="233074" y="951344"/>
                </a:lnTo>
                <a:cubicBezTo>
                  <a:pt x="234660" y="956101"/>
                  <a:pt x="234823" y="961603"/>
                  <a:pt x="237831" y="965614"/>
                </a:cubicBezTo>
                <a:cubicBezTo>
                  <a:pt x="244558" y="974583"/>
                  <a:pt x="261614" y="989398"/>
                  <a:pt x="261614" y="989398"/>
                </a:cubicBezTo>
                <a:cubicBezTo>
                  <a:pt x="269690" y="1013626"/>
                  <a:pt x="265313" y="1014679"/>
                  <a:pt x="280641" y="1027452"/>
                </a:cubicBezTo>
                <a:cubicBezTo>
                  <a:pt x="286731" y="1032527"/>
                  <a:pt x="294061" y="1036116"/>
                  <a:pt x="299667" y="1041722"/>
                </a:cubicBezTo>
                <a:cubicBezTo>
                  <a:pt x="317707" y="1059763"/>
                  <a:pt x="302332" y="1050920"/>
                  <a:pt x="313937" y="1070262"/>
                </a:cubicBezTo>
                <a:cubicBezTo>
                  <a:pt x="316244" y="1074108"/>
                  <a:pt x="320579" y="1076331"/>
                  <a:pt x="323450" y="1079776"/>
                </a:cubicBezTo>
                <a:cubicBezTo>
                  <a:pt x="351718" y="1113698"/>
                  <a:pt x="325718" y="1086799"/>
                  <a:pt x="347233" y="1108316"/>
                </a:cubicBezTo>
                <a:cubicBezTo>
                  <a:pt x="348819" y="1113073"/>
                  <a:pt x="350613" y="1117765"/>
                  <a:pt x="351990" y="1122586"/>
                </a:cubicBezTo>
                <a:cubicBezTo>
                  <a:pt x="357024" y="1140207"/>
                  <a:pt x="352678" y="1140939"/>
                  <a:pt x="366260" y="1151126"/>
                </a:cubicBezTo>
                <a:cubicBezTo>
                  <a:pt x="375407" y="1157986"/>
                  <a:pt x="394799" y="1170153"/>
                  <a:pt x="394799" y="1170153"/>
                </a:cubicBezTo>
                <a:lnTo>
                  <a:pt x="404313" y="1198694"/>
                </a:lnTo>
                <a:cubicBezTo>
                  <a:pt x="405899" y="1203451"/>
                  <a:pt x="404312" y="1211379"/>
                  <a:pt x="409069" y="1212964"/>
                </a:cubicBezTo>
                <a:lnTo>
                  <a:pt x="423339" y="1217720"/>
                </a:lnTo>
                <a:cubicBezTo>
                  <a:pt x="428096" y="1222477"/>
                  <a:pt x="433302" y="1226823"/>
                  <a:pt x="437609" y="1231991"/>
                </a:cubicBezTo>
                <a:cubicBezTo>
                  <a:pt x="441269" y="1236383"/>
                  <a:pt x="443080" y="1242219"/>
                  <a:pt x="447122" y="1246261"/>
                </a:cubicBezTo>
                <a:cubicBezTo>
                  <a:pt x="451164" y="1250303"/>
                  <a:pt x="456635" y="1252603"/>
                  <a:pt x="461392" y="1255774"/>
                </a:cubicBezTo>
                <a:cubicBezTo>
                  <a:pt x="462978" y="1260531"/>
                  <a:pt x="462604" y="1266499"/>
                  <a:pt x="466149" y="1270044"/>
                </a:cubicBezTo>
                <a:cubicBezTo>
                  <a:pt x="469694" y="1273589"/>
                  <a:pt x="475582" y="1273482"/>
                  <a:pt x="480419" y="1274801"/>
                </a:cubicBezTo>
                <a:cubicBezTo>
                  <a:pt x="511984" y="1283410"/>
                  <a:pt x="514512" y="1283523"/>
                  <a:pt x="542255" y="1289071"/>
                </a:cubicBezTo>
                <a:cubicBezTo>
                  <a:pt x="547011" y="1292242"/>
                  <a:pt x="552953" y="1294121"/>
                  <a:pt x="556524" y="1298585"/>
                </a:cubicBezTo>
                <a:cubicBezTo>
                  <a:pt x="587460" y="1337257"/>
                  <a:pt x="530713" y="1287044"/>
                  <a:pt x="570794" y="1327125"/>
                </a:cubicBezTo>
                <a:cubicBezTo>
                  <a:pt x="580900" y="1337231"/>
                  <a:pt x="596587" y="1340703"/>
                  <a:pt x="608847" y="1346152"/>
                </a:cubicBezTo>
                <a:cubicBezTo>
                  <a:pt x="615327" y="1349032"/>
                  <a:pt x="621532" y="1352494"/>
                  <a:pt x="627874" y="1355665"/>
                </a:cubicBezTo>
                <a:cubicBezTo>
                  <a:pt x="640556" y="1393718"/>
                  <a:pt x="621532" y="1352494"/>
                  <a:pt x="646900" y="1365179"/>
                </a:cubicBezTo>
                <a:cubicBezTo>
                  <a:pt x="651385" y="1367421"/>
                  <a:pt x="648876" y="1375277"/>
                  <a:pt x="651657" y="1379449"/>
                </a:cubicBezTo>
                <a:cubicBezTo>
                  <a:pt x="655388" y="1385046"/>
                  <a:pt x="661170" y="1388962"/>
                  <a:pt x="665927" y="1393719"/>
                </a:cubicBezTo>
                <a:cubicBezTo>
                  <a:pt x="669098" y="1400061"/>
                  <a:pt x="672647" y="1406228"/>
                  <a:pt x="675440" y="1412746"/>
                </a:cubicBezTo>
                <a:cubicBezTo>
                  <a:pt x="677415" y="1417355"/>
                  <a:pt x="676281" y="1423884"/>
                  <a:pt x="680196" y="1427016"/>
                </a:cubicBezTo>
                <a:cubicBezTo>
                  <a:pt x="685301" y="1431100"/>
                  <a:pt x="692881" y="1430187"/>
                  <a:pt x="699223" y="1431773"/>
                </a:cubicBezTo>
                <a:cubicBezTo>
                  <a:pt x="703980" y="1434944"/>
                  <a:pt x="708070" y="1439478"/>
                  <a:pt x="713493" y="1441286"/>
                </a:cubicBezTo>
                <a:cubicBezTo>
                  <a:pt x="722642" y="1444336"/>
                  <a:pt x="732388" y="1446043"/>
                  <a:pt x="742032" y="1446043"/>
                </a:cubicBezTo>
                <a:cubicBezTo>
                  <a:pt x="747046" y="1446043"/>
                  <a:pt x="751693" y="1443261"/>
                  <a:pt x="756302" y="1441286"/>
                </a:cubicBezTo>
                <a:cubicBezTo>
                  <a:pt x="773204" y="1434042"/>
                  <a:pt x="775265" y="1431816"/>
                  <a:pt x="789599" y="1422259"/>
                </a:cubicBezTo>
                <a:cubicBezTo>
                  <a:pt x="791184" y="1417502"/>
                  <a:pt x="792113" y="1412474"/>
                  <a:pt x="794355" y="1407989"/>
                </a:cubicBezTo>
                <a:cubicBezTo>
                  <a:pt x="796911" y="1402876"/>
                  <a:pt x="803868" y="1399436"/>
                  <a:pt x="803868" y="1393719"/>
                </a:cubicBezTo>
                <a:cubicBezTo>
                  <a:pt x="803868" y="1387719"/>
                  <a:pt x="788983" y="1374076"/>
                  <a:pt x="784842" y="1369935"/>
                </a:cubicBezTo>
                <a:cubicBezTo>
                  <a:pt x="781132" y="1358805"/>
                  <a:pt x="781002" y="1348683"/>
                  <a:pt x="765815" y="1346152"/>
                </a:cubicBezTo>
                <a:cubicBezTo>
                  <a:pt x="760870" y="1345328"/>
                  <a:pt x="756302" y="1349323"/>
                  <a:pt x="751546" y="1350909"/>
                </a:cubicBezTo>
                <a:cubicBezTo>
                  <a:pt x="738862" y="1341395"/>
                  <a:pt x="726686" y="1331163"/>
                  <a:pt x="713493" y="1322368"/>
                </a:cubicBezTo>
                <a:cubicBezTo>
                  <a:pt x="708736" y="1319197"/>
                  <a:pt x="703563" y="1316575"/>
                  <a:pt x="699223" y="1312855"/>
                </a:cubicBezTo>
                <a:cubicBezTo>
                  <a:pt x="692413" y="1307018"/>
                  <a:pt x="680196" y="1293828"/>
                  <a:pt x="680196" y="1293828"/>
                </a:cubicBezTo>
                <a:cubicBezTo>
                  <a:pt x="677025" y="1284315"/>
                  <a:pt x="675167" y="1274257"/>
                  <a:pt x="670683" y="1265288"/>
                </a:cubicBezTo>
                <a:cubicBezTo>
                  <a:pt x="664173" y="1252268"/>
                  <a:pt x="660621" y="1243196"/>
                  <a:pt x="651657" y="1231991"/>
                </a:cubicBezTo>
                <a:cubicBezTo>
                  <a:pt x="643911" y="1222308"/>
                  <a:pt x="638469" y="1220028"/>
                  <a:pt x="627874" y="1212964"/>
                </a:cubicBezTo>
                <a:cubicBezTo>
                  <a:pt x="624703" y="1208207"/>
                  <a:pt x="622824" y="1202265"/>
                  <a:pt x="618360" y="1198694"/>
                </a:cubicBezTo>
                <a:cubicBezTo>
                  <a:pt x="592754" y="1178208"/>
                  <a:pt x="613972" y="1210283"/>
                  <a:pt x="594577" y="1184423"/>
                </a:cubicBezTo>
                <a:cubicBezTo>
                  <a:pt x="587717" y="1175276"/>
                  <a:pt x="579166" y="1166730"/>
                  <a:pt x="575551" y="1155883"/>
                </a:cubicBezTo>
                <a:cubicBezTo>
                  <a:pt x="564620" y="1123088"/>
                  <a:pt x="573129" y="1134434"/>
                  <a:pt x="556524" y="1117829"/>
                </a:cubicBezTo>
                <a:cubicBezTo>
                  <a:pt x="553872" y="1096610"/>
                  <a:pt x="554468" y="1068205"/>
                  <a:pt x="537498" y="1051235"/>
                </a:cubicBezTo>
                <a:cubicBezTo>
                  <a:pt x="533456" y="1047193"/>
                  <a:pt x="527985" y="1044893"/>
                  <a:pt x="523228" y="1041722"/>
                </a:cubicBezTo>
                <a:cubicBezTo>
                  <a:pt x="493206" y="996687"/>
                  <a:pt x="538568" y="1057800"/>
                  <a:pt x="494688" y="1022695"/>
                </a:cubicBezTo>
                <a:cubicBezTo>
                  <a:pt x="490773" y="1019563"/>
                  <a:pt x="493477" y="1011970"/>
                  <a:pt x="489932" y="1008425"/>
                </a:cubicBezTo>
                <a:cubicBezTo>
                  <a:pt x="486387" y="1004879"/>
                  <a:pt x="480419" y="1005254"/>
                  <a:pt x="475662" y="1003668"/>
                </a:cubicBezTo>
                <a:cubicBezTo>
                  <a:pt x="474076" y="997326"/>
                  <a:pt x="474654" y="989997"/>
                  <a:pt x="470905" y="984641"/>
                </a:cubicBezTo>
                <a:cubicBezTo>
                  <a:pt x="463190" y="973619"/>
                  <a:pt x="449829" y="967295"/>
                  <a:pt x="442366" y="956101"/>
                </a:cubicBezTo>
                <a:cubicBezTo>
                  <a:pt x="437279" y="948471"/>
                  <a:pt x="431470" y="937738"/>
                  <a:pt x="423339" y="932317"/>
                </a:cubicBezTo>
                <a:cubicBezTo>
                  <a:pt x="417439" y="928384"/>
                  <a:pt x="410655" y="925975"/>
                  <a:pt x="404313" y="922804"/>
                </a:cubicBezTo>
                <a:cubicBezTo>
                  <a:pt x="401142" y="914876"/>
                  <a:pt x="398888" y="906516"/>
                  <a:pt x="394799" y="899020"/>
                </a:cubicBezTo>
                <a:cubicBezTo>
                  <a:pt x="389324" y="888983"/>
                  <a:pt x="379389" y="881327"/>
                  <a:pt x="375773" y="870480"/>
                </a:cubicBezTo>
                <a:cubicBezTo>
                  <a:pt x="374187" y="865723"/>
                  <a:pt x="373258" y="860695"/>
                  <a:pt x="371016" y="856210"/>
                </a:cubicBezTo>
                <a:cubicBezTo>
                  <a:pt x="367272" y="848722"/>
                  <a:pt x="359068" y="837735"/>
                  <a:pt x="351990" y="832426"/>
                </a:cubicBezTo>
                <a:cubicBezTo>
                  <a:pt x="342843" y="825566"/>
                  <a:pt x="332963" y="819741"/>
                  <a:pt x="323450" y="813399"/>
                </a:cubicBezTo>
                <a:lnTo>
                  <a:pt x="309180" y="803886"/>
                </a:lnTo>
                <a:cubicBezTo>
                  <a:pt x="307595" y="799129"/>
                  <a:pt x="307969" y="793161"/>
                  <a:pt x="304424" y="789616"/>
                </a:cubicBezTo>
                <a:cubicBezTo>
                  <a:pt x="300879" y="786070"/>
                  <a:pt x="294639" y="787101"/>
                  <a:pt x="290154" y="784859"/>
                </a:cubicBezTo>
                <a:cubicBezTo>
                  <a:pt x="281910" y="780737"/>
                  <a:pt x="272271" y="773208"/>
                  <a:pt x="266371" y="765832"/>
                </a:cubicBezTo>
                <a:cubicBezTo>
                  <a:pt x="253450" y="749680"/>
                  <a:pt x="254887" y="745651"/>
                  <a:pt x="247344" y="723022"/>
                </a:cubicBezTo>
                <a:cubicBezTo>
                  <a:pt x="242815" y="709433"/>
                  <a:pt x="240814" y="704640"/>
                  <a:pt x="237831" y="689725"/>
                </a:cubicBezTo>
                <a:cubicBezTo>
                  <a:pt x="235939" y="680267"/>
                  <a:pt x="235095" y="670615"/>
                  <a:pt x="233074" y="661184"/>
                </a:cubicBezTo>
                <a:cubicBezTo>
                  <a:pt x="230334" y="648400"/>
                  <a:pt x="226030" y="635970"/>
                  <a:pt x="223561" y="623131"/>
                </a:cubicBezTo>
                <a:cubicBezTo>
                  <a:pt x="218097" y="594718"/>
                  <a:pt x="209291" y="537510"/>
                  <a:pt x="209291" y="537510"/>
                </a:cubicBezTo>
                <a:cubicBezTo>
                  <a:pt x="206120" y="501042"/>
                  <a:pt x="208655" y="463618"/>
                  <a:pt x="199778" y="428105"/>
                </a:cubicBezTo>
                <a:cubicBezTo>
                  <a:pt x="198193" y="421763"/>
                  <a:pt x="196304" y="415489"/>
                  <a:pt x="195022" y="409078"/>
                </a:cubicBezTo>
                <a:cubicBezTo>
                  <a:pt x="193131" y="399621"/>
                  <a:pt x="192357" y="389953"/>
                  <a:pt x="190265" y="380538"/>
                </a:cubicBezTo>
                <a:cubicBezTo>
                  <a:pt x="186437" y="363314"/>
                  <a:pt x="183265" y="365417"/>
                  <a:pt x="175995" y="347241"/>
                </a:cubicBezTo>
                <a:cubicBezTo>
                  <a:pt x="168067" y="327419"/>
                  <a:pt x="169265" y="313884"/>
                  <a:pt x="152212" y="299674"/>
                </a:cubicBezTo>
                <a:cubicBezTo>
                  <a:pt x="148360" y="296464"/>
                  <a:pt x="142699" y="296503"/>
                  <a:pt x="137942" y="294917"/>
                </a:cubicBezTo>
                <a:cubicBezTo>
                  <a:pt x="134771" y="285404"/>
                  <a:pt x="130078" y="276268"/>
                  <a:pt x="128429" y="266377"/>
                </a:cubicBezTo>
                <a:cubicBezTo>
                  <a:pt x="124989" y="245740"/>
                  <a:pt x="123345" y="233984"/>
                  <a:pt x="118916" y="214053"/>
                </a:cubicBezTo>
                <a:cubicBezTo>
                  <a:pt x="117498" y="207671"/>
                  <a:pt x="115745" y="201368"/>
                  <a:pt x="114159" y="195026"/>
                </a:cubicBezTo>
                <a:cubicBezTo>
                  <a:pt x="112573" y="175999"/>
                  <a:pt x="113146" y="156667"/>
                  <a:pt x="109402" y="137945"/>
                </a:cubicBezTo>
                <a:cubicBezTo>
                  <a:pt x="108281" y="132339"/>
                  <a:pt x="101087" y="129265"/>
                  <a:pt x="99889" y="123675"/>
                </a:cubicBezTo>
                <a:cubicBezTo>
                  <a:pt x="96220" y="106550"/>
                  <a:pt x="103436" y="86771"/>
                  <a:pt x="95133" y="71351"/>
                </a:cubicBezTo>
                <a:cubicBezTo>
                  <a:pt x="90379" y="62522"/>
                  <a:pt x="66593" y="61838"/>
                  <a:pt x="66593" y="61838"/>
                </a:cubicBezTo>
                <a:cubicBezTo>
                  <a:pt x="54281" y="49525"/>
                  <a:pt x="38987" y="36096"/>
                  <a:pt x="33297" y="19027"/>
                </a:cubicBezTo>
                <a:cubicBezTo>
                  <a:pt x="31711" y="14270"/>
                  <a:pt x="32085" y="8302"/>
                  <a:pt x="28540" y="4757"/>
                </a:cubicBezTo>
                <a:cubicBezTo>
                  <a:pt x="24995" y="1212"/>
                  <a:pt x="14270" y="0"/>
                  <a:pt x="14270"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86" name="Google Shape;1286;p19"/>
          <p:cNvSpPr/>
          <p:nvPr/>
        </p:nvSpPr>
        <p:spPr>
          <a:xfrm>
            <a:off x="4261928" y="3519972"/>
            <a:ext cx="451879" cy="237836"/>
          </a:xfrm>
          <a:custGeom>
            <a:avLst/>
            <a:gdLst/>
            <a:ahLst/>
            <a:cxnLst/>
            <a:rect l="l" t="t" r="r" b="b"/>
            <a:pathLst>
              <a:path w="451879" h="237836" extrusionOk="0">
                <a:moveTo>
                  <a:pt x="242588" y="9514"/>
                </a:moveTo>
                <a:cubicBezTo>
                  <a:pt x="233075" y="7928"/>
                  <a:pt x="223693" y="4757"/>
                  <a:pt x="214048" y="4757"/>
                </a:cubicBezTo>
                <a:cubicBezTo>
                  <a:pt x="154884" y="4757"/>
                  <a:pt x="194451" y="15666"/>
                  <a:pt x="161725" y="4757"/>
                </a:cubicBezTo>
                <a:cubicBezTo>
                  <a:pt x="147455" y="6343"/>
                  <a:pt x="133077" y="7154"/>
                  <a:pt x="118915" y="9514"/>
                </a:cubicBezTo>
                <a:cubicBezTo>
                  <a:pt x="113970" y="10338"/>
                  <a:pt x="109467" y="12893"/>
                  <a:pt x="104646" y="14270"/>
                </a:cubicBezTo>
                <a:cubicBezTo>
                  <a:pt x="62855" y="26210"/>
                  <a:pt x="105549" y="12383"/>
                  <a:pt x="71349" y="23784"/>
                </a:cubicBezTo>
                <a:cubicBezTo>
                  <a:pt x="66592" y="28541"/>
                  <a:pt x="61385" y="32886"/>
                  <a:pt x="57079" y="38054"/>
                </a:cubicBezTo>
                <a:cubicBezTo>
                  <a:pt x="27067" y="74068"/>
                  <a:pt x="65738" y="34151"/>
                  <a:pt x="38053" y="61838"/>
                </a:cubicBezTo>
                <a:cubicBezTo>
                  <a:pt x="31647" y="100272"/>
                  <a:pt x="36346" y="81226"/>
                  <a:pt x="23783" y="118918"/>
                </a:cubicBezTo>
                <a:cubicBezTo>
                  <a:pt x="22198" y="123675"/>
                  <a:pt x="22572" y="129643"/>
                  <a:pt x="19027" y="133188"/>
                </a:cubicBezTo>
                <a:lnTo>
                  <a:pt x="4757" y="147459"/>
                </a:lnTo>
                <a:cubicBezTo>
                  <a:pt x="3171" y="152216"/>
                  <a:pt x="0" y="156715"/>
                  <a:pt x="0" y="161729"/>
                </a:cubicBezTo>
                <a:cubicBezTo>
                  <a:pt x="0" y="176087"/>
                  <a:pt x="979" y="190687"/>
                  <a:pt x="4757" y="204539"/>
                </a:cubicBezTo>
                <a:cubicBezTo>
                  <a:pt x="5937" y="208866"/>
                  <a:pt x="10539" y="211565"/>
                  <a:pt x="14270" y="214053"/>
                </a:cubicBezTo>
                <a:cubicBezTo>
                  <a:pt x="20170" y="217986"/>
                  <a:pt x="27140" y="220048"/>
                  <a:pt x="33296" y="223566"/>
                </a:cubicBezTo>
                <a:cubicBezTo>
                  <a:pt x="38260" y="226402"/>
                  <a:pt x="42213" y="231072"/>
                  <a:pt x="47566" y="233079"/>
                </a:cubicBezTo>
                <a:cubicBezTo>
                  <a:pt x="55136" y="235918"/>
                  <a:pt x="63421" y="236250"/>
                  <a:pt x="71349" y="237836"/>
                </a:cubicBezTo>
                <a:cubicBezTo>
                  <a:pt x="77691" y="234665"/>
                  <a:pt x="84929" y="232862"/>
                  <a:pt x="90376" y="228323"/>
                </a:cubicBezTo>
                <a:cubicBezTo>
                  <a:pt x="94768" y="224663"/>
                  <a:pt x="95425" y="217624"/>
                  <a:pt x="99889" y="214053"/>
                </a:cubicBezTo>
                <a:cubicBezTo>
                  <a:pt x="102991" y="211572"/>
                  <a:pt x="131942" y="204850"/>
                  <a:pt x="133185" y="204539"/>
                </a:cubicBezTo>
                <a:cubicBezTo>
                  <a:pt x="139527" y="206125"/>
                  <a:pt x="145926" y="211092"/>
                  <a:pt x="152212" y="209296"/>
                </a:cubicBezTo>
                <a:cubicBezTo>
                  <a:pt x="196297" y="196701"/>
                  <a:pt x="135474" y="187275"/>
                  <a:pt x="185508" y="199782"/>
                </a:cubicBezTo>
                <a:cubicBezTo>
                  <a:pt x="190265" y="198197"/>
                  <a:pt x="194764" y="195026"/>
                  <a:pt x="199778" y="195026"/>
                </a:cubicBezTo>
                <a:cubicBezTo>
                  <a:pt x="291400" y="195026"/>
                  <a:pt x="245302" y="208389"/>
                  <a:pt x="285397" y="195026"/>
                </a:cubicBezTo>
                <a:cubicBezTo>
                  <a:pt x="298081" y="198197"/>
                  <a:pt x="310836" y="201099"/>
                  <a:pt x="323450" y="204539"/>
                </a:cubicBezTo>
                <a:cubicBezTo>
                  <a:pt x="328287" y="205858"/>
                  <a:pt x="333805" y="206164"/>
                  <a:pt x="337720" y="209296"/>
                </a:cubicBezTo>
                <a:cubicBezTo>
                  <a:pt x="342184" y="212867"/>
                  <a:pt x="342769" y="219995"/>
                  <a:pt x="347233" y="223566"/>
                </a:cubicBezTo>
                <a:cubicBezTo>
                  <a:pt x="351148" y="226698"/>
                  <a:pt x="356682" y="226946"/>
                  <a:pt x="361503" y="228323"/>
                </a:cubicBezTo>
                <a:cubicBezTo>
                  <a:pt x="403312" y="240268"/>
                  <a:pt x="360584" y="226430"/>
                  <a:pt x="394799" y="237836"/>
                </a:cubicBezTo>
                <a:cubicBezTo>
                  <a:pt x="423421" y="234258"/>
                  <a:pt x="432289" y="241058"/>
                  <a:pt x="447122" y="218809"/>
                </a:cubicBezTo>
                <a:cubicBezTo>
                  <a:pt x="449903" y="214637"/>
                  <a:pt x="450293" y="209296"/>
                  <a:pt x="451879" y="204539"/>
                </a:cubicBezTo>
                <a:cubicBezTo>
                  <a:pt x="450293" y="188683"/>
                  <a:pt x="450705" y="172499"/>
                  <a:pt x="447122" y="156972"/>
                </a:cubicBezTo>
                <a:cubicBezTo>
                  <a:pt x="443201" y="139981"/>
                  <a:pt x="435688" y="143238"/>
                  <a:pt x="423339" y="137945"/>
                </a:cubicBezTo>
                <a:cubicBezTo>
                  <a:pt x="382190" y="120310"/>
                  <a:pt x="423510" y="134832"/>
                  <a:pt x="390043" y="123675"/>
                </a:cubicBezTo>
                <a:cubicBezTo>
                  <a:pt x="386872" y="120504"/>
                  <a:pt x="384375" y="116469"/>
                  <a:pt x="380529" y="114162"/>
                </a:cubicBezTo>
                <a:cubicBezTo>
                  <a:pt x="376230" y="111582"/>
                  <a:pt x="369805" y="112950"/>
                  <a:pt x="366260" y="109405"/>
                </a:cubicBezTo>
                <a:cubicBezTo>
                  <a:pt x="362715" y="105859"/>
                  <a:pt x="363938" y="99518"/>
                  <a:pt x="361503" y="95135"/>
                </a:cubicBezTo>
                <a:cubicBezTo>
                  <a:pt x="355950" y="85140"/>
                  <a:pt x="348818" y="76108"/>
                  <a:pt x="342476" y="66594"/>
                </a:cubicBezTo>
                <a:lnTo>
                  <a:pt x="332963" y="52324"/>
                </a:lnTo>
                <a:cubicBezTo>
                  <a:pt x="331378" y="47567"/>
                  <a:pt x="330787" y="42353"/>
                  <a:pt x="328207" y="38054"/>
                </a:cubicBezTo>
                <a:cubicBezTo>
                  <a:pt x="322025" y="27750"/>
                  <a:pt x="315259" y="26880"/>
                  <a:pt x="304424" y="23784"/>
                </a:cubicBezTo>
                <a:cubicBezTo>
                  <a:pt x="262607" y="11835"/>
                  <a:pt x="305347" y="25678"/>
                  <a:pt x="271127" y="14270"/>
                </a:cubicBezTo>
                <a:cubicBezTo>
                  <a:pt x="263199" y="15856"/>
                  <a:pt x="255118" y="21248"/>
                  <a:pt x="247344" y="19027"/>
                </a:cubicBezTo>
                <a:cubicBezTo>
                  <a:pt x="210934" y="8624"/>
                  <a:pt x="264406" y="-4102"/>
                  <a:pt x="223561" y="9514"/>
                </a:cubicBezTo>
                <a:cubicBezTo>
                  <a:pt x="208846" y="4609"/>
                  <a:pt x="197494" y="0"/>
                  <a:pt x="180751" y="0"/>
                </a:cubicBezTo>
                <a:cubicBezTo>
                  <a:pt x="175737" y="0"/>
                  <a:pt x="171238" y="3171"/>
                  <a:pt x="166482" y="4757"/>
                </a:cubicBezTo>
                <a:lnTo>
                  <a:pt x="137942" y="0"/>
                </a:ln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87" name="Google Shape;1287;p19"/>
          <p:cNvSpPr/>
          <p:nvPr/>
        </p:nvSpPr>
        <p:spPr>
          <a:xfrm>
            <a:off x="2855010" y="2368846"/>
            <a:ext cx="1387892" cy="1355665"/>
          </a:xfrm>
          <a:custGeom>
            <a:avLst/>
            <a:gdLst/>
            <a:ahLst/>
            <a:cxnLst/>
            <a:rect l="l" t="t" r="r" b="b"/>
            <a:pathLst>
              <a:path w="1387892" h="1355665" extrusionOk="0">
                <a:moveTo>
                  <a:pt x="222521" y="71351"/>
                </a:moveTo>
                <a:cubicBezTo>
                  <a:pt x="221560" y="65585"/>
                  <a:pt x="218412" y="37550"/>
                  <a:pt x="213007" y="28541"/>
                </a:cubicBezTo>
                <a:cubicBezTo>
                  <a:pt x="203622" y="12899"/>
                  <a:pt x="192976" y="18275"/>
                  <a:pt x="174954" y="14270"/>
                </a:cubicBezTo>
                <a:cubicBezTo>
                  <a:pt x="170060" y="13182"/>
                  <a:pt x="165630" y="10338"/>
                  <a:pt x="160685" y="9514"/>
                </a:cubicBezTo>
                <a:cubicBezTo>
                  <a:pt x="146523" y="7154"/>
                  <a:pt x="132145" y="6343"/>
                  <a:pt x="117875" y="4757"/>
                </a:cubicBezTo>
                <a:cubicBezTo>
                  <a:pt x="113118" y="6343"/>
                  <a:pt x="108619" y="9514"/>
                  <a:pt x="103605" y="9514"/>
                </a:cubicBezTo>
                <a:cubicBezTo>
                  <a:pt x="76664" y="9514"/>
                  <a:pt x="93121" y="-1892"/>
                  <a:pt x="70309" y="9514"/>
                </a:cubicBezTo>
                <a:cubicBezTo>
                  <a:pt x="65196" y="12071"/>
                  <a:pt x="60312" y="15229"/>
                  <a:pt x="56039" y="19027"/>
                </a:cubicBezTo>
                <a:cubicBezTo>
                  <a:pt x="45983" y="27965"/>
                  <a:pt x="40262" y="43312"/>
                  <a:pt x="27499" y="47567"/>
                </a:cubicBezTo>
                <a:lnTo>
                  <a:pt x="13230" y="52324"/>
                </a:lnTo>
                <a:cubicBezTo>
                  <a:pt x="-7398" y="134834"/>
                  <a:pt x="234" y="89549"/>
                  <a:pt x="8473" y="237836"/>
                </a:cubicBezTo>
                <a:cubicBezTo>
                  <a:pt x="10054" y="266289"/>
                  <a:pt x="10004" y="260007"/>
                  <a:pt x="32256" y="271133"/>
                </a:cubicBezTo>
                <a:cubicBezTo>
                  <a:pt x="41769" y="285403"/>
                  <a:pt x="40184" y="286989"/>
                  <a:pt x="56039" y="294917"/>
                </a:cubicBezTo>
                <a:cubicBezTo>
                  <a:pt x="60524" y="297159"/>
                  <a:pt x="65926" y="297239"/>
                  <a:pt x="70309" y="299674"/>
                </a:cubicBezTo>
                <a:cubicBezTo>
                  <a:pt x="80304" y="305227"/>
                  <a:pt x="90765" y="310615"/>
                  <a:pt x="98849" y="318700"/>
                </a:cubicBezTo>
                <a:cubicBezTo>
                  <a:pt x="102020" y="321871"/>
                  <a:pt x="104516" y="325906"/>
                  <a:pt x="108362" y="328214"/>
                </a:cubicBezTo>
                <a:cubicBezTo>
                  <a:pt x="112661" y="330794"/>
                  <a:pt x="117875" y="331385"/>
                  <a:pt x="122632" y="332971"/>
                </a:cubicBezTo>
                <a:cubicBezTo>
                  <a:pt x="124217" y="337728"/>
                  <a:pt x="123843" y="343696"/>
                  <a:pt x="127388" y="347241"/>
                </a:cubicBezTo>
                <a:cubicBezTo>
                  <a:pt x="130933" y="350786"/>
                  <a:pt x="137173" y="349755"/>
                  <a:pt x="141658" y="351997"/>
                </a:cubicBezTo>
                <a:cubicBezTo>
                  <a:pt x="146771" y="354554"/>
                  <a:pt x="150815" y="358954"/>
                  <a:pt x="155928" y="361511"/>
                </a:cubicBezTo>
                <a:cubicBezTo>
                  <a:pt x="195323" y="381210"/>
                  <a:pt x="143563" y="348512"/>
                  <a:pt x="184468" y="375781"/>
                </a:cubicBezTo>
                <a:cubicBezTo>
                  <a:pt x="186053" y="380538"/>
                  <a:pt x="186644" y="385752"/>
                  <a:pt x="189224" y="390051"/>
                </a:cubicBezTo>
                <a:cubicBezTo>
                  <a:pt x="203649" y="414093"/>
                  <a:pt x="195794" y="383032"/>
                  <a:pt x="203494" y="413835"/>
                </a:cubicBezTo>
                <a:cubicBezTo>
                  <a:pt x="205455" y="421678"/>
                  <a:pt x="206805" y="429664"/>
                  <a:pt x="208251" y="437618"/>
                </a:cubicBezTo>
                <a:cubicBezTo>
                  <a:pt x="209976" y="447107"/>
                  <a:pt x="210469" y="456854"/>
                  <a:pt x="213007" y="466159"/>
                </a:cubicBezTo>
                <a:cubicBezTo>
                  <a:pt x="215254" y="474397"/>
                  <a:pt x="219350" y="482014"/>
                  <a:pt x="222521" y="489942"/>
                </a:cubicBezTo>
                <a:cubicBezTo>
                  <a:pt x="224106" y="497870"/>
                  <a:pt x="225150" y="505926"/>
                  <a:pt x="227277" y="513726"/>
                </a:cubicBezTo>
                <a:cubicBezTo>
                  <a:pt x="229916" y="523401"/>
                  <a:pt x="233620" y="532753"/>
                  <a:pt x="236791" y="542266"/>
                </a:cubicBezTo>
                <a:cubicBezTo>
                  <a:pt x="238377" y="547023"/>
                  <a:pt x="240331" y="551672"/>
                  <a:pt x="241547" y="556536"/>
                </a:cubicBezTo>
                <a:cubicBezTo>
                  <a:pt x="243133" y="562878"/>
                  <a:pt x="244237" y="569361"/>
                  <a:pt x="246304" y="575563"/>
                </a:cubicBezTo>
                <a:cubicBezTo>
                  <a:pt x="249004" y="583663"/>
                  <a:pt x="252819" y="591352"/>
                  <a:pt x="255817" y="599347"/>
                </a:cubicBezTo>
                <a:cubicBezTo>
                  <a:pt x="257578" y="604042"/>
                  <a:pt x="258988" y="608860"/>
                  <a:pt x="260574" y="613617"/>
                </a:cubicBezTo>
                <a:cubicBezTo>
                  <a:pt x="262159" y="624716"/>
                  <a:pt x="262109" y="636175"/>
                  <a:pt x="265330" y="646914"/>
                </a:cubicBezTo>
                <a:cubicBezTo>
                  <a:pt x="266973" y="652390"/>
                  <a:pt x="273722" y="655578"/>
                  <a:pt x="274843" y="661184"/>
                </a:cubicBezTo>
                <a:cubicBezTo>
                  <a:pt x="278387" y="678905"/>
                  <a:pt x="273990" y="711801"/>
                  <a:pt x="284357" y="732535"/>
                </a:cubicBezTo>
                <a:cubicBezTo>
                  <a:pt x="286914" y="737648"/>
                  <a:pt x="289828" y="742763"/>
                  <a:pt x="293870" y="746805"/>
                </a:cubicBezTo>
                <a:cubicBezTo>
                  <a:pt x="297912" y="750848"/>
                  <a:pt x="303383" y="753148"/>
                  <a:pt x="308140" y="756319"/>
                </a:cubicBezTo>
                <a:cubicBezTo>
                  <a:pt x="311311" y="761076"/>
                  <a:pt x="315096" y="765476"/>
                  <a:pt x="317653" y="770589"/>
                </a:cubicBezTo>
                <a:cubicBezTo>
                  <a:pt x="319895" y="775074"/>
                  <a:pt x="320435" y="780250"/>
                  <a:pt x="322410" y="784859"/>
                </a:cubicBezTo>
                <a:cubicBezTo>
                  <a:pt x="325203" y="791377"/>
                  <a:pt x="328405" y="797729"/>
                  <a:pt x="331923" y="803886"/>
                </a:cubicBezTo>
                <a:cubicBezTo>
                  <a:pt x="334759" y="808850"/>
                  <a:pt x="338879" y="813043"/>
                  <a:pt x="341436" y="818156"/>
                </a:cubicBezTo>
                <a:cubicBezTo>
                  <a:pt x="343678" y="822641"/>
                  <a:pt x="343613" y="828126"/>
                  <a:pt x="346193" y="832426"/>
                </a:cubicBezTo>
                <a:cubicBezTo>
                  <a:pt x="348500" y="836272"/>
                  <a:pt x="353099" y="838291"/>
                  <a:pt x="355706" y="841940"/>
                </a:cubicBezTo>
                <a:cubicBezTo>
                  <a:pt x="361080" y="849463"/>
                  <a:pt x="364848" y="858031"/>
                  <a:pt x="369976" y="865723"/>
                </a:cubicBezTo>
                <a:cubicBezTo>
                  <a:pt x="374374" y="872319"/>
                  <a:pt x="379638" y="878299"/>
                  <a:pt x="384246" y="884750"/>
                </a:cubicBezTo>
                <a:cubicBezTo>
                  <a:pt x="399248" y="905753"/>
                  <a:pt x="387362" y="892623"/>
                  <a:pt x="403272" y="908534"/>
                </a:cubicBezTo>
                <a:cubicBezTo>
                  <a:pt x="408039" y="922835"/>
                  <a:pt x="407297" y="924780"/>
                  <a:pt x="417542" y="937074"/>
                </a:cubicBezTo>
                <a:cubicBezTo>
                  <a:pt x="430693" y="952856"/>
                  <a:pt x="432467" y="947897"/>
                  <a:pt x="441325" y="965614"/>
                </a:cubicBezTo>
                <a:cubicBezTo>
                  <a:pt x="443567" y="970099"/>
                  <a:pt x="444496" y="975127"/>
                  <a:pt x="446082" y="979884"/>
                </a:cubicBezTo>
                <a:cubicBezTo>
                  <a:pt x="442911" y="1002082"/>
                  <a:pt x="439894" y="1024303"/>
                  <a:pt x="436568" y="1046478"/>
                </a:cubicBezTo>
                <a:cubicBezTo>
                  <a:pt x="435137" y="1056016"/>
                  <a:pt x="431812" y="1065374"/>
                  <a:pt x="431812" y="1075019"/>
                </a:cubicBezTo>
                <a:cubicBezTo>
                  <a:pt x="431812" y="1101916"/>
                  <a:pt x="434635" y="1107273"/>
                  <a:pt x="441325" y="1127343"/>
                </a:cubicBezTo>
                <a:cubicBezTo>
                  <a:pt x="475540" y="1115937"/>
                  <a:pt x="432812" y="1127343"/>
                  <a:pt x="474621" y="1127343"/>
                </a:cubicBezTo>
                <a:cubicBezTo>
                  <a:pt x="481159" y="1127343"/>
                  <a:pt x="487306" y="1124172"/>
                  <a:pt x="493648" y="1122586"/>
                </a:cubicBezTo>
                <a:cubicBezTo>
                  <a:pt x="504747" y="1124172"/>
                  <a:pt x="515733" y="1127343"/>
                  <a:pt x="526944" y="1127343"/>
                </a:cubicBezTo>
                <a:cubicBezTo>
                  <a:pt x="531958" y="1127343"/>
                  <a:pt x="536200" y="1122586"/>
                  <a:pt x="541214" y="1122586"/>
                </a:cubicBezTo>
                <a:cubicBezTo>
                  <a:pt x="548400" y="1122586"/>
                  <a:pt x="587124" y="1136304"/>
                  <a:pt x="588780" y="1136856"/>
                </a:cubicBezTo>
                <a:lnTo>
                  <a:pt x="603050" y="1141613"/>
                </a:lnTo>
                <a:cubicBezTo>
                  <a:pt x="607807" y="1143199"/>
                  <a:pt x="612456" y="1145154"/>
                  <a:pt x="617320" y="1146370"/>
                </a:cubicBezTo>
                <a:lnTo>
                  <a:pt x="636346" y="1151126"/>
                </a:lnTo>
                <a:cubicBezTo>
                  <a:pt x="642688" y="1154297"/>
                  <a:pt x="648646" y="1158398"/>
                  <a:pt x="655373" y="1160640"/>
                </a:cubicBezTo>
                <a:cubicBezTo>
                  <a:pt x="667777" y="1164775"/>
                  <a:pt x="693426" y="1170153"/>
                  <a:pt x="693426" y="1170153"/>
                </a:cubicBezTo>
                <a:cubicBezTo>
                  <a:pt x="698183" y="1168567"/>
                  <a:pt x="702779" y="1164413"/>
                  <a:pt x="707696" y="1165396"/>
                </a:cubicBezTo>
                <a:cubicBezTo>
                  <a:pt x="740342" y="1171926"/>
                  <a:pt x="691055" y="1183629"/>
                  <a:pt x="731479" y="1170153"/>
                </a:cubicBezTo>
                <a:cubicBezTo>
                  <a:pt x="748942" y="1187618"/>
                  <a:pt x="732568" y="1174761"/>
                  <a:pt x="764775" y="1184423"/>
                </a:cubicBezTo>
                <a:cubicBezTo>
                  <a:pt x="772953" y="1186877"/>
                  <a:pt x="780380" y="1191483"/>
                  <a:pt x="788558" y="1193937"/>
                </a:cubicBezTo>
                <a:cubicBezTo>
                  <a:pt x="835873" y="1208132"/>
                  <a:pt x="793126" y="1190892"/>
                  <a:pt x="826611" y="1203450"/>
                </a:cubicBezTo>
                <a:cubicBezTo>
                  <a:pt x="834606" y="1206448"/>
                  <a:pt x="842110" y="1210893"/>
                  <a:pt x="850394" y="1212964"/>
                </a:cubicBezTo>
                <a:cubicBezTo>
                  <a:pt x="861271" y="1215683"/>
                  <a:pt x="872591" y="1216135"/>
                  <a:pt x="883690" y="1217720"/>
                </a:cubicBezTo>
                <a:cubicBezTo>
                  <a:pt x="888447" y="1219306"/>
                  <a:pt x="893351" y="1220502"/>
                  <a:pt x="897960" y="1222477"/>
                </a:cubicBezTo>
                <a:cubicBezTo>
                  <a:pt x="923321" y="1233346"/>
                  <a:pt x="908952" y="1230374"/>
                  <a:pt x="931256" y="1236747"/>
                </a:cubicBezTo>
                <a:cubicBezTo>
                  <a:pt x="964413" y="1246221"/>
                  <a:pt x="936792" y="1236921"/>
                  <a:pt x="978823" y="1246261"/>
                </a:cubicBezTo>
                <a:cubicBezTo>
                  <a:pt x="983717" y="1247349"/>
                  <a:pt x="988271" y="1249640"/>
                  <a:pt x="993092" y="1251017"/>
                </a:cubicBezTo>
                <a:cubicBezTo>
                  <a:pt x="999378" y="1252813"/>
                  <a:pt x="1005833" y="1253978"/>
                  <a:pt x="1012119" y="1255774"/>
                </a:cubicBezTo>
                <a:cubicBezTo>
                  <a:pt x="1016940" y="1257152"/>
                  <a:pt x="1021904" y="1258289"/>
                  <a:pt x="1026389" y="1260531"/>
                </a:cubicBezTo>
                <a:cubicBezTo>
                  <a:pt x="1031502" y="1263088"/>
                  <a:pt x="1035144" y="1268540"/>
                  <a:pt x="1040659" y="1270044"/>
                </a:cubicBezTo>
                <a:cubicBezTo>
                  <a:pt x="1052992" y="1273407"/>
                  <a:pt x="1066028" y="1273215"/>
                  <a:pt x="1078712" y="1274801"/>
                </a:cubicBezTo>
                <a:cubicBezTo>
                  <a:pt x="1091396" y="1277972"/>
                  <a:pt x="1105886" y="1277061"/>
                  <a:pt x="1116764" y="1284314"/>
                </a:cubicBezTo>
                <a:cubicBezTo>
                  <a:pt x="1157651" y="1311574"/>
                  <a:pt x="1105925" y="1278896"/>
                  <a:pt x="1145304" y="1298585"/>
                </a:cubicBezTo>
                <a:cubicBezTo>
                  <a:pt x="1150417" y="1301142"/>
                  <a:pt x="1154350" y="1305776"/>
                  <a:pt x="1159574" y="1308098"/>
                </a:cubicBezTo>
                <a:cubicBezTo>
                  <a:pt x="1168738" y="1312171"/>
                  <a:pt x="1188114" y="1317611"/>
                  <a:pt x="1188114" y="1317611"/>
                </a:cubicBezTo>
                <a:cubicBezTo>
                  <a:pt x="1194456" y="1316026"/>
                  <a:pt x="1200669" y="1311930"/>
                  <a:pt x="1207140" y="1312855"/>
                </a:cubicBezTo>
                <a:cubicBezTo>
                  <a:pt x="1212799" y="1313664"/>
                  <a:pt x="1216037" y="1320414"/>
                  <a:pt x="1221410" y="1322368"/>
                </a:cubicBezTo>
                <a:cubicBezTo>
                  <a:pt x="1233698" y="1326836"/>
                  <a:pt x="1246642" y="1329318"/>
                  <a:pt x="1259463" y="1331882"/>
                </a:cubicBezTo>
                <a:cubicBezTo>
                  <a:pt x="1267391" y="1333467"/>
                  <a:pt x="1275368" y="1334820"/>
                  <a:pt x="1283246" y="1336638"/>
                </a:cubicBezTo>
                <a:cubicBezTo>
                  <a:pt x="1295986" y="1339578"/>
                  <a:pt x="1308478" y="1343588"/>
                  <a:pt x="1321299" y="1346152"/>
                </a:cubicBezTo>
                <a:cubicBezTo>
                  <a:pt x="1349999" y="1351891"/>
                  <a:pt x="1337412" y="1348351"/>
                  <a:pt x="1359352" y="1355665"/>
                </a:cubicBezTo>
                <a:cubicBezTo>
                  <a:pt x="1364109" y="1354079"/>
                  <a:pt x="1369707" y="1354040"/>
                  <a:pt x="1373622" y="1350908"/>
                </a:cubicBezTo>
                <a:cubicBezTo>
                  <a:pt x="1382004" y="1344202"/>
                  <a:pt x="1384759" y="1331768"/>
                  <a:pt x="1387892" y="1322368"/>
                </a:cubicBezTo>
                <a:cubicBezTo>
                  <a:pt x="1386306" y="1285900"/>
                  <a:pt x="1387484" y="1249206"/>
                  <a:pt x="1383135" y="1212964"/>
                </a:cubicBezTo>
                <a:cubicBezTo>
                  <a:pt x="1382601" y="1208511"/>
                  <a:pt x="1377633" y="1205456"/>
                  <a:pt x="1373622" y="1203450"/>
                </a:cubicBezTo>
                <a:cubicBezTo>
                  <a:pt x="1364653" y="1198965"/>
                  <a:pt x="1345082" y="1193937"/>
                  <a:pt x="1345082" y="1193937"/>
                </a:cubicBezTo>
                <a:cubicBezTo>
                  <a:pt x="1304235" y="1207551"/>
                  <a:pt x="1359103" y="1193436"/>
                  <a:pt x="1316542" y="1189180"/>
                </a:cubicBezTo>
                <a:cubicBezTo>
                  <a:pt x="1305386" y="1188065"/>
                  <a:pt x="1294345" y="1192351"/>
                  <a:pt x="1283246" y="1193937"/>
                </a:cubicBezTo>
                <a:cubicBezTo>
                  <a:pt x="1278489" y="1192351"/>
                  <a:pt x="1273990" y="1189180"/>
                  <a:pt x="1268976" y="1189180"/>
                </a:cubicBezTo>
                <a:cubicBezTo>
                  <a:pt x="1262439" y="1189180"/>
                  <a:pt x="1256152" y="1196004"/>
                  <a:pt x="1249950" y="1193937"/>
                </a:cubicBezTo>
                <a:cubicBezTo>
                  <a:pt x="1244527" y="1192129"/>
                  <a:pt x="1243608" y="1184424"/>
                  <a:pt x="1240437" y="1179667"/>
                </a:cubicBezTo>
                <a:cubicBezTo>
                  <a:pt x="1234095" y="1181252"/>
                  <a:pt x="1227882" y="1185348"/>
                  <a:pt x="1221410" y="1184423"/>
                </a:cubicBezTo>
                <a:cubicBezTo>
                  <a:pt x="1215751" y="1183614"/>
                  <a:pt x="1212253" y="1177467"/>
                  <a:pt x="1207140" y="1174910"/>
                </a:cubicBezTo>
                <a:cubicBezTo>
                  <a:pt x="1200316" y="1171498"/>
                  <a:pt x="1179941" y="1166920"/>
                  <a:pt x="1173844" y="1165396"/>
                </a:cubicBezTo>
                <a:cubicBezTo>
                  <a:pt x="1139629" y="1176802"/>
                  <a:pt x="1182357" y="1165396"/>
                  <a:pt x="1140548" y="1165396"/>
                </a:cubicBezTo>
                <a:cubicBezTo>
                  <a:pt x="1127765" y="1165396"/>
                  <a:pt x="1115179" y="1168567"/>
                  <a:pt x="1102495" y="1170153"/>
                </a:cubicBezTo>
                <a:cubicBezTo>
                  <a:pt x="1092982" y="1166982"/>
                  <a:pt x="1083266" y="1164365"/>
                  <a:pt x="1073955" y="1160640"/>
                </a:cubicBezTo>
                <a:cubicBezTo>
                  <a:pt x="1066027" y="1157469"/>
                  <a:pt x="1058410" y="1153373"/>
                  <a:pt x="1050172" y="1151126"/>
                </a:cubicBezTo>
                <a:cubicBezTo>
                  <a:pt x="1040867" y="1148588"/>
                  <a:pt x="1031145" y="1147955"/>
                  <a:pt x="1021632" y="1146370"/>
                </a:cubicBezTo>
                <a:cubicBezTo>
                  <a:pt x="964502" y="1160651"/>
                  <a:pt x="1036517" y="1147635"/>
                  <a:pt x="988336" y="1141613"/>
                </a:cubicBezTo>
                <a:cubicBezTo>
                  <a:pt x="980314" y="1140610"/>
                  <a:pt x="972481" y="1144784"/>
                  <a:pt x="964553" y="1146370"/>
                </a:cubicBezTo>
                <a:cubicBezTo>
                  <a:pt x="942741" y="1124556"/>
                  <a:pt x="970570" y="1150381"/>
                  <a:pt x="936013" y="1127343"/>
                </a:cubicBezTo>
                <a:cubicBezTo>
                  <a:pt x="932282" y="1124855"/>
                  <a:pt x="930346" y="1120136"/>
                  <a:pt x="926500" y="1117829"/>
                </a:cubicBezTo>
                <a:cubicBezTo>
                  <a:pt x="922201" y="1115249"/>
                  <a:pt x="917051" y="1114450"/>
                  <a:pt x="912230" y="1113073"/>
                </a:cubicBezTo>
                <a:cubicBezTo>
                  <a:pt x="900597" y="1109749"/>
                  <a:pt x="873141" y="1104453"/>
                  <a:pt x="864664" y="1098802"/>
                </a:cubicBezTo>
                <a:cubicBezTo>
                  <a:pt x="846222" y="1086508"/>
                  <a:pt x="855817" y="1091097"/>
                  <a:pt x="836124" y="1084532"/>
                </a:cubicBezTo>
                <a:cubicBezTo>
                  <a:pt x="829782" y="1079775"/>
                  <a:pt x="823592" y="1074808"/>
                  <a:pt x="817098" y="1070262"/>
                </a:cubicBezTo>
                <a:cubicBezTo>
                  <a:pt x="807731" y="1063705"/>
                  <a:pt x="788558" y="1051235"/>
                  <a:pt x="788558" y="1051235"/>
                </a:cubicBezTo>
                <a:lnTo>
                  <a:pt x="774288" y="1008425"/>
                </a:lnTo>
                <a:cubicBezTo>
                  <a:pt x="772703" y="1003668"/>
                  <a:pt x="773704" y="996936"/>
                  <a:pt x="769532" y="994155"/>
                </a:cubicBezTo>
                <a:lnTo>
                  <a:pt x="740992" y="975128"/>
                </a:lnTo>
                <a:cubicBezTo>
                  <a:pt x="713725" y="934224"/>
                  <a:pt x="746418" y="985980"/>
                  <a:pt x="726722" y="946587"/>
                </a:cubicBezTo>
                <a:cubicBezTo>
                  <a:pt x="724165" y="941474"/>
                  <a:pt x="720380" y="937074"/>
                  <a:pt x="717209" y="932317"/>
                </a:cubicBezTo>
                <a:cubicBezTo>
                  <a:pt x="705528" y="885594"/>
                  <a:pt x="722440" y="942780"/>
                  <a:pt x="698182" y="894263"/>
                </a:cubicBezTo>
                <a:cubicBezTo>
                  <a:pt x="697294" y="892487"/>
                  <a:pt x="691593" y="864475"/>
                  <a:pt x="688669" y="860966"/>
                </a:cubicBezTo>
                <a:cubicBezTo>
                  <a:pt x="683594" y="854876"/>
                  <a:pt x="675985" y="851453"/>
                  <a:pt x="669643" y="846696"/>
                </a:cubicBezTo>
                <a:cubicBezTo>
                  <a:pt x="664619" y="831625"/>
                  <a:pt x="665910" y="831328"/>
                  <a:pt x="655373" y="818156"/>
                </a:cubicBezTo>
                <a:cubicBezTo>
                  <a:pt x="652571" y="814654"/>
                  <a:pt x="648550" y="812230"/>
                  <a:pt x="645859" y="808642"/>
                </a:cubicBezTo>
                <a:cubicBezTo>
                  <a:pt x="638999" y="799495"/>
                  <a:pt x="630449" y="790949"/>
                  <a:pt x="626833" y="780102"/>
                </a:cubicBezTo>
                <a:cubicBezTo>
                  <a:pt x="625247" y="775345"/>
                  <a:pt x="625621" y="769378"/>
                  <a:pt x="622076" y="765832"/>
                </a:cubicBezTo>
                <a:cubicBezTo>
                  <a:pt x="618531" y="762287"/>
                  <a:pt x="612563" y="762661"/>
                  <a:pt x="607807" y="761075"/>
                </a:cubicBezTo>
                <a:cubicBezTo>
                  <a:pt x="606221" y="756318"/>
                  <a:pt x="606182" y="750720"/>
                  <a:pt x="603050" y="746805"/>
                </a:cubicBezTo>
                <a:cubicBezTo>
                  <a:pt x="599479" y="742341"/>
                  <a:pt x="593244" y="740863"/>
                  <a:pt x="588780" y="737292"/>
                </a:cubicBezTo>
                <a:cubicBezTo>
                  <a:pt x="585278" y="734490"/>
                  <a:pt x="582769" y="730580"/>
                  <a:pt x="579267" y="727778"/>
                </a:cubicBezTo>
                <a:cubicBezTo>
                  <a:pt x="565528" y="716786"/>
                  <a:pt x="565696" y="721516"/>
                  <a:pt x="555484" y="708751"/>
                </a:cubicBezTo>
                <a:cubicBezTo>
                  <a:pt x="551913" y="704287"/>
                  <a:pt x="548528" y="699594"/>
                  <a:pt x="545971" y="694481"/>
                </a:cubicBezTo>
                <a:cubicBezTo>
                  <a:pt x="543729" y="689996"/>
                  <a:pt x="544346" y="684126"/>
                  <a:pt x="541214" y="680211"/>
                </a:cubicBezTo>
                <a:cubicBezTo>
                  <a:pt x="537643" y="675747"/>
                  <a:pt x="531217" y="674496"/>
                  <a:pt x="526944" y="670698"/>
                </a:cubicBezTo>
                <a:cubicBezTo>
                  <a:pt x="516888" y="661759"/>
                  <a:pt x="498404" y="642157"/>
                  <a:pt x="498404" y="642157"/>
                </a:cubicBezTo>
                <a:cubicBezTo>
                  <a:pt x="496819" y="637400"/>
                  <a:pt x="495025" y="632708"/>
                  <a:pt x="493648" y="627887"/>
                </a:cubicBezTo>
                <a:cubicBezTo>
                  <a:pt x="490263" y="616040"/>
                  <a:pt x="490105" y="603172"/>
                  <a:pt x="479378" y="594590"/>
                </a:cubicBezTo>
                <a:cubicBezTo>
                  <a:pt x="475463" y="591458"/>
                  <a:pt x="469593" y="592075"/>
                  <a:pt x="465108" y="589833"/>
                </a:cubicBezTo>
                <a:cubicBezTo>
                  <a:pt x="459995" y="587276"/>
                  <a:pt x="455595" y="583491"/>
                  <a:pt x="450838" y="580320"/>
                </a:cubicBezTo>
                <a:cubicBezTo>
                  <a:pt x="449253" y="575563"/>
                  <a:pt x="449090" y="570061"/>
                  <a:pt x="446082" y="566050"/>
                </a:cubicBezTo>
                <a:cubicBezTo>
                  <a:pt x="439355" y="557081"/>
                  <a:pt x="422299" y="542266"/>
                  <a:pt x="422299" y="542266"/>
                </a:cubicBezTo>
                <a:lnTo>
                  <a:pt x="412785" y="513726"/>
                </a:lnTo>
                <a:cubicBezTo>
                  <a:pt x="411199" y="508969"/>
                  <a:pt x="409245" y="504320"/>
                  <a:pt x="408029" y="499456"/>
                </a:cubicBezTo>
                <a:cubicBezTo>
                  <a:pt x="406443" y="493114"/>
                  <a:pt x="406196" y="486276"/>
                  <a:pt x="403272" y="480429"/>
                </a:cubicBezTo>
                <a:cubicBezTo>
                  <a:pt x="401266" y="476418"/>
                  <a:pt x="397490" y="473403"/>
                  <a:pt x="393759" y="470915"/>
                </a:cubicBezTo>
                <a:cubicBezTo>
                  <a:pt x="382007" y="463080"/>
                  <a:pt x="373144" y="460873"/>
                  <a:pt x="360463" y="456645"/>
                </a:cubicBezTo>
                <a:cubicBezTo>
                  <a:pt x="357292" y="453474"/>
                  <a:pt x="354537" y="449823"/>
                  <a:pt x="350949" y="447132"/>
                </a:cubicBezTo>
                <a:cubicBezTo>
                  <a:pt x="341802" y="440272"/>
                  <a:pt x="322410" y="428105"/>
                  <a:pt x="322410" y="428105"/>
                </a:cubicBezTo>
                <a:lnTo>
                  <a:pt x="312896" y="399565"/>
                </a:lnTo>
                <a:cubicBezTo>
                  <a:pt x="311310" y="394808"/>
                  <a:pt x="312312" y="388075"/>
                  <a:pt x="308140" y="385294"/>
                </a:cubicBezTo>
                <a:lnTo>
                  <a:pt x="293870" y="375781"/>
                </a:lnTo>
                <a:cubicBezTo>
                  <a:pt x="280812" y="336605"/>
                  <a:pt x="285775" y="357168"/>
                  <a:pt x="279600" y="313944"/>
                </a:cubicBezTo>
                <a:cubicBezTo>
                  <a:pt x="286352" y="243050"/>
                  <a:pt x="295129" y="206169"/>
                  <a:pt x="284357" y="137945"/>
                </a:cubicBezTo>
                <a:cubicBezTo>
                  <a:pt x="283465" y="132298"/>
                  <a:pt x="278014" y="128432"/>
                  <a:pt x="274843" y="123675"/>
                </a:cubicBezTo>
                <a:cubicBezTo>
                  <a:pt x="241982" y="134630"/>
                  <a:pt x="275997" y="128575"/>
                  <a:pt x="255817" y="114161"/>
                </a:cubicBezTo>
                <a:cubicBezTo>
                  <a:pt x="247657" y="108332"/>
                  <a:pt x="227277" y="104648"/>
                  <a:pt x="227277" y="104648"/>
                </a:cubicBezTo>
                <a:cubicBezTo>
                  <a:pt x="225770" y="91083"/>
                  <a:pt x="226951" y="56756"/>
                  <a:pt x="213007" y="42811"/>
                </a:cubicBezTo>
                <a:cubicBezTo>
                  <a:pt x="209462" y="39266"/>
                  <a:pt x="203494" y="39640"/>
                  <a:pt x="198738" y="38054"/>
                </a:cubicBezTo>
                <a:cubicBezTo>
                  <a:pt x="197152" y="33297"/>
                  <a:pt x="196561" y="28084"/>
                  <a:pt x="193981" y="23784"/>
                </a:cubicBezTo>
                <a:cubicBezTo>
                  <a:pt x="185678" y="9946"/>
                  <a:pt x="170162" y="9502"/>
                  <a:pt x="155928" y="4757"/>
                </a:cubicBezTo>
                <a:lnTo>
                  <a:pt x="141658" y="0"/>
                </a:lnTo>
                <a:cubicBezTo>
                  <a:pt x="103605" y="12685"/>
                  <a:pt x="151171" y="0"/>
                  <a:pt x="113118" y="0"/>
                </a:cubicBezTo>
                <a:cubicBezTo>
                  <a:pt x="106581" y="0"/>
                  <a:pt x="100434" y="3171"/>
                  <a:pt x="94092" y="4757"/>
                </a:cubicBezTo>
                <a:lnTo>
                  <a:pt x="79822" y="0"/>
                </a:ln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88" name="Google Shape;1288;p19"/>
          <p:cNvSpPr/>
          <p:nvPr/>
        </p:nvSpPr>
        <p:spPr>
          <a:xfrm>
            <a:off x="3516860" y="2264414"/>
            <a:ext cx="568957" cy="334231"/>
          </a:xfrm>
          <a:custGeom>
            <a:avLst/>
            <a:gdLst/>
            <a:ahLst/>
            <a:cxnLst/>
            <a:rect l="l" t="t" r="r" b="b"/>
            <a:pathLst>
              <a:path w="568957" h="334231" extrusionOk="0">
                <a:moveTo>
                  <a:pt x="25853" y="0"/>
                </a:moveTo>
                <a:cubicBezTo>
                  <a:pt x="23068" y="16712"/>
                  <a:pt x="21606" y="33699"/>
                  <a:pt x="17497" y="50135"/>
                </a:cubicBezTo>
                <a:cubicBezTo>
                  <a:pt x="-10010" y="160167"/>
                  <a:pt x="1185" y="85414"/>
                  <a:pt x="9142" y="66846"/>
                </a:cubicBezTo>
                <a:cubicBezTo>
                  <a:pt x="18685" y="44578"/>
                  <a:pt x="43709" y="23922"/>
                  <a:pt x="59274" y="8356"/>
                </a:cubicBezTo>
                <a:cubicBezTo>
                  <a:pt x="62059" y="16712"/>
                  <a:pt x="64537" y="25176"/>
                  <a:pt x="67630" y="33423"/>
                </a:cubicBezTo>
                <a:cubicBezTo>
                  <a:pt x="72896" y="47467"/>
                  <a:pt x="81735" y="60431"/>
                  <a:pt x="84341" y="75202"/>
                </a:cubicBezTo>
                <a:cubicBezTo>
                  <a:pt x="90169" y="108231"/>
                  <a:pt x="89911" y="142048"/>
                  <a:pt x="92696" y="175471"/>
                </a:cubicBezTo>
                <a:cubicBezTo>
                  <a:pt x="103837" y="164330"/>
                  <a:pt x="110362" y="142048"/>
                  <a:pt x="126118" y="142048"/>
                </a:cubicBezTo>
                <a:cubicBezTo>
                  <a:pt x="137602" y="142048"/>
                  <a:pt x="132419" y="164172"/>
                  <a:pt x="134473" y="175471"/>
                </a:cubicBezTo>
                <a:cubicBezTo>
                  <a:pt x="137996" y="194848"/>
                  <a:pt x="140044" y="214465"/>
                  <a:pt x="142829" y="233962"/>
                </a:cubicBezTo>
                <a:cubicBezTo>
                  <a:pt x="210333" y="183333"/>
                  <a:pt x="149530" y="213942"/>
                  <a:pt x="184606" y="284097"/>
                </a:cubicBezTo>
                <a:cubicBezTo>
                  <a:pt x="188545" y="291975"/>
                  <a:pt x="201795" y="279680"/>
                  <a:pt x="209672" y="275741"/>
                </a:cubicBezTo>
                <a:cubicBezTo>
                  <a:pt x="218654" y="271250"/>
                  <a:pt x="226383" y="264600"/>
                  <a:pt x="234739" y="259029"/>
                </a:cubicBezTo>
                <a:cubicBezTo>
                  <a:pt x="240309" y="270170"/>
                  <a:pt x="249689" y="280121"/>
                  <a:pt x="251450" y="292452"/>
                </a:cubicBezTo>
                <a:cubicBezTo>
                  <a:pt x="254959" y="317019"/>
                  <a:pt x="218617" y="333839"/>
                  <a:pt x="268161" y="300808"/>
                </a:cubicBezTo>
                <a:cubicBezTo>
                  <a:pt x="273731" y="311949"/>
                  <a:pt x="272416" y="334231"/>
                  <a:pt x="284872" y="334231"/>
                </a:cubicBezTo>
                <a:cubicBezTo>
                  <a:pt x="302706" y="334231"/>
                  <a:pt x="313228" y="312552"/>
                  <a:pt x="326649" y="300808"/>
                </a:cubicBezTo>
                <a:cubicBezTo>
                  <a:pt x="371814" y="261287"/>
                  <a:pt x="329244" y="286977"/>
                  <a:pt x="385137" y="259029"/>
                </a:cubicBezTo>
                <a:cubicBezTo>
                  <a:pt x="387922" y="272955"/>
                  <a:pt x="379714" y="297363"/>
                  <a:pt x="393492" y="300808"/>
                </a:cubicBezTo>
                <a:cubicBezTo>
                  <a:pt x="407002" y="304186"/>
                  <a:pt x="409496" y="277959"/>
                  <a:pt x="418559" y="267385"/>
                </a:cubicBezTo>
                <a:cubicBezTo>
                  <a:pt x="426249" y="258413"/>
                  <a:pt x="435270" y="250674"/>
                  <a:pt x="443625" y="242318"/>
                </a:cubicBezTo>
                <a:cubicBezTo>
                  <a:pt x="451981" y="245103"/>
                  <a:pt x="462464" y="244445"/>
                  <a:pt x="468692" y="250673"/>
                </a:cubicBezTo>
                <a:cubicBezTo>
                  <a:pt x="496544" y="278525"/>
                  <a:pt x="451980" y="284097"/>
                  <a:pt x="502113" y="267385"/>
                </a:cubicBezTo>
                <a:cubicBezTo>
                  <a:pt x="510469" y="270170"/>
                  <a:pt x="518372" y="275741"/>
                  <a:pt x="527180" y="275741"/>
                </a:cubicBezTo>
                <a:cubicBezTo>
                  <a:pt x="537504" y="275741"/>
                  <a:pt x="558971" y="264023"/>
                  <a:pt x="568957" y="259029"/>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89" name="Google Shape;1289;p19"/>
          <p:cNvSpPr/>
          <p:nvPr/>
        </p:nvSpPr>
        <p:spPr>
          <a:xfrm>
            <a:off x="2222281" y="2030231"/>
            <a:ext cx="1922218" cy="3083502"/>
          </a:xfrm>
          <a:custGeom>
            <a:avLst/>
            <a:gdLst/>
            <a:ahLst/>
            <a:cxnLst/>
            <a:rect l="l" t="t" r="r" b="b"/>
            <a:pathLst>
              <a:path w="1922218" h="3083502" extrusionOk="0">
                <a:moveTo>
                  <a:pt x="685417" y="326097"/>
                </a:moveTo>
                <a:cubicBezTo>
                  <a:pt x="679847" y="253680"/>
                  <a:pt x="681046" y="180422"/>
                  <a:pt x="668706" y="108847"/>
                </a:cubicBezTo>
                <a:cubicBezTo>
                  <a:pt x="666698" y="97202"/>
                  <a:pt x="653704" y="89972"/>
                  <a:pt x="643640" y="83779"/>
                </a:cubicBezTo>
                <a:cubicBezTo>
                  <a:pt x="579646" y="44396"/>
                  <a:pt x="575906" y="44117"/>
                  <a:pt x="518308" y="33645"/>
                </a:cubicBezTo>
                <a:cubicBezTo>
                  <a:pt x="501640" y="30614"/>
                  <a:pt x="484886" y="28074"/>
                  <a:pt x="468175" y="25289"/>
                </a:cubicBezTo>
                <a:cubicBezTo>
                  <a:pt x="459820" y="22504"/>
                  <a:pt x="451204" y="20402"/>
                  <a:pt x="443109" y="16933"/>
                </a:cubicBezTo>
                <a:cubicBezTo>
                  <a:pt x="431661" y="12026"/>
                  <a:pt x="422066" y="1598"/>
                  <a:pt x="409687" y="222"/>
                </a:cubicBezTo>
                <a:cubicBezTo>
                  <a:pt x="395572" y="-1346"/>
                  <a:pt x="381836" y="5792"/>
                  <a:pt x="367910" y="8577"/>
                </a:cubicBezTo>
                <a:cubicBezTo>
                  <a:pt x="327286" y="-4963"/>
                  <a:pt x="354839" y="-385"/>
                  <a:pt x="301066" y="8577"/>
                </a:cubicBezTo>
                <a:cubicBezTo>
                  <a:pt x="176738" y="29299"/>
                  <a:pt x="299230" y="5602"/>
                  <a:pt x="200801" y="25289"/>
                </a:cubicBezTo>
                <a:cubicBezTo>
                  <a:pt x="195231" y="33645"/>
                  <a:pt x="189412" y="41840"/>
                  <a:pt x="184090" y="50356"/>
                </a:cubicBezTo>
                <a:cubicBezTo>
                  <a:pt x="175483" y="64128"/>
                  <a:pt x="169592" y="79804"/>
                  <a:pt x="159023" y="92135"/>
                </a:cubicBezTo>
                <a:cubicBezTo>
                  <a:pt x="152488" y="99760"/>
                  <a:pt x="142312" y="103276"/>
                  <a:pt x="133957" y="108847"/>
                </a:cubicBezTo>
                <a:cubicBezTo>
                  <a:pt x="128387" y="119988"/>
                  <a:pt x="122152" y="130821"/>
                  <a:pt x="117246" y="142270"/>
                </a:cubicBezTo>
                <a:cubicBezTo>
                  <a:pt x="113777" y="150365"/>
                  <a:pt x="112830" y="159459"/>
                  <a:pt x="108891" y="167337"/>
                </a:cubicBezTo>
                <a:cubicBezTo>
                  <a:pt x="104400" y="176319"/>
                  <a:pt x="96989" y="183588"/>
                  <a:pt x="92180" y="192404"/>
                </a:cubicBezTo>
                <a:cubicBezTo>
                  <a:pt x="39312" y="289332"/>
                  <a:pt x="81094" y="229468"/>
                  <a:pt x="33692" y="292674"/>
                </a:cubicBezTo>
                <a:cubicBezTo>
                  <a:pt x="-29275" y="481577"/>
                  <a:pt x="13019" y="336085"/>
                  <a:pt x="25336" y="785664"/>
                </a:cubicBezTo>
                <a:cubicBezTo>
                  <a:pt x="28516" y="901728"/>
                  <a:pt x="32749" y="974661"/>
                  <a:pt x="50402" y="1086472"/>
                </a:cubicBezTo>
                <a:cubicBezTo>
                  <a:pt x="51776" y="1095172"/>
                  <a:pt x="56441" y="1103042"/>
                  <a:pt x="58758" y="1111539"/>
                </a:cubicBezTo>
                <a:cubicBezTo>
                  <a:pt x="64801" y="1133698"/>
                  <a:pt x="68206" y="1156596"/>
                  <a:pt x="75469" y="1178386"/>
                </a:cubicBezTo>
                <a:cubicBezTo>
                  <a:pt x="78254" y="1186742"/>
                  <a:pt x="81404" y="1194984"/>
                  <a:pt x="83824" y="1203453"/>
                </a:cubicBezTo>
                <a:cubicBezTo>
                  <a:pt x="86979" y="1214495"/>
                  <a:pt x="86483" y="1226905"/>
                  <a:pt x="92180" y="1236876"/>
                </a:cubicBezTo>
                <a:cubicBezTo>
                  <a:pt x="98042" y="1247136"/>
                  <a:pt x="108891" y="1253587"/>
                  <a:pt x="117246" y="1261943"/>
                </a:cubicBezTo>
                <a:cubicBezTo>
                  <a:pt x="126619" y="1290063"/>
                  <a:pt x="125795" y="1291527"/>
                  <a:pt x="142312" y="1320434"/>
                </a:cubicBezTo>
                <a:cubicBezTo>
                  <a:pt x="159212" y="1350011"/>
                  <a:pt x="159966" y="1338446"/>
                  <a:pt x="167379" y="1370568"/>
                </a:cubicBezTo>
                <a:cubicBezTo>
                  <a:pt x="173766" y="1398245"/>
                  <a:pt x="175108" y="1427179"/>
                  <a:pt x="184090" y="1454126"/>
                </a:cubicBezTo>
                <a:cubicBezTo>
                  <a:pt x="186875" y="1462482"/>
                  <a:pt x="190025" y="1470724"/>
                  <a:pt x="192445" y="1479193"/>
                </a:cubicBezTo>
                <a:cubicBezTo>
                  <a:pt x="195600" y="1490235"/>
                  <a:pt x="197170" y="1501721"/>
                  <a:pt x="200801" y="1512616"/>
                </a:cubicBezTo>
                <a:cubicBezTo>
                  <a:pt x="205544" y="1526845"/>
                  <a:pt x="212246" y="1540351"/>
                  <a:pt x="217512" y="1554395"/>
                </a:cubicBezTo>
                <a:cubicBezTo>
                  <a:pt x="220604" y="1562642"/>
                  <a:pt x="223448" y="1570994"/>
                  <a:pt x="225867" y="1579463"/>
                </a:cubicBezTo>
                <a:cubicBezTo>
                  <a:pt x="229022" y="1590505"/>
                  <a:pt x="229086" y="1602614"/>
                  <a:pt x="234222" y="1612886"/>
                </a:cubicBezTo>
                <a:cubicBezTo>
                  <a:pt x="243204" y="1630850"/>
                  <a:pt x="261293" y="1643966"/>
                  <a:pt x="267644" y="1663020"/>
                </a:cubicBezTo>
                <a:cubicBezTo>
                  <a:pt x="279176" y="1697615"/>
                  <a:pt x="271114" y="1680759"/>
                  <a:pt x="292711" y="1713155"/>
                </a:cubicBezTo>
                <a:cubicBezTo>
                  <a:pt x="295496" y="1724296"/>
                  <a:pt x="297766" y="1735578"/>
                  <a:pt x="301066" y="1746578"/>
                </a:cubicBezTo>
                <a:cubicBezTo>
                  <a:pt x="306128" y="1763451"/>
                  <a:pt x="312207" y="1780001"/>
                  <a:pt x="317777" y="1796713"/>
                </a:cubicBezTo>
                <a:cubicBezTo>
                  <a:pt x="320562" y="1805069"/>
                  <a:pt x="323996" y="1813235"/>
                  <a:pt x="326132" y="1821780"/>
                </a:cubicBezTo>
                <a:cubicBezTo>
                  <a:pt x="328917" y="1832921"/>
                  <a:pt x="331997" y="1843993"/>
                  <a:pt x="334488" y="1855203"/>
                </a:cubicBezTo>
                <a:cubicBezTo>
                  <a:pt x="337569" y="1869067"/>
                  <a:pt x="338762" y="1883379"/>
                  <a:pt x="342843" y="1896982"/>
                </a:cubicBezTo>
                <a:cubicBezTo>
                  <a:pt x="347153" y="1911349"/>
                  <a:pt x="353984" y="1924835"/>
                  <a:pt x="359554" y="1938761"/>
                </a:cubicBezTo>
                <a:cubicBezTo>
                  <a:pt x="360429" y="1945765"/>
                  <a:pt x="371448" y="2041291"/>
                  <a:pt x="376265" y="2055742"/>
                </a:cubicBezTo>
                <a:cubicBezTo>
                  <a:pt x="379440" y="2065269"/>
                  <a:pt x="387406" y="2072453"/>
                  <a:pt x="392976" y="2080809"/>
                </a:cubicBezTo>
                <a:cubicBezTo>
                  <a:pt x="395761" y="2094735"/>
                  <a:pt x="393454" y="2110771"/>
                  <a:pt x="401332" y="2122588"/>
                </a:cubicBezTo>
                <a:cubicBezTo>
                  <a:pt x="406217" y="2129916"/>
                  <a:pt x="418751" y="2126574"/>
                  <a:pt x="426398" y="2130944"/>
                </a:cubicBezTo>
                <a:cubicBezTo>
                  <a:pt x="438489" y="2137853"/>
                  <a:pt x="448488" y="2147917"/>
                  <a:pt x="459820" y="2156011"/>
                </a:cubicBezTo>
                <a:cubicBezTo>
                  <a:pt x="500531" y="2185091"/>
                  <a:pt x="469354" y="2161459"/>
                  <a:pt x="518308" y="2189434"/>
                </a:cubicBezTo>
                <a:cubicBezTo>
                  <a:pt x="527027" y="2194416"/>
                  <a:pt x="533847" y="2202969"/>
                  <a:pt x="543374" y="2206145"/>
                </a:cubicBezTo>
                <a:cubicBezTo>
                  <a:pt x="559446" y="2211503"/>
                  <a:pt x="576796" y="2211716"/>
                  <a:pt x="593507" y="2214501"/>
                </a:cubicBezTo>
                <a:cubicBezTo>
                  <a:pt x="601862" y="2220072"/>
                  <a:pt x="609343" y="2227257"/>
                  <a:pt x="618573" y="2231213"/>
                </a:cubicBezTo>
                <a:cubicBezTo>
                  <a:pt x="629128" y="2235737"/>
                  <a:pt x="643028" y="2232395"/>
                  <a:pt x="651995" y="2239569"/>
                </a:cubicBezTo>
                <a:cubicBezTo>
                  <a:pt x="658873" y="2245071"/>
                  <a:pt x="657566" y="2256280"/>
                  <a:pt x="660351" y="2264636"/>
                </a:cubicBezTo>
                <a:cubicBezTo>
                  <a:pt x="638042" y="2309256"/>
                  <a:pt x="628805" y="2310166"/>
                  <a:pt x="660351" y="2373261"/>
                </a:cubicBezTo>
                <a:cubicBezTo>
                  <a:pt x="666578" y="2385717"/>
                  <a:pt x="682632" y="2389972"/>
                  <a:pt x="693772" y="2398328"/>
                </a:cubicBezTo>
                <a:cubicBezTo>
                  <a:pt x="714777" y="2461342"/>
                  <a:pt x="686442" y="2383666"/>
                  <a:pt x="718839" y="2448463"/>
                </a:cubicBezTo>
                <a:cubicBezTo>
                  <a:pt x="729361" y="2469507"/>
                  <a:pt x="731884" y="2503499"/>
                  <a:pt x="735550" y="2523665"/>
                </a:cubicBezTo>
                <a:cubicBezTo>
                  <a:pt x="743661" y="2568274"/>
                  <a:pt x="733413" y="2621084"/>
                  <a:pt x="760616" y="2657357"/>
                </a:cubicBezTo>
                <a:cubicBezTo>
                  <a:pt x="779057" y="2681946"/>
                  <a:pt x="787473" y="2696451"/>
                  <a:pt x="810749" y="2715848"/>
                </a:cubicBezTo>
                <a:cubicBezTo>
                  <a:pt x="880555" y="2774022"/>
                  <a:pt x="787637" y="2684381"/>
                  <a:pt x="860882" y="2757626"/>
                </a:cubicBezTo>
                <a:cubicBezTo>
                  <a:pt x="880038" y="2815102"/>
                  <a:pt x="852075" y="2747058"/>
                  <a:pt x="902659" y="2807761"/>
                </a:cubicBezTo>
                <a:cubicBezTo>
                  <a:pt x="908297" y="2814527"/>
                  <a:pt x="909103" y="2824230"/>
                  <a:pt x="911014" y="2832828"/>
                </a:cubicBezTo>
                <a:cubicBezTo>
                  <a:pt x="914689" y="2849367"/>
                  <a:pt x="912489" y="2867481"/>
                  <a:pt x="919370" y="2882963"/>
                </a:cubicBezTo>
                <a:cubicBezTo>
                  <a:pt x="924169" y="2893761"/>
                  <a:pt x="936081" y="2899674"/>
                  <a:pt x="944436" y="2908030"/>
                </a:cubicBezTo>
                <a:cubicBezTo>
                  <a:pt x="951231" y="2928416"/>
                  <a:pt x="953306" y="2941969"/>
                  <a:pt x="969502" y="2958165"/>
                </a:cubicBezTo>
                <a:cubicBezTo>
                  <a:pt x="979349" y="2968012"/>
                  <a:pt x="991592" y="2975138"/>
                  <a:pt x="1002924" y="2983232"/>
                </a:cubicBezTo>
                <a:cubicBezTo>
                  <a:pt x="1022109" y="2996936"/>
                  <a:pt x="1039157" y="3007753"/>
                  <a:pt x="1061412" y="3016655"/>
                </a:cubicBezTo>
                <a:cubicBezTo>
                  <a:pt x="1077767" y="3023197"/>
                  <a:pt x="1094066" y="3031182"/>
                  <a:pt x="1111545" y="3033367"/>
                </a:cubicBezTo>
                <a:lnTo>
                  <a:pt x="1178389" y="3041723"/>
                </a:lnTo>
                <a:cubicBezTo>
                  <a:pt x="1186744" y="3047293"/>
                  <a:pt x="1194473" y="3053943"/>
                  <a:pt x="1203455" y="3058434"/>
                </a:cubicBezTo>
                <a:cubicBezTo>
                  <a:pt x="1226027" y="3069720"/>
                  <a:pt x="1255547" y="3070011"/>
                  <a:pt x="1278654" y="3075146"/>
                </a:cubicBezTo>
                <a:cubicBezTo>
                  <a:pt x="1287252" y="3077057"/>
                  <a:pt x="1295365" y="3080717"/>
                  <a:pt x="1303721" y="3083502"/>
                </a:cubicBezTo>
                <a:cubicBezTo>
                  <a:pt x="1320432" y="3077931"/>
                  <a:pt x="1356344" y="3084228"/>
                  <a:pt x="1353853" y="3066790"/>
                </a:cubicBezTo>
                <a:cubicBezTo>
                  <a:pt x="1351068" y="3047293"/>
                  <a:pt x="1355062" y="3025516"/>
                  <a:pt x="1345498" y="3008300"/>
                </a:cubicBezTo>
                <a:cubicBezTo>
                  <a:pt x="1339449" y="2997412"/>
                  <a:pt x="1322891" y="2997768"/>
                  <a:pt x="1312076" y="2991588"/>
                </a:cubicBezTo>
                <a:cubicBezTo>
                  <a:pt x="1266726" y="2965672"/>
                  <a:pt x="1307900" y="2981841"/>
                  <a:pt x="1261943" y="2966521"/>
                </a:cubicBezTo>
                <a:cubicBezTo>
                  <a:pt x="1247375" y="2944667"/>
                  <a:pt x="1245876" y="2935455"/>
                  <a:pt x="1220166" y="2924742"/>
                </a:cubicBezTo>
                <a:cubicBezTo>
                  <a:pt x="1195776" y="2914579"/>
                  <a:pt x="1144967" y="2899675"/>
                  <a:pt x="1144967" y="2899675"/>
                </a:cubicBezTo>
                <a:cubicBezTo>
                  <a:pt x="1106410" y="2822557"/>
                  <a:pt x="1087377" y="2838870"/>
                  <a:pt x="1144967" y="2824473"/>
                </a:cubicBezTo>
                <a:cubicBezTo>
                  <a:pt x="1203455" y="2843969"/>
                  <a:pt x="1178389" y="2846755"/>
                  <a:pt x="1220166" y="2832828"/>
                </a:cubicBezTo>
                <a:cubicBezTo>
                  <a:pt x="1228521" y="2838399"/>
                  <a:pt x="1238619" y="2841982"/>
                  <a:pt x="1245232" y="2849540"/>
                </a:cubicBezTo>
                <a:cubicBezTo>
                  <a:pt x="1258457" y="2864656"/>
                  <a:pt x="1260690" y="2890693"/>
                  <a:pt x="1278654" y="2899675"/>
                </a:cubicBezTo>
                <a:cubicBezTo>
                  <a:pt x="1305926" y="2913311"/>
                  <a:pt x="1331239" y="2927937"/>
                  <a:pt x="1362209" y="2933098"/>
                </a:cubicBezTo>
                <a:lnTo>
                  <a:pt x="1412342" y="2941453"/>
                </a:lnTo>
                <a:cubicBezTo>
                  <a:pt x="1420697" y="2944238"/>
                  <a:pt x="1435272" y="2941265"/>
                  <a:pt x="1437408" y="2949809"/>
                </a:cubicBezTo>
                <a:cubicBezTo>
                  <a:pt x="1448205" y="2993003"/>
                  <a:pt x="1382761" y="2962232"/>
                  <a:pt x="1445763" y="2983232"/>
                </a:cubicBezTo>
                <a:cubicBezTo>
                  <a:pt x="1456904" y="2977662"/>
                  <a:pt x="1469616" y="2974495"/>
                  <a:pt x="1479185" y="2966521"/>
                </a:cubicBezTo>
                <a:cubicBezTo>
                  <a:pt x="1529576" y="2924527"/>
                  <a:pt x="1461116" y="2953046"/>
                  <a:pt x="1520962" y="2933098"/>
                </a:cubicBezTo>
                <a:cubicBezTo>
                  <a:pt x="1526532" y="2941454"/>
                  <a:pt x="1528349" y="2954435"/>
                  <a:pt x="1537673" y="2958165"/>
                </a:cubicBezTo>
                <a:cubicBezTo>
                  <a:pt x="1545851" y="2961436"/>
                  <a:pt x="1553932" y="2949809"/>
                  <a:pt x="1562740" y="2949809"/>
                </a:cubicBezTo>
                <a:cubicBezTo>
                  <a:pt x="1587961" y="2949809"/>
                  <a:pt x="1612873" y="2955380"/>
                  <a:pt x="1637939" y="2958165"/>
                </a:cubicBezTo>
                <a:cubicBezTo>
                  <a:pt x="1646294" y="2955380"/>
                  <a:pt x="1654198" y="2949809"/>
                  <a:pt x="1663005" y="2949809"/>
                </a:cubicBezTo>
                <a:cubicBezTo>
                  <a:pt x="1712580" y="2949809"/>
                  <a:pt x="1694415" y="2973344"/>
                  <a:pt x="1729849" y="2941453"/>
                </a:cubicBezTo>
                <a:cubicBezTo>
                  <a:pt x="1750343" y="2923008"/>
                  <a:pt x="1788337" y="2882963"/>
                  <a:pt x="1788337" y="2882963"/>
                </a:cubicBezTo>
                <a:cubicBezTo>
                  <a:pt x="1782767" y="2871822"/>
                  <a:pt x="1780433" y="2858348"/>
                  <a:pt x="1771626" y="2849540"/>
                </a:cubicBezTo>
                <a:cubicBezTo>
                  <a:pt x="1765398" y="2843312"/>
                  <a:pt x="1755196" y="2842911"/>
                  <a:pt x="1746560" y="2841184"/>
                </a:cubicBezTo>
                <a:cubicBezTo>
                  <a:pt x="1727248" y="2837321"/>
                  <a:pt x="1707497" y="2836066"/>
                  <a:pt x="1688071" y="2832828"/>
                </a:cubicBezTo>
                <a:cubicBezTo>
                  <a:pt x="1674063" y="2830493"/>
                  <a:pt x="1660266" y="2827013"/>
                  <a:pt x="1646294" y="2824473"/>
                </a:cubicBezTo>
                <a:cubicBezTo>
                  <a:pt x="1629626" y="2821442"/>
                  <a:pt x="1612872" y="2818902"/>
                  <a:pt x="1596161" y="2816117"/>
                </a:cubicBezTo>
                <a:cubicBezTo>
                  <a:pt x="1587806" y="2810546"/>
                  <a:pt x="1576417" y="2807921"/>
                  <a:pt x="1571095" y="2799405"/>
                </a:cubicBezTo>
                <a:cubicBezTo>
                  <a:pt x="1561759" y="2784467"/>
                  <a:pt x="1570139" y="2757149"/>
                  <a:pt x="1554384" y="2749271"/>
                </a:cubicBezTo>
                <a:cubicBezTo>
                  <a:pt x="1510691" y="2727423"/>
                  <a:pt x="1533046" y="2735580"/>
                  <a:pt x="1487541" y="2724203"/>
                </a:cubicBezTo>
                <a:cubicBezTo>
                  <a:pt x="1479185" y="2715847"/>
                  <a:pt x="1471552" y="2706701"/>
                  <a:pt x="1462474" y="2699136"/>
                </a:cubicBezTo>
                <a:cubicBezTo>
                  <a:pt x="1454760" y="2692707"/>
                  <a:pt x="1444509" y="2689525"/>
                  <a:pt x="1437408" y="2682424"/>
                </a:cubicBezTo>
                <a:cubicBezTo>
                  <a:pt x="1430307" y="2675323"/>
                  <a:pt x="1426267" y="2665713"/>
                  <a:pt x="1420697" y="2657357"/>
                </a:cubicBezTo>
                <a:cubicBezTo>
                  <a:pt x="1411937" y="2631076"/>
                  <a:pt x="1414100" y="2625107"/>
                  <a:pt x="1387275" y="2607223"/>
                </a:cubicBezTo>
                <a:cubicBezTo>
                  <a:pt x="1379947" y="2602337"/>
                  <a:pt x="1370086" y="2602806"/>
                  <a:pt x="1362209" y="2598867"/>
                </a:cubicBezTo>
                <a:cubicBezTo>
                  <a:pt x="1297420" y="2566471"/>
                  <a:pt x="1375079" y="2594802"/>
                  <a:pt x="1312076" y="2573799"/>
                </a:cubicBezTo>
                <a:cubicBezTo>
                  <a:pt x="1303721" y="2576584"/>
                  <a:pt x="1295729" y="2583400"/>
                  <a:pt x="1287010" y="2582155"/>
                </a:cubicBezTo>
                <a:cubicBezTo>
                  <a:pt x="1274680" y="2580394"/>
                  <a:pt x="1264269" y="2571852"/>
                  <a:pt x="1253588" y="2565444"/>
                </a:cubicBezTo>
                <a:cubicBezTo>
                  <a:pt x="1236366" y="2555111"/>
                  <a:pt x="1220166" y="2543162"/>
                  <a:pt x="1203455" y="2532021"/>
                </a:cubicBezTo>
                <a:cubicBezTo>
                  <a:pt x="1195100" y="2526450"/>
                  <a:pt x="1187916" y="2518485"/>
                  <a:pt x="1178389" y="2515309"/>
                </a:cubicBezTo>
                <a:lnTo>
                  <a:pt x="1153322" y="2506953"/>
                </a:lnTo>
                <a:cubicBezTo>
                  <a:pt x="1144967" y="2498597"/>
                  <a:pt x="1138088" y="2488441"/>
                  <a:pt x="1128256" y="2481886"/>
                </a:cubicBezTo>
                <a:cubicBezTo>
                  <a:pt x="1120928" y="2477000"/>
                  <a:pt x="1111068" y="2477469"/>
                  <a:pt x="1103190" y="2473530"/>
                </a:cubicBezTo>
                <a:cubicBezTo>
                  <a:pt x="1094208" y="2469039"/>
                  <a:pt x="1086842" y="2461801"/>
                  <a:pt x="1078123" y="2456819"/>
                </a:cubicBezTo>
                <a:cubicBezTo>
                  <a:pt x="1067309" y="2450639"/>
                  <a:pt x="1055842" y="2445678"/>
                  <a:pt x="1044702" y="2440107"/>
                </a:cubicBezTo>
                <a:cubicBezTo>
                  <a:pt x="1039132" y="2431751"/>
                  <a:pt x="1035092" y="2422141"/>
                  <a:pt x="1027991" y="2415040"/>
                </a:cubicBezTo>
                <a:cubicBezTo>
                  <a:pt x="1011793" y="2398842"/>
                  <a:pt x="998245" y="2396768"/>
                  <a:pt x="977858" y="2389972"/>
                </a:cubicBezTo>
                <a:cubicBezTo>
                  <a:pt x="975937" y="2388531"/>
                  <a:pt x="927515" y="2351248"/>
                  <a:pt x="919370" y="2348194"/>
                </a:cubicBezTo>
                <a:cubicBezTo>
                  <a:pt x="906072" y="2343207"/>
                  <a:pt x="891518" y="2342623"/>
                  <a:pt x="877592" y="2339838"/>
                </a:cubicBezTo>
                <a:cubicBezTo>
                  <a:pt x="818516" y="2300451"/>
                  <a:pt x="889647" y="2351892"/>
                  <a:pt x="827460" y="2289703"/>
                </a:cubicBezTo>
                <a:cubicBezTo>
                  <a:pt x="817613" y="2279856"/>
                  <a:pt x="803290" y="2275045"/>
                  <a:pt x="794038" y="2264636"/>
                </a:cubicBezTo>
                <a:cubicBezTo>
                  <a:pt x="780695" y="2249624"/>
                  <a:pt x="771757" y="2231213"/>
                  <a:pt x="760616" y="2214501"/>
                </a:cubicBezTo>
                <a:lnTo>
                  <a:pt x="743905" y="2189434"/>
                </a:lnTo>
                <a:cubicBezTo>
                  <a:pt x="741120" y="2181078"/>
                  <a:pt x="739827" y="2172066"/>
                  <a:pt x="735550" y="2164367"/>
                </a:cubicBezTo>
                <a:cubicBezTo>
                  <a:pt x="725796" y="2146810"/>
                  <a:pt x="702128" y="2114232"/>
                  <a:pt x="702128" y="2114232"/>
                </a:cubicBezTo>
                <a:cubicBezTo>
                  <a:pt x="707698" y="2130944"/>
                  <a:pt x="706383" y="2151911"/>
                  <a:pt x="718839" y="2164367"/>
                </a:cubicBezTo>
                <a:cubicBezTo>
                  <a:pt x="740467" y="2185996"/>
                  <a:pt x="764054" y="2212862"/>
                  <a:pt x="794038" y="2222857"/>
                </a:cubicBezTo>
                <a:cubicBezTo>
                  <a:pt x="802393" y="2225642"/>
                  <a:pt x="811226" y="2227274"/>
                  <a:pt x="819104" y="2231213"/>
                </a:cubicBezTo>
                <a:cubicBezTo>
                  <a:pt x="844999" y="2244161"/>
                  <a:pt x="851058" y="2257829"/>
                  <a:pt x="877592" y="2272992"/>
                </a:cubicBezTo>
                <a:cubicBezTo>
                  <a:pt x="885239" y="2277362"/>
                  <a:pt x="894303" y="2278562"/>
                  <a:pt x="902659" y="2281347"/>
                </a:cubicBezTo>
                <a:cubicBezTo>
                  <a:pt x="910232" y="2287027"/>
                  <a:pt x="948926" y="2317015"/>
                  <a:pt x="961147" y="2323126"/>
                </a:cubicBezTo>
                <a:cubicBezTo>
                  <a:pt x="969024" y="2327065"/>
                  <a:pt x="978336" y="2327543"/>
                  <a:pt x="986213" y="2331482"/>
                </a:cubicBezTo>
                <a:cubicBezTo>
                  <a:pt x="1000739" y="2338745"/>
                  <a:pt x="1014290" y="2347830"/>
                  <a:pt x="1027991" y="2356549"/>
                </a:cubicBezTo>
                <a:cubicBezTo>
                  <a:pt x="1044935" y="2367332"/>
                  <a:pt x="1078123" y="2389972"/>
                  <a:pt x="1078123" y="2389972"/>
                </a:cubicBezTo>
                <a:cubicBezTo>
                  <a:pt x="1083693" y="2398328"/>
                  <a:pt x="1086992" y="2408766"/>
                  <a:pt x="1094834" y="2415040"/>
                </a:cubicBezTo>
                <a:cubicBezTo>
                  <a:pt x="1101712" y="2420542"/>
                  <a:pt x="1113673" y="2417168"/>
                  <a:pt x="1119901" y="2423396"/>
                </a:cubicBezTo>
                <a:cubicBezTo>
                  <a:pt x="1126129" y="2429624"/>
                  <a:pt x="1123137" y="2441296"/>
                  <a:pt x="1128256" y="2448463"/>
                </a:cubicBezTo>
                <a:cubicBezTo>
                  <a:pt x="1137413" y="2461284"/>
                  <a:pt x="1150537" y="2470745"/>
                  <a:pt x="1161678" y="2481886"/>
                </a:cubicBezTo>
                <a:cubicBezTo>
                  <a:pt x="1164463" y="2490242"/>
                  <a:pt x="1162155" y="2503014"/>
                  <a:pt x="1170033" y="2506953"/>
                </a:cubicBezTo>
                <a:cubicBezTo>
                  <a:pt x="1177911" y="2510892"/>
                  <a:pt x="1186412" y="2497150"/>
                  <a:pt x="1195100" y="2498598"/>
                </a:cubicBezTo>
                <a:cubicBezTo>
                  <a:pt x="1205005" y="2500249"/>
                  <a:pt x="1210763" y="2511783"/>
                  <a:pt x="1220166" y="2515309"/>
                </a:cubicBezTo>
                <a:cubicBezTo>
                  <a:pt x="1233463" y="2520296"/>
                  <a:pt x="1248017" y="2520880"/>
                  <a:pt x="1261943" y="2523665"/>
                </a:cubicBezTo>
                <a:cubicBezTo>
                  <a:pt x="1275869" y="2520880"/>
                  <a:pt x="1289519" y="2515309"/>
                  <a:pt x="1303721" y="2515309"/>
                </a:cubicBezTo>
                <a:cubicBezTo>
                  <a:pt x="1370564" y="2515309"/>
                  <a:pt x="1287010" y="2537592"/>
                  <a:pt x="1353853" y="2515309"/>
                </a:cubicBezTo>
                <a:cubicBezTo>
                  <a:pt x="1389868" y="2527314"/>
                  <a:pt x="1398643" y="2530952"/>
                  <a:pt x="1445763" y="2540376"/>
                </a:cubicBezTo>
                <a:cubicBezTo>
                  <a:pt x="1465074" y="2544238"/>
                  <a:pt x="1484755" y="2545947"/>
                  <a:pt x="1504251" y="2548732"/>
                </a:cubicBezTo>
                <a:cubicBezTo>
                  <a:pt x="1515392" y="2545947"/>
                  <a:pt x="1526246" y="2539233"/>
                  <a:pt x="1537673" y="2540376"/>
                </a:cubicBezTo>
                <a:cubicBezTo>
                  <a:pt x="1555201" y="2542129"/>
                  <a:pt x="1570642" y="2553127"/>
                  <a:pt x="1587806" y="2557088"/>
                </a:cubicBezTo>
                <a:cubicBezTo>
                  <a:pt x="1606996" y="2561517"/>
                  <a:pt x="1626798" y="2562659"/>
                  <a:pt x="1646294" y="2565444"/>
                </a:cubicBezTo>
                <a:cubicBezTo>
                  <a:pt x="1654650" y="2562659"/>
                  <a:pt x="1662553" y="2557088"/>
                  <a:pt x="1671361" y="2557088"/>
                </a:cubicBezTo>
                <a:cubicBezTo>
                  <a:pt x="1681963" y="2557088"/>
                  <a:pt x="1733674" y="2570578"/>
                  <a:pt x="1746560" y="2573799"/>
                </a:cubicBezTo>
                <a:cubicBezTo>
                  <a:pt x="1757700" y="2571014"/>
                  <a:pt x="1768498" y="2565444"/>
                  <a:pt x="1779981" y="2565444"/>
                </a:cubicBezTo>
                <a:cubicBezTo>
                  <a:pt x="1791464" y="2565444"/>
                  <a:pt x="1801977" y="2574942"/>
                  <a:pt x="1813403" y="2573799"/>
                </a:cubicBezTo>
                <a:cubicBezTo>
                  <a:pt x="1830931" y="2572046"/>
                  <a:pt x="1863536" y="2557088"/>
                  <a:pt x="1863536" y="2557088"/>
                </a:cubicBezTo>
                <a:cubicBezTo>
                  <a:pt x="1866321" y="2548732"/>
                  <a:pt x="1866389" y="2538899"/>
                  <a:pt x="1871891" y="2532021"/>
                </a:cubicBezTo>
                <a:cubicBezTo>
                  <a:pt x="1878164" y="2524179"/>
                  <a:pt x="1889857" y="2522410"/>
                  <a:pt x="1896958" y="2515309"/>
                </a:cubicBezTo>
                <a:cubicBezTo>
                  <a:pt x="1904059" y="2508208"/>
                  <a:pt x="1908099" y="2498598"/>
                  <a:pt x="1913669" y="2490242"/>
                </a:cubicBezTo>
                <a:cubicBezTo>
                  <a:pt x="1916454" y="2481886"/>
                  <a:pt x="1923472" y="2473862"/>
                  <a:pt x="1922024" y="2465174"/>
                </a:cubicBezTo>
                <a:cubicBezTo>
                  <a:pt x="1917578" y="2438496"/>
                  <a:pt x="1899799" y="2438269"/>
                  <a:pt x="1880247" y="2431751"/>
                </a:cubicBezTo>
                <a:cubicBezTo>
                  <a:pt x="1863536" y="2434536"/>
                  <a:pt x="1847056" y="2440107"/>
                  <a:pt x="1830114" y="2440107"/>
                </a:cubicBezTo>
                <a:cubicBezTo>
                  <a:pt x="1763269" y="2440107"/>
                  <a:pt x="1846828" y="2417824"/>
                  <a:pt x="1779981" y="2440107"/>
                </a:cubicBezTo>
                <a:cubicBezTo>
                  <a:pt x="1713138" y="2417824"/>
                  <a:pt x="1796692" y="2440107"/>
                  <a:pt x="1729849" y="2440107"/>
                </a:cubicBezTo>
                <a:cubicBezTo>
                  <a:pt x="1721041" y="2440107"/>
                  <a:pt x="1713138" y="2434536"/>
                  <a:pt x="1704782" y="2431751"/>
                </a:cubicBezTo>
                <a:cubicBezTo>
                  <a:pt x="1696427" y="2434536"/>
                  <a:pt x="1688523" y="2440107"/>
                  <a:pt x="1679716" y="2440107"/>
                </a:cubicBezTo>
                <a:cubicBezTo>
                  <a:pt x="1669228" y="2440107"/>
                  <a:pt x="1633047" y="2427335"/>
                  <a:pt x="1621228" y="2423396"/>
                </a:cubicBezTo>
                <a:cubicBezTo>
                  <a:pt x="1610087" y="2426181"/>
                  <a:pt x="1599232" y="2432894"/>
                  <a:pt x="1587806" y="2431751"/>
                </a:cubicBezTo>
                <a:cubicBezTo>
                  <a:pt x="1570278" y="2429998"/>
                  <a:pt x="1537673" y="2415040"/>
                  <a:pt x="1537673" y="2415040"/>
                </a:cubicBezTo>
                <a:cubicBezTo>
                  <a:pt x="1523747" y="2417825"/>
                  <a:pt x="1510097" y="2423396"/>
                  <a:pt x="1495896" y="2423396"/>
                </a:cubicBezTo>
                <a:cubicBezTo>
                  <a:pt x="1487089" y="2423396"/>
                  <a:pt x="1479637" y="2415040"/>
                  <a:pt x="1470830" y="2415040"/>
                </a:cubicBezTo>
                <a:cubicBezTo>
                  <a:pt x="1451136" y="2415040"/>
                  <a:pt x="1431838" y="2420611"/>
                  <a:pt x="1412342" y="2423396"/>
                </a:cubicBezTo>
                <a:cubicBezTo>
                  <a:pt x="1354224" y="2400148"/>
                  <a:pt x="1384776" y="2411421"/>
                  <a:pt x="1320432" y="2389972"/>
                </a:cubicBezTo>
                <a:lnTo>
                  <a:pt x="1295365" y="2381617"/>
                </a:lnTo>
                <a:cubicBezTo>
                  <a:pt x="1284224" y="2384402"/>
                  <a:pt x="1273311" y="2391596"/>
                  <a:pt x="1261943" y="2389972"/>
                </a:cubicBezTo>
                <a:cubicBezTo>
                  <a:pt x="1252002" y="2388552"/>
                  <a:pt x="1246404" y="2376437"/>
                  <a:pt x="1236877" y="2373261"/>
                </a:cubicBezTo>
                <a:cubicBezTo>
                  <a:pt x="1220805" y="2367903"/>
                  <a:pt x="1203455" y="2367690"/>
                  <a:pt x="1186744" y="2364905"/>
                </a:cubicBezTo>
                <a:cubicBezTo>
                  <a:pt x="1172818" y="2359335"/>
                  <a:pt x="1159333" y="2352504"/>
                  <a:pt x="1144967" y="2348194"/>
                </a:cubicBezTo>
                <a:cubicBezTo>
                  <a:pt x="1121131" y="2341043"/>
                  <a:pt x="1100179" y="2342510"/>
                  <a:pt x="1078123" y="2331482"/>
                </a:cubicBezTo>
                <a:cubicBezTo>
                  <a:pt x="1069141" y="2326991"/>
                  <a:pt x="1061776" y="2319753"/>
                  <a:pt x="1053057" y="2314771"/>
                </a:cubicBezTo>
                <a:cubicBezTo>
                  <a:pt x="1042242" y="2308591"/>
                  <a:pt x="1030776" y="2303630"/>
                  <a:pt x="1019635" y="2298059"/>
                </a:cubicBezTo>
                <a:cubicBezTo>
                  <a:pt x="981328" y="2240596"/>
                  <a:pt x="967159" y="2254275"/>
                  <a:pt x="1011280" y="2239569"/>
                </a:cubicBezTo>
                <a:cubicBezTo>
                  <a:pt x="1025206" y="2242354"/>
                  <a:pt x="1039584" y="2243433"/>
                  <a:pt x="1053057" y="2247924"/>
                </a:cubicBezTo>
                <a:cubicBezTo>
                  <a:pt x="1064874" y="2251863"/>
                  <a:pt x="1075030" y="2259729"/>
                  <a:pt x="1086479" y="2264636"/>
                </a:cubicBezTo>
                <a:cubicBezTo>
                  <a:pt x="1134912" y="2285394"/>
                  <a:pt x="1088436" y="2257587"/>
                  <a:pt x="1136612" y="2289703"/>
                </a:cubicBezTo>
                <a:cubicBezTo>
                  <a:pt x="1142182" y="2298059"/>
                  <a:pt x="1144806" y="2309448"/>
                  <a:pt x="1153322" y="2314771"/>
                </a:cubicBezTo>
                <a:cubicBezTo>
                  <a:pt x="1168309" y="2324138"/>
                  <a:pt x="1260600" y="2346254"/>
                  <a:pt x="1270299" y="2348194"/>
                </a:cubicBezTo>
                <a:cubicBezTo>
                  <a:pt x="1298150" y="2353764"/>
                  <a:pt x="1326908" y="2355923"/>
                  <a:pt x="1353853" y="2364905"/>
                </a:cubicBezTo>
                <a:cubicBezTo>
                  <a:pt x="1362209" y="2367690"/>
                  <a:pt x="1370283" y="2371534"/>
                  <a:pt x="1378920" y="2373261"/>
                </a:cubicBezTo>
                <a:cubicBezTo>
                  <a:pt x="1398231" y="2377124"/>
                  <a:pt x="1418032" y="2378094"/>
                  <a:pt x="1437408" y="2381617"/>
                </a:cubicBezTo>
                <a:cubicBezTo>
                  <a:pt x="1460497" y="2385815"/>
                  <a:pt x="1474414" y="2391167"/>
                  <a:pt x="1495896" y="2398328"/>
                </a:cubicBezTo>
                <a:cubicBezTo>
                  <a:pt x="1501466" y="2389972"/>
                  <a:pt x="1510956" y="2383167"/>
                  <a:pt x="1512607" y="2373261"/>
                </a:cubicBezTo>
                <a:cubicBezTo>
                  <a:pt x="1516456" y="2350164"/>
                  <a:pt x="1494043" y="2339972"/>
                  <a:pt x="1479185" y="2331482"/>
                </a:cubicBezTo>
                <a:cubicBezTo>
                  <a:pt x="1460590" y="2320856"/>
                  <a:pt x="1441525" y="2311622"/>
                  <a:pt x="1420697" y="2306415"/>
                </a:cubicBezTo>
                <a:cubicBezTo>
                  <a:pt x="1406920" y="2302970"/>
                  <a:pt x="1392846" y="2300844"/>
                  <a:pt x="1378920" y="2298059"/>
                </a:cubicBezTo>
                <a:cubicBezTo>
                  <a:pt x="1287677" y="2237228"/>
                  <a:pt x="1428341" y="2322077"/>
                  <a:pt x="1320432" y="2289703"/>
                </a:cubicBezTo>
                <a:cubicBezTo>
                  <a:pt x="1301195" y="2283932"/>
                  <a:pt x="1289353" y="2262631"/>
                  <a:pt x="1270299" y="2256280"/>
                </a:cubicBezTo>
                <a:cubicBezTo>
                  <a:pt x="1261943" y="2253495"/>
                  <a:pt x="1252931" y="2252202"/>
                  <a:pt x="1245232" y="2247924"/>
                </a:cubicBezTo>
                <a:cubicBezTo>
                  <a:pt x="1227676" y="2238170"/>
                  <a:pt x="1195100" y="2214501"/>
                  <a:pt x="1195100" y="2214501"/>
                </a:cubicBezTo>
                <a:cubicBezTo>
                  <a:pt x="1194539" y="2213660"/>
                  <a:pt x="1163115" y="2171286"/>
                  <a:pt x="1170033" y="2164367"/>
                </a:cubicBezTo>
                <a:cubicBezTo>
                  <a:pt x="1176261" y="2158139"/>
                  <a:pt x="1186603" y="2170405"/>
                  <a:pt x="1195100" y="2172722"/>
                </a:cubicBezTo>
                <a:cubicBezTo>
                  <a:pt x="1217258" y="2178765"/>
                  <a:pt x="1261943" y="2189434"/>
                  <a:pt x="1261943" y="2189434"/>
                </a:cubicBezTo>
                <a:cubicBezTo>
                  <a:pt x="1333348" y="2232277"/>
                  <a:pt x="1271950" y="2202380"/>
                  <a:pt x="1353853" y="2222857"/>
                </a:cubicBezTo>
                <a:cubicBezTo>
                  <a:pt x="1370942" y="2227130"/>
                  <a:pt x="1387275" y="2233998"/>
                  <a:pt x="1403986" y="2239569"/>
                </a:cubicBezTo>
                <a:lnTo>
                  <a:pt x="1429052" y="2247924"/>
                </a:lnTo>
                <a:cubicBezTo>
                  <a:pt x="1437408" y="2250709"/>
                  <a:pt x="1445482" y="2254553"/>
                  <a:pt x="1454119" y="2256280"/>
                </a:cubicBezTo>
                <a:lnTo>
                  <a:pt x="1495896" y="2264636"/>
                </a:lnTo>
                <a:cubicBezTo>
                  <a:pt x="1613558" y="2286030"/>
                  <a:pt x="1484552" y="2260697"/>
                  <a:pt x="1587806" y="2281347"/>
                </a:cubicBezTo>
                <a:cubicBezTo>
                  <a:pt x="1630328" y="2302609"/>
                  <a:pt x="1628669" y="2306415"/>
                  <a:pt x="1688071" y="2306415"/>
                </a:cubicBezTo>
                <a:cubicBezTo>
                  <a:pt x="1696879" y="2306415"/>
                  <a:pt x="1704782" y="2300844"/>
                  <a:pt x="1713138" y="2298059"/>
                </a:cubicBezTo>
                <a:cubicBezTo>
                  <a:pt x="1779984" y="2253491"/>
                  <a:pt x="1699208" y="2311988"/>
                  <a:pt x="1754915" y="2256280"/>
                </a:cubicBezTo>
                <a:cubicBezTo>
                  <a:pt x="1762016" y="2249179"/>
                  <a:pt x="1772267" y="2245998"/>
                  <a:pt x="1779981" y="2239569"/>
                </a:cubicBezTo>
                <a:cubicBezTo>
                  <a:pt x="1789059" y="2232004"/>
                  <a:pt x="1796692" y="2222857"/>
                  <a:pt x="1805048" y="2214501"/>
                </a:cubicBezTo>
                <a:cubicBezTo>
                  <a:pt x="1807833" y="2206145"/>
                  <a:pt x="1816674" y="2197612"/>
                  <a:pt x="1813403" y="2189434"/>
                </a:cubicBezTo>
                <a:cubicBezTo>
                  <a:pt x="1805919" y="2170723"/>
                  <a:pt x="1756610" y="2166377"/>
                  <a:pt x="1746560" y="2164367"/>
                </a:cubicBezTo>
                <a:cubicBezTo>
                  <a:pt x="1721494" y="2167152"/>
                  <a:pt x="1696494" y="2174817"/>
                  <a:pt x="1671361" y="2172722"/>
                </a:cubicBezTo>
                <a:cubicBezTo>
                  <a:pt x="1661353" y="2171888"/>
                  <a:pt x="1656295" y="2156920"/>
                  <a:pt x="1646294" y="2156011"/>
                </a:cubicBezTo>
                <a:cubicBezTo>
                  <a:pt x="1623932" y="2153978"/>
                  <a:pt x="1601732" y="2161582"/>
                  <a:pt x="1579451" y="2164367"/>
                </a:cubicBezTo>
                <a:cubicBezTo>
                  <a:pt x="1519343" y="2144330"/>
                  <a:pt x="1594412" y="2168642"/>
                  <a:pt x="1520962" y="2147655"/>
                </a:cubicBezTo>
                <a:cubicBezTo>
                  <a:pt x="1512494" y="2145235"/>
                  <a:pt x="1504251" y="2142084"/>
                  <a:pt x="1495896" y="2139299"/>
                </a:cubicBezTo>
                <a:cubicBezTo>
                  <a:pt x="1473615" y="2122588"/>
                  <a:pt x="1445763" y="2111447"/>
                  <a:pt x="1429052" y="2089165"/>
                </a:cubicBezTo>
                <a:cubicBezTo>
                  <a:pt x="1420697" y="2078024"/>
                  <a:pt x="1414684" y="2064658"/>
                  <a:pt x="1403986" y="2055742"/>
                </a:cubicBezTo>
                <a:cubicBezTo>
                  <a:pt x="1397220" y="2050103"/>
                  <a:pt x="1387275" y="2050171"/>
                  <a:pt x="1378920" y="2047386"/>
                </a:cubicBezTo>
                <a:cubicBezTo>
                  <a:pt x="1370564" y="2036245"/>
                  <a:pt x="1364426" y="2023026"/>
                  <a:pt x="1353853" y="2013963"/>
                </a:cubicBezTo>
                <a:cubicBezTo>
                  <a:pt x="1344396" y="2005857"/>
                  <a:pt x="1332248" y="2001190"/>
                  <a:pt x="1320432" y="1997251"/>
                </a:cubicBezTo>
                <a:cubicBezTo>
                  <a:pt x="1289043" y="1986787"/>
                  <a:pt x="1257818" y="1991715"/>
                  <a:pt x="1228522" y="1972184"/>
                </a:cubicBezTo>
                <a:cubicBezTo>
                  <a:pt x="1193623" y="1948917"/>
                  <a:pt x="1210556" y="1962573"/>
                  <a:pt x="1178389" y="1930405"/>
                </a:cubicBezTo>
                <a:cubicBezTo>
                  <a:pt x="1175604" y="1922049"/>
                  <a:pt x="1174918" y="1912667"/>
                  <a:pt x="1170033" y="1905338"/>
                </a:cubicBezTo>
                <a:cubicBezTo>
                  <a:pt x="1153787" y="1880968"/>
                  <a:pt x="1127196" y="1869607"/>
                  <a:pt x="1103190" y="1855203"/>
                </a:cubicBezTo>
                <a:cubicBezTo>
                  <a:pt x="1097620" y="1846847"/>
                  <a:pt x="1094194" y="1836565"/>
                  <a:pt x="1086479" y="1830136"/>
                </a:cubicBezTo>
                <a:cubicBezTo>
                  <a:pt x="1076910" y="1822162"/>
                  <a:pt x="1063945" y="1819473"/>
                  <a:pt x="1053057" y="1813424"/>
                </a:cubicBezTo>
                <a:cubicBezTo>
                  <a:pt x="993863" y="1780537"/>
                  <a:pt x="1032037" y="1795276"/>
                  <a:pt x="986213" y="1780001"/>
                </a:cubicBezTo>
                <a:cubicBezTo>
                  <a:pt x="977858" y="1771645"/>
                  <a:pt x="964013" y="1766398"/>
                  <a:pt x="961147" y="1754934"/>
                </a:cubicBezTo>
                <a:cubicBezTo>
                  <a:pt x="951559" y="1716583"/>
                  <a:pt x="971765" y="1711646"/>
                  <a:pt x="994569" y="1696443"/>
                </a:cubicBezTo>
                <a:cubicBezTo>
                  <a:pt x="997354" y="1688087"/>
                  <a:pt x="997422" y="1678254"/>
                  <a:pt x="1002924" y="1671376"/>
                </a:cubicBezTo>
                <a:cubicBezTo>
                  <a:pt x="1009197" y="1663534"/>
                  <a:pt x="1018050" y="1656085"/>
                  <a:pt x="1027991" y="1654665"/>
                </a:cubicBezTo>
                <a:cubicBezTo>
                  <a:pt x="1035336" y="1653616"/>
                  <a:pt x="1077072" y="1668240"/>
                  <a:pt x="1086479" y="1671376"/>
                </a:cubicBezTo>
                <a:cubicBezTo>
                  <a:pt x="1094834" y="1679732"/>
                  <a:pt x="1101713" y="1689888"/>
                  <a:pt x="1111545" y="1696443"/>
                </a:cubicBezTo>
                <a:cubicBezTo>
                  <a:pt x="1122556" y="1703784"/>
                  <a:pt x="1172362" y="1711950"/>
                  <a:pt x="1178389" y="1713155"/>
                </a:cubicBezTo>
                <a:cubicBezTo>
                  <a:pt x="1235019" y="1694277"/>
                  <a:pt x="1165934" y="1713155"/>
                  <a:pt x="1261943" y="1713155"/>
                </a:cubicBezTo>
                <a:cubicBezTo>
                  <a:pt x="1270751" y="1713155"/>
                  <a:pt x="1278654" y="1707584"/>
                  <a:pt x="1287010" y="1704799"/>
                </a:cubicBezTo>
                <a:cubicBezTo>
                  <a:pt x="1306897" y="1645138"/>
                  <a:pt x="1318378" y="1664436"/>
                  <a:pt x="1278654" y="1637953"/>
                </a:cubicBezTo>
                <a:cubicBezTo>
                  <a:pt x="1215650" y="1658956"/>
                  <a:pt x="1293310" y="1640396"/>
                  <a:pt x="1228522" y="1629597"/>
                </a:cubicBezTo>
                <a:cubicBezTo>
                  <a:pt x="1219834" y="1628149"/>
                  <a:pt x="1211811" y="1635168"/>
                  <a:pt x="1203455" y="1637953"/>
                </a:cubicBezTo>
                <a:cubicBezTo>
                  <a:pt x="1195100" y="1632382"/>
                  <a:pt x="1187371" y="1625732"/>
                  <a:pt x="1178389" y="1621241"/>
                </a:cubicBezTo>
                <a:cubicBezTo>
                  <a:pt x="1166408" y="1615251"/>
                  <a:pt x="1130601" y="1607205"/>
                  <a:pt x="1119901" y="1604530"/>
                </a:cubicBezTo>
                <a:cubicBezTo>
                  <a:pt x="1111545" y="1596174"/>
                  <a:pt x="1103912" y="1587028"/>
                  <a:pt x="1094834" y="1579463"/>
                </a:cubicBezTo>
                <a:cubicBezTo>
                  <a:pt x="1087120" y="1573034"/>
                  <a:pt x="1076869" y="1569852"/>
                  <a:pt x="1069768" y="1562751"/>
                </a:cubicBezTo>
                <a:cubicBezTo>
                  <a:pt x="1062667" y="1555650"/>
                  <a:pt x="1060158" y="1544785"/>
                  <a:pt x="1053057" y="1537684"/>
                </a:cubicBezTo>
                <a:cubicBezTo>
                  <a:pt x="1043210" y="1527837"/>
                  <a:pt x="1030776" y="1520972"/>
                  <a:pt x="1019635" y="1512616"/>
                </a:cubicBezTo>
                <a:cubicBezTo>
                  <a:pt x="1022420" y="1481978"/>
                  <a:pt x="1027991" y="1451467"/>
                  <a:pt x="1027991" y="1420703"/>
                </a:cubicBezTo>
                <a:cubicBezTo>
                  <a:pt x="1027991" y="1360038"/>
                  <a:pt x="1022044" y="1373404"/>
                  <a:pt x="1002924" y="1328789"/>
                </a:cubicBezTo>
                <a:cubicBezTo>
                  <a:pt x="981228" y="1278163"/>
                  <a:pt x="1012482" y="1331194"/>
                  <a:pt x="977858" y="1261943"/>
                </a:cubicBezTo>
                <a:cubicBezTo>
                  <a:pt x="966226" y="1238678"/>
                  <a:pt x="954559" y="1230288"/>
                  <a:pt x="936081" y="1211809"/>
                </a:cubicBezTo>
                <a:cubicBezTo>
                  <a:pt x="921369" y="1138253"/>
                  <a:pt x="933190" y="1201375"/>
                  <a:pt x="919370" y="1111539"/>
                </a:cubicBezTo>
                <a:cubicBezTo>
                  <a:pt x="916794" y="1094794"/>
                  <a:pt x="915123" y="1077841"/>
                  <a:pt x="911014" y="1061405"/>
                </a:cubicBezTo>
                <a:cubicBezTo>
                  <a:pt x="906742" y="1044315"/>
                  <a:pt x="899873" y="1027982"/>
                  <a:pt x="894303" y="1011270"/>
                </a:cubicBezTo>
                <a:cubicBezTo>
                  <a:pt x="891518" y="1002914"/>
                  <a:pt x="894304" y="988988"/>
                  <a:pt x="885948" y="986203"/>
                </a:cubicBezTo>
                <a:lnTo>
                  <a:pt x="860882" y="977847"/>
                </a:lnTo>
                <a:cubicBezTo>
                  <a:pt x="858097" y="969491"/>
                  <a:pt x="854662" y="961325"/>
                  <a:pt x="852526" y="952780"/>
                </a:cubicBezTo>
                <a:cubicBezTo>
                  <a:pt x="845651" y="925278"/>
                  <a:pt x="840777" y="888159"/>
                  <a:pt x="835815" y="860866"/>
                </a:cubicBezTo>
                <a:cubicBezTo>
                  <a:pt x="835377" y="858455"/>
                  <a:pt x="822682" y="791926"/>
                  <a:pt x="819104" y="785664"/>
                </a:cubicBezTo>
                <a:cubicBezTo>
                  <a:pt x="804357" y="759857"/>
                  <a:pt x="789065" y="761746"/>
                  <a:pt x="768972" y="743885"/>
                </a:cubicBezTo>
                <a:cubicBezTo>
                  <a:pt x="751309" y="728184"/>
                  <a:pt x="731948" y="713415"/>
                  <a:pt x="718839" y="693751"/>
                </a:cubicBezTo>
                <a:cubicBezTo>
                  <a:pt x="713269" y="685395"/>
                  <a:pt x="709970" y="674957"/>
                  <a:pt x="702128" y="668683"/>
                </a:cubicBezTo>
                <a:cubicBezTo>
                  <a:pt x="695251" y="663181"/>
                  <a:pt x="685417" y="663113"/>
                  <a:pt x="677062" y="660328"/>
                </a:cubicBezTo>
                <a:cubicBezTo>
                  <a:pt x="656057" y="597314"/>
                  <a:pt x="684392" y="674990"/>
                  <a:pt x="651995" y="610193"/>
                </a:cubicBezTo>
                <a:cubicBezTo>
                  <a:pt x="648056" y="602315"/>
                  <a:pt x="646060" y="593595"/>
                  <a:pt x="643640" y="585126"/>
                </a:cubicBezTo>
                <a:cubicBezTo>
                  <a:pt x="640485" y="574084"/>
                  <a:pt x="640420" y="561975"/>
                  <a:pt x="635284" y="551703"/>
                </a:cubicBezTo>
                <a:cubicBezTo>
                  <a:pt x="626302" y="533739"/>
                  <a:pt x="601862" y="501568"/>
                  <a:pt x="601862" y="501568"/>
                </a:cubicBezTo>
                <a:cubicBezTo>
                  <a:pt x="599077" y="493212"/>
                  <a:pt x="597446" y="484379"/>
                  <a:pt x="593507" y="476501"/>
                </a:cubicBezTo>
                <a:cubicBezTo>
                  <a:pt x="561113" y="411709"/>
                  <a:pt x="589441" y="489372"/>
                  <a:pt x="568441" y="426366"/>
                </a:cubicBezTo>
                <a:cubicBezTo>
                  <a:pt x="570305" y="413318"/>
                  <a:pt x="573208" y="348953"/>
                  <a:pt x="593507" y="334453"/>
                </a:cubicBezTo>
                <a:cubicBezTo>
                  <a:pt x="605063" y="326198"/>
                  <a:pt x="621507" y="329542"/>
                  <a:pt x="635284" y="326097"/>
                </a:cubicBezTo>
                <a:cubicBezTo>
                  <a:pt x="659875" y="319949"/>
                  <a:pt x="669857" y="312987"/>
                  <a:pt x="693772" y="301029"/>
                </a:cubicBezTo>
                <a:cubicBezTo>
                  <a:pt x="707791" y="258970"/>
                  <a:pt x="727702" y="222581"/>
                  <a:pt x="702128" y="175693"/>
                </a:cubicBezTo>
                <a:cubicBezTo>
                  <a:pt x="694946" y="162526"/>
                  <a:pt x="674277" y="164552"/>
                  <a:pt x="660351" y="158981"/>
                </a:cubicBezTo>
                <a:cubicBezTo>
                  <a:pt x="651995" y="150625"/>
                  <a:pt x="645304" y="140177"/>
                  <a:pt x="635284" y="133914"/>
                </a:cubicBezTo>
                <a:cubicBezTo>
                  <a:pt x="622565" y="125965"/>
                  <a:pt x="605029" y="126804"/>
                  <a:pt x="593507" y="117202"/>
                </a:cubicBezTo>
                <a:cubicBezTo>
                  <a:pt x="586741" y="111563"/>
                  <a:pt x="592319" y="97254"/>
                  <a:pt x="585152" y="92135"/>
                </a:cubicBezTo>
                <a:cubicBezTo>
                  <a:pt x="570818" y="81896"/>
                  <a:pt x="551730" y="80994"/>
                  <a:pt x="535019" y="75424"/>
                </a:cubicBezTo>
                <a:cubicBezTo>
                  <a:pt x="526663" y="72639"/>
                  <a:pt x="517830" y="71007"/>
                  <a:pt x="509952" y="67068"/>
                </a:cubicBezTo>
                <a:cubicBezTo>
                  <a:pt x="498812" y="61497"/>
                  <a:pt x="488193" y="54730"/>
                  <a:pt x="476531" y="50356"/>
                </a:cubicBezTo>
                <a:cubicBezTo>
                  <a:pt x="465779" y="46324"/>
                  <a:pt x="454250" y="44785"/>
                  <a:pt x="443109" y="42000"/>
                </a:cubicBezTo>
                <a:cubicBezTo>
                  <a:pt x="431968" y="44785"/>
                  <a:pt x="421114" y="51499"/>
                  <a:pt x="409687" y="50356"/>
                </a:cubicBezTo>
                <a:cubicBezTo>
                  <a:pt x="392159" y="48603"/>
                  <a:pt x="359554" y="33645"/>
                  <a:pt x="359554" y="33645"/>
                </a:cubicBezTo>
                <a:cubicBezTo>
                  <a:pt x="351199" y="36430"/>
                  <a:pt x="343295" y="42000"/>
                  <a:pt x="334488" y="42000"/>
                </a:cubicBezTo>
                <a:cubicBezTo>
                  <a:pt x="317190" y="42000"/>
                  <a:pt x="297029" y="25383"/>
                  <a:pt x="284355" y="16933"/>
                </a:cubicBezTo>
                <a:cubicBezTo>
                  <a:pt x="267644" y="19718"/>
                  <a:pt x="251164" y="25289"/>
                  <a:pt x="234222" y="25289"/>
                </a:cubicBezTo>
                <a:cubicBezTo>
                  <a:pt x="167379" y="25289"/>
                  <a:pt x="250933" y="3006"/>
                  <a:pt x="184090" y="25289"/>
                </a:cubicBezTo>
                <a:cubicBezTo>
                  <a:pt x="178520" y="33645"/>
                  <a:pt x="175895" y="45034"/>
                  <a:pt x="167379" y="50356"/>
                </a:cubicBezTo>
                <a:cubicBezTo>
                  <a:pt x="152442" y="59692"/>
                  <a:pt x="117246" y="67068"/>
                  <a:pt x="117246" y="67068"/>
                </a:cubicBezTo>
                <a:cubicBezTo>
                  <a:pt x="114461" y="75424"/>
                  <a:pt x="112830" y="84257"/>
                  <a:pt x="108891" y="92135"/>
                </a:cubicBezTo>
                <a:cubicBezTo>
                  <a:pt x="104400" y="101117"/>
                  <a:pt x="96136" y="107972"/>
                  <a:pt x="92180" y="117202"/>
                </a:cubicBezTo>
                <a:cubicBezTo>
                  <a:pt x="87656" y="127758"/>
                  <a:pt x="87124" y="139626"/>
                  <a:pt x="83824" y="150626"/>
                </a:cubicBezTo>
                <a:cubicBezTo>
                  <a:pt x="78762" y="167498"/>
                  <a:pt x="72683" y="184049"/>
                  <a:pt x="67113" y="200760"/>
                </a:cubicBezTo>
                <a:lnTo>
                  <a:pt x="50402" y="250895"/>
                </a:lnTo>
                <a:lnTo>
                  <a:pt x="42047" y="275962"/>
                </a:lnTo>
                <a:cubicBezTo>
                  <a:pt x="39262" y="306600"/>
                  <a:pt x="38043" y="337421"/>
                  <a:pt x="33692" y="367876"/>
                </a:cubicBezTo>
                <a:cubicBezTo>
                  <a:pt x="32446" y="376595"/>
                  <a:pt x="25336" y="392943"/>
                  <a:pt x="25336" y="392943"/>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90" name="Google Shape;1290;p19"/>
          <p:cNvSpPr/>
          <p:nvPr/>
        </p:nvSpPr>
        <p:spPr>
          <a:xfrm>
            <a:off x="3605320" y="4804299"/>
            <a:ext cx="1015246" cy="434770"/>
          </a:xfrm>
          <a:custGeom>
            <a:avLst/>
            <a:gdLst/>
            <a:ahLst/>
            <a:cxnLst/>
            <a:rect l="l" t="t" r="r" b="b"/>
            <a:pathLst>
              <a:path w="1015246" h="434770" extrusionOk="0">
                <a:moveTo>
                  <a:pt x="12592" y="351212"/>
                </a:moveTo>
                <a:cubicBezTo>
                  <a:pt x="32088" y="367924"/>
                  <a:pt x="80713" y="378639"/>
                  <a:pt x="137923" y="359568"/>
                </a:cubicBezTo>
                <a:cubicBezTo>
                  <a:pt x="160204" y="362353"/>
                  <a:pt x="182312" y="367924"/>
                  <a:pt x="204767" y="367924"/>
                </a:cubicBezTo>
                <a:cubicBezTo>
                  <a:pt x="213574" y="367924"/>
                  <a:pt x="221145" y="358120"/>
                  <a:pt x="229833" y="359568"/>
                </a:cubicBezTo>
                <a:cubicBezTo>
                  <a:pt x="239739" y="361219"/>
                  <a:pt x="245723" y="372201"/>
                  <a:pt x="254900" y="376280"/>
                </a:cubicBezTo>
                <a:cubicBezTo>
                  <a:pt x="270996" y="383434"/>
                  <a:pt x="287943" y="388719"/>
                  <a:pt x="305032" y="392991"/>
                </a:cubicBezTo>
                <a:cubicBezTo>
                  <a:pt x="370990" y="409482"/>
                  <a:pt x="327010" y="400393"/>
                  <a:pt x="438720" y="409703"/>
                </a:cubicBezTo>
                <a:cubicBezTo>
                  <a:pt x="498819" y="389668"/>
                  <a:pt x="423767" y="409703"/>
                  <a:pt x="497208" y="409703"/>
                </a:cubicBezTo>
                <a:cubicBezTo>
                  <a:pt x="511409" y="409703"/>
                  <a:pt x="525059" y="404132"/>
                  <a:pt x="538985" y="401347"/>
                </a:cubicBezTo>
                <a:cubicBezTo>
                  <a:pt x="550126" y="404132"/>
                  <a:pt x="561197" y="407212"/>
                  <a:pt x="572407" y="409703"/>
                </a:cubicBezTo>
                <a:cubicBezTo>
                  <a:pt x="586270" y="412784"/>
                  <a:pt x="600407" y="414615"/>
                  <a:pt x="614184" y="418059"/>
                </a:cubicBezTo>
                <a:cubicBezTo>
                  <a:pt x="622729" y="420195"/>
                  <a:pt x="630653" y="424503"/>
                  <a:pt x="639251" y="426414"/>
                </a:cubicBezTo>
                <a:cubicBezTo>
                  <a:pt x="655789" y="430089"/>
                  <a:pt x="672672" y="431985"/>
                  <a:pt x="689383" y="434770"/>
                </a:cubicBezTo>
                <a:cubicBezTo>
                  <a:pt x="746683" y="415669"/>
                  <a:pt x="675564" y="434770"/>
                  <a:pt x="756227" y="434770"/>
                </a:cubicBezTo>
                <a:cubicBezTo>
                  <a:pt x="765034" y="434770"/>
                  <a:pt x="772695" y="428325"/>
                  <a:pt x="781293" y="426414"/>
                </a:cubicBezTo>
                <a:cubicBezTo>
                  <a:pt x="848362" y="411510"/>
                  <a:pt x="812360" y="424915"/>
                  <a:pt x="873203" y="409703"/>
                </a:cubicBezTo>
                <a:cubicBezTo>
                  <a:pt x="881748" y="407567"/>
                  <a:pt x="889801" y="403767"/>
                  <a:pt x="898270" y="401347"/>
                </a:cubicBezTo>
                <a:cubicBezTo>
                  <a:pt x="925809" y="393478"/>
                  <a:pt x="944745" y="390380"/>
                  <a:pt x="973469" y="384636"/>
                </a:cubicBezTo>
                <a:cubicBezTo>
                  <a:pt x="981824" y="379065"/>
                  <a:pt x="993213" y="376440"/>
                  <a:pt x="998535" y="367924"/>
                </a:cubicBezTo>
                <a:cubicBezTo>
                  <a:pt x="1007871" y="352986"/>
                  <a:pt x="1015246" y="317789"/>
                  <a:pt x="1015246" y="317789"/>
                </a:cubicBezTo>
                <a:cubicBezTo>
                  <a:pt x="1009676" y="301078"/>
                  <a:pt x="1008773" y="281989"/>
                  <a:pt x="998535" y="267655"/>
                </a:cubicBezTo>
                <a:cubicBezTo>
                  <a:pt x="993416" y="260488"/>
                  <a:pt x="980797" y="264185"/>
                  <a:pt x="973469" y="259299"/>
                </a:cubicBezTo>
                <a:cubicBezTo>
                  <a:pt x="963637" y="252744"/>
                  <a:pt x="958234" y="240787"/>
                  <a:pt x="948402" y="234232"/>
                </a:cubicBezTo>
                <a:cubicBezTo>
                  <a:pt x="941074" y="229346"/>
                  <a:pt x="931431" y="229346"/>
                  <a:pt x="923336" y="225876"/>
                </a:cubicBezTo>
                <a:cubicBezTo>
                  <a:pt x="899553" y="215682"/>
                  <a:pt x="889345" y="205709"/>
                  <a:pt x="864848" y="200809"/>
                </a:cubicBezTo>
                <a:cubicBezTo>
                  <a:pt x="845536" y="196947"/>
                  <a:pt x="825856" y="195238"/>
                  <a:pt x="806360" y="192453"/>
                </a:cubicBezTo>
                <a:cubicBezTo>
                  <a:pt x="811930" y="178527"/>
                  <a:pt x="827191" y="165096"/>
                  <a:pt x="823071" y="150674"/>
                </a:cubicBezTo>
                <a:cubicBezTo>
                  <a:pt x="819649" y="138697"/>
                  <a:pt x="796057" y="144643"/>
                  <a:pt x="789649" y="133962"/>
                </a:cubicBezTo>
                <a:cubicBezTo>
                  <a:pt x="778118" y="114743"/>
                  <a:pt x="816971" y="96250"/>
                  <a:pt x="823071" y="92183"/>
                </a:cubicBezTo>
                <a:cubicBezTo>
                  <a:pt x="814715" y="89398"/>
                  <a:pt x="806812" y="83828"/>
                  <a:pt x="798004" y="83828"/>
                </a:cubicBezTo>
                <a:cubicBezTo>
                  <a:pt x="709773" y="83828"/>
                  <a:pt x="779234" y="102636"/>
                  <a:pt x="722805" y="83828"/>
                </a:cubicBezTo>
                <a:cubicBezTo>
                  <a:pt x="598774" y="101546"/>
                  <a:pt x="727269" y="96456"/>
                  <a:pt x="614184" y="58760"/>
                </a:cubicBezTo>
                <a:lnTo>
                  <a:pt x="564052" y="42049"/>
                </a:lnTo>
                <a:cubicBezTo>
                  <a:pt x="554937" y="28376"/>
                  <a:pt x="542530" y="2802"/>
                  <a:pt x="522274" y="270"/>
                </a:cubicBezTo>
                <a:cubicBezTo>
                  <a:pt x="508182" y="-1492"/>
                  <a:pt x="494423" y="5841"/>
                  <a:pt x="480497" y="8626"/>
                </a:cubicBezTo>
                <a:cubicBezTo>
                  <a:pt x="474927" y="28123"/>
                  <a:pt x="474532" y="49921"/>
                  <a:pt x="463786" y="67116"/>
                </a:cubicBezTo>
                <a:cubicBezTo>
                  <a:pt x="459118" y="74585"/>
                  <a:pt x="444948" y="69244"/>
                  <a:pt x="438720" y="75472"/>
                </a:cubicBezTo>
                <a:cubicBezTo>
                  <a:pt x="432492" y="81700"/>
                  <a:pt x="433149" y="92183"/>
                  <a:pt x="430364" y="100539"/>
                </a:cubicBezTo>
                <a:cubicBezTo>
                  <a:pt x="427579" y="125606"/>
                  <a:pt x="435549" y="154462"/>
                  <a:pt x="422009" y="175741"/>
                </a:cubicBezTo>
                <a:cubicBezTo>
                  <a:pt x="412552" y="190602"/>
                  <a:pt x="387631" y="184575"/>
                  <a:pt x="371876" y="192453"/>
                </a:cubicBezTo>
                <a:cubicBezTo>
                  <a:pt x="360735" y="198023"/>
                  <a:pt x="350270" y="205225"/>
                  <a:pt x="338454" y="209164"/>
                </a:cubicBezTo>
                <a:cubicBezTo>
                  <a:pt x="324981" y="213655"/>
                  <a:pt x="310603" y="214735"/>
                  <a:pt x="296677" y="217520"/>
                </a:cubicBezTo>
                <a:cubicBezTo>
                  <a:pt x="288322" y="214735"/>
                  <a:pt x="280418" y="209164"/>
                  <a:pt x="271611" y="209164"/>
                </a:cubicBezTo>
                <a:cubicBezTo>
                  <a:pt x="262803" y="209164"/>
                  <a:pt x="255089" y="215384"/>
                  <a:pt x="246544" y="217520"/>
                </a:cubicBezTo>
                <a:cubicBezTo>
                  <a:pt x="232767" y="220965"/>
                  <a:pt x="218803" y="223716"/>
                  <a:pt x="204767" y="225876"/>
                </a:cubicBezTo>
                <a:cubicBezTo>
                  <a:pt x="182573" y="229291"/>
                  <a:pt x="160204" y="231447"/>
                  <a:pt x="137923" y="234232"/>
                </a:cubicBezTo>
                <a:cubicBezTo>
                  <a:pt x="111992" y="251519"/>
                  <a:pt x="107216" y="259299"/>
                  <a:pt x="71080" y="259299"/>
                </a:cubicBezTo>
                <a:cubicBezTo>
                  <a:pt x="62272" y="259299"/>
                  <a:pt x="54369" y="253728"/>
                  <a:pt x="46013" y="250943"/>
                </a:cubicBezTo>
                <a:cubicBezTo>
                  <a:pt x="37658" y="253728"/>
                  <a:pt x="27824" y="253797"/>
                  <a:pt x="20947" y="259299"/>
                </a:cubicBezTo>
                <a:cubicBezTo>
                  <a:pt x="-3489" y="278848"/>
                  <a:pt x="-6904" y="334500"/>
                  <a:pt x="12592" y="351212"/>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91" name="Google Shape;1291;p19"/>
          <p:cNvSpPr/>
          <p:nvPr/>
        </p:nvSpPr>
        <p:spPr>
          <a:xfrm>
            <a:off x="3133295" y="5188729"/>
            <a:ext cx="1462205" cy="401283"/>
          </a:xfrm>
          <a:custGeom>
            <a:avLst/>
            <a:gdLst/>
            <a:ahLst/>
            <a:cxnLst/>
            <a:rect l="l" t="t" r="r" b="b"/>
            <a:pathLst>
              <a:path w="1462205" h="401283" extrusionOk="0">
                <a:moveTo>
                  <a:pt x="41778" y="25273"/>
                </a:moveTo>
                <a:cubicBezTo>
                  <a:pt x="61274" y="22488"/>
                  <a:pt x="80572" y="16917"/>
                  <a:pt x="100266" y="16917"/>
                </a:cubicBezTo>
                <a:cubicBezTo>
                  <a:pt x="167109" y="16917"/>
                  <a:pt x="83555" y="39200"/>
                  <a:pt x="150398" y="16917"/>
                </a:cubicBezTo>
                <a:cubicBezTo>
                  <a:pt x="158609" y="25128"/>
                  <a:pt x="185992" y="55788"/>
                  <a:pt x="200531" y="58696"/>
                </a:cubicBezTo>
                <a:cubicBezTo>
                  <a:pt x="233417" y="65274"/>
                  <a:pt x="267443" y="63541"/>
                  <a:pt x="300797" y="67052"/>
                </a:cubicBezTo>
                <a:cubicBezTo>
                  <a:pt x="320383" y="69114"/>
                  <a:pt x="339789" y="72622"/>
                  <a:pt x="359285" y="75407"/>
                </a:cubicBezTo>
                <a:cubicBezTo>
                  <a:pt x="402756" y="60917"/>
                  <a:pt x="366900" y="65541"/>
                  <a:pt x="409418" y="83763"/>
                </a:cubicBezTo>
                <a:cubicBezTo>
                  <a:pt x="421429" y="88911"/>
                  <a:pt x="475096" y="98095"/>
                  <a:pt x="484617" y="100475"/>
                </a:cubicBezTo>
                <a:cubicBezTo>
                  <a:pt x="515964" y="108312"/>
                  <a:pt x="509633" y="111197"/>
                  <a:pt x="543105" y="125542"/>
                </a:cubicBezTo>
                <a:cubicBezTo>
                  <a:pt x="551200" y="129011"/>
                  <a:pt x="559816" y="131113"/>
                  <a:pt x="568171" y="133898"/>
                </a:cubicBezTo>
                <a:cubicBezTo>
                  <a:pt x="611826" y="119345"/>
                  <a:pt x="576351" y="126565"/>
                  <a:pt x="635015" y="133898"/>
                </a:cubicBezTo>
                <a:cubicBezTo>
                  <a:pt x="665540" y="137714"/>
                  <a:pt x="696288" y="139469"/>
                  <a:pt x="726925" y="142254"/>
                </a:cubicBezTo>
                <a:cubicBezTo>
                  <a:pt x="740851" y="139469"/>
                  <a:pt x="754501" y="133898"/>
                  <a:pt x="768702" y="133898"/>
                </a:cubicBezTo>
                <a:cubicBezTo>
                  <a:pt x="864170" y="133898"/>
                  <a:pt x="762391" y="154277"/>
                  <a:pt x="843901" y="133898"/>
                </a:cubicBezTo>
                <a:cubicBezTo>
                  <a:pt x="910742" y="156180"/>
                  <a:pt x="827191" y="133898"/>
                  <a:pt x="894034" y="133898"/>
                </a:cubicBezTo>
                <a:cubicBezTo>
                  <a:pt x="916488" y="133898"/>
                  <a:pt x="938596" y="139469"/>
                  <a:pt x="960877" y="142254"/>
                </a:cubicBezTo>
                <a:cubicBezTo>
                  <a:pt x="969233" y="139469"/>
                  <a:pt x="977136" y="133898"/>
                  <a:pt x="985944" y="133898"/>
                </a:cubicBezTo>
                <a:cubicBezTo>
                  <a:pt x="1122248" y="133898"/>
                  <a:pt x="1047233" y="155246"/>
                  <a:pt x="1111276" y="133898"/>
                </a:cubicBezTo>
                <a:cubicBezTo>
                  <a:pt x="1136342" y="136683"/>
                  <a:pt x="1161254" y="142254"/>
                  <a:pt x="1186475" y="142254"/>
                </a:cubicBezTo>
                <a:cubicBezTo>
                  <a:pt x="1195282" y="142254"/>
                  <a:pt x="1202734" y="133898"/>
                  <a:pt x="1211541" y="133898"/>
                </a:cubicBezTo>
                <a:cubicBezTo>
                  <a:pt x="1242304" y="133898"/>
                  <a:pt x="1272814" y="139469"/>
                  <a:pt x="1303451" y="142254"/>
                </a:cubicBezTo>
                <a:cubicBezTo>
                  <a:pt x="1311806" y="139469"/>
                  <a:pt x="1319710" y="133898"/>
                  <a:pt x="1328517" y="133898"/>
                </a:cubicBezTo>
                <a:cubicBezTo>
                  <a:pt x="1337325" y="133898"/>
                  <a:pt x="1345148" y="139723"/>
                  <a:pt x="1353584" y="142254"/>
                </a:cubicBezTo>
                <a:cubicBezTo>
                  <a:pt x="1373005" y="148080"/>
                  <a:pt x="1392576" y="153395"/>
                  <a:pt x="1412072" y="158965"/>
                </a:cubicBezTo>
                <a:cubicBezTo>
                  <a:pt x="1398146" y="161750"/>
                  <a:pt x="1384072" y="163876"/>
                  <a:pt x="1370295" y="167321"/>
                </a:cubicBezTo>
                <a:cubicBezTo>
                  <a:pt x="1361750" y="169457"/>
                  <a:pt x="1353773" y="173541"/>
                  <a:pt x="1345228" y="175677"/>
                </a:cubicBezTo>
                <a:cubicBezTo>
                  <a:pt x="1321883" y="181513"/>
                  <a:pt x="1275653" y="188665"/>
                  <a:pt x="1253318" y="192388"/>
                </a:cubicBezTo>
                <a:cubicBezTo>
                  <a:pt x="1239392" y="189603"/>
                  <a:pt x="1225742" y="184032"/>
                  <a:pt x="1211541" y="184032"/>
                </a:cubicBezTo>
                <a:cubicBezTo>
                  <a:pt x="1186320" y="184032"/>
                  <a:pt x="1161563" y="192388"/>
                  <a:pt x="1136342" y="192388"/>
                </a:cubicBezTo>
                <a:cubicBezTo>
                  <a:pt x="1113887" y="192388"/>
                  <a:pt x="1180905" y="186817"/>
                  <a:pt x="1203186" y="184032"/>
                </a:cubicBezTo>
                <a:cubicBezTo>
                  <a:pt x="1233823" y="186817"/>
                  <a:pt x="1264333" y="192388"/>
                  <a:pt x="1295096" y="192388"/>
                </a:cubicBezTo>
                <a:cubicBezTo>
                  <a:pt x="1303903" y="192388"/>
                  <a:pt x="1326390" y="177804"/>
                  <a:pt x="1320162" y="184032"/>
                </a:cubicBezTo>
                <a:cubicBezTo>
                  <a:pt x="1311354" y="192840"/>
                  <a:pt x="1297554" y="194564"/>
                  <a:pt x="1286740" y="200744"/>
                </a:cubicBezTo>
                <a:cubicBezTo>
                  <a:pt x="1241390" y="226660"/>
                  <a:pt x="1282564" y="210493"/>
                  <a:pt x="1236607" y="225811"/>
                </a:cubicBezTo>
                <a:cubicBezTo>
                  <a:pt x="1270029" y="228596"/>
                  <a:pt x="1303335" y="234167"/>
                  <a:pt x="1336873" y="234167"/>
                </a:cubicBezTo>
                <a:cubicBezTo>
                  <a:pt x="1353815" y="234167"/>
                  <a:pt x="1370064" y="225811"/>
                  <a:pt x="1387006" y="225811"/>
                </a:cubicBezTo>
                <a:cubicBezTo>
                  <a:pt x="1412227" y="225811"/>
                  <a:pt x="1437139" y="231382"/>
                  <a:pt x="1462205" y="234167"/>
                </a:cubicBezTo>
                <a:cubicBezTo>
                  <a:pt x="1453849" y="242523"/>
                  <a:pt x="1447398" y="253371"/>
                  <a:pt x="1437138" y="259234"/>
                </a:cubicBezTo>
                <a:cubicBezTo>
                  <a:pt x="1427168" y="264931"/>
                  <a:pt x="1415153" y="266550"/>
                  <a:pt x="1403717" y="267590"/>
                </a:cubicBezTo>
                <a:cubicBezTo>
                  <a:pt x="1353713" y="272136"/>
                  <a:pt x="1303451" y="273161"/>
                  <a:pt x="1253318" y="275946"/>
                </a:cubicBezTo>
                <a:cubicBezTo>
                  <a:pt x="1196891" y="294757"/>
                  <a:pt x="1248974" y="275946"/>
                  <a:pt x="1278385" y="275946"/>
                </a:cubicBezTo>
                <a:cubicBezTo>
                  <a:pt x="1325814" y="275946"/>
                  <a:pt x="1373080" y="281517"/>
                  <a:pt x="1420427" y="284302"/>
                </a:cubicBezTo>
                <a:cubicBezTo>
                  <a:pt x="1414857" y="292658"/>
                  <a:pt x="1412072" y="303798"/>
                  <a:pt x="1403717" y="309369"/>
                </a:cubicBezTo>
                <a:cubicBezTo>
                  <a:pt x="1394162" y="315739"/>
                  <a:pt x="1381337" y="314570"/>
                  <a:pt x="1370295" y="317725"/>
                </a:cubicBezTo>
                <a:cubicBezTo>
                  <a:pt x="1361826" y="320145"/>
                  <a:pt x="1353584" y="323296"/>
                  <a:pt x="1345228" y="326081"/>
                </a:cubicBezTo>
                <a:cubicBezTo>
                  <a:pt x="1334088" y="334437"/>
                  <a:pt x="1324262" y="344920"/>
                  <a:pt x="1311807" y="351148"/>
                </a:cubicBezTo>
                <a:cubicBezTo>
                  <a:pt x="1293136" y="360484"/>
                  <a:pt x="1218341" y="366813"/>
                  <a:pt x="1211541" y="367859"/>
                </a:cubicBezTo>
                <a:cubicBezTo>
                  <a:pt x="1086555" y="387088"/>
                  <a:pt x="1307459" y="366379"/>
                  <a:pt x="1052787" y="384571"/>
                </a:cubicBezTo>
                <a:cubicBezTo>
                  <a:pt x="996360" y="365760"/>
                  <a:pt x="1065818" y="384571"/>
                  <a:pt x="977588" y="384571"/>
                </a:cubicBezTo>
                <a:cubicBezTo>
                  <a:pt x="966105" y="384571"/>
                  <a:pt x="955307" y="379000"/>
                  <a:pt x="944167" y="376215"/>
                </a:cubicBezTo>
                <a:cubicBezTo>
                  <a:pt x="924671" y="379000"/>
                  <a:pt x="905055" y="381048"/>
                  <a:pt x="885678" y="384571"/>
                </a:cubicBezTo>
                <a:cubicBezTo>
                  <a:pt x="874380" y="386625"/>
                  <a:pt x="863517" y="390675"/>
                  <a:pt x="852257" y="392927"/>
                </a:cubicBezTo>
                <a:cubicBezTo>
                  <a:pt x="835645" y="396250"/>
                  <a:pt x="818835" y="398498"/>
                  <a:pt x="802124" y="401283"/>
                </a:cubicBezTo>
                <a:cubicBezTo>
                  <a:pt x="725246" y="388469"/>
                  <a:pt x="712801" y="384571"/>
                  <a:pt x="609948" y="384571"/>
                </a:cubicBezTo>
                <a:cubicBezTo>
                  <a:pt x="581958" y="384571"/>
                  <a:pt x="554245" y="390142"/>
                  <a:pt x="526394" y="392927"/>
                </a:cubicBezTo>
                <a:cubicBezTo>
                  <a:pt x="512468" y="390142"/>
                  <a:pt x="498818" y="384571"/>
                  <a:pt x="484617" y="384571"/>
                </a:cubicBezTo>
                <a:cubicBezTo>
                  <a:pt x="389150" y="384571"/>
                  <a:pt x="490924" y="404949"/>
                  <a:pt x="409418" y="384571"/>
                </a:cubicBezTo>
                <a:cubicBezTo>
                  <a:pt x="398277" y="387356"/>
                  <a:pt x="386658" y="397192"/>
                  <a:pt x="375996" y="392927"/>
                </a:cubicBezTo>
                <a:cubicBezTo>
                  <a:pt x="325357" y="372671"/>
                  <a:pt x="415491" y="351907"/>
                  <a:pt x="342574" y="376215"/>
                </a:cubicBezTo>
                <a:cubicBezTo>
                  <a:pt x="334219" y="373430"/>
                  <a:pt x="313569" y="375737"/>
                  <a:pt x="317508" y="367859"/>
                </a:cubicBezTo>
                <a:cubicBezTo>
                  <a:pt x="322643" y="357588"/>
                  <a:pt x="339888" y="362659"/>
                  <a:pt x="350929" y="359504"/>
                </a:cubicBezTo>
                <a:cubicBezTo>
                  <a:pt x="359398" y="357084"/>
                  <a:pt x="367640" y="353933"/>
                  <a:pt x="375996" y="351148"/>
                </a:cubicBezTo>
                <a:cubicBezTo>
                  <a:pt x="395492" y="353933"/>
                  <a:pt x="454178" y="359504"/>
                  <a:pt x="434484" y="359504"/>
                </a:cubicBezTo>
                <a:cubicBezTo>
                  <a:pt x="412029" y="359504"/>
                  <a:pt x="389834" y="354563"/>
                  <a:pt x="367640" y="351148"/>
                </a:cubicBezTo>
                <a:cubicBezTo>
                  <a:pt x="353604" y="348988"/>
                  <a:pt x="339789" y="345577"/>
                  <a:pt x="325863" y="342792"/>
                </a:cubicBezTo>
                <a:cubicBezTo>
                  <a:pt x="266812" y="354603"/>
                  <a:pt x="297560" y="355639"/>
                  <a:pt x="233953" y="334436"/>
                </a:cubicBezTo>
                <a:lnTo>
                  <a:pt x="208887" y="326081"/>
                </a:lnTo>
                <a:cubicBezTo>
                  <a:pt x="225598" y="314940"/>
                  <a:pt x="247879" y="309369"/>
                  <a:pt x="259019" y="292658"/>
                </a:cubicBezTo>
                <a:cubicBezTo>
                  <a:pt x="280615" y="260261"/>
                  <a:pt x="266203" y="270766"/>
                  <a:pt x="300797" y="259234"/>
                </a:cubicBezTo>
                <a:cubicBezTo>
                  <a:pt x="303582" y="250878"/>
                  <a:pt x="302924" y="240395"/>
                  <a:pt x="309152" y="234167"/>
                </a:cubicBezTo>
                <a:cubicBezTo>
                  <a:pt x="315380" y="227939"/>
                  <a:pt x="326340" y="229750"/>
                  <a:pt x="334218" y="225811"/>
                </a:cubicBezTo>
                <a:cubicBezTo>
                  <a:pt x="343200" y="221320"/>
                  <a:pt x="350929" y="214670"/>
                  <a:pt x="359285" y="209100"/>
                </a:cubicBezTo>
                <a:cubicBezTo>
                  <a:pt x="348144" y="206315"/>
                  <a:pt x="337347" y="200744"/>
                  <a:pt x="325863" y="200744"/>
                </a:cubicBezTo>
                <a:cubicBezTo>
                  <a:pt x="317056" y="200744"/>
                  <a:pt x="309485" y="210548"/>
                  <a:pt x="300797" y="209100"/>
                </a:cubicBezTo>
                <a:cubicBezTo>
                  <a:pt x="290891" y="207449"/>
                  <a:pt x="284086" y="197959"/>
                  <a:pt x="275730" y="192388"/>
                </a:cubicBezTo>
                <a:cubicBezTo>
                  <a:pt x="213013" y="208068"/>
                  <a:pt x="268961" y="202840"/>
                  <a:pt x="217242" y="184032"/>
                </a:cubicBezTo>
                <a:cubicBezTo>
                  <a:pt x="195658" y="176183"/>
                  <a:pt x="150398" y="167321"/>
                  <a:pt x="150398" y="167321"/>
                </a:cubicBezTo>
                <a:cubicBezTo>
                  <a:pt x="134524" y="119694"/>
                  <a:pt x="154298" y="156737"/>
                  <a:pt x="91910" y="125542"/>
                </a:cubicBezTo>
                <a:lnTo>
                  <a:pt x="25067" y="92119"/>
                </a:lnTo>
                <a:cubicBezTo>
                  <a:pt x="16618" y="79445"/>
                  <a:pt x="0" y="59281"/>
                  <a:pt x="0" y="41984"/>
                </a:cubicBezTo>
                <a:cubicBezTo>
                  <a:pt x="0" y="30500"/>
                  <a:pt x="5571" y="19702"/>
                  <a:pt x="8356" y="8561"/>
                </a:cubicBezTo>
                <a:cubicBezTo>
                  <a:pt x="19497" y="11346"/>
                  <a:pt x="30294" y="16917"/>
                  <a:pt x="41778" y="16917"/>
                </a:cubicBezTo>
                <a:cubicBezTo>
                  <a:pt x="108621" y="16917"/>
                  <a:pt x="25067" y="-5366"/>
                  <a:pt x="91910" y="16917"/>
                </a:cubicBezTo>
                <a:cubicBezTo>
                  <a:pt x="100266" y="11347"/>
                  <a:pt x="107012" y="1452"/>
                  <a:pt x="116977" y="206"/>
                </a:cubicBezTo>
                <a:cubicBezTo>
                  <a:pt x="131069" y="-1556"/>
                  <a:pt x="144553" y="8561"/>
                  <a:pt x="158754" y="8561"/>
                </a:cubicBezTo>
                <a:cubicBezTo>
                  <a:pt x="167561" y="8561"/>
                  <a:pt x="175465" y="2991"/>
                  <a:pt x="183820" y="206"/>
                </a:cubicBezTo>
                <a:cubicBezTo>
                  <a:pt x="208886" y="2991"/>
                  <a:pt x="234142" y="4415"/>
                  <a:pt x="259019" y="8561"/>
                </a:cubicBezTo>
                <a:cubicBezTo>
                  <a:pt x="280397" y="12124"/>
                  <a:pt x="298137" y="25327"/>
                  <a:pt x="317508" y="33629"/>
                </a:cubicBezTo>
                <a:cubicBezTo>
                  <a:pt x="339984" y="43262"/>
                  <a:pt x="359838" y="45437"/>
                  <a:pt x="384351" y="50340"/>
                </a:cubicBezTo>
                <a:cubicBezTo>
                  <a:pt x="423177" y="40633"/>
                  <a:pt x="406289" y="41984"/>
                  <a:pt x="434484" y="41984"/>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92" name="Google Shape;1292;p19"/>
          <p:cNvSpPr/>
          <p:nvPr/>
        </p:nvSpPr>
        <p:spPr>
          <a:xfrm>
            <a:off x="2573480" y="4244435"/>
            <a:ext cx="1562470" cy="1856826"/>
          </a:xfrm>
          <a:custGeom>
            <a:avLst/>
            <a:gdLst/>
            <a:ahLst/>
            <a:cxnLst/>
            <a:rect l="l" t="t" r="r" b="b"/>
            <a:pathLst>
              <a:path w="1562470" h="1856826" extrusionOk="0">
                <a:moveTo>
                  <a:pt x="167109" y="133990"/>
                </a:moveTo>
                <a:cubicBezTo>
                  <a:pt x="175382" y="158809"/>
                  <a:pt x="180670" y="189330"/>
                  <a:pt x="200531" y="209192"/>
                </a:cubicBezTo>
                <a:cubicBezTo>
                  <a:pt x="207632" y="216293"/>
                  <a:pt x="216615" y="221412"/>
                  <a:pt x="225597" y="225903"/>
                </a:cubicBezTo>
                <a:cubicBezTo>
                  <a:pt x="233474" y="229842"/>
                  <a:pt x="242308" y="231474"/>
                  <a:pt x="250663" y="234259"/>
                </a:cubicBezTo>
                <a:cubicBezTo>
                  <a:pt x="256233" y="225903"/>
                  <a:pt x="266540" y="219200"/>
                  <a:pt x="267374" y="209192"/>
                </a:cubicBezTo>
                <a:cubicBezTo>
                  <a:pt x="269469" y="184058"/>
                  <a:pt x="266994" y="157917"/>
                  <a:pt x="259019" y="133990"/>
                </a:cubicBezTo>
                <a:cubicBezTo>
                  <a:pt x="251853" y="112491"/>
                  <a:pt x="220495" y="75426"/>
                  <a:pt x="200531" y="58788"/>
                </a:cubicBezTo>
                <a:cubicBezTo>
                  <a:pt x="192816" y="52359"/>
                  <a:pt x="183820" y="47647"/>
                  <a:pt x="175464" y="42076"/>
                </a:cubicBezTo>
                <a:cubicBezTo>
                  <a:pt x="166552" y="28708"/>
                  <a:pt x="153739" y="2525"/>
                  <a:pt x="133687" y="297"/>
                </a:cubicBezTo>
                <a:cubicBezTo>
                  <a:pt x="116849" y="-1574"/>
                  <a:pt x="100265" y="5868"/>
                  <a:pt x="83554" y="8653"/>
                </a:cubicBezTo>
                <a:cubicBezTo>
                  <a:pt x="75199" y="11438"/>
                  <a:pt x="65365" y="11507"/>
                  <a:pt x="58488" y="17009"/>
                </a:cubicBezTo>
                <a:cubicBezTo>
                  <a:pt x="40432" y="31455"/>
                  <a:pt x="30172" y="76891"/>
                  <a:pt x="25066" y="92211"/>
                </a:cubicBezTo>
                <a:cubicBezTo>
                  <a:pt x="22281" y="100567"/>
                  <a:pt x="18438" y="108641"/>
                  <a:pt x="16711" y="117278"/>
                </a:cubicBezTo>
                <a:lnTo>
                  <a:pt x="0" y="200836"/>
                </a:lnTo>
                <a:cubicBezTo>
                  <a:pt x="5570" y="373522"/>
                  <a:pt x="9096" y="546286"/>
                  <a:pt x="16711" y="718894"/>
                </a:cubicBezTo>
                <a:cubicBezTo>
                  <a:pt x="17458" y="735819"/>
                  <a:pt x="22035" y="752359"/>
                  <a:pt x="25066" y="769028"/>
                </a:cubicBezTo>
                <a:cubicBezTo>
                  <a:pt x="28734" y="789201"/>
                  <a:pt x="35590" y="823605"/>
                  <a:pt x="41777" y="844230"/>
                </a:cubicBezTo>
                <a:cubicBezTo>
                  <a:pt x="46839" y="861103"/>
                  <a:pt x="54216" y="877275"/>
                  <a:pt x="58488" y="894365"/>
                </a:cubicBezTo>
                <a:cubicBezTo>
                  <a:pt x="64485" y="918355"/>
                  <a:pt x="73382" y="957578"/>
                  <a:pt x="83554" y="977923"/>
                </a:cubicBezTo>
                <a:cubicBezTo>
                  <a:pt x="89124" y="989064"/>
                  <a:pt x="95358" y="999897"/>
                  <a:pt x="100265" y="1011346"/>
                </a:cubicBezTo>
                <a:cubicBezTo>
                  <a:pt x="121020" y="1059776"/>
                  <a:pt x="93219" y="1013309"/>
                  <a:pt x="125332" y="1061480"/>
                </a:cubicBezTo>
                <a:cubicBezTo>
                  <a:pt x="132127" y="1081869"/>
                  <a:pt x="134200" y="1095416"/>
                  <a:pt x="150398" y="1111615"/>
                </a:cubicBezTo>
                <a:cubicBezTo>
                  <a:pt x="157499" y="1118716"/>
                  <a:pt x="167109" y="1122756"/>
                  <a:pt x="175464" y="1128326"/>
                </a:cubicBezTo>
                <a:cubicBezTo>
                  <a:pt x="178249" y="1136682"/>
                  <a:pt x="176653" y="1148274"/>
                  <a:pt x="183820" y="1153394"/>
                </a:cubicBezTo>
                <a:cubicBezTo>
                  <a:pt x="198154" y="1163633"/>
                  <a:pt x="233953" y="1170105"/>
                  <a:pt x="233953" y="1170105"/>
                </a:cubicBezTo>
                <a:cubicBezTo>
                  <a:pt x="249932" y="1218046"/>
                  <a:pt x="230865" y="1173298"/>
                  <a:pt x="267374" y="1220240"/>
                </a:cubicBezTo>
                <a:cubicBezTo>
                  <a:pt x="279704" y="1236094"/>
                  <a:pt x="294444" y="1251321"/>
                  <a:pt x="300796" y="1270375"/>
                </a:cubicBezTo>
                <a:cubicBezTo>
                  <a:pt x="303581" y="1278731"/>
                  <a:pt x="303650" y="1288564"/>
                  <a:pt x="309152" y="1295442"/>
                </a:cubicBezTo>
                <a:cubicBezTo>
                  <a:pt x="315425" y="1303283"/>
                  <a:pt x="325863" y="1306583"/>
                  <a:pt x="334218" y="1312153"/>
                </a:cubicBezTo>
                <a:cubicBezTo>
                  <a:pt x="348278" y="1340275"/>
                  <a:pt x="349649" y="1351825"/>
                  <a:pt x="375995" y="1370644"/>
                </a:cubicBezTo>
                <a:cubicBezTo>
                  <a:pt x="386131" y="1377884"/>
                  <a:pt x="398276" y="1381785"/>
                  <a:pt x="409417" y="1387355"/>
                </a:cubicBezTo>
                <a:cubicBezTo>
                  <a:pt x="427648" y="1442049"/>
                  <a:pt x="402327" y="1388368"/>
                  <a:pt x="442839" y="1420779"/>
                </a:cubicBezTo>
                <a:cubicBezTo>
                  <a:pt x="450681" y="1427052"/>
                  <a:pt x="451708" y="1439573"/>
                  <a:pt x="459550" y="1445846"/>
                </a:cubicBezTo>
                <a:cubicBezTo>
                  <a:pt x="466427" y="1451348"/>
                  <a:pt x="476917" y="1449925"/>
                  <a:pt x="484616" y="1454202"/>
                </a:cubicBezTo>
                <a:cubicBezTo>
                  <a:pt x="502173" y="1463956"/>
                  <a:pt x="518038" y="1476484"/>
                  <a:pt x="534749" y="1487625"/>
                </a:cubicBezTo>
                <a:cubicBezTo>
                  <a:pt x="543104" y="1493195"/>
                  <a:pt x="550288" y="1501160"/>
                  <a:pt x="559815" y="1504336"/>
                </a:cubicBezTo>
                <a:lnTo>
                  <a:pt x="584882" y="1512692"/>
                </a:lnTo>
                <a:cubicBezTo>
                  <a:pt x="593237" y="1521048"/>
                  <a:pt x="600495" y="1530669"/>
                  <a:pt x="609948" y="1537759"/>
                </a:cubicBezTo>
                <a:cubicBezTo>
                  <a:pt x="641522" y="1561441"/>
                  <a:pt x="645947" y="1560901"/>
                  <a:pt x="676792" y="1571182"/>
                </a:cubicBezTo>
                <a:cubicBezTo>
                  <a:pt x="685147" y="1576753"/>
                  <a:pt x="695585" y="1580052"/>
                  <a:pt x="701858" y="1587894"/>
                </a:cubicBezTo>
                <a:cubicBezTo>
                  <a:pt x="734266" y="1628406"/>
                  <a:pt x="680590" y="1603086"/>
                  <a:pt x="735280" y="1621317"/>
                </a:cubicBezTo>
                <a:cubicBezTo>
                  <a:pt x="765644" y="1651682"/>
                  <a:pt x="756254" y="1644655"/>
                  <a:pt x="793768" y="1671452"/>
                </a:cubicBezTo>
                <a:cubicBezTo>
                  <a:pt x="801939" y="1677289"/>
                  <a:pt x="809852" y="1683672"/>
                  <a:pt x="818834" y="1688163"/>
                </a:cubicBezTo>
                <a:cubicBezTo>
                  <a:pt x="826712" y="1692102"/>
                  <a:pt x="835545" y="1693734"/>
                  <a:pt x="843901" y="1696519"/>
                </a:cubicBezTo>
                <a:cubicBezTo>
                  <a:pt x="915733" y="1744411"/>
                  <a:pt x="824852" y="1686995"/>
                  <a:pt x="894033" y="1721586"/>
                </a:cubicBezTo>
                <a:cubicBezTo>
                  <a:pt x="903015" y="1726077"/>
                  <a:pt x="909502" y="1735345"/>
                  <a:pt x="919100" y="1738298"/>
                </a:cubicBezTo>
                <a:cubicBezTo>
                  <a:pt x="946247" y="1746651"/>
                  <a:pt x="1002654" y="1755009"/>
                  <a:pt x="1002654" y="1755009"/>
                </a:cubicBezTo>
                <a:cubicBezTo>
                  <a:pt x="1013795" y="1760580"/>
                  <a:pt x="1024413" y="1767347"/>
                  <a:pt x="1036076" y="1771721"/>
                </a:cubicBezTo>
                <a:cubicBezTo>
                  <a:pt x="1046828" y="1775753"/>
                  <a:pt x="1058456" y="1776922"/>
                  <a:pt x="1069498" y="1780077"/>
                </a:cubicBezTo>
                <a:cubicBezTo>
                  <a:pt x="1077966" y="1782497"/>
                  <a:pt x="1086020" y="1786296"/>
                  <a:pt x="1094564" y="1788432"/>
                </a:cubicBezTo>
                <a:cubicBezTo>
                  <a:pt x="1108342" y="1791876"/>
                  <a:pt x="1122564" y="1793343"/>
                  <a:pt x="1136342" y="1796788"/>
                </a:cubicBezTo>
                <a:cubicBezTo>
                  <a:pt x="1194751" y="1811391"/>
                  <a:pt x="1123087" y="1797941"/>
                  <a:pt x="1194830" y="1821856"/>
                </a:cubicBezTo>
                <a:cubicBezTo>
                  <a:pt x="1208303" y="1826347"/>
                  <a:pt x="1222906" y="1826474"/>
                  <a:pt x="1236607" y="1830211"/>
                </a:cubicBezTo>
                <a:cubicBezTo>
                  <a:pt x="1253601" y="1834846"/>
                  <a:pt x="1270029" y="1841352"/>
                  <a:pt x="1286740" y="1846923"/>
                </a:cubicBezTo>
                <a:lnTo>
                  <a:pt x="1311806" y="1855279"/>
                </a:lnTo>
                <a:cubicBezTo>
                  <a:pt x="1322947" y="1852494"/>
                  <a:pt x="1333744" y="1846923"/>
                  <a:pt x="1345228" y="1846923"/>
                </a:cubicBezTo>
                <a:cubicBezTo>
                  <a:pt x="1412073" y="1846923"/>
                  <a:pt x="1328514" y="1869206"/>
                  <a:pt x="1395361" y="1846923"/>
                </a:cubicBezTo>
                <a:cubicBezTo>
                  <a:pt x="1409287" y="1849708"/>
                  <a:pt x="1422995" y="1856565"/>
                  <a:pt x="1437138" y="1855279"/>
                </a:cubicBezTo>
                <a:cubicBezTo>
                  <a:pt x="1471677" y="1852139"/>
                  <a:pt x="1486935" y="1838791"/>
                  <a:pt x="1512337" y="1821856"/>
                </a:cubicBezTo>
                <a:cubicBezTo>
                  <a:pt x="1515122" y="1813500"/>
                  <a:pt x="1515806" y="1804117"/>
                  <a:pt x="1520692" y="1796788"/>
                </a:cubicBezTo>
                <a:cubicBezTo>
                  <a:pt x="1527247" y="1786956"/>
                  <a:pt x="1538194" y="1780799"/>
                  <a:pt x="1545759" y="1771721"/>
                </a:cubicBezTo>
                <a:cubicBezTo>
                  <a:pt x="1552188" y="1764006"/>
                  <a:pt x="1556900" y="1755010"/>
                  <a:pt x="1562470" y="1746654"/>
                </a:cubicBezTo>
                <a:cubicBezTo>
                  <a:pt x="1520692" y="1732728"/>
                  <a:pt x="1545758" y="1735513"/>
                  <a:pt x="1487271" y="1755009"/>
                </a:cubicBezTo>
                <a:lnTo>
                  <a:pt x="1462204" y="1763365"/>
                </a:lnTo>
                <a:cubicBezTo>
                  <a:pt x="1453849" y="1760580"/>
                  <a:pt x="1445945" y="1755009"/>
                  <a:pt x="1437138" y="1755009"/>
                </a:cubicBezTo>
                <a:cubicBezTo>
                  <a:pt x="1428331" y="1755009"/>
                  <a:pt x="1420540" y="1760945"/>
                  <a:pt x="1412072" y="1763365"/>
                </a:cubicBezTo>
                <a:cubicBezTo>
                  <a:pt x="1401030" y="1766520"/>
                  <a:pt x="1389977" y="1769833"/>
                  <a:pt x="1378650" y="1771721"/>
                </a:cubicBezTo>
                <a:cubicBezTo>
                  <a:pt x="1356501" y="1775413"/>
                  <a:pt x="1334087" y="1777292"/>
                  <a:pt x="1311806" y="1780077"/>
                </a:cubicBezTo>
                <a:cubicBezTo>
                  <a:pt x="1285957" y="1771460"/>
                  <a:pt x="1266018" y="1763365"/>
                  <a:pt x="1236607" y="1763365"/>
                </a:cubicBezTo>
                <a:cubicBezTo>
                  <a:pt x="1227800" y="1763365"/>
                  <a:pt x="1219896" y="1768936"/>
                  <a:pt x="1211541" y="1771721"/>
                </a:cubicBezTo>
                <a:cubicBezTo>
                  <a:pt x="1200400" y="1763365"/>
                  <a:pt x="1190575" y="1752882"/>
                  <a:pt x="1178119" y="1746654"/>
                </a:cubicBezTo>
                <a:cubicBezTo>
                  <a:pt x="1146957" y="1731073"/>
                  <a:pt x="1128443" y="1741007"/>
                  <a:pt x="1094564" y="1746654"/>
                </a:cubicBezTo>
                <a:cubicBezTo>
                  <a:pt x="1077853" y="1735513"/>
                  <a:pt x="1063485" y="1719582"/>
                  <a:pt x="1044432" y="1713231"/>
                </a:cubicBezTo>
                <a:lnTo>
                  <a:pt x="994299" y="1696519"/>
                </a:lnTo>
                <a:cubicBezTo>
                  <a:pt x="988729" y="1688163"/>
                  <a:pt x="984689" y="1678553"/>
                  <a:pt x="977588" y="1671452"/>
                </a:cubicBezTo>
                <a:cubicBezTo>
                  <a:pt x="953642" y="1647505"/>
                  <a:pt x="954639" y="1659976"/>
                  <a:pt x="927455" y="1646384"/>
                </a:cubicBezTo>
                <a:cubicBezTo>
                  <a:pt x="918473" y="1641893"/>
                  <a:pt x="910744" y="1635243"/>
                  <a:pt x="902389" y="1629673"/>
                </a:cubicBezTo>
                <a:cubicBezTo>
                  <a:pt x="895594" y="1609289"/>
                  <a:pt x="893518" y="1595733"/>
                  <a:pt x="877323" y="1579538"/>
                </a:cubicBezTo>
                <a:cubicBezTo>
                  <a:pt x="853593" y="1555807"/>
                  <a:pt x="816070" y="1552247"/>
                  <a:pt x="785413" y="1546115"/>
                </a:cubicBezTo>
                <a:cubicBezTo>
                  <a:pt x="713564" y="1498217"/>
                  <a:pt x="804475" y="1555648"/>
                  <a:pt x="735280" y="1521048"/>
                </a:cubicBezTo>
                <a:cubicBezTo>
                  <a:pt x="726298" y="1516557"/>
                  <a:pt x="718569" y="1509907"/>
                  <a:pt x="710213" y="1504336"/>
                </a:cubicBezTo>
                <a:cubicBezTo>
                  <a:pt x="682733" y="1449372"/>
                  <a:pt x="708929" y="1487947"/>
                  <a:pt x="668436" y="1454202"/>
                </a:cubicBezTo>
                <a:cubicBezTo>
                  <a:pt x="659358" y="1446637"/>
                  <a:pt x="653700" y="1434873"/>
                  <a:pt x="643370" y="1429134"/>
                </a:cubicBezTo>
                <a:cubicBezTo>
                  <a:pt x="627972" y="1420579"/>
                  <a:pt x="593237" y="1412423"/>
                  <a:pt x="593237" y="1412423"/>
                </a:cubicBezTo>
                <a:cubicBezTo>
                  <a:pt x="577919" y="1366464"/>
                  <a:pt x="594086" y="1407641"/>
                  <a:pt x="568171" y="1362288"/>
                </a:cubicBezTo>
                <a:cubicBezTo>
                  <a:pt x="550589" y="1331518"/>
                  <a:pt x="545291" y="1305984"/>
                  <a:pt x="518038" y="1278730"/>
                </a:cubicBezTo>
                <a:cubicBezTo>
                  <a:pt x="494997" y="1255688"/>
                  <a:pt x="491771" y="1255739"/>
                  <a:pt x="476261" y="1228596"/>
                </a:cubicBezTo>
                <a:cubicBezTo>
                  <a:pt x="470081" y="1217781"/>
                  <a:pt x="465730" y="1205988"/>
                  <a:pt x="459550" y="1195173"/>
                </a:cubicBezTo>
                <a:cubicBezTo>
                  <a:pt x="454568" y="1186454"/>
                  <a:pt x="447330" y="1179087"/>
                  <a:pt x="442839" y="1170105"/>
                </a:cubicBezTo>
                <a:cubicBezTo>
                  <a:pt x="438900" y="1162227"/>
                  <a:pt x="438760" y="1152737"/>
                  <a:pt x="434483" y="1145038"/>
                </a:cubicBezTo>
                <a:cubicBezTo>
                  <a:pt x="424729" y="1127481"/>
                  <a:pt x="407414" y="1113957"/>
                  <a:pt x="401062" y="1094903"/>
                </a:cubicBezTo>
                <a:cubicBezTo>
                  <a:pt x="398277" y="1086547"/>
                  <a:pt x="397592" y="1077164"/>
                  <a:pt x="392706" y="1069836"/>
                </a:cubicBezTo>
                <a:cubicBezTo>
                  <a:pt x="386151" y="1060004"/>
                  <a:pt x="375204" y="1053847"/>
                  <a:pt x="367640" y="1044769"/>
                </a:cubicBezTo>
                <a:cubicBezTo>
                  <a:pt x="361211" y="1037054"/>
                  <a:pt x="359445" y="1025024"/>
                  <a:pt x="350929" y="1019701"/>
                </a:cubicBezTo>
                <a:cubicBezTo>
                  <a:pt x="335992" y="1010365"/>
                  <a:pt x="300796" y="1002990"/>
                  <a:pt x="300796" y="1002990"/>
                </a:cubicBezTo>
                <a:cubicBezTo>
                  <a:pt x="298011" y="986278"/>
                  <a:pt x="296116" y="969394"/>
                  <a:pt x="292441" y="952855"/>
                </a:cubicBezTo>
                <a:cubicBezTo>
                  <a:pt x="290530" y="944257"/>
                  <a:pt x="286221" y="936333"/>
                  <a:pt x="284085" y="927788"/>
                </a:cubicBezTo>
                <a:cubicBezTo>
                  <a:pt x="281704" y="918262"/>
                  <a:pt x="272523" y="864601"/>
                  <a:pt x="267374" y="852586"/>
                </a:cubicBezTo>
                <a:cubicBezTo>
                  <a:pt x="263418" y="843356"/>
                  <a:pt x="256233" y="835875"/>
                  <a:pt x="250663" y="827519"/>
                </a:cubicBezTo>
                <a:cubicBezTo>
                  <a:pt x="244361" y="739282"/>
                  <a:pt x="274123" y="722267"/>
                  <a:pt x="217242" y="693826"/>
                </a:cubicBezTo>
                <a:cubicBezTo>
                  <a:pt x="209364" y="689887"/>
                  <a:pt x="200531" y="688256"/>
                  <a:pt x="192175" y="685471"/>
                </a:cubicBezTo>
                <a:cubicBezTo>
                  <a:pt x="183820" y="677115"/>
                  <a:pt x="176724" y="667272"/>
                  <a:pt x="167109" y="660403"/>
                </a:cubicBezTo>
                <a:cubicBezTo>
                  <a:pt x="156974" y="653163"/>
                  <a:pt x="142494" y="652500"/>
                  <a:pt x="133687" y="643692"/>
                </a:cubicBezTo>
                <a:cubicBezTo>
                  <a:pt x="127459" y="637464"/>
                  <a:pt x="129271" y="626502"/>
                  <a:pt x="125332" y="618624"/>
                </a:cubicBezTo>
                <a:cubicBezTo>
                  <a:pt x="92933" y="553821"/>
                  <a:pt x="121272" y="631507"/>
                  <a:pt x="100265" y="568490"/>
                </a:cubicBezTo>
                <a:cubicBezTo>
                  <a:pt x="105835" y="532282"/>
                  <a:pt x="110610" y="495942"/>
                  <a:pt x="116976" y="459865"/>
                </a:cubicBezTo>
                <a:cubicBezTo>
                  <a:pt x="118972" y="448556"/>
                  <a:pt x="125332" y="437926"/>
                  <a:pt x="125332" y="426442"/>
                </a:cubicBezTo>
                <a:cubicBezTo>
                  <a:pt x="125332" y="313112"/>
                  <a:pt x="125195" y="359115"/>
                  <a:pt x="108621" y="301105"/>
                </a:cubicBezTo>
                <a:cubicBezTo>
                  <a:pt x="105053" y="288617"/>
                  <a:pt x="98586" y="255967"/>
                  <a:pt x="91910" y="242615"/>
                </a:cubicBezTo>
                <a:cubicBezTo>
                  <a:pt x="87419" y="233633"/>
                  <a:pt x="79278" y="226724"/>
                  <a:pt x="75199" y="217547"/>
                </a:cubicBezTo>
                <a:cubicBezTo>
                  <a:pt x="68045" y="201450"/>
                  <a:pt x="58488" y="167413"/>
                  <a:pt x="58488" y="167413"/>
                </a:cubicBezTo>
                <a:cubicBezTo>
                  <a:pt x="72860" y="52423"/>
                  <a:pt x="43608" y="108922"/>
                  <a:pt x="91910" y="108922"/>
                </a:cubicBezTo>
                <a:cubicBezTo>
                  <a:pt x="100717" y="108922"/>
                  <a:pt x="108621" y="103352"/>
                  <a:pt x="116976" y="100567"/>
                </a:cubicBezTo>
                <a:cubicBezTo>
                  <a:pt x="125332" y="103352"/>
                  <a:pt x="136924" y="101755"/>
                  <a:pt x="142043" y="108922"/>
                </a:cubicBezTo>
                <a:cubicBezTo>
                  <a:pt x="152282" y="123256"/>
                  <a:pt x="141664" y="154784"/>
                  <a:pt x="158753" y="159057"/>
                </a:cubicBezTo>
                <a:cubicBezTo>
                  <a:pt x="200720" y="169549"/>
                  <a:pt x="181281" y="163782"/>
                  <a:pt x="217242" y="175768"/>
                </a:cubicBezTo>
                <a:cubicBezTo>
                  <a:pt x="220027" y="164627"/>
                  <a:pt x="222442" y="153387"/>
                  <a:pt x="225597" y="142345"/>
                </a:cubicBezTo>
                <a:cubicBezTo>
                  <a:pt x="228017" y="133876"/>
                  <a:pt x="233953" y="126086"/>
                  <a:pt x="233953" y="117278"/>
                </a:cubicBezTo>
                <a:cubicBezTo>
                  <a:pt x="233953" y="92056"/>
                  <a:pt x="231714" y="66545"/>
                  <a:pt x="225597" y="42076"/>
                </a:cubicBezTo>
                <a:cubicBezTo>
                  <a:pt x="223161" y="32334"/>
                  <a:pt x="217242" y="22580"/>
                  <a:pt x="208886" y="17009"/>
                </a:cubicBezTo>
                <a:cubicBezTo>
                  <a:pt x="199331" y="10639"/>
                  <a:pt x="175464" y="8653"/>
                  <a:pt x="175464" y="8653"/>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cxnSp>
        <p:nvCxnSpPr>
          <p:cNvPr id="1293" name="Google Shape;1293;p19"/>
          <p:cNvCxnSpPr/>
          <p:nvPr/>
        </p:nvCxnSpPr>
        <p:spPr>
          <a:xfrm>
            <a:off x="2133600" y="381000"/>
            <a:ext cx="1295400" cy="18288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94" name="Google Shape;1294;p19"/>
          <p:cNvCxnSpPr/>
          <p:nvPr/>
        </p:nvCxnSpPr>
        <p:spPr>
          <a:xfrm>
            <a:off x="1219200" y="609600"/>
            <a:ext cx="1371600" cy="7620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95" name="Google Shape;1295;p19"/>
          <p:cNvCxnSpPr/>
          <p:nvPr/>
        </p:nvCxnSpPr>
        <p:spPr>
          <a:xfrm>
            <a:off x="1066800" y="990600"/>
            <a:ext cx="1752600" cy="8382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96" name="Google Shape;1296;p19"/>
          <p:cNvCxnSpPr/>
          <p:nvPr/>
        </p:nvCxnSpPr>
        <p:spPr>
          <a:xfrm>
            <a:off x="838200" y="1524000"/>
            <a:ext cx="2514600" cy="9144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97" name="Google Shape;1297;p19"/>
          <p:cNvCxnSpPr/>
          <p:nvPr/>
        </p:nvCxnSpPr>
        <p:spPr>
          <a:xfrm>
            <a:off x="838200" y="3048000"/>
            <a:ext cx="2514600" cy="762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98" name="Google Shape;1298;p19"/>
          <p:cNvCxnSpPr/>
          <p:nvPr/>
        </p:nvCxnSpPr>
        <p:spPr>
          <a:xfrm>
            <a:off x="838200" y="2438400"/>
            <a:ext cx="2362200" cy="1524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299" name="Google Shape;1299;p19"/>
          <p:cNvCxnSpPr>
            <a:endCxn id="1283" idx="5"/>
          </p:cNvCxnSpPr>
          <p:nvPr/>
        </p:nvCxnSpPr>
        <p:spPr>
          <a:xfrm rot="10800000">
            <a:off x="3905100" y="3424800"/>
            <a:ext cx="3638700" cy="8424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300" name="Google Shape;1300;p19"/>
          <p:cNvCxnSpPr/>
          <p:nvPr/>
        </p:nvCxnSpPr>
        <p:spPr>
          <a:xfrm rot="10800000" flipH="1">
            <a:off x="990600" y="3429000"/>
            <a:ext cx="2819400" cy="9144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301" name="Google Shape;1301;p19"/>
          <p:cNvCxnSpPr>
            <a:stCxn id="1302" idx="1"/>
          </p:cNvCxnSpPr>
          <p:nvPr/>
        </p:nvCxnSpPr>
        <p:spPr>
          <a:xfrm flipH="1">
            <a:off x="4800600" y="3148772"/>
            <a:ext cx="2209800" cy="1278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303" name="Google Shape;1303;p19"/>
          <p:cNvCxnSpPr/>
          <p:nvPr/>
        </p:nvCxnSpPr>
        <p:spPr>
          <a:xfrm rot="10800000">
            <a:off x="4572000" y="3657600"/>
            <a:ext cx="2438401" cy="1752601"/>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304" name="Google Shape;1304;p19"/>
          <p:cNvCxnSpPr/>
          <p:nvPr/>
        </p:nvCxnSpPr>
        <p:spPr>
          <a:xfrm>
            <a:off x="4038600" y="457200"/>
            <a:ext cx="0" cy="4572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305" name="Google Shape;1305;p19"/>
          <p:cNvCxnSpPr/>
          <p:nvPr/>
        </p:nvCxnSpPr>
        <p:spPr>
          <a:xfrm rot="10800000">
            <a:off x="4191000" y="5029200"/>
            <a:ext cx="228600" cy="14478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306" name="Google Shape;1306;p19"/>
          <p:cNvCxnSpPr>
            <a:stCxn id="1307" idx="0"/>
          </p:cNvCxnSpPr>
          <p:nvPr/>
        </p:nvCxnSpPr>
        <p:spPr>
          <a:xfrm rot="10800000" flipH="1">
            <a:off x="3705402" y="5486400"/>
            <a:ext cx="28500" cy="9144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308" name="Google Shape;1308;p19"/>
          <p:cNvCxnSpPr/>
          <p:nvPr/>
        </p:nvCxnSpPr>
        <p:spPr>
          <a:xfrm rot="10800000" flipH="1">
            <a:off x="1905000" y="5562600"/>
            <a:ext cx="1143000" cy="914400"/>
          </a:xfrm>
          <a:prstGeom prst="straightConnector1">
            <a:avLst/>
          </a:prstGeom>
          <a:solidFill>
            <a:schemeClr val="accent1"/>
          </a:solidFill>
          <a:ln w="9525" cap="flat" cmpd="sng">
            <a:solidFill>
              <a:schemeClr val="dk1"/>
            </a:solidFill>
            <a:prstDash val="solid"/>
            <a:round/>
            <a:headEnd type="none" w="sm" len="sm"/>
            <a:tailEnd type="stealth" w="med" len="med"/>
          </a:ln>
        </p:spPr>
      </p:cxnSp>
      <p:sp>
        <p:nvSpPr>
          <p:cNvPr id="1309" name="Google Shape;1309;p19"/>
          <p:cNvSpPr txBox="1"/>
          <p:nvPr/>
        </p:nvSpPr>
        <p:spPr>
          <a:xfrm>
            <a:off x="6858000" y="990600"/>
            <a:ext cx="723275"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CeGy</a:t>
            </a:r>
            <a:endParaRPr sz="1700" b="1" i="0" u="none" strike="noStrike" cap="none">
              <a:solidFill>
                <a:schemeClr val="dk1"/>
              </a:solidFill>
              <a:latin typeface="Times"/>
              <a:ea typeface="Times"/>
              <a:cs typeface="Times"/>
              <a:sym typeface="Times"/>
            </a:endParaRPr>
          </a:p>
        </p:txBody>
      </p:sp>
      <p:sp>
        <p:nvSpPr>
          <p:cNvPr id="1310" name="Google Shape;1310;p19"/>
          <p:cNvSpPr txBox="1"/>
          <p:nvPr/>
        </p:nvSpPr>
        <p:spPr>
          <a:xfrm>
            <a:off x="7086600" y="1600200"/>
            <a:ext cx="620683"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DLF</a:t>
            </a:r>
            <a:endParaRPr sz="1400" b="0" i="0" u="none" strike="noStrike" cap="none">
              <a:solidFill>
                <a:srgbClr val="000000"/>
              </a:solidFill>
              <a:latin typeface="Arial"/>
              <a:ea typeface="Arial"/>
              <a:cs typeface="Arial"/>
              <a:sym typeface="Arial"/>
            </a:endParaRPr>
          </a:p>
        </p:txBody>
      </p:sp>
      <p:sp>
        <p:nvSpPr>
          <p:cNvPr id="1311" name="Google Shape;1311;p19"/>
          <p:cNvSpPr txBox="1"/>
          <p:nvPr/>
        </p:nvSpPr>
        <p:spPr>
          <a:xfrm>
            <a:off x="7162800" y="1981200"/>
            <a:ext cx="729687"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FF0000"/>
                </a:solidFill>
                <a:latin typeface="Times"/>
                <a:ea typeface="Times"/>
                <a:cs typeface="Times"/>
                <a:sym typeface="Times"/>
              </a:rPr>
              <a:t>OcNu</a:t>
            </a:r>
            <a:endParaRPr sz="1700" b="1" i="0" u="none" strike="noStrike" cap="none">
              <a:solidFill>
                <a:srgbClr val="FF0000"/>
              </a:solidFill>
              <a:latin typeface="Times"/>
              <a:ea typeface="Times"/>
              <a:cs typeface="Times"/>
              <a:sym typeface="Times"/>
            </a:endParaRPr>
          </a:p>
        </p:txBody>
      </p:sp>
      <p:sp>
        <p:nvSpPr>
          <p:cNvPr id="1312" name="Google Shape;1312;p19"/>
          <p:cNvSpPr txBox="1"/>
          <p:nvPr/>
        </p:nvSpPr>
        <p:spPr>
          <a:xfrm>
            <a:off x="6858000" y="2362200"/>
            <a:ext cx="669011"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MLF</a:t>
            </a:r>
            <a:endParaRPr sz="1400" b="0" i="0" u="none" strike="noStrike" cap="none">
              <a:solidFill>
                <a:srgbClr val="000000"/>
              </a:solidFill>
              <a:latin typeface="Arial"/>
              <a:ea typeface="Arial"/>
              <a:cs typeface="Arial"/>
              <a:sym typeface="Arial"/>
            </a:endParaRPr>
          </a:p>
        </p:txBody>
      </p:sp>
      <p:sp>
        <p:nvSpPr>
          <p:cNvPr id="1313" name="Google Shape;1313;p19"/>
          <p:cNvSpPr txBox="1"/>
          <p:nvPr/>
        </p:nvSpPr>
        <p:spPr>
          <a:xfrm>
            <a:off x="2652386" y="-115163"/>
            <a:ext cx="1157614" cy="8771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Central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Tegmental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tract</a:t>
            </a:r>
            <a:endParaRPr sz="1400" b="0" i="0" u="none" strike="noStrike" cap="none">
              <a:solidFill>
                <a:srgbClr val="000000"/>
              </a:solidFill>
              <a:latin typeface="Arial"/>
              <a:ea typeface="Arial"/>
              <a:cs typeface="Arial"/>
              <a:sym typeface="Arial"/>
            </a:endParaRPr>
          </a:p>
        </p:txBody>
      </p:sp>
      <p:sp>
        <p:nvSpPr>
          <p:cNvPr id="1314" name="Google Shape;1314;p19"/>
          <p:cNvSpPr txBox="1"/>
          <p:nvPr/>
        </p:nvSpPr>
        <p:spPr>
          <a:xfrm>
            <a:off x="1524000" y="0"/>
            <a:ext cx="1032216"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MidRetF</a:t>
            </a:r>
            <a:endParaRPr sz="1700" b="1" i="0" u="none" strike="noStrike" cap="none">
              <a:solidFill>
                <a:schemeClr val="dk1"/>
              </a:solidFill>
              <a:latin typeface="Times"/>
              <a:ea typeface="Times"/>
              <a:cs typeface="Times"/>
              <a:sym typeface="Times"/>
            </a:endParaRPr>
          </a:p>
        </p:txBody>
      </p:sp>
      <p:sp>
        <p:nvSpPr>
          <p:cNvPr id="1315" name="Google Shape;1315;p19"/>
          <p:cNvSpPr txBox="1"/>
          <p:nvPr/>
        </p:nvSpPr>
        <p:spPr>
          <a:xfrm>
            <a:off x="609600" y="304800"/>
            <a:ext cx="705416"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MGB</a:t>
            </a:r>
            <a:endParaRPr sz="1400" b="0" i="0" u="none" strike="noStrike" cap="none">
              <a:solidFill>
                <a:srgbClr val="000000"/>
              </a:solidFill>
              <a:latin typeface="Arial"/>
              <a:ea typeface="Arial"/>
              <a:cs typeface="Arial"/>
              <a:sym typeface="Arial"/>
            </a:endParaRPr>
          </a:p>
        </p:txBody>
      </p:sp>
      <p:sp>
        <p:nvSpPr>
          <p:cNvPr id="1316" name="Google Shape;1316;p19"/>
          <p:cNvSpPr txBox="1"/>
          <p:nvPr/>
        </p:nvSpPr>
        <p:spPr>
          <a:xfrm>
            <a:off x="381000" y="762000"/>
            <a:ext cx="669117"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FF0000"/>
                </a:solidFill>
                <a:latin typeface="Times"/>
                <a:ea typeface="Times"/>
                <a:cs typeface="Times"/>
                <a:sym typeface="Times"/>
              </a:rPr>
              <a:t>BrIC</a:t>
            </a:r>
            <a:endParaRPr sz="1700" b="1" i="0" u="none" strike="noStrike" cap="none">
              <a:solidFill>
                <a:srgbClr val="FF0000"/>
              </a:solidFill>
              <a:latin typeface="Times"/>
              <a:ea typeface="Times"/>
              <a:cs typeface="Times"/>
              <a:sym typeface="Times"/>
            </a:endParaRPr>
          </a:p>
        </p:txBody>
      </p:sp>
      <p:sp>
        <p:nvSpPr>
          <p:cNvPr id="1317" name="Google Shape;1317;p19"/>
          <p:cNvSpPr txBox="1"/>
          <p:nvPr/>
        </p:nvSpPr>
        <p:spPr>
          <a:xfrm>
            <a:off x="152400" y="1295400"/>
            <a:ext cx="713613"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VTTr</a:t>
            </a:r>
            <a:endParaRPr sz="1700" b="1" i="0" u="none" strike="noStrike" cap="none">
              <a:solidFill>
                <a:schemeClr val="dk1"/>
              </a:solidFill>
              <a:latin typeface="Times"/>
              <a:ea typeface="Times"/>
              <a:cs typeface="Times"/>
              <a:sym typeface="Times"/>
            </a:endParaRPr>
          </a:p>
        </p:txBody>
      </p:sp>
      <p:sp>
        <p:nvSpPr>
          <p:cNvPr id="1318" name="Google Shape;1318;p19"/>
          <p:cNvSpPr txBox="1"/>
          <p:nvPr/>
        </p:nvSpPr>
        <p:spPr>
          <a:xfrm>
            <a:off x="152400" y="2895600"/>
            <a:ext cx="1107996" cy="615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FF0000"/>
                </a:solidFill>
                <a:latin typeface="Times"/>
                <a:ea typeface="Times"/>
                <a:cs typeface="Times"/>
                <a:sym typeface="Times"/>
              </a:rPr>
              <a:t>Substania</a:t>
            </a:r>
            <a:endParaRPr sz="1700" b="1" i="0" u="none" strike="noStrike" cap="none">
              <a:solidFill>
                <a:srgbClr val="FF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FF0000"/>
                </a:solidFill>
                <a:latin typeface="Times"/>
                <a:ea typeface="Times"/>
                <a:cs typeface="Times"/>
                <a:sym typeface="Times"/>
              </a:rPr>
              <a:t>nigra</a:t>
            </a:r>
            <a:endParaRPr sz="1700" b="1" i="0" u="none" strike="noStrike" cap="none">
              <a:solidFill>
                <a:srgbClr val="FF0000"/>
              </a:solidFill>
              <a:latin typeface="Times"/>
              <a:ea typeface="Times"/>
              <a:cs typeface="Times"/>
              <a:sym typeface="Times"/>
            </a:endParaRPr>
          </a:p>
        </p:txBody>
      </p:sp>
      <p:sp>
        <p:nvSpPr>
          <p:cNvPr id="1319" name="Google Shape;1319;p19"/>
          <p:cNvSpPr txBox="1"/>
          <p:nvPr/>
        </p:nvSpPr>
        <p:spPr>
          <a:xfrm>
            <a:off x="228600" y="2286000"/>
            <a:ext cx="663262" cy="615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ALS,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ML</a:t>
            </a:r>
            <a:endParaRPr sz="1400" b="0" i="0" u="none" strike="noStrike" cap="none">
              <a:solidFill>
                <a:srgbClr val="000000"/>
              </a:solidFill>
              <a:latin typeface="Arial"/>
              <a:ea typeface="Arial"/>
              <a:cs typeface="Arial"/>
              <a:sym typeface="Arial"/>
            </a:endParaRPr>
          </a:p>
        </p:txBody>
      </p:sp>
      <p:sp>
        <p:nvSpPr>
          <p:cNvPr id="1320" name="Google Shape;1320;p19"/>
          <p:cNvSpPr txBox="1"/>
          <p:nvPr/>
        </p:nvSpPr>
        <p:spPr>
          <a:xfrm>
            <a:off x="7467600" y="4191000"/>
            <a:ext cx="705842"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RuSp</a:t>
            </a:r>
            <a:endParaRPr sz="1700" b="1" i="0" u="none" strike="noStrike" cap="none">
              <a:solidFill>
                <a:schemeClr val="dk1"/>
              </a:solidFill>
              <a:latin typeface="Times"/>
              <a:ea typeface="Times"/>
              <a:cs typeface="Times"/>
              <a:sym typeface="Times"/>
            </a:endParaRPr>
          </a:p>
        </p:txBody>
      </p:sp>
      <p:sp>
        <p:nvSpPr>
          <p:cNvPr id="1321" name="Google Shape;1321;p19"/>
          <p:cNvSpPr txBox="1"/>
          <p:nvPr/>
        </p:nvSpPr>
        <p:spPr>
          <a:xfrm>
            <a:off x="381000" y="4191000"/>
            <a:ext cx="1048609" cy="8771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FF0000"/>
                </a:solidFill>
                <a:latin typeface="Times"/>
                <a:ea typeface="Times"/>
                <a:cs typeface="Times"/>
                <a:sym typeface="Times"/>
              </a:rPr>
              <a:t>Ventral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FF0000"/>
                </a:solidFill>
                <a:latin typeface="Times"/>
                <a:ea typeface="Times"/>
                <a:cs typeface="Times"/>
                <a:sym typeface="Times"/>
              </a:rPr>
              <a:t>Temental</a:t>
            </a:r>
            <a:endParaRPr sz="1700" b="1" i="0" u="none" strike="noStrike" cap="none">
              <a:solidFill>
                <a:srgbClr val="FF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FF0000"/>
                </a:solidFill>
                <a:latin typeface="Times"/>
                <a:ea typeface="Times"/>
                <a:cs typeface="Times"/>
                <a:sym typeface="Times"/>
              </a:rPr>
              <a:t>area</a:t>
            </a:r>
            <a:endParaRPr sz="1400" b="0" i="0" u="none" strike="noStrike" cap="none">
              <a:solidFill>
                <a:srgbClr val="000000"/>
              </a:solidFill>
              <a:latin typeface="Arial"/>
              <a:ea typeface="Arial"/>
              <a:cs typeface="Arial"/>
              <a:sym typeface="Arial"/>
            </a:endParaRPr>
          </a:p>
        </p:txBody>
      </p:sp>
      <p:sp>
        <p:nvSpPr>
          <p:cNvPr id="1302" name="Google Shape;1302;p19"/>
          <p:cNvSpPr txBox="1"/>
          <p:nvPr/>
        </p:nvSpPr>
        <p:spPr>
          <a:xfrm>
            <a:off x="7010400" y="2971800"/>
            <a:ext cx="91129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decSCP</a:t>
            </a:r>
            <a:endParaRPr sz="1700" b="1" i="0" u="none" strike="noStrike" cap="none">
              <a:solidFill>
                <a:schemeClr val="dk1"/>
              </a:solidFill>
              <a:latin typeface="Times"/>
              <a:ea typeface="Times"/>
              <a:cs typeface="Times"/>
              <a:sym typeface="Times"/>
            </a:endParaRPr>
          </a:p>
        </p:txBody>
      </p:sp>
      <p:sp>
        <p:nvSpPr>
          <p:cNvPr id="1322" name="Google Shape;1322;p19"/>
          <p:cNvSpPr txBox="1"/>
          <p:nvPr/>
        </p:nvSpPr>
        <p:spPr>
          <a:xfrm>
            <a:off x="7010400" y="5334000"/>
            <a:ext cx="1722966" cy="615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FF0000"/>
                </a:solidFill>
                <a:latin typeface="Times"/>
                <a:ea typeface="Times"/>
                <a:cs typeface="Times"/>
                <a:sym typeface="Times"/>
              </a:rPr>
              <a:t>Interpeduncular</a:t>
            </a:r>
            <a:endParaRPr sz="1700" b="1" i="0" u="none" strike="noStrike" cap="none">
              <a:solidFill>
                <a:srgbClr val="FF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FF0000"/>
                </a:solidFill>
                <a:latin typeface="Times"/>
                <a:ea typeface="Times"/>
                <a:cs typeface="Times"/>
                <a:sym typeface="Times"/>
              </a:rPr>
              <a:t>nucleus</a:t>
            </a:r>
            <a:endParaRPr sz="1400" b="0" i="0" u="none" strike="noStrike" cap="none">
              <a:solidFill>
                <a:srgbClr val="000000"/>
              </a:solidFill>
              <a:latin typeface="Arial"/>
              <a:ea typeface="Arial"/>
              <a:cs typeface="Arial"/>
              <a:sym typeface="Arial"/>
            </a:endParaRPr>
          </a:p>
        </p:txBody>
      </p:sp>
      <p:sp>
        <p:nvSpPr>
          <p:cNvPr id="1323" name="Google Shape;1323;p19"/>
          <p:cNvSpPr txBox="1"/>
          <p:nvPr/>
        </p:nvSpPr>
        <p:spPr>
          <a:xfrm>
            <a:off x="3810000" y="152400"/>
            <a:ext cx="46335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SC</a:t>
            </a:r>
            <a:endParaRPr sz="1400" b="0" i="0" u="none" strike="noStrike" cap="none">
              <a:solidFill>
                <a:srgbClr val="000000"/>
              </a:solidFill>
              <a:latin typeface="Arial"/>
              <a:ea typeface="Arial"/>
              <a:cs typeface="Arial"/>
              <a:sym typeface="Arial"/>
            </a:endParaRPr>
          </a:p>
        </p:txBody>
      </p:sp>
      <p:sp>
        <p:nvSpPr>
          <p:cNvPr id="1324" name="Google Shape;1324;p19"/>
          <p:cNvSpPr txBox="1"/>
          <p:nvPr/>
        </p:nvSpPr>
        <p:spPr>
          <a:xfrm>
            <a:off x="1447800" y="3429000"/>
            <a:ext cx="499543"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CC</a:t>
            </a:r>
            <a:endParaRPr sz="1400" b="0" i="0" u="none" strike="noStrike" cap="none">
              <a:solidFill>
                <a:srgbClr val="000000"/>
              </a:solidFill>
              <a:latin typeface="Arial"/>
              <a:ea typeface="Arial"/>
              <a:cs typeface="Arial"/>
              <a:sym typeface="Arial"/>
            </a:endParaRPr>
          </a:p>
        </p:txBody>
      </p:sp>
      <p:sp>
        <p:nvSpPr>
          <p:cNvPr id="1325" name="Google Shape;1325;p19"/>
          <p:cNvSpPr txBox="1"/>
          <p:nvPr/>
        </p:nvSpPr>
        <p:spPr>
          <a:xfrm>
            <a:off x="4114800" y="6400800"/>
            <a:ext cx="826769"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PonNu</a:t>
            </a:r>
            <a:endParaRPr sz="1700" b="1" i="0" u="none" strike="noStrike" cap="none">
              <a:solidFill>
                <a:schemeClr val="dk1"/>
              </a:solidFill>
              <a:latin typeface="Times"/>
              <a:ea typeface="Times"/>
              <a:cs typeface="Times"/>
              <a:sym typeface="Times"/>
            </a:endParaRPr>
          </a:p>
        </p:txBody>
      </p:sp>
      <p:sp>
        <p:nvSpPr>
          <p:cNvPr id="1307" name="Google Shape;1307;p19"/>
          <p:cNvSpPr txBox="1"/>
          <p:nvPr/>
        </p:nvSpPr>
        <p:spPr>
          <a:xfrm>
            <a:off x="3352800" y="6400800"/>
            <a:ext cx="705204"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PCeF</a:t>
            </a:r>
            <a:endParaRPr sz="1700" b="1" i="0" u="none" strike="noStrike" cap="none">
              <a:solidFill>
                <a:schemeClr val="dk1"/>
              </a:solidFill>
              <a:latin typeface="Times"/>
              <a:ea typeface="Times"/>
              <a:cs typeface="Times"/>
              <a:sym typeface="Times"/>
            </a:endParaRPr>
          </a:p>
        </p:txBody>
      </p:sp>
      <p:sp>
        <p:nvSpPr>
          <p:cNvPr id="1326" name="Google Shape;1326;p19"/>
          <p:cNvSpPr txBox="1"/>
          <p:nvPr/>
        </p:nvSpPr>
        <p:spPr>
          <a:xfrm>
            <a:off x="1447800" y="6400800"/>
            <a:ext cx="68104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imes"/>
                <a:ea typeface="Times"/>
                <a:cs typeface="Times"/>
                <a:sym typeface="Times"/>
              </a:rPr>
              <a:t>MCP</a:t>
            </a:r>
            <a:endParaRPr sz="1400" b="0" i="0" u="none" strike="noStrike" cap="none">
              <a:solidFill>
                <a:srgbClr val="000000"/>
              </a:solidFill>
              <a:latin typeface="Arial"/>
              <a:ea typeface="Arial"/>
              <a:cs typeface="Arial"/>
              <a:sym typeface="Arial"/>
            </a:endParaRPr>
          </a:p>
        </p:txBody>
      </p:sp>
      <p:sp>
        <p:nvSpPr>
          <p:cNvPr id="1327" name="Google Shape;1327;p19"/>
          <p:cNvSpPr txBox="1"/>
          <p:nvPr/>
        </p:nvSpPr>
        <p:spPr>
          <a:xfrm>
            <a:off x="2971800" y="4572000"/>
            <a:ext cx="593883" cy="307777"/>
          </a:xfrm>
          <a:prstGeom prst="rect">
            <a:avLst/>
          </a:prstGeom>
          <a:solidFill>
            <a:srgbClr val="3CFF4A">
              <a:alpha val="83529"/>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a:ea typeface="Times"/>
                <a:cs typeface="Times"/>
                <a:sym typeface="Times"/>
              </a:rPr>
              <a:t>CoPF</a:t>
            </a:r>
            <a:endParaRPr sz="1400" b="0" i="0" u="none" strike="noStrike" cap="none">
              <a:solidFill>
                <a:schemeClr val="dk1"/>
              </a:solidFill>
              <a:latin typeface="Times"/>
              <a:ea typeface="Times"/>
              <a:cs typeface="Times"/>
              <a:sym typeface="Times"/>
            </a:endParaRPr>
          </a:p>
        </p:txBody>
      </p:sp>
      <p:sp>
        <p:nvSpPr>
          <p:cNvPr id="1328" name="Google Shape;1328;p19"/>
          <p:cNvSpPr txBox="1"/>
          <p:nvPr/>
        </p:nvSpPr>
        <p:spPr>
          <a:xfrm>
            <a:off x="2971800" y="4114800"/>
            <a:ext cx="623688" cy="307777"/>
          </a:xfrm>
          <a:prstGeom prst="rect">
            <a:avLst/>
          </a:prstGeom>
          <a:solidFill>
            <a:srgbClr val="3CFF4A">
              <a:alpha val="83529"/>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a:ea typeface="Times"/>
                <a:cs typeface="Times"/>
                <a:sym typeface="Times"/>
              </a:rPr>
              <a:t>CoNF</a:t>
            </a:r>
            <a:endParaRPr sz="1400" b="0" i="0" u="none" strike="noStrike" cap="none">
              <a:solidFill>
                <a:schemeClr val="dk1"/>
              </a:solidFill>
              <a:latin typeface="Times"/>
              <a:ea typeface="Times"/>
              <a:cs typeface="Times"/>
              <a:sym typeface="Times"/>
            </a:endParaRPr>
          </a:p>
        </p:txBody>
      </p:sp>
      <p:sp>
        <p:nvSpPr>
          <p:cNvPr id="1329" name="Google Shape;1329;p19"/>
          <p:cNvSpPr txBox="1"/>
          <p:nvPr/>
        </p:nvSpPr>
        <p:spPr>
          <a:xfrm>
            <a:off x="2667000" y="3733800"/>
            <a:ext cx="518091" cy="307777"/>
          </a:xfrm>
          <a:prstGeom prst="rect">
            <a:avLst/>
          </a:prstGeom>
          <a:solidFill>
            <a:srgbClr val="3CFF4A">
              <a:alpha val="83529"/>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a:ea typeface="Times"/>
                <a:cs typeface="Times"/>
                <a:sym typeface="Times"/>
              </a:rPr>
              <a:t>CST</a:t>
            </a:r>
            <a:endParaRPr sz="1400" b="0" i="0" u="none" strike="noStrike" cap="none">
              <a:solidFill>
                <a:srgbClr val="000000"/>
              </a:solidFill>
              <a:latin typeface="Arial"/>
              <a:ea typeface="Arial"/>
              <a:cs typeface="Arial"/>
              <a:sym typeface="Arial"/>
            </a:endParaRPr>
          </a:p>
        </p:txBody>
      </p:sp>
      <p:sp>
        <p:nvSpPr>
          <p:cNvPr id="1330" name="Google Shape;1330;p19"/>
          <p:cNvSpPr txBox="1"/>
          <p:nvPr/>
        </p:nvSpPr>
        <p:spPr>
          <a:xfrm>
            <a:off x="2286000" y="2590800"/>
            <a:ext cx="593883" cy="307777"/>
          </a:xfrm>
          <a:prstGeom prst="rect">
            <a:avLst/>
          </a:prstGeom>
          <a:solidFill>
            <a:srgbClr val="3CFF4A">
              <a:alpha val="83529"/>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a:ea typeface="Times"/>
                <a:cs typeface="Times"/>
                <a:sym typeface="Times"/>
              </a:rPr>
              <a:t>CoPF</a:t>
            </a:r>
            <a:endParaRPr sz="1400" b="0" i="0" u="none" strike="noStrike" cap="none">
              <a:solidFill>
                <a:schemeClr val="dk1"/>
              </a:solidFill>
              <a:latin typeface="Times"/>
              <a:ea typeface="Times"/>
              <a:cs typeface="Times"/>
              <a:sym typeface="Times"/>
            </a:endParaRPr>
          </a:p>
        </p:txBody>
      </p:sp>
      <p:cxnSp>
        <p:nvCxnSpPr>
          <p:cNvPr id="1331" name="Google Shape;1331;p19"/>
          <p:cNvCxnSpPr/>
          <p:nvPr/>
        </p:nvCxnSpPr>
        <p:spPr>
          <a:xfrm>
            <a:off x="1828800" y="2057400"/>
            <a:ext cx="457200" cy="3048000"/>
          </a:xfrm>
          <a:prstGeom prst="straightConnector1">
            <a:avLst/>
          </a:prstGeom>
          <a:solidFill>
            <a:schemeClr val="accent1"/>
          </a:solidFill>
          <a:ln w="9525" cap="flat" cmpd="sng">
            <a:solidFill>
              <a:schemeClr val="dk1"/>
            </a:solidFill>
            <a:prstDash val="solid"/>
            <a:round/>
            <a:headEnd type="stealth" w="med" len="med"/>
            <a:tailEnd type="stealth" w="med" len="med"/>
          </a:ln>
        </p:spPr>
      </p:cxnSp>
      <p:cxnSp>
        <p:nvCxnSpPr>
          <p:cNvPr id="1332" name="Google Shape;1332;p19"/>
          <p:cNvCxnSpPr>
            <a:endCxn id="1278" idx="1"/>
          </p:cNvCxnSpPr>
          <p:nvPr/>
        </p:nvCxnSpPr>
        <p:spPr>
          <a:xfrm flipH="1">
            <a:off x="4409400" y="2133600"/>
            <a:ext cx="2753400" cy="687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333" name="Google Shape;1333;p19"/>
          <p:cNvCxnSpPr/>
          <p:nvPr/>
        </p:nvCxnSpPr>
        <p:spPr>
          <a:xfrm flipH="1">
            <a:off x="4267200" y="1828800"/>
            <a:ext cx="2819400" cy="762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334" name="Google Shape;1334;p19"/>
          <p:cNvCxnSpPr/>
          <p:nvPr/>
        </p:nvCxnSpPr>
        <p:spPr>
          <a:xfrm flipH="1">
            <a:off x="4953000" y="1219200"/>
            <a:ext cx="2057400" cy="3810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335" name="Google Shape;1335;p19"/>
          <p:cNvCxnSpPr>
            <a:stCxn id="1312" idx="1"/>
          </p:cNvCxnSpPr>
          <p:nvPr/>
        </p:nvCxnSpPr>
        <p:spPr>
          <a:xfrm rot="10800000">
            <a:off x="4419600" y="2438372"/>
            <a:ext cx="2438400" cy="1008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336" name="Google Shape;1336;p19"/>
          <p:cNvCxnSpPr/>
          <p:nvPr/>
        </p:nvCxnSpPr>
        <p:spPr>
          <a:xfrm>
            <a:off x="3048000" y="457200"/>
            <a:ext cx="1066800" cy="182880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337" name="Google Shape;1337;p19"/>
          <p:cNvCxnSpPr/>
          <p:nvPr/>
        </p:nvCxnSpPr>
        <p:spPr>
          <a:xfrm>
            <a:off x="1752600" y="2743200"/>
            <a:ext cx="381000" cy="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338" name="Google Shape;1338;p19"/>
          <p:cNvCxnSpPr/>
          <p:nvPr/>
        </p:nvCxnSpPr>
        <p:spPr>
          <a:xfrm>
            <a:off x="2057400" y="4343400"/>
            <a:ext cx="381000" cy="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339" name="Google Shape;1339;p19"/>
          <p:cNvCxnSpPr/>
          <p:nvPr/>
        </p:nvCxnSpPr>
        <p:spPr>
          <a:xfrm>
            <a:off x="2057400" y="4800600"/>
            <a:ext cx="381000" cy="0"/>
          </a:xfrm>
          <a:prstGeom prst="straightConnector1">
            <a:avLst/>
          </a:prstGeom>
          <a:solidFill>
            <a:schemeClr val="accent1"/>
          </a:solidFill>
          <a:ln w="9525" cap="flat" cmpd="sng">
            <a:solidFill>
              <a:schemeClr val="dk1"/>
            </a:solidFill>
            <a:prstDash val="solid"/>
            <a:round/>
            <a:headEnd type="none" w="sm" len="sm"/>
            <a:tailEnd type="stealth" w="med" len="med"/>
          </a:ln>
        </p:spPr>
      </p:cxnSp>
      <p:cxnSp>
        <p:nvCxnSpPr>
          <p:cNvPr id="1340" name="Google Shape;1340;p19"/>
          <p:cNvCxnSpPr/>
          <p:nvPr/>
        </p:nvCxnSpPr>
        <p:spPr>
          <a:xfrm>
            <a:off x="2133600" y="3733800"/>
            <a:ext cx="228600" cy="76200"/>
          </a:xfrm>
          <a:prstGeom prst="straightConnector1">
            <a:avLst/>
          </a:prstGeom>
          <a:solidFill>
            <a:schemeClr val="accent1"/>
          </a:solidFill>
          <a:ln w="9525" cap="flat" cmpd="sng">
            <a:solidFill>
              <a:schemeClr val="dk1"/>
            </a:solidFill>
            <a:prstDash val="solid"/>
            <a:round/>
            <a:headEnd type="none" w="sm" len="sm"/>
            <a:tailEnd type="stealth"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9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0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0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9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8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0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8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9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3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9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31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33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28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32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33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33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34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32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338"/>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328"/>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339"/>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327"/>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296"/>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1282"/>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317"/>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281"/>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1317"/>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281"/>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1294"/>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316"/>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1280"/>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1293"/>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1288"/>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1314"/>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1336"/>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1275"/>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1313"/>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1272"/>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1323"/>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1334"/>
                                        </p:tgtEl>
                                        <p:attrNameLst>
                                          <p:attrName>style.visibility</p:attrName>
                                        </p:attrNameLst>
                                      </p:cBhvr>
                                      <p:to>
                                        <p:strVal val="visible"/>
                                      </p:to>
                                    </p:set>
                                  </p:childTnLst>
                                </p:cTn>
                              </p:par>
                              <p:par>
                                <p:cTn id="183" presetID="1" presetClass="entr" presetSubtype="0" fill="hold" nodeType="withEffect">
                                  <p:stCondLst>
                                    <p:cond delay="0"/>
                                  </p:stCondLst>
                                  <p:childTnLst>
                                    <p:set>
                                      <p:cBhvr>
                                        <p:cTn id="184" dur="1" fill="hold">
                                          <p:stCondLst>
                                            <p:cond delay="0"/>
                                          </p:stCondLst>
                                        </p:cTn>
                                        <p:tgtEl>
                                          <p:spTgt spid="1274"/>
                                        </p:tgtEl>
                                        <p:attrNameLst>
                                          <p:attrName>style.visibility</p:attrName>
                                        </p:attrNameLst>
                                      </p:cBhvr>
                                      <p:to>
                                        <p:strVal val="visible"/>
                                      </p:to>
                                    </p:set>
                                  </p:childTnLst>
                                </p:cTn>
                              </p:par>
                              <p:par>
                                <p:cTn id="185" presetID="1" presetClass="entr" presetSubtype="0" fill="hold" nodeType="withEffect">
                                  <p:stCondLst>
                                    <p:cond delay="0"/>
                                  </p:stCondLst>
                                  <p:childTnLst>
                                    <p:set>
                                      <p:cBhvr>
                                        <p:cTn id="186" dur="1" fill="hold">
                                          <p:stCondLst>
                                            <p:cond delay="0"/>
                                          </p:stCondLst>
                                        </p:cTn>
                                        <p:tgtEl>
                                          <p:spTgt spid="1273"/>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1309"/>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1333"/>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1310"/>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1332"/>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1278"/>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1311"/>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1335"/>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1277"/>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1312"/>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1301"/>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1276"/>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1302"/>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1336"/>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nodeType="clickEffect">
                                  <p:stCondLst>
                                    <p:cond delay="0"/>
                                  </p:stCondLst>
                                  <p:childTnLst>
                                    <p:set>
                                      <p:cBhvr>
                                        <p:cTn id="242" dur="1" fill="hold">
                                          <p:stCondLst>
                                            <p:cond delay="0"/>
                                          </p:stCondLst>
                                        </p:cTn>
                                        <p:tgtEl>
                                          <p:spTgt spid="1275"/>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nodeType="clickEffect">
                                  <p:stCondLst>
                                    <p:cond delay="0"/>
                                  </p:stCondLst>
                                  <p:childTnLst>
                                    <p:set>
                                      <p:cBhvr>
                                        <p:cTn id="246" dur="1" fill="hold">
                                          <p:stCondLst>
                                            <p:cond delay="0"/>
                                          </p:stCondLst>
                                        </p:cTn>
                                        <p:tgtEl>
                                          <p:spTgt spid="1313"/>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1299"/>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1299"/>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nodeType="clickEffect">
                                  <p:stCondLst>
                                    <p:cond delay="0"/>
                                  </p:stCondLst>
                                  <p:childTnLst>
                                    <p:set>
                                      <p:cBhvr>
                                        <p:cTn id="258" dur="1" fill="hold">
                                          <p:stCondLst>
                                            <p:cond delay="0"/>
                                          </p:stCondLst>
                                        </p:cTn>
                                        <p:tgtEl>
                                          <p:spTgt spid="1283"/>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nodeType="clickEffect">
                                  <p:stCondLst>
                                    <p:cond delay="0"/>
                                  </p:stCondLst>
                                  <p:childTnLst>
                                    <p:set>
                                      <p:cBhvr>
                                        <p:cTn id="262" dur="1" fill="hold">
                                          <p:stCondLst>
                                            <p:cond delay="0"/>
                                          </p:stCondLst>
                                        </p:cTn>
                                        <p:tgtEl>
                                          <p:spTgt spid="1320"/>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presetID="1" presetClass="entr" presetSubtype="0" fill="hold" nodeType="clickEffect">
                                  <p:stCondLst>
                                    <p:cond delay="0"/>
                                  </p:stCondLst>
                                  <p:childTnLst>
                                    <p:set>
                                      <p:cBhvr>
                                        <p:cTn id="266" dur="1" fill="hold">
                                          <p:stCondLst>
                                            <p:cond delay="0"/>
                                          </p:stCondLst>
                                        </p:cTn>
                                        <p:tgtEl>
                                          <p:spTgt spid="1303"/>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nodeType="clickEffect">
                                  <p:stCondLst>
                                    <p:cond delay="0"/>
                                  </p:stCondLst>
                                  <p:childTnLst>
                                    <p:set>
                                      <p:cBhvr>
                                        <p:cTn id="270" dur="1" fill="hold">
                                          <p:stCondLst>
                                            <p:cond delay="0"/>
                                          </p:stCondLst>
                                        </p:cTn>
                                        <p:tgtEl>
                                          <p:spTgt spid="1286"/>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nodeType="clickEffect">
                                  <p:stCondLst>
                                    <p:cond delay="0"/>
                                  </p:stCondLst>
                                  <p:childTnLst>
                                    <p:set>
                                      <p:cBhvr>
                                        <p:cTn id="274" dur="1" fill="hold">
                                          <p:stCondLst>
                                            <p:cond delay="0"/>
                                          </p:stCondLst>
                                        </p:cTn>
                                        <p:tgtEl>
                                          <p:spTgt spid="1322"/>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nodeType="clickEffect">
                                  <p:stCondLst>
                                    <p:cond delay="0"/>
                                  </p:stCondLst>
                                  <p:childTnLst>
                                    <p:set>
                                      <p:cBhvr>
                                        <p:cTn id="278" dur="1" fill="hold">
                                          <p:stCondLst>
                                            <p:cond delay="0"/>
                                          </p:stCondLst>
                                        </p:cTn>
                                        <p:tgtEl>
                                          <p:spTgt spid="13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44"/>
        <p:cNvGrpSpPr/>
        <p:nvPr/>
      </p:nvGrpSpPr>
      <p:grpSpPr>
        <a:xfrm>
          <a:off x="0" y="0"/>
          <a:ext cx="0" cy="0"/>
          <a:chOff x="0" y="0"/>
          <a:chExt cx="0" cy="0"/>
        </a:xfrm>
      </p:grpSpPr>
      <p:pic>
        <p:nvPicPr>
          <p:cNvPr id="1345" name="Google Shape;1345;p20" descr="Plate 20.jpg                                                   00000158WD Passport                    00000000:"/>
          <p:cNvPicPr preferRelativeResize="0"/>
          <p:nvPr/>
        </p:nvPicPr>
        <p:blipFill rotWithShape="1">
          <a:blip r:embed="rId3">
            <a:alphaModFix/>
          </a:blip>
          <a:srcRect/>
          <a:stretch/>
        </p:blipFill>
        <p:spPr>
          <a:xfrm>
            <a:off x="533400" y="39688"/>
            <a:ext cx="8001000" cy="6832600"/>
          </a:xfrm>
          <a:prstGeom prst="rect">
            <a:avLst/>
          </a:prstGeom>
          <a:noFill/>
          <a:ln>
            <a:noFill/>
          </a:ln>
        </p:spPr>
      </p:pic>
      <p:sp>
        <p:nvSpPr>
          <p:cNvPr id="1346" name="Google Shape;1346;p20"/>
          <p:cNvSpPr/>
          <p:nvPr/>
        </p:nvSpPr>
        <p:spPr>
          <a:xfrm>
            <a:off x="1542804" y="544761"/>
            <a:ext cx="2601981" cy="1911366"/>
          </a:xfrm>
          <a:custGeom>
            <a:avLst/>
            <a:gdLst/>
            <a:ahLst/>
            <a:cxnLst/>
            <a:rect l="l" t="t" r="r" b="b"/>
            <a:pathLst>
              <a:path w="2601981" h="1911366" extrusionOk="0">
                <a:moveTo>
                  <a:pt x="115448" y="903724"/>
                </a:moveTo>
                <a:cubicBezTo>
                  <a:pt x="111950" y="882732"/>
                  <a:pt x="115288" y="859351"/>
                  <a:pt x="104953" y="840747"/>
                </a:cubicBezTo>
                <a:cubicBezTo>
                  <a:pt x="96458" y="825455"/>
                  <a:pt x="77206" y="819426"/>
                  <a:pt x="62972" y="809258"/>
                </a:cubicBezTo>
                <a:cubicBezTo>
                  <a:pt x="27367" y="783823"/>
                  <a:pt x="38992" y="790767"/>
                  <a:pt x="0" y="777769"/>
                </a:cubicBezTo>
                <a:cubicBezTo>
                  <a:pt x="75012" y="890296"/>
                  <a:pt x="-41805" y="719516"/>
                  <a:pt x="52476" y="840747"/>
                </a:cubicBezTo>
                <a:cubicBezTo>
                  <a:pt x="67964" y="860662"/>
                  <a:pt x="80463" y="882732"/>
                  <a:pt x="94457" y="903724"/>
                </a:cubicBezTo>
                <a:cubicBezTo>
                  <a:pt x="124127" y="948233"/>
                  <a:pt x="109806" y="923929"/>
                  <a:pt x="136438" y="977198"/>
                </a:cubicBezTo>
                <a:cubicBezTo>
                  <a:pt x="143435" y="1064667"/>
                  <a:pt x="146201" y="1152578"/>
                  <a:pt x="157429" y="1239605"/>
                </a:cubicBezTo>
                <a:cubicBezTo>
                  <a:pt x="160261" y="1261551"/>
                  <a:pt x="160009" y="1290307"/>
                  <a:pt x="178420" y="1302582"/>
                </a:cubicBezTo>
                <a:lnTo>
                  <a:pt x="209905" y="1323575"/>
                </a:lnTo>
                <a:cubicBezTo>
                  <a:pt x="216902" y="1334071"/>
                  <a:pt x="221046" y="1347183"/>
                  <a:pt x="230896" y="1355064"/>
                </a:cubicBezTo>
                <a:cubicBezTo>
                  <a:pt x="239535" y="1361975"/>
                  <a:pt x="252487" y="1360612"/>
                  <a:pt x="262382" y="1365560"/>
                </a:cubicBezTo>
                <a:cubicBezTo>
                  <a:pt x="273664" y="1371202"/>
                  <a:pt x="282585" y="1380911"/>
                  <a:pt x="293867" y="1386553"/>
                </a:cubicBezTo>
                <a:cubicBezTo>
                  <a:pt x="303762" y="1391501"/>
                  <a:pt x="315458" y="1392101"/>
                  <a:pt x="325353" y="1397049"/>
                </a:cubicBezTo>
                <a:cubicBezTo>
                  <a:pt x="336635" y="1402690"/>
                  <a:pt x="345887" y="1411782"/>
                  <a:pt x="356839" y="1418041"/>
                </a:cubicBezTo>
                <a:cubicBezTo>
                  <a:pt x="379692" y="1431101"/>
                  <a:pt x="427616" y="1452921"/>
                  <a:pt x="451296" y="1460026"/>
                </a:cubicBezTo>
                <a:cubicBezTo>
                  <a:pt x="468382" y="1465152"/>
                  <a:pt x="486563" y="1465829"/>
                  <a:pt x="503773" y="1470523"/>
                </a:cubicBezTo>
                <a:cubicBezTo>
                  <a:pt x="570119" y="1488619"/>
                  <a:pt x="558546" y="1490836"/>
                  <a:pt x="619221" y="1512508"/>
                </a:cubicBezTo>
                <a:cubicBezTo>
                  <a:pt x="776642" y="1568736"/>
                  <a:pt x="660062" y="1527178"/>
                  <a:pt x="755659" y="1554493"/>
                </a:cubicBezTo>
                <a:cubicBezTo>
                  <a:pt x="766296" y="1557532"/>
                  <a:pt x="776297" y="1562819"/>
                  <a:pt x="787145" y="1564989"/>
                </a:cubicBezTo>
                <a:cubicBezTo>
                  <a:pt x="870873" y="1581736"/>
                  <a:pt x="845506" y="1568629"/>
                  <a:pt x="923583" y="1585982"/>
                </a:cubicBezTo>
                <a:cubicBezTo>
                  <a:pt x="934383" y="1588382"/>
                  <a:pt x="944379" y="1593627"/>
                  <a:pt x="955069" y="1596478"/>
                </a:cubicBezTo>
                <a:cubicBezTo>
                  <a:pt x="1125914" y="1642041"/>
                  <a:pt x="1031224" y="1611370"/>
                  <a:pt x="1112498" y="1638463"/>
                </a:cubicBezTo>
                <a:cubicBezTo>
                  <a:pt x="1143455" y="1659103"/>
                  <a:pt x="1150219" y="1660640"/>
                  <a:pt x="1175470" y="1690944"/>
                </a:cubicBezTo>
                <a:cubicBezTo>
                  <a:pt x="1183545" y="1700635"/>
                  <a:pt x="1187541" y="1713513"/>
                  <a:pt x="1196460" y="1722433"/>
                </a:cubicBezTo>
                <a:cubicBezTo>
                  <a:pt x="1205379" y="1731353"/>
                  <a:pt x="1217249" y="1736740"/>
                  <a:pt x="1227946" y="1743426"/>
                </a:cubicBezTo>
                <a:cubicBezTo>
                  <a:pt x="1251621" y="1758224"/>
                  <a:pt x="1294555" y="1784767"/>
                  <a:pt x="1322403" y="1795907"/>
                </a:cubicBezTo>
                <a:cubicBezTo>
                  <a:pt x="1342947" y="1804125"/>
                  <a:pt x="1364384" y="1809902"/>
                  <a:pt x="1385375" y="1816900"/>
                </a:cubicBezTo>
                <a:cubicBezTo>
                  <a:pt x="1395870" y="1820399"/>
                  <a:pt x="1407656" y="1821259"/>
                  <a:pt x="1416861" y="1827396"/>
                </a:cubicBezTo>
                <a:cubicBezTo>
                  <a:pt x="1427356" y="1834393"/>
                  <a:pt x="1438657" y="1840312"/>
                  <a:pt x="1448347" y="1848388"/>
                </a:cubicBezTo>
                <a:cubicBezTo>
                  <a:pt x="1480587" y="1875257"/>
                  <a:pt x="1477422" y="1889771"/>
                  <a:pt x="1521814" y="1900870"/>
                </a:cubicBezTo>
                <a:cubicBezTo>
                  <a:pt x="1549177" y="1907711"/>
                  <a:pt x="1577789" y="1907867"/>
                  <a:pt x="1605776" y="1911366"/>
                </a:cubicBezTo>
                <a:cubicBezTo>
                  <a:pt x="1668747" y="1907867"/>
                  <a:pt x="1731822" y="1905900"/>
                  <a:pt x="1794690" y="1900870"/>
                </a:cubicBezTo>
                <a:cubicBezTo>
                  <a:pt x="1819349" y="1898897"/>
                  <a:pt x="1846533" y="1902388"/>
                  <a:pt x="1868157" y="1890373"/>
                </a:cubicBezTo>
                <a:cubicBezTo>
                  <a:pt x="1881834" y="1882774"/>
                  <a:pt x="1878085" y="1859452"/>
                  <a:pt x="1889148" y="1848388"/>
                </a:cubicBezTo>
                <a:cubicBezTo>
                  <a:pt x="1896971" y="1840565"/>
                  <a:pt x="1910139" y="1841391"/>
                  <a:pt x="1920634" y="1837892"/>
                </a:cubicBezTo>
                <a:cubicBezTo>
                  <a:pt x="1931129" y="1827396"/>
                  <a:pt x="1940717" y="1815906"/>
                  <a:pt x="1952119" y="1806403"/>
                </a:cubicBezTo>
                <a:cubicBezTo>
                  <a:pt x="1961809" y="1798327"/>
                  <a:pt x="1974686" y="1794331"/>
                  <a:pt x="1983605" y="1785411"/>
                </a:cubicBezTo>
                <a:cubicBezTo>
                  <a:pt x="1992525" y="1776491"/>
                  <a:pt x="1996521" y="1763613"/>
                  <a:pt x="2004596" y="1753922"/>
                </a:cubicBezTo>
                <a:cubicBezTo>
                  <a:pt x="2029849" y="1723615"/>
                  <a:pt x="2036608" y="1722083"/>
                  <a:pt x="2067567" y="1701441"/>
                </a:cubicBezTo>
                <a:cubicBezTo>
                  <a:pt x="2074564" y="1690945"/>
                  <a:pt x="2082917" y="1681235"/>
                  <a:pt x="2088558" y="1669952"/>
                </a:cubicBezTo>
                <a:cubicBezTo>
                  <a:pt x="2101234" y="1644598"/>
                  <a:pt x="2094977" y="1627029"/>
                  <a:pt x="2120044" y="1606974"/>
                </a:cubicBezTo>
                <a:cubicBezTo>
                  <a:pt x="2128682" y="1600063"/>
                  <a:pt x="2141034" y="1599977"/>
                  <a:pt x="2151529" y="1596478"/>
                </a:cubicBezTo>
                <a:cubicBezTo>
                  <a:pt x="2162024" y="1589480"/>
                  <a:pt x="2171421" y="1580454"/>
                  <a:pt x="2183015" y="1575485"/>
                </a:cubicBezTo>
                <a:cubicBezTo>
                  <a:pt x="2196273" y="1569802"/>
                  <a:pt x="2212472" y="1572146"/>
                  <a:pt x="2224996" y="1564989"/>
                </a:cubicBezTo>
                <a:cubicBezTo>
                  <a:pt x="2237883" y="1557624"/>
                  <a:pt x="2245079" y="1543003"/>
                  <a:pt x="2256482" y="1533500"/>
                </a:cubicBezTo>
                <a:cubicBezTo>
                  <a:pt x="2266172" y="1525424"/>
                  <a:pt x="2277473" y="1519505"/>
                  <a:pt x="2287968" y="1512508"/>
                </a:cubicBezTo>
                <a:cubicBezTo>
                  <a:pt x="2291466" y="1502012"/>
                  <a:pt x="2291552" y="1489659"/>
                  <a:pt x="2298463" y="1481019"/>
                </a:cubicBezTo>
                <a:cubicBezTo>
                  <a:pt x="2306343" y="1471169"/>
                  <a:pt x="2320259" y="1468102"/>
                  <a:pt x="2329949" y="1460026"/>
                </a:cubicBezTo>
                <a:cubicBezTo>
                  <a:pt x="2341351" y="1450523"/>
                  <a:pt x="2350940" y="1439034"/>
                  <a:pt x="2361435" y="1428538"/>
                </a:cubicBezTo>
                <a:cubicBezTo>
                  <a:pt x="2424863" y="1301666"/>
                  <a:pt x="2339740" y="1454573"/>
                  <a:pt x="2413911" y="1365560"/>
                </a:cubicBezTo>
                <a:cubicBezTo>
                  <a:pt x="2423927" y="1353539"/>
                  <a:pt x="2427140" y="1337160"/>
                  <a:pt x="2434902" y="1323575"/>
                </a:cubicBezTo>
                <a:cubicBezTo>
                  <a:pt x="2449913" y="1297303"/>
                  <a:pt x="2463696" y="1280334"/>
                  <a:pt x="2487378" y="1260597"/>
                </a:cubicBezTo>
                <a:cubicBezTo>
                  <a:pt x="2497068" y="1252521"/>
                  <a:pt x="2508369" y="1246602"/>
                  <a:pt x="2518864" y="1239605"/>
                </a:cubicBezTo>
                <a:cubicBezTo>
                  <a:pt x="2537519" y="1202290"/>
                  <a:pt x="2540056" y="1202163"/>
                  <a:pt x="2550350" y="1166131"/>
                </a:cubicBezTo>
                <a:cubicBezTo>
                  <a:pt x="2554313" y="1152260"/>
                  <a:pt x="2555163" y="1137405"/>
                  <a:pt x="2560845" y="1124146"/>
                </a:cubicBezTo>
                <a:cubicBezTo>
                  <a:pt x="2565814" y="1112551"/>
                  <a:pt x="2574838" y="1103153"/>
                  <a:pt x="2581835" y="1092657"/>
                </a:cubicBezTo>
                <a:cubicBezTo>
                  <a:pt x="2607937" y="988247"/>
                  <a:pt x="2609446" y="999242"/>
                  <a:pt x="2581835" y="819754"/>
                </a:cubicBezTo>
                <a:cubicBezTo>
                  <a:pt x="2579175" y="802464"/>
                  <a:pt x="2560517" y="792004"/>
                  <a:pt x="2550350" y="777769"/>
                </a:cubicBezTo>
                <a:cubicBezTo>
                  <a:pt x="2543018" y="767504"/>
                  <a:pt x="2536356" y="756776"/>
                  <a:pt x="2529359" y="746280"/>
                </a:cubicBezTo>
                <a:cubicBezTo>
                  <a:pt x="2525861" y="735784"/>
                  <a:pt x="2525775" y="723431"/>
                  <a:pt x="2518864" y="714791"/>
                </a:cubicBezTo>
                <a:cubicBezTo>
                  <a:pt x="2510984" y="704941"/>
                  <a:pt x="2497068" y="701875"/>
                  <a:pt x="2487378" y="693799"/>
                </a:cubicBezTo>
                <a:cubicBezTo>
                  <a:pt x="2475975" y="684296"/>
                  <a:pt x="2465394" y="673713"/>
                  <a:pt x="2455892" y="662310"/>
                </a:cubicBezTo>
                <a:cubicBezTo>
                  <a:pt x="2409303" y="606398"/>
                  <a:pt x="2455961" y="656135"/>
                  <a:pt x="2424406" y="599332"/>
                </a:cubicBezTo>
                <a:cubicBezTo>
                  <a:pt x="2387877" y="533574"/>
                  <a:pt x="2374473" y="528402"/>
                  <a:pt x="2319454" y="473377"/>
                </a:cubicBezTo>
                <a:cubicBezTo>
                  <a:pt x="2308959" y="462881"/>
                  <a:pt x="2302050" y="446582"/>
                  <a:pt x="2287968" y="441888"/>
                </a:cubicBezTo>
                <a:cubicBezTo>
                  <a:pt x="2257960" y="431885"/>
                  <a:pt x="2247446" y="427486"/>
                  <a:pt x="2214501" y="420896"/>
                </a:cubicBezTo>
                <a:cubicBezTo>
                  <a:pt x="2157748" y="409545"/>
                  <a:pt x="2158314" y="414534"/>
                  <a:pt x="2109548" y="399903"/>
                </a:cubicBezTo>
                <a:cubicBezTo>
                  <a:pt x="2088355" y="393545"/>
                  <a:pt x="2046577" y="378911"/>
                  <a:pt x="2046577" y="378911"/>
                </a:cubicBezTo>
                <a:cubicBezTo>
                  <a:pt x="2032583" y="368415"/>
                  <a:pt x="2019784" y="356101"/>
                  <a:pt x="2004596" y="347422"/>
                </a:cubicBezTo>
                <a:cubicBezTo>
                  <a:pt x="1994991" y="341933"/>
                  <a:pt x="1984097" y="338219"/>
                  <a:pt x="1973110" y="336926"/>
                </a:cubicBezTo>
                <a:cubicBezTo>
                  <a:pt x="1924344" y="331188"/>
                  <a:pt x="1874999" y="331661"/>
                  <a:pt x="1826176" y="326429"/>
                </a:cubicBezTo>
                <a:cubicBezTo>
                  <a:pt x="1776982" y="321158"/>
                  <a:pt x="1728264" y="312122"/>
                  <a:pt x="1679242" y="305437"/>
                </a:cubicBezTo>
                <a:cubicBezTo>
                  <a:pt x="1651296" y="301626"/>
                  <a:pt x="1623267" y="298440"/>
                  <a:pt x="1595280" y="294941"/>
                </a:cubicBezTo>
                <a:cubicBezTo>
                  <a:pt x="1459868" y="249798"/>
                  <a:pt x="1616836" y="296784"/>
                  <a:pt x="1416861" y="263452"/>
                </a:cubicBezTo>
                <a:cubicBezTo>
                  <a:pt x="1391738" y="259264"/>
                  <a:pt x="1368630" y="245901"/>
                  <a:pt x="1343394" y="242459"/>
                </a:cubicBezTo>
                <a:cubicBezTo>
                  <a:pt x="1291284" y="235352"/>
                  <a:pt x="1238441" y="235462"/>
                  <a:pt x="1185965" y="231963"/>
                </a:cubicBezTo>
                <a:cubicBezTo>
                  <a:pt x="1175470" y="224965"/>
                  <a:pt x="1166006" y="216094"/>
                  <a:pt x="1154479" y="210970"/>
                </a:cubicBezTo>
                <a:cubicBezTo>
                  <a:pt x="1077232" y="176635"/>
                  <a:pt x="1110897" y="205811"/>
                  <a:pt x="1049527" y="168985"/>
                </a:cubicBezTo>
                <a:cubicBezTo>
                  <a:pt x="959309" y="114849"/>
                  <a:pt x="1018400" y="137616"/>
                  <a:pt x="955069" y="116504"/>
                </a:cubicBezTo>
                <a:cubicBezTo>
                  <a:pt x="886069" y="70499"/>
                  <a:pt x="960377" y="116054"/>
                  <a:pt x="892098" y="85015"/>
                </a:cubicBezTo>
                <a:cubicBezTo>
                  <a:pt x="821778" y="53049"/>
                  <a:pt x="829499" y="47635"/>
                  <a:pt x="776650" y="32534"/>
                </a:cubicBezTo>
                <a:cubicBezTo>
                  <a:pt x="762781" y="28571"/>
                  <a:pt x="749014" y="23548"/>
                  <a:pt x="734669" y="22038"/>
                </a:cubicBezTo>
                <a:cubicBezTo>
                  <a:pt x="682365" y="16532"/>
                  <a:pt x="629716" y="15040"/>
                  <a:pt x="577240" y="11541"/>
                </a:cubicBezTo>
                <a:cubicBezTo>
                  <a:pt x="511501" y="-4895"/>
                  <a:pt x="549683" y="1045"/>
                  <a:pt x="461792" y="1045"/>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sp>
        <p:nvSpPr>
          <p:cNvPr id="1347" name="Google Shape;1347;p20"/>
          <p:cNvSpPr txBox="1"/>
          <p:nvPr/>
        </p:nvSpPr>
        <p:spPr>
          <a:xfrm>
            <a:off x="1981200" y="32583"/>
            <a:ext cx="1143000"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1" i="0" u="none" strike="noStrike" cap="none">
                <a:solidFill>
                  <a:srgbClr val="FF0000"/>
                </a:solidFill>
                <a:latin typeface="Times"/>
                <a:ea typeface="Times"/>
                <a:cs typeface="Times"/>
                <a:sym typeface="Times"/>
              </a:rPr>
              <a:t>Pulvinar</a:t>
            </a:r>
          </a:p>
        </p:txBody>
      </p:sp>
      <p:sp>
        <p:nvSpPr>
          <p:cNvPr id="1348" name="Google Shape;1348;p20"/>
          <p:cNvSpPr/>
          <p:nvPr/>
        </p:nvSpPr>
        <p:spPr>
          <a:xfrm>
            <a:off x="1591829" y="2228588"/>
            <a:ext cx="720378" cy="1018441"/>
          </a:xfrm>
          <a:custGeom>
            <a:avLst/>
            <a:gdLst/>
            <a:ahLst/>
            <a:cxnLst/>
            <a:rect l="l" t="t" r="r" b="b"/>
            <a:pathLst>
              <a:path w="720378" h="1018441" extrusionOk="0">
                <a:moveTo>
                  <a:pt x="25518" y="874661"/>
                </a:moveTo>
                <a:cubicBezTo>
                  <a:pt x="-197" y="746068"/>
                  <a:pt x="8118" y="813335"/>
                  <a:pt x="25518" y="587101"/>
                </a:cubicBezTo>
                <a:cubicBezTo>
                  <a:pt x="32221" y="499944"/>
                  <a:pt x="25562" y="521134"/>
                  <a:pt x="61459" y="467284"/>
                </a:cubicBezTo>
                <a:cubicBezTo>
                  <a:pt x="79640" y="376367"/>
                  <a:pt x="72772" y="419704"/>
                  <a:pt x="85420" y="299541"/>
                </a:cubicBezTo>
                <a:cubicBezTo>
                  <a:pt x="99295" y="167713"/>
                  <a:pt x="68803" y="208326"/>
                  <a:pt x="121361" y="155761"/>
                </a:cubicBezTo>
                <a:cubicBezTo>
                  <a:pt x="142447" y="92495"/>
                  <a:pt x="126336" y="130324"/>
                  <a:pt x="181262" y="47927"/>
                </a:cubicBezTo>
                <a:lnTo>
                  <a:pt x="205223" y="11982"/>
                </a:lnTo>
                <a:cubicBezTo>
                  <a:pt x="209216" y="27957"/>
                  <a:pt x="217203" y="43441"/>
                  <a:pt x="217203" y="59908"/>
                </a:cubicBezTo>
                <a:cubicBezTo>
                  <a:pt x="217203" y="84712"/>
                  <a:pt x="193378" y="113622"/>
                  <a:pt x="181262" y="131798"/>
                </a:cubicBezTo>
                <a:cubicBezTo>
                  <a:pt x="171808" y="160163"/>
                  <a:pt x="157302" y="198734"/>
                  <a:pt x="157302" y="227651"/>
                </a:cubicBezTo>
                <a:cubicBezTo>
                  <a:pt x="157302" y="259851"/>
                  <a:pt x="165289" y="291554"/>
                  <a:pt x="169282" y="323505"/>
                </a:cubicBezTo>
                <a:cubicBezTo>
                  <a:pt x="181262" y="315517"/>
                  <a:pt x="197236" y="311522"/>
                  <a:pt x="205223" y="299541"/>
                </a:cubicBezTo>
                <a:cubicBezTo>
                  <a:pt x="214356" y="285839"/>
                  <a:pt x="214699" y="267890"/>
                  <a:pt x="217203" y="251615"/>
                </a:cubicBezTo>
                <a:cubicBezTo>
                  <a:pt x="222702" y="215869"/>
                  <a:pt x="217748" y="178091"/>
                  <a:pt x="229184" y="143780"/>
                </a:cubicBezTo>
                <a:cubicBezTo>
                  <a:pt x="235984" y="123378"/>
                  <a:pt x="286464" y="53668"/>
                  <a:pt x="313046" y="35945"/>
                </a:cubicBezTo>
                <a:cubicBezTo>
                  <a:pt x="323553" y="28939"/>
                  <a:pt x="337692" y="29611"/>
                  <a:pt x="348987" y="23963"/>
                </a:cubicBezTo>
                <a:cubicBezTo>
                  <a:pt x="361866" y="17523"/>
                  <a:pt x="372948" y="7988"/>
                  <a:pt x="384928" y="0"/>
                </a:cubicBezTo>
                <a:cubicBezTo>
                  <a:pt x="425550" y="121873"/>
                  <a:pt x="353563" y="-104342"/>
                  <a:pt x="408889" y="227651"/>
                </a:cubicBezTo>
                <a:cubicBezTo>
                  <a:pt x="410746" y="238793"/>
                  <a:pt x="425794" y="242794"/>
                  <a:pt x="432850" y="251615"/>
                </a:cubicBezTo>
                <a:cubicBezTo>
                  <a:pt x="478488" y="308670"/>
                  <a:pt x="431138" y="270444"/>
                  <a:pt x="492751" y="311523"/>
                </a:cubicBezTo>
                <a:cubicBezTo>
                  <a:pt x="488758" y="291554"/>
                  <a:pt x="487921" y="270683"/>
                  <a:pt x="480771" y="251615"/>
                </a:cubicBezTo>
                <a:cubicBezTo>
                  <a:pt x="471704" y="227434"/>
                  <a:pt x="450393" y="209252"/>
                  <a:pt x="432850" y="191706"/>
                </a:cubicBezTo>
                <a:cubicBezTo>
                  <a:pt x="425075" y="168381"/>
                  <a:pt x="395638" y="119604"/>
                  <a:pt x="468791" y="131798"/>
                </a:cubicBezTo>
                <a:cubicBezTo>
                  <a:pt x="482995" y="134166"/>
                  <a:pt x="482570" y="157560"/>
                  <a:pt x="492751" y="167743"/>
                </a:cubicBezTo>
                <a:cubicBezTo>
                  <a:pt x="502932" y="177925"/>
                  <a:pt x="516712" y="183718"/>
                  <a:pt x="528692" y="191706"/>
                </a:cubicBezTo>
                <a:cubicBezTo>
                  <a:pt x="531511" y="202982"/>
                  <a:pt x="544842" y="261517"/>
                  <a:pt x="552653" y="275578"/>
                </a:cubicBezTo>
                <a:cubicBezTo>
                  <a:pt x="566638" y="300754"/>
                  <a:pt x="600575" y="347468"/>
                  <a:pt x="600575" y="347468"/>
                </a:cubicBezTo>
                <a:cubicBezTo>
                  <a:pt x="629088" y="433018"/>
                  <a:pt x="603519" y="405346"/>
                  <a:pt x="660476" y="443321"/>
                </a:cubicBezTo>
                <a:cubicBezTo>
                  <a:pt x="697940" y="593188"/>
                  <a:pt x="650055" y="406840"/>
                  <a:pt x="684437" y="527193"/>
                </a:cubicBezTo>
                <a:cubicBezTo>
                  <a:pt x="699044" y="578323"/>
                  <a:pt x="696047" y="579444"/>
                  <a:pt x="708398" y="635028"/>
                </a:cubicBezTo>
                <a:cubicBezTo>
                  <a:pt x="711970" y="651103"/>
                  <a:pt x="716385" y="666979"/>
                  <a:pt x="720378" y="682954"/>
                </a:cubicBezTo>
                <a:cubicBezTo>
                  <a:pt x="716385" y="710911"/>
                  <a:pt x="718048" y="740285"/>
                  <a:pt x="708398" y="766826"/>
                </a:cubicBezTo>
                <a:cubicBezTo>
                  <a:pt x="701575" y="785592"/>
                  <a:pt x="685240" y="799411"/>
                  <a:pt x="672457" y="814752"/>
                </a:cubicBezTo>
                <a:cubicBezTo>
                  <a:pt x="654567" y="836223"/>
                  <a:pt x="637179" y="848607"/>
                  <a:pt x="612555" y="862679"/>
                </a:cubicBezTo>
                <a:cubicBezTo>
                  <a:pt x="597049" y="871541"/>
                  <a:pt x="580607" y="878654"/>
                  <a:pt x="564633" y="886642"/>
                </a:cubicBezTo>
                <a:cubicBezTo>
                  <a:pt x="510879" y="940405"/>
                  <a:pt x="567573" y="876558"/>
                  <a:pt x="528692" y="946551"/>
                </a:cubicBezTo>
                <a:cubicBezTo>
                  <a:pt x="514707" y="971727"/>
                  <a:pt x="480771" y="1018441"/>
                  <a:pt x="480771" y="1018441"/>
                </a:cubicBezTo>
                <a:cubicBezTo>
                  <a:pt x="452685" y="934172"/>
                  <a:pt x="480771" y="1035178"/>
                  <a:pt x="480771" y="874661"/>
                </a:cubicBezTo>
                <a:cubicBezTo>
                  <a:pt x="480771" y="818604"/>
                  <a:pt x="483233" y="761082"/>
                  <a:pt x="468791" y="706918"/>
                </a:cubicBezTo>
                <a:cubicBezTo>
                  <a:pt x="465537" y="694716"/>
                  <a:pt x="444830" y="698930"/>
                  <a:pt x="432850" y="694936"/>
                </a:cubicBezTo>
                <a:cubicBezTo>
                  <a:pt x="416876" y="698930"/>
                  <a:pt x="397785" y="696631"/>
                  <a:pt x="384928" y="706918"/>
                </a:cubicBezTo>
                <a:cubicBezTo>
                  <a:pt x="375066" y="714808"/>
                  <a:pt x="375024" y="730405"/>
                  <a:pt x="372948" y="742863"/>
                </a:cubicBezTo>
                <a:cubicBezTo>
                  <a:pt x="369589" y="763022"/>
                  <a:pt x="364435" y="895156"/>
                  <a:pt x="337007" y="922587"/>
                </a:cubicBezTo>
                <a:cubicBezTo>
                  <a:pt x="329020" y="930575"/>
                  <a:pt x="321866" y="939494"/>
                  <a:pt x="313046" y="946551"/>
                </a:cubicBezTo>
                <a:cubicBezTo>
                  <a:pt x="289909" y="965063"/>
                  <a:pt x="255672" y="983124"/>
                  <a:pt x="229184" y="994477"/>
                </a:cubicBezTo>
                <a:cubicBezTo>
                  <a:pt x="217577" y="999452"/>
                  <a:pt x="205223" y="1002465"/>
                  <a:pt x="193243" y="1006459"/>
                </a:cubicBezTo>
                <a:cubicBezTo>
                  <a:pt x="197236" y="982496"/>
                  <a:pt x="200459" y="958391"/>
                  <a:pt x="205223" y="934569"/>
                </a:cubicBezTo>
                <a:cubicBezTo>
                  <a:pt x="208452" y="918421"/>
                  <a:pt x="214699" y="902918"/>
                  <a:pt x="217203" y="886642"/>
                </a:cubicBezTo>
                <a:cubicBezTo>
                  <a:pt x="222702" y="850897"/>
                  <a:pt x="225190" y="814753"/>
                  <a:pt x="229184" y="778808"/>
                </a:cubicBezTo>
                <a:cubicBezTo>
                  <a:pt x="225190" y="758838"/>
                  <a:pt x="231602" y="733300"/>
                  <a:pt x="217203" y="718899"/>
                </a:cubicBezTo>
                <a:cubicBezTo>
                  <a:pt x="209216" y="710911"/>
                  <a:pt x="198294" y="732760"/>
                  <a:pt x="193243" y="742863"/>
                </a:cubicBezTo>
                <a:cubicBezTo>
                  <a:pt x="185879" y="757592"/>
                  <a:pt x="185993" y="775016"/>
                  <a:pt x="181262" y="790789"/>
                </a:cubicBezTo>
                <a:cubicBezTo>
                  <a:pt x="180067" y="794774"/>
                  <a:pt x="141509" y="914418"/>
                  <a:pt x="133341" y="922587"/>
                </a:cubicBezTo>
                <a:cubicBezTo>
                  <a:pt x="121699" y="934230"/>
                  <a:pt x="101394" y="930575"/>
                  <a:pt x="85420" y="934569"/>
                </a:cubicBezTo>
                <a:cubicBezTo>
                  <a:pt x="69446" y="930575"/>
                  <a:pt x="45494" y="936981"/>
                  <a:pt x="37498" y="922587"/>
                </a:cubicBezTo>
                <a:cubicBezTo>
                  <a:pt x="21862" y="894439"/>
                  <a:pt x="31277" y="858414"/>
                  <a:pt x="25518" y="826734"/>
                </a:cubicBezTo>
                <a:cubicBezTo>
                  <a:pt x="23259" y="814308"/>
                  <a:pt x="17531" y="802771"/>
                  <a:pt x="13538" y="790789"/>
                </a:cubicBezTo>
                <a:cubicBezTo>
                  <a:pt x="-6369" y="631527"/>
                  <a:pt x="1557" y="727136"/>
                  <a:pt x="1557" y="503229"/>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sp>
        <p:nvSpPr>
          <p:cNvPr id="1349" name="Google Shape;1349;p20"/>
          <p:cNvSpPr/>
          <p:nvPr/>
        </p:nvSpPr>
        <p:spPr>
          <a:xfrm>
            <a:off x="1425661" y="2600019"/>
            <a:ext cx="982389" cy="898981"/>
          </a:xfrm>
          <a:custGeom>
            <a:avLst/>
            <a:gdLst/>
            <a:ahLst/>
            <a:cxnLst/>
            <a:rect l="l" t="t" r="r" b="b"/>
            <a:pathLst>
              <a:path w="982389" h="898981" extrusionOk="0">
                <a:moveTo>
                  <a:pt x="59902" y="0"/>
                </a:moveTo>
                <a:cubicBezTo>
                  <a:pt x="55909" y="19969"/>
                  <a:pt x="51461" y="39853"/>
                  <a:pt x="47922" y="59908"/>
                </a:cubicBezTo>
                <a:cubicBezTo>
                  <a:pt x="39479" y="107756"/>
                  <a:pt x="33489" y="156044"/>
                  <a:pt x="23961" y="203688"/>
                </a:cubicBezTo>
                <a:cubicBezTo>
                  <a:pt x="21484" y="216072"/>
                  <a:pt x="15450" y="227489"/>
                  <a:pt x="11981" y="239633"/>
                </a:cubicBezTo>
                <a:cubicBezTo>
                  <a:pt x="7458" y="255467"/>
                  <a:pt x="3994" y="271584"/>
                  <a:pt x="0" y="287560"/>
                </a:cubicBezTo>
                <a:cubicBezTo>
                  <a:pt x="10322" y="339174"/>
                  <a:pt x="16295" y="365692"/>
                  <a:pt x="23961" y="419358"/>
                </a:cubicBezTo>
                <a:cubicBezTo>
                  <a:pt x="28514" y="451234"/>
                  <a:pt x="30648" y="483449"/>
                  <a:pt x="35941" y="515211"/>
                </a:cubicBezTo>
                <a:cubicBezTo>
                  <a:pt x="36394" y="517927"/>
                  <a:pt x="53906" y="591587"/>
                  <a:pt x="59902" y="599083"/>
                </a:cubicBezTo>
                <a:cubicBezTo>
                  <a:pt x="68896" y="610327"/>
                  <a:pt x="84600" y="614050"/>
                  <a:pt x="95843" y="623046"/>
                </a:cubicBezTo>
                <a:cubicBezTo>
                  <a:pt x="104663" y="630103"/>
                  <a:pt x="112748" y="638189"/>
                  <a:pt x="119804" y="647010"/>
                </a:cubicBezTo>
                <a:cubicBezTo>
                  <a:pt x="165580" y="704238"/>
                  <a:pt x="126220" y="659845"/>
                  <a:pt x="155745" y="718900"/>
                </a:cubicBezTo>
                <a:cubicBezTo>
                  <a:pt x="172425" y="752263"/>
                  <a:pt x="189149" y="764289"/>
                  <a:pt x="215647" y="790789"/>
                </a:cubicBezTo>
                <a:cubicBezTo>
                  <a:pt x="219640" y="802771"/>
                  <a:pt x="217350" y="819393"/>
                  <a:pt x="227627" y="826734"/>
                </a:cubicBezTo>
                <a:cubicBezTo>
                  <a:pt x="248179" y="841416"/>
                  <a:pt x="274283" y="849437"/>
                  <a:pt x="299509" y="850698"/>
                </a:cubicBezTo>
                <a:lnTo>
                  <a:pt x="539116" y="862679"/>
                </a:lnTo>
                <a:cubicBezTo>
                  <a:pt x="547103" y="870667"/>
                  <a:pt x="553391" y="880831"/>
                  <a:pt x="563077" y="886643"/>
                </a:cubicBezTo>
                <a:cubicBezTo>
                  <a:pt x="603287" y="910771"/>
                  <a:pt x="636872" y="893216"/>
                  <a:pt x="682880" y="886643"/>
                </a:cubicBezTo>
                <a:cubicBezTo>
                  <a:pt x="690867" y="874661"/>
                  <a:pt x="700402" y="863578"/>
                  <a:pt x="706841" y="850698"/>
                </a:cubicBezTo>
                <a:cubicBezTo>
                  <a:pt x="712489" y="839401"/>
                  <a:pt x="712324" y="825583"/>
                  <a:pt x="718821" y="814753"/>
                </a:cubicBezTo>
                <a:cubicBezTo>
                  <a:pt x="724632" y="805066"/>
                  <a:pt x="735726" y="799610"/>
                  <a:pt x="742782" y="790789"/>
                </a:cubicBezTo>
                <a:cubicBezTo>
                  <a:pt x="751777" y="779545"/>
                  <a:pt x="758756" y="766826"/>
                  <a:pt x="766743" y="754845"/>
                </a:cubicBezTo>
                <a:cubicBezTo>
                  <a:pt x="800681" y="653017"/>
                  <a:pt x="753348" y="777172"/>
                  <a:pt x="802684" y="694936"/>
                </a:cubicBezTo>
                <a:cubicBezTo>
                  <a:pt x="809181" y="684106"/>
                  <a:pt x="808531" y="670032"/>
                  <a:pt x="814664" y="658991"/>
                </a:cubicBezTo>
                <a:cubicBezTo>
                  <a:pt x="828649" y="633815"/>
                  <a:pt x="853478" y="614423"/>
                  <a:pt x="862585" y="587101"/>
                </a:cubicBezTo>
                <a:cubicBezTo>
                  <a:pt x="866579" y="575119"/>
                  <a:pt x="867561" y="561665"/>
                  <a:pt x="874566" y="551156"/>
                </a:cubicBezTo>
                <a:cubicBezTo>
                  <a:pt x="883964" y="537058"/>
                  <a:pt x="898527" y="527193"/>
                  <a:pt x="910507" y="515211"/>
                </a:cubicBezTo>
                <a:cubicBezTo>
                  <a:pt x="945761" y="444694"/>
                  <a:pt x="928821" y="484227"/>
                  <a:pt x="958428" y="395395"/>
                </a:cubicBezTo>
                <a:lnTo>
                  <a:pt x="970408" y="359450"/>
                </a:lnTo>
                <a:lnTo>
                  <a:pt x="982389" y="323505"/>
                </a:lnTo>
                <a:lnTo>
                  <a:pt x="958428" y="251615"/>
                </a:lnTo>
                <a:cubicBezTo>
                  <a:pt x="954435" y="239633"/>
                  <a:pt x="946448" y="228300"/>
                  <a:pt x="946448" y="215670"/>
                </a:cubicBezTo>
                <a:lnTo>
                  <a:pt x="946448" y="179725"/>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sp>
        <p:nvSpPr>
          <p:cNvPr id="1350" name="Google Shape;1350;p20"/>
          <p:cNvSpPr/>
          <p:nvPr/>
        </p:nvSpPr>
        <p:spPr>
          <a:xfrm>
            <a:off x="1446232" y="2683891"/>
            <a:ext cx="951346" cy="814752"/>
          </a:xfrm>
          <a:custGeom>
            <a:avLst/>
            <a:gdLst/>
            <a:ahLst/>
            <a:cxnLst/>
            <a:rect l="l" t="t" r="r" b="b"/>
            <a:pathLst>
              <a:path w="951346" h="814752" extrusionOk="0">
                <a:moveTo>
                  <a:pt x="51311" y="0"/>
                </a:moveTo>
                <a:cubicBezTo>
                  <a:pt x="35337" y="19969"/>
                  <a:pt x="5705" y="34441"/>
                  <a:pt x="3390" y="59908"/>
                </a:cubicBezTo>
                <a:cubicBezTo>
                  <a:pt x="-6740" y="171348"/>
                  <a:pt x="8391" y="283712"/>
                  <a:pt x="15370" y="395394"/>
                </a:cubicBezTo>
                <a:cubicBezTo>
                  <a:pt x="16397" y="411829"/>
                  <a:pt x="20865" y="428185"/>
                  <a:pt x="27351" y="443321"/>
                </a:cubicBezTo>
                <a:cubicBezTo>
                  <a:pt x="33023" y="456557"/>
                  <a:pt x="42942" y="467548"/>
                  <a:pt x="51311" y="479266"/>
                </a:cubicBezTo>
                <a:cubicBezTo>
                  <a:pt x="125629" y="583324"/>
                  <a:pt x="54732" y="478408"/>
                  <a:pt x="111213" y="563138"/>
                </a:cubicBezTo>
                <a:cubicBezTo>
                  <a:pt x="115206" y="575120"/>
                  <a:pt x="117060" y="588042"/>
                  <a:pt x="123193" y="599083"/>
                </a:cubicBezTo>
                <a:cubicBezTo>
                  <a:pt x="137178" y="624259"/>
                  <a:pt x="171115" y="670973"/>
                  <a:pt x="171115" y="670973"/>
                </a:cubicBezTo>
                <a:cubicBezTo>
                  <a:pt x="175108" y="682954"/>
                  <a:pt x="172587" y="699911"/>
                  <a:pt x="183095" y="706917"/>
                </a:cubicBezTo>
                <a:cubicBezTo>
                  <a:pt x="200037" y="718213"/>
                  <a:pt x="222871" y="715802"/>
                  <a:pt x="242997" y="718899"/>
                </a:cubicBezTo>
                <a:cubicBezTo>
                  <a:pt x="431596" y="747918"/>
                  <a:pt x="261384" y="715389"/>
                  <a:pt x="398741" y="742862"/>
                </a:cubicBezTo>
                <a:cubicBezTo>
                  <a:pt x="406728" y="750850"/>
                  <a:pt x="412895" y="761221"/>
                  <a:pt x="422702" y="766826"/>
                </a:cubicBezTo>
                <a:cubicBezTo>
                  <a:pt x="441374" y="777497"/>
                  <a:pt x="462468" y="783237"/>
                  <a:pt x="482604" y="790789"/>
                </a:cubicBezTo>
                <a:cubicBezTo>
                  <a:pt x="516984" y="803683"/>
                  <a:pt x="528695" y="805309"/>
                  <a:pt x="566466" y="814752"/>
                </a:cubicBezTo>
                <a:cubicBezTo>
                  <a:pt x="598414" y="810758"/>
                  <a:pt x="633512" y="817171"/>
                  <a:pt x="662309" y="802771"/>
                </a:cubicBezTo>
                <a:cubicBezTo>
                  <a:pt x="678284" y="794783"/>
                  <a:pt x="679637" y="771428"/>
                  <a:pt x="686270" y="754844"/>
                </a:cubicBezTo>
                <a:cubicBezTo>
                  <a:pt x="695650" y="731391"/>
                  <a:pt x="702243" y="706917"/>
                  <a:pt x="710230" y="682954"/>
                </a:cubicBezTo>
                <a:cubicBezTo>
                  <a:pt x="714224" y="647009"/>
                  <a:pt x="713440" y="610206"/>
                  <a:pt x="722211" y="575119"/>
                </a:cubicBezTo>
                <a:cubicBezTo>
                  <a:pt x="725703" y="561149"/>
                  <a:pt x="736954" y="550237"/>
                  <a:pt x="746172" y="539174"/>
                </a:cubicBezTo>
                <a:cubicBezTo>
                  <a:pt x="757018" y="526157"/>
                  <a:pt x="768326" y="513078"/>
                  <a:pt x="782113" y="503229"/>
                </a:cubicBezTo>
                <a:cubicBezTo>
                  <a:pt x="819332" y="476641"/>
                  <a:pt x="836151" y="479229"/>
                  <a:pt x="877955" y="467284"/>
                </a:cubicBezTo>
                <a:cubicBezTo>
                  <a:pt x="890097" y="463814"/>
                  <a:pt x="901916" y="459297"/>
                  <a:pt x="913896" y="455303"/>
                </a:cubicBezTo>
                <a:cubicBezTo>
                  <a:pt x="921883" y="443321"/>
                  <a:pt x="932185" y="432594"/>
                  <a:pt x="937857" y="419358"/>
                </a:cubicBezTo>
                <a:cubicBezTo>
                  <a:pt x="972080" y="339496"/>
                  <a:pt x="931002" y="219836"/>
                  <a:pt x="925877" y="155761"/>
                </a:cubicBezTo>
                <a:cubicBezTo>
                  <a:pt x="923648" y="127893"/>
                  <a:pt x="925877" y="99847"/>
                  <a:pt x="925877" y="7189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sp>
        <p:nvSpPr>
          <p:cNvPr id="1351" name="Google Shape;1351;p20"/>
          <p:cNvSpPr/>
          <p:nvPr/>
        </p:nvSpPr>
        <p:spPr>
          <a:xfrm>
            <a:off x="1210015" y="1389872"/>
            <a:ext cx="1138133" cy="1270055"/>
          </a:xfrm>
          <a:custGeom>
            <a:avLst/>
            <a:gdLst/>
            <a:ahLst/>
            <a:cxnLst/>
            <a:rect l="l" t="t" r="r" b="b"/>
            <a:pathLst>
              <a:path w="1138133" h="1270055" extrusionOk="0">
                <a:moveTo>
                  <a:pt x="1054271" y="1270055"/>
                </a:moveTo>
                <a:cubicBezTo>
                  <a:pt x="1060554" y="1219784"/>
                  <a:pt x="1062400" y="1173774"/>
                  <a:pt x="1078231" y="1126276"/>
                </a:cubicBezTo>
                <a:cubicBezTo>
                  <a:pt x="1085032" y="1105872"/>
                  <a:pt x="1094843" y="1086580"/>
                  <a:pt x="1102192" y="1066367"/>
                </a:cubicBezTo>
                <a:cubicBezTo>
                  <a:pt x="1125527" y="1002189"/>
                  <a:pt x="1123830" y="1003771"/>
                  <a:pt x="1138133" y="946551"/>
                </a:cubicBezTo>
                <a:cubicBezTo>
                  <a:pt x="1134140" y="906612"/>
                  <a:pt x="1138844" y="864813"/>
                  <a:pt x="1126153" y="826734"/>
                </a:cubicBezTo>
                <a:cubicBezTo>
                  <a:pt x="1119287" y="806132"/>
                  <a:pt x="1069157" y="798233"/>
                  <a:pt x="1054271" y="790789"/>
                </a:cubicBezTo>
                <a:cubicBezTo>
                  <a:pt x="967819" y="747558"/>
                  <a:pt x="1075429" y="784876"/>
                  <a:pt x="970408" y="742863"/>
                </a:cubicBezTo>
                <a:cubicBezTo>
                  <a:pt x="946958" y="733482"/>
                  <a:pt x="922487" y="726887"/>
                  <a:pt x="898526" y="718899"/>
                </a:cubicBezTo>
                <a:cubicBezTo>
                  <a:pt x="886546" y="714905"/>
                  <a:pt x="874968" y="709395"/>
                  <a:pt x="862585" y="706918"/>
                </a:cubicBezTo>
                <a:cubicBezTo>
                  <a:pt x="774994" y="689397"/>
                  <a:pt x="822841" y="697816"/>
                  <a:pt x="718821" y="682954"/>
                </a:cubicBezTo>
                <a:cubicBezTo>
                  <a:pt x="694860" y="674966"/>
                  <a:pt x="671705" y="663945"/>
                  <a:pt x="646939" y="658991"/>
                </a:cubicBezTo>
                <a:cubicBezTo>
                  <a:pt x="574654" y="644532"/>
                  <a:pt x="606355" y="653449"/>
                  <a:pt x="551096" y="635028"/>
                </a:cubicBezTo>
                <a:cubicBezTo>
                  <a:pt x="543109" y="627040"/>
                  <a:pt x="532186" y="621168"/>
                  <a:pt x="527135" y="611064"/>
                </a:cubicBezTo>
                <a:cubicBezTo>
                  <a:pt x="519771" y="596335"/>
                  <a:pt x="519886" y="578911"/>
                  <a:pt x="515155" y="563138"/>
                </a:cubicBezTo>
                <a:cubicBezTo>
                  <a:pt x="507897" y="538944"/>
                  <a:pt x="499181" y="515211"/>
                  <a:pt x="491194" y="491248"/>
                </a:cubicBezTo>
                <a:cubicBezTo>
                  <a:pt x="487201" y="479266"/>
                  <a:pt x="486791" y="465407"/>
                  <a:pt x="479214" y="455303"/>
                </a:cubicBezTo>
                <a:lnTo>
                  <a:pt x="443273" y="407376"/>
                </a:lnTo>
                <a:cubicBezTo>
                  <a:pt x="431857" y="373123"/>
                  <a:pt x="426832" y="361108"/>
                  <a:pt x="419312" y="323505"/>
                </a:cubicBezTo>
                <a:cubicBezTo>
                  <a:pt x="403623" y="245052"/>
                  <a:pt x="413903" y="268622"/>
                  <a:pt x="395352" y="203688"/>
                </a:cubicBezTo>
                <a:cubicBezTo>
                  <a:pt x="388621" y="180125"/>
                  <a:pt x="373608" y="137566"/>
                  <a:pt x="359410" y="119817"/>
                </a:cubicBezTo>
                <a:cubicBezTo>
                  <a:pt x="338242" y="93354"/>
                  <a:pt x="306324" y="76124"/>
                  <a:pt x="287528" y="47927"/>
                </a:cubicBezTo>
                <a:cubicBezTo>
                  <a:pt x="254435" y="-1719"/>
                  <a:pt x="277538" y="15475"/>
                  <a:pt x="215646" y="0"/>
                </a:cubicBezTo>
                <a:cubicBezTo>
                  <a:pt x="223633" y="11982"/>
                  <a:pt x="239607" y="21545"/>
                  <a:pt x="239607" y="35945"/>
                </a:cubicBezTo>
                <a:cubicBezTo>
                  <a:pt x="239607" y="50345"/>
                  <a:pt x="209207" y="59010"/>
                  <a:pt x="215646" y="71890"/>
                </a:cubicBezTo>
                <a:cubicBezTo>
                  <a:pt x="223009" y="86618"/>
                  <a:pt x="247736" y="79348"/>
                  <a:pt x="263568" y="83872"/>
                </a:cubicBezTo>
                <a:cubicBezTo>
                  <a:pt x="275710" y="87342"/>
                  <a:pt x="287529" y="91859"/>
                  <a:pt x="299509" y="95853"/>
                </a:cubicBezTo>
                <a:cubicBezTo>
                  <a:pt x="287529" y="103841"/>
                  <a:pt x="276070" y="112672"/>
                  <a:pt x="263568" y="119817"/>
                </a:cubicBezTo>
                <a:cubicBezTo>
                  <a:pt x="248062" y="128679"/>
                  <a:pt x="215646" y="125920"/>
                  <a:pt x="215646" y="143780"/>
                </a:cubicBezTo>
                <a:cubicBezTo>
                  <a:pt x="215646" y="161640"/>
                  <a:pt x="248062" y="158881"/>
                  <a:pt x="263568" y="167743"/>
                </a:cubicBezTo>
                <a:cubicBezTo>
                  <a:pt x="276070" y="174888"/>
                  <a:pt x="287529" y="183719"/>
                  <a:pt x="299509" y="191707"/>
                </a:cubicBezTo>
                <a:cubicBezTo>
                  <a:pt x="216987" y="274236"/>
                  <a:pt x="316155" y="190539"/>
                  <a:pt x="119804" y="239633"/>
                </a:cubicBezTo>
                <a:cubicBezTo>
                  <a:pt x="103830" y="243627"/>
                  <a:pt x="151954" y="246883"/>
                  <a:pt x="167725" y="251615"/>
                </a:cubicBezTo>
                <a:cubicBezTo>
                  <a:pt x="167775" y="251630"/>
                  <a:pt x="257553" y="281561"/>
                  <a:pt x="275548" y="287560"/>
                </a:cubicBezTo>
                <a:lnTo>
                  <a:pt x="311489" y="299541"/>
                </a:lnTo>
                <a:cubicBezTo>
                  <a:pt x="291522" y="311523"/>
                  <a:pt x="272866" y="326028"/>
                  <a:pt x="251587" y="335486"/>
                </a:cubicBezTo>
                <a:cubicBezTo>
                  <a:pt x="236541" y="342174"/>
                  <a:pt x="216523" y="337181"/>
                  <a:pt x="203666" y="347468"/>
                </a:cubicBezTo>
                <a:cubicBezTo>
                  <a:pt x="193804" y="355358"/>
                  <a:pt x="195679" y="371431"/>
                  <a:pt x="191686" y="383413"/>
                </a:cubicBezTo>
                <a:cubicBezTo>
                  <a:pt x="207660" y="395395"/>
                  <a:pt x="222271" y="409450"/>
                  <a:pt x="239607" y="419358"/>
                </a:cubicBezTo>
                <a:cubicBezTo>
                  <a:pt x="250571" y="425624"/>
                  <a:pt x="264253" y="425692"/>
                  <a:pt x="275548" y="431340"/>
                </a:cubicBezTo>
                <a:cubicBezTo>
                  <a:pt x="288427" y="437780"/>
                  <a:pt x="299509" y="447315"/>
                  <a:pt x="311489" y="455303"/>
                </a:cubicBezTo>
                <a:cubicBezTo>
                  <a:pt x="299509" y="463291"/>
                  <a:pt x="288427" y="472826"/>
                  <a:pt x="275548" y="479266"/>
                </a:cubicBezTo>
                <a:cubicBezTo>
                  <a:pt x="256313" y="488885"/>
                  <a:pt x="235298" y="494495"/>
                  <a:pt x="215646" y="503230"/>
                </a:cubicBezTo>
                <a:cubicBezTo>
                  <a:pt x="199326" y="510484"/>
                  <a:pt x="183699" y="519205"/>
                  <a:pt x="167725" y="527193"/>
                </a:cubicBezTo>
                <a:cubicBezTo>
                  <a:pt x="163732" y="539175"/>
                  <a:pt x="165607" y="555248"/>
                  <a:pt x="155745" y="563138"/>
                </a:cubicBezTo>
                <a:cubicBezTo>
                  <a:pt x="142888" y="573425"/>
                  <a:pt x="123444" y="569912"/>
                  <a:pt x="107823" y="575119"/>
                </a:cubicBezTo>
                <a:cubicBezTo>
                  <a:pt x="-27522" y="620239"/>
                  <a:pt x="114841" y="582352"/>
                  <a:pt x="0" y="611064"/>
                </a:cubicBezTo>
                <a:cubicBezTo>
                  <a:pt x="23961" y="615058"/>
                  <a:pt x="48447" y="616654"/>
                  <a:pt x="71882" y="623046"/>
                </a:cubicBezTo>
                <a:cubicBezTo>
                  <a:pt x="92630" y="628705"/>
                  <a:pt x="111648" y="639457"/>
                  <a:pt x="131784" y="647009"/>
                </a:cubicBezTo>
                <a:cubicBezTo>
                  <a:pt x="143608" y="651444"/>
                  <a:pt x="155745" y="654997"/>
                  <a:pt x="167725" y="658991"/>
                </a:cubicBezTo>
                <a:cubicBezTo>
                  <a:pt x="155745" y="662985"/>
                  <a:pt x="143927" y="667503"/>
                  <a:pt x="131784" y="670973"/>
                </a:cubicBezTo>
                <a:cubicBezTo>
                  <a:pt x="115952" y="675497"/>
                  <a:pt x="93741" y="669781"/>
                  <a:pt x="83862" y="682954"/>
                </a:cubicBezTo>
                <a:cubicBezTo>
                  <a:pt x="76285" y="693058"/>
                  <a:pt x="91849" y="706917"/>
                  <a:pt x="95843" y="718899"/>
                </a:cubicBezTo>
                <a:cubicBezTo>
                  <a:pt x="87856" y="742862"/>
                  <a:pt x="54022" y="772927"/>
                  <a:pt x="71882" y="790789"/>
                </a:cubicBezTo>
                <a:lnTo>
                  <a:pt x="131784" y="850698"/>
                </a:lnTo>
                <a:cubicBezTo>
                  <a:pt x="119804" y="858686"/>
                  <a:pt x="108345" y="867517"/>
                  <a:pt x="95843" y="874661"/>
                </a:cubicBezTo>
                <a:cubicBezTo>
                  <a:pt x="80337" y="883523"/>
                  <a:pt x="53568" y="881681"/>
                  <a:pt x="47921" y="898624"/>
                </a:cubicBezTo>
                <a:cubicBezTo>
                  <a:pt x="43928" y="910605"/>
                  <a:pt x="71882" y="906612"/>
                  <a:pt x="83862" y="910606"/>
                </a:cubicBezTo>
                <a:cubicBezTo>
                  <a:pt x="87856" y="922588"/>
                  <a:pt x="86254" y="938331"/>
                  <a:pt x="95843" y="946551"/>
                </a:cubicBezTo>
                <a:cubicBezTo>
                  <a:pt x="116182" y="963986"/>
                  <a:pt x="152866" y="960205"/>
                  <a:pt x="167725" y="982496"/>
                </a:cubicBezTo>
                <a:cubicBezTo>
                  <a:pt x="180012" y="1000929"/>
                  <a:pt x="111512" y="1039944"/>
                  <a:pt x="107823" y="1042404"/>
                </a:cubicBezTo>
                <a:cubicBezTo>
                  <a:pt x="119803" y="1050392"/>
                  <a:pt x="129972" y="1062229"/>
                  <a:pt x="143764" y="1066367"/>
                </a:cubicBezTo>
                <a:cubicBezTo>
                  <a:pt x="170811" y="1074482"/>
                  <a:pt x="201823" y="1066879"/>
                  <a:pt x="227627" y="1078349"/>
                </a:cubicBezTo>
                <a:cubicBezTo>
                  <a:pt x="240785" y="1084198"/>
                  <a:pt x="243600" y="1102312"/>
                  <a:pt x="251587" y="1114294"/>
                </a:cubicBezTo>
                <a:cubicBezTo>
                  <a:pt x="239607" y="1118288"/>
                  <a:pt x="221293" y="1114980"/>
                  <a:pt x="215646" y="1126276"/>
                </a:cubicBezTo>
                <a:cubicBezTo>
                  <a:pt x="209998" y="1137573"/>
                  <a:pt x="225841" y="1149718"/>
                  <a:pt x="227627" y="1162221"/>
                </a:cubicBezTo>
                <a:cubicBezTo>
                  <a:pt x="229886" y="1178036"/>
                  <a:pt x="227627" y="1194172"/>
                  <a:pt x="227627" y="1210147"/>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sp>
        <p:nvSpPr>
          <p:cNvPr id="1352" name="Google Shape;1352;p20"/>
          <p:cNvSpPr/>
          <p:nvPr/>
        </p:nvSpPr>
        <p:spPr>
          <a:xfrm>
            <a:off x="2408050" y="2348404"/>
            <a:ext cx="635984" cy="661559"/>
          </a:xfrm>
          <a:custGeom>
            <a:avLst/>
            <a:gdLst/>
            <a:ahLst/>
            <a:cxnLst/>
            <a:rect l="l" t="t" r="r" b="b"/>
            <a:pathLst>
              <a:path w="635984" h="661559" extrusionOk="0">
                <a:moveTo>
                  <a:pt x="335450" y="658992"/>
                </a:moveTo>
                <a:cubicBezTo>
                  <a:pt x="283535" y="654998"/>
                  <a:pt x="230881" y="656607"/>
                  <a:pt x="179705" y="647010"/>
                </a:cubicBezTo>
                <a:cubicBezTo>
                  <a:pt x="155623" y="642494"/>
                  <a:pt x="137269" y="613057"/>
                  <a:pt x="119803" y="599083"/>
                </a:cubicBezTo>
                <a:cubicBezTo>
                  <a:pt x="108560" y="590087"/>
                  <a:pt x="95842" y="583108"/>
                  <a:pt x="83862" y="575120"/>
                </a:cubicBezTo>
                <a:cubicBezTo>
                  <a:pt x="44229" y="456205"/>
                  <a:pt x="110723" y="637852"/>
                  <a:pt x="35941" y="503230"/>
                </a:cubicBezTo>
                <a:cubicBezTo>
                  <a:pt x="23675" y="481149"/>
                  <a:pt x="19967" y="455303"/>
                  <a:pt x="11980" y="431340"/>
                </a:cubicBezTo>
                <a:lnTo>
                  <a:pt x="0" y="395395"/>
                </a:lnTo>
                <a:cubicBezTo>
                  <a:pt x="3993" y="315517"/>
                  <a:pt x="5053" y="235439"/>
                  <a:pt x="11980" y="155762"/>
                </a:cubicBezTo>
                <a:cubicBezTo>
                  <a:pt x="13074" y="143180"/>
                  <a:pt x="21221" y="132146"/>
                  <a:pt x="23960" y="119817"/>
                </a:cubicBezTo>
                <a:cubicBezTo>
                  <a:pt x="29230" y="96102"/>
                  <a:pt x="28259" y="70974"/>
                  <a:pt x="35941" y="47927"/>
                </a:cubicBezTo>
                <a:cubicBezTo>
                  <a:pt x="40494" y="34266"/>
                  <a:pt x="48658" y="20978"/>
                  <a:pt x="59902" y="11982"/>
                </a:cubicBezTo>
                <a:cubicBezTo>
                  <a:pt x="69763" y="4092"/>
                  <a:pt x="83863" y="3994"/>
                  <a:pt x="95843" y="0"/>
                </a:cubicBezTo>
                <a:cubicBezTo>
                  <a:pt x="171718" y="3994"/>
                  <a:pt x="247801" y="5102"/>
                  <a:pt x="323469" y="11982"/>
                </a:cubicBezTo>
                <a:cubicBezTo>
                  <a:pt x="336046" y="13125"/>
                  <a:pt x="347159" y="20901"/>
                  <a:pt x="359410" y="23964"/>
                </a:cubicBezTo>
                <a:cubicBezTo>
                  <a:pt x="379165" y="28903"/>
                  <a:pt x="399557" y="31006"/>
                  <a:pt x="419312" y="35945"/>
                </a:cubicBezTo>
                <a:cubicBezTo>
                  <a:pt x="431563" y="39008"/>
                  <a:pt x="444214" y="41793"/>
                  <a:pt x="455253" y="47927"/>
                </a:cubicBezTo>
                <a:cubicBezTo>
                  <a:pt x="480426" y="61914"/>
                  <a:pt x="527135" y="95854"/>
                  <a:pt x="527135" y="95854"/>
                </a:cubicBezTo>
                <a:cubicBezTo>
                  <a:pt x="550694" y="131196"/>
                  <a:pt x="552446" y="138915"/>
                  <a:pt x="587037" y="167744"/>
                </a:cubicBezTo>
                <a:cubicBezTo>
                  <a:pt x="598098" y="176963"/>
                  <a:pt x="610998" y="183719"/>
                  <a:pt x="622978" y="191707"/>
                </a:cubicBezTo>
                <a:cubicBezTo>
                  <a:pt x="626971" y="203689"/>
                  <a:pt x="639648" y="215926"/>
                  <a:pt x="634958" y="227652"/>
                </a:cubicBezTo>
                <a:cubicBezTo>
                  <a:pt x="629611" y="241021"/>
                  <a:pt x="613220" y="249247"/>
                  <a:pt x="599017" y="251615"/>
                </a:cubicBezTo>
                <a:cubicBezTo>
                  <a:pt x="586560" y="253691"/>
                  <a:pt x="575218" y="243104"/>
                  <a:pt x="563076" y="239634"/>
                </a:cubicBezTo>
                <a:cubicBezTo>
                  <a:pt x="457800" y="209552"/>
                  <a:pt x="565368" y="244392"/>
                  <a:pt x="479214" y="215670"/>
                </a:cubicBezTo>
                <a:cubicBezTo>
                  <a:pt x="482766" y="226327"/>
                  <a:pt x="505909" y="292703"/>
                  <a:pt x="503174" y="299542"/>
                </a:cubicBezTo>
                <a:cubicBezTo>
                  <a:pt x="498484" y="311267"/>
                  <a:pt x="479213" y="307529"/>
                  <a:pt x="467233" y="311523"/>
                </a:cubicBezTo>
                <a:cubicBezTo>
                  <a:pt x="475220" y="327499"/>
                  <a:pt x="478565" y="346820"/>
                  <a:pt x="491194" y="359450"/>
                </a:cubicBezTo>
                <a:cubicBezTo>
                  <a:pt x="500123" y="368380"/>
                  <a:pt x="539518" y="368955"/>
                  <a:pt x="527135" y="371432"/>
                </a:cubicBezTo>
                <a:cubicBezTo>
                  <a:pt x="476078" y="381644"/>
                  <a:pt x="423306" y="379419"/>
                  <a:pt x="371391" y="383413"/>
                </a:cubicBezTo>
                <a:cubicBezTo>
                  <a:pt x="380255" y="386368"/>
                  <a:pt x="443273" y="403874"/>
                  <a:pt x="443273" y="419358"/>
                </a:cubicBezTo>
                <a:cubicBezTo>
                  <a:pt x="443273" y="431987"/>
                  <a:pt x="419583" y="428277"/>
                  <a:pt x="407332" y="431340"/>
                </a:cubicBezTo>
                <a:cubicBezTo>
                  <a:pt x="387577" y="436279"/>
                  <a:pt x="367397" y="439328"/>
                  <a:pt x="347430" y="443322"/>
                </a:cubicBezTo>
                <a:cubicBezTo>
                  <a:pt x="435549" y="472697"/>
                  <a:pt x="340747" y="435350"/>
                  <a:pt x="287528" y="467285"/>
                </a:cubicBezTo>
                <a:cubicBezTo>
                  <a:pt x="275181" y="474694"/>
                  <a:pt x="310590" y="484808"/>
                  <a:pt x="323469" y="491248"/>
                </a:cubicBezTo>
                <a:cubicBezTo>
                  <a:pt x="334764" y="496896"/>
                  <a:pt x="347430" y="499236"/>
                  <a:pt x="359410" y="503230"/>
                </a:cubicBezTo>
                <a:cubicBezTo>
                  <a:pt x="275547" y="531187"/>
                  <a:pt x="295514" y="503232"/>
                  <a:pt x="275548" y="563138"/>
                </a:cubicBezTo>
                <a:cubicBezTo>
                  <a:pt x="279541" y="579114"/>
                  <a:pt x="277242" y="598206"/>
                  <a:pt x="287528" y="611065"/>
                </a:cubicBezTo>
                <a:cubicBezTo>
                  <a:pt x="295416" y="620927"/>
                  <a:pt x="314540" y="614117"/>
                  <a:pt x="323469" y="623047"/>
                </a:cubicBezTo>
                <a:cubicBezTo>
                  <a:pt x="332399" y="631978"/>
                  <a:pt x="347431" y="654998"/>
                  <a:pt x="335450" y="658992"/>
                </a:cubicBezTo>
                <a:cubicBezTo>
                  <a:pt x="308661" y="667922"/>
                  <a:pt x="279541" y="651004"/>
                  <a:pt x="251587" y="647010"/>
                </a:cubicBezTo>
                <a:lnTo>
                  <a:pt x="215646" y="635028"/>
                </a:ln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sp>
        <p:nvSpPr>
          <p:cNvPr id="1353" name="Google Shape;1353;p20"/>
          <p:cNvSpPr/>
          <p:nvPr/>
        </p:nvSpPr>
        <p:spPr>
          <a:xfrm>
            <a:off x="2803401" y="2588038"/>
            <a:ext cx="361327" cy="455302"/>
          </a:xfrm>
          <a:custGeom>
            <a:avLst/>
            <a:gdLst/>
            <a:ahLst/>
            <a:cxnLst/>
            <a:rect l="l" t="t" r="r" b="b"/>
            <a:pathLst>
              <a:path w="361327" h="455302" extrusionOk="0">
                <a:moveTo>
                  <a:pt x="251588" y="0"/>
                </a:moveTo>
                <a:cubicBezTo>
                  <a:pt x="275549" y="11982"/>
                  <a:pt x="298990" y="25064"/>
                  <a:pt x="323470" y="35945"/>
                </a:cubicBezTo>
                <a:cubicBezTo>
                  <a:pt x="335010" y="41074"/>
                  <a:pt x="356349" y="35675"/>
                  <a:pt x="359411" y="47926"/>
                </a:cubicBezTo>
                <a:cubicBezTo>
                  <a:pt x="366260" y="75324"/>
                  <a:pt x="352968" y="104105"/>
                  <a:pt x="347430" y="131798"/>
                </a:cubicBezTo>
                <a:cubicBezTo>
                  <a:pt x="344953" y="144182"/>
                  <a:pt x="343339" y="157880"/>
                  <a:pt x="335450" y="167743"/>
                </a:cubicBezTo>
                <a:cubicBezTo>
                  <a:pt x="326456" y="178987"/>
                  <a:pt x="311489" y="183718"/>
                  <a:pt x="299509" y="191706"/>
                </a:cubicBezTo>
                <a:cubicBezTo>
                  <a:pt x="295516" y="203688"/>
                  <a:pt x="293177" y="216354"/>
                  <a:pt x="287529" y="227651"/>
                </a:cubicBezTo>
                <a:cubicBezTo>
                  <a:pt x="281090" y="240531"/>
                  <a:pt x="267705" y="249803"/>
                  <a:pt x="263568" y="263596"/>
                </a:cubicBezTo>
                <a:cubicBezTo>
                  <a:pt x="255454" y="290646"/>
                  <a:pt x="256639" y="319682"/>
                  <a:pt x="251588" y="347468"/>
                </a:cubicBezTo>
                <a:cubicBezTo>
                  <a:pt x="248643" y="363669"/>
                  <a:pt x="250450" y="383001"/>
                  <a:pt x="239607" y="395394"/>
                </a:cubicBezTo>
                <a:cubicBezTo>
                  <a:pt x="205680" y="434172"/>
                  <a:pt x="173794" y="441298"/>
                  <a:pt x="131784" y="455302"/>
                </a:cubicBezTo>
                <a:cubicBezTo>
                  <a:pt x="95843" y="447314"/>
                  <a:pt x="53736" y="452996"/>
                  <a:pt x="23961" y="431339"/>
                </a:cubicBezTo>
                <a:cubicBezTo>
                  <a:pt x="3534" y="416481"/>
                  <a:pt x="0" y="359449"/>
                  <a:pt x="0" y="359449"/>
                </a:cubicBezTo>
                <a:cubicBezTo>
                  <a:pt x="3994" y="347467"/>
                  <a:pt x="6333" y="334801"/>
                  <a:pt x="11981" y="323504"/>
                </a:cubicBezTo>
                <a:cubicBezTo>
                  <a:pt x="25846" y="295770"/>
                  <a:pt x="48696" y="271490"/>
                  <a:pt x="71882" y="251614"/>
                </a:cubicBezTo>
                <a:cubicBezTo>
                  <a:pt x="87042" y="238618"/>
                  <a:pt x="102467" y="225577"/>
                  <a:pt x="119804" y="215669"/>
                </a:cubicBezTo>
                <a:cubicBezTo>
                  <a:pt x="130768" y="209403"/>
                  <a:pt x="143765" y="207682"/>
                  <a:pt x="155745" y="203688"/>
                </a:cubicBezTo>
                <a:cubicBezTo>
                  <a:pt x="159738" y="175731"/>
                  <a:pt x="164223" y="147839"/>
                  <a:pt x="167725" y="119816"/>
                </a:cubicBezTo>
                <a:cubicBezTo>
                  <a:pt x="172210" y="83929"/>
                  <a:pt x="167007" y="45845"/>
                  <a:pt x="179705" y="11981"/>
                </a:cubicBezTo>
                <a:cubicBezTo>
                  <a:pt x="182840" y="3620"/>
                  <a:pt x="195679" y="19969"/>
                  <a:pt x="203666" y="23963"/>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sp>
        <p:nvSpPr>
          <p:cNvPr id="1354" name="Google Shape;1354;p20"/>
          <p:cNvSpPr/>
          <p:nvPr/>
        </p:nvSpPr>
        <p:spPr>
          <a:xfrm>
            <a:off x="4141185" y="1509689"/>
            <a:ext cx="926502" cy="843873"/>
          </a:xfrm>
          <a:custGeom>
            <a:avLst/>
            <a:gdLst/>
            <a:ahLst/>
            <a:cxnLst/>
            <a:rect l="l" t="t" r="r" b="b"/>
            <a:pathLst>
              <a:path w="926502" h="843873" extrusionOk="0">
                <a:moveTo>
                  <a:pt x="650954" y="71890"/>
                </a:moveTo>
                <a:cubicBezTo>
                  <a:pt x="612736" y="67112"/>
                  <a:pt x="465675" y="47926"/>
                  <a:pt x="435308" y="47926"/>
                </a:cubicBezTo>
                <a:cubicBezTo>
                  <a:pt x="371288" y="47926"/>
                  <a:pt x="307517" y="55914"/>
                  <a:pt x="243622" y="59908"/>
                </a:cubicBezTo>
                <a:cubicBezTo>
                  <a:pt x="223655" y="63902"/>
                  <a:pt x="203475" y="66951"/>
                  <a:pt x="183720" y="71890"/>
                </a:cubicBezTo>
                <a:cubicBezTo>
                  <a:pt x="171469" y="74953"/>
                  <a:pt x="156708" y="74941"/>
                  <a:pt x="147779" y="83871"/>
                </a:cubicBezTo>
                <a:cubicBezTo>
                  <a:pt x="135150" y="96501"/>
                  <a:pt x="134200" y="117263"/>
                  <a:pt x="123819" y="131798"/>
                </a:cubicBezTo>
                <a:cubicBezTo>
                  <a:pt x="96836" y="169578"/>
                  <a:pt x="80279" y="171543"/>
                  <a:pt x="39956" y="191706"/>
                </a:cubicBezTo>
                <a:cubicBezTo>
                  <a:pt x="31969" y="203688"/>
                  <a:pt x="22434" y="214771"/>
                  <a:pt x="15995" y="227651"/>
                </a:cubicBezTo>
                <a:cubicBezTo>
                  <a:pt x="-23133" y="305916"/>
                  <a:pt x="20951" y="432697"/>
                  <a:pt x="27976" y="491247"/>
                </a:cubicBezTo>
                <a:cubicBezTo>
                  <a:pt x="29549" y="504359"/>
                  <a:pt x="38763" y="577123"/>
                  <a:pt x="51937" y="599082"/>
                </a:cubicBezTo>
                <a:cubicBezTo>
                  <a:pt x="57748" y="608768"/>
                  <a:pt x="68841" y="614225"/>
                  <a:pt x="75897" y="623046"/>
                </a:cubicBezTo>
                <a:cubicBezTo>
                  <a:pt x="161400" y="729938"/>
                  <a:pt x="-10919" y="548202"/>
                  <a:pt x="171740" y="730881"/>
                </a:cubicBezTo>
                <a:cubicBezTo>
                  <a:pt x="198235" y="757379"/>
                  <a:pt x="210263" y="774108"/>
                  <a:pt x="243622" y="790789"/>
                </a:cubicBezTo>
                <a:cubicBezTo>
                  <a:pt x="254917" y="796437"/>
                  <a:pt x="267583" y="798776"/>
                  <a:pt x="279563" y="802770"/>
                </a:cubicBezTo>
                <a:cubicBezTo>
                  <a:pt x="291543" y="814752"/>
                  <a:pt x="298791" y="835929"/>
                  <a:pt x="315504" y="838715"/>
                </a:cubicBezTo>
                <a:cubicBezTo>
                  <a:pt x="437142" y="858991"/>
                  <a:pt x="396905" y="813693"/>
                  <a:pt x="495209" y="802770"/>
                </a:cubicBezTo>
                <a:lnTo>
                  <a:pt x="603032" y="790789"/>
                </a:lnTo>
                <a:cubicBezTo>
                  <a:pt x="615013" y="786795"/>
                  <a:pt x="628009" y="785073"/>
                  <a:pt x="638974" y="778807"/>
                </a:cubicBezTo>
                <a:cubicBezTo>
                  <a:pt x="656311" y="768899"/>
                  <a:pt x="668765" y="751231"/>
                  <a:pt x="686895" y="742862"/>
                </a:cubicBezTo>
                <a:cubicBezTo>
                  <a:pt x="721293" y="726984"/>
                  <a:pt x="758777" y="718899"/>
                  <a:pt x="794718" y="706917"/>
                </a:cubicBezTo>
                <a:lnTo>
                  <a:pt x="830659" y="694936"/>
                </a:lnTo>
                <a:cubicBezTo>
                  <a:pt x="834652" y="682954"/>
                  <a:pt x="835062" y="669095"/>
                  <a:pt x="842639" y="658991"/>
                </a:cubicBezTo>
                <a:cubicBezTo>
                  <a:pt x="859582" y="636398"/>
                  <a:pt x="886877" y="622580"/>
                  <a:pt x="902541" y="599082"/>
                </a:cubicBezTo>
                <a:lnTo>
                  <a:pt x="926502" y="563137"/>
                </a:lnTo>
                <a:cubicBezTo>
                  <a:pt x="919694" y="447384"/>
                  <a:pt x="930264" y="374846"/>
                  <a:pt x="890561" y="275578"/>
                </a:cubicBezTo>
                <a:cubicBezTo>
                  <a:pt x="885213" y="262208"/>
                  <a:pt x="877844" y="248629"/>
                  <a:pt x="866600" y="239633"/>
                </a:cubicBezTo>
                <a:cubicBezTo>
                  <a:pt x="856739" y="231743"/>
                  <a:pt x="842639" y="231645"/>
                  <a:pt x="830659" y="227651"/>
                </a:cubicBezTo>
                <a:cubicBezTo>
                  <a:pt x="826666" y="215669"/>
                  <a:pt x="826568" y="201569"/>
                  <a:pt x="818679" y="191706"/>
                </a:cubicBezTo>
                <a:cubicBezTo>
                  <a:pt x="809685" y="180462"/>
                  <a:pt x="793981" y="176739"/>
                  <a:pt x="782738" y="167743"/>
                </a:cubicBezTo>
                <a:cubicBezTo>
                  <a:pt x="773918" y="160686"/>
                  <a:pt x="766764" y="151767"/>
                  <a:pt x="758777" y="143779"/>
                </a:cubicBezTo>
                <a:cubicBezTo>
                  <a:pt x="754784" y="131797"/>
                  <a:pt x="753802" y="118343"/>
                  <a:pt x="746797" y="107834"/>
                </a:cubicBezTo>
                <a:cubicBezTo>
                  <a:pt x="737399" y="93736"/>
                  <a:pt x="725667" y="80119"/>
                  <a:pt x="710856" y="71890"/>
                </a:cubicBezTo>
                <a:cubicBezTo>
                  <a:pt x="645882" y="35790"/>
                  <a:pt x="548084" y="40934"/>
                  <a:pt x="483229" y="35945"/>
                </a:cubicBezTo>
                <a:cubicBezTo>
                  <a:pt x="405989" y="10195"/>
                  <a:pt x="429206" y="29841"/>
                  <a:pt x="399367"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sp>
        <p:nvSpPr>
          <p:cNvPr id="1355" name="Google Shape;1355;p20"/>
          <p:cNvSpPr/>
          <p:nvPr/>
        </p:nvSpPr>
        <p:spPr>
          <a:xfrm>
            <a:off x="2144398" y="3091134"/>
            <a:ext cx="2276350" cy="2672042"/>
          </a:xfrm>
          <a:custGeom>
            <a:avLst/>
            <a:gdLst/>
            <a:ahLst/>
            <a:cxnLst/>
            <a:rect l="l" t="t" r="r" b="b"/>
            <a:pathLst>
              <a:path w="2276350" h="2672042" extrusionOk="0">
                <a:moveTo>
                  <a:pt x="766826" y="263730"/>
                </a:moveTo>
                <a:cubicBezTo>
                  <a:pt x="790787" y="271718"/>
                  <a:pt x="813605" y="284904"/>
                  <a:pt x="838708" y="287693"/>
                </a:cubicBezTo>
                <a:cubicBezTo>
                  <a:pt x="851259" y="289088"/>
                  <a:pt x="871180" y="287854"/>
                  <a:pt x="874649" y="275711"/>
                </a:cubicBezTo>
                <a:cubicBezTo>
                  <a:pt x="881322" y="252352"/>
                  <a:pt x="867938" y="227536"/>
                  <a:pt x="862669" y="203821"/>
                </a:cubicBezTo>
                <a:cubicBezTo>
                  <a:pt x="859930" y="191492"/>
                  <a:pt x="859619" y="176807"/>
                  <a:pt x="850689" y="167876"/>
                </a:cubicBezTo>
                <a:cubicBezTo>
                  <a:pt x="830824" y="148009"/>
                  <a:pt x="791884" y="142672"/>
                  <a:pt x="766826" y="131931"/>
                </a:cubicBezTo>
                <a:cubicBezTo>
                  <a:pt x="750411" y="124895"/>
                  <a:pt x="735487" y="114601"/>
                  <a:pt x="718905" y="107968"/>
                </a:cubicBezTo>
                <a:cubicBezTo>
                  <a:pt x="695455" y="98587"/>
                  <a:pt x="670984" y="91993"/>
                  <a:pt x="647023" y="84005"/>
                </a:cubicBezTo>
                <a:cubicBezTo>
                  <a:pt x="635043" y="80011"/>
                  <a:pt x="622377" y="77671"/>
                  <a:pt x="611082" y="72023"/>
                </a:cubicBezTo>
                <a:cubicBezTo>
                  <a:pt x="595108" y="64035"/>
                  <a:pt x="579882" y="54332"/>
                  <a:pt x="563160" y="48060"/>
                </a:cubicBezTo>
                <a:cubicBezTo>
                  <a:pt x="519472" y="31675"/>
                  <a:pt x="445258" y="28301"/>
                  <a:pt x="407416" y="24096"/>
                </a:cubicBezTo>
                <a:cubicBezTo>
                  <a:pt x="391442" y="20102"/>
                  <a:pt x="375327" y="16639"/>
                  <a:pt x="359495" y="12115"/>
                </a:cubicBezTo>
                <a:cubicBezTo>
                  <a:pt x="347352" y="8645"/>
                  <a:pt x="336105" y="-1262"/>
                  <a:pt x="323554" y="133"/>
                </a:cubicBezTo>
                <a:cubicBezTo>
                  <a:pt x="298451" y="2922"/>
                  <a:pt x="275632" y="16108"/>
                  <a:pt x="251671" y="24096"/>
                </a:cubicBezTo>
                <a:cubicBezTo>
                  <a:pt x="229814" y="56886"/>
                  <a:pt x="229603" y="67189"/>
                  <a:pt x="191770" y="84005"/>
                </a:cubicBezTo>
                <a:cubicBezTo>
                  <a:pt x="168690" y="94264"/>
                  <a:pt x="119888" y="107968"/>
                  <a:pt x="119888" y="107968"/>
                </a:cubicBezTo>
                <a:cubicBezTo>
                  <a:pt x="111901" y="127937"/>
                  <a:pt x="101143" y="147011"/>
                  <a:pt x="95927" y="167876"/>
                </a:cubicBezTo>
                <a:cubicBezTo>
                  <a:pt x="89078" y="195274"/>
                  <a:pt x="88589" y="223891"/>
                  <a:pt x="83947" y="251748"/>
                </a:cubicBezTo>
                <a:cubicBezTo>
                  <a:pt x="80599" y="271836"/>
                  <a:pt x="75314" y="291568"/>
                  <a:pt x="71966" y="311656"/>
                </a:cubicBezTo>
                <a:cubicBezTo>
                  <a:pt x="67324" y="339513"/>
                  <a:pt x="66336" y="368010"/>
                  <a:pt x="59986" y="395528"/>
                </a:cubicBezTo>
                <a:cubicBezTo>
                  <a:pt x="54307" y="420141"/>
                  <a:pt x="50035" y="446400"/>
                  <a:pt x="36025" y="467418"/>
                </a:cubicBezTo>
                <a:lnTo>
                  <a:pt x="12064" y="503363"/>
                </a:lnTo>
                <a:cubicBezTo>
                  <a:pt x="8071" y="515345"/>
                  <a:pt x="-965" y="526722"/>
                  <a:pt x="84" y="539308"/>
                </a:cubicBezTo>
                <a:cubicBezTo>
                  <a:pt x="5520" y="604539"/>
                  <a:pt x="18445" y="643331"/>
                  <a:pt x="48006" y="695069"/>
                </a:cubicBezTo>
                <a:cubicBezTo>
                  <a:pt x="55150" y="707572"/>
                  <a:pt x="65527" y="718134"/>
                  <a:pt x="71966" y="731014"/>
                </a:cubicBezTo>
                <a:cubicBezTo>
                  <a:pt x="121566" y="830225"/>
                  <a:pt x="39242" y="699893"/>
                  <a:pt x="107907" y="802904"/>
                </a:cubicBezTo>
                <a:cubicBezTo>
                  <a:pt x="111901" y="818880"/>
                  <a:pt x="113402" y="835695"/>
                  <a:pt x="119888" y="850831"/>
                </a:cubicBezTo>
                <a:cubicBezTo>
                  <a:pt x="153187" y="928538"/>
                  <a:pt x="147488" y="836726"/>
                  <a:pt x="167809" y="958666"/>
                </a:cubicBezTo>
                <a:cubicBezTo>
                  <a:pt x="171802" y="982629"/>
                  <a:pt x="171260" y="1007808"/>
                  <a:pt x="179789" y="1030555"/>
                </a:cubicBezTo>
                <a:cubicBezTo>
                  <a:pt x="183755" y="1041132"/>
                  <a:pt x="195073" y="1047287"/>
                  <a:pt x="203750" y="1054519"/>
                </a:cubicBezTo>
                <a:cubicBezTo>
                  <a:pt x="232623" y="1078583"/>
                  <a:pt x="265217" y="1095052"/>
                  <a:pt x="287612" y="1126409"/>
                </a:cubicBezTo>
                <a:cubicBezTo>
                  <a:pt x="329157" y="1184577"/>
                  <a:pt x="297485" y="1158136"/>
                  <a:pt x="323554" y="1210280"/>
                </a:cubicBezTo>
                <a:cubicBezTo>
                  <a:pt x="329993" y="1223160"/>
                  <a:pt x="339527" y="1234243"/>
                  <a:pt x="347514" y="1246225"/>
                </a:cubicBezTo>
                <a:cubicBezTo>
                  <a:pt x="351508" y="1270188"/>
                  <a:pt x="354731" y="1294293"/>
                  <a:pt x="359495" y="1318115"/>
                </a:cubicBezTo>
                <a:cubicBezTo>
                  <a:pt x="362724" y="1334262"/>
                  <a:pt x="367903" y="1349967"/>
                  <a:pt x="371475" y="1366042"/>
                </a:cubicBezTo>
                <a:cubicBezTo>
                  <a:pt x="375892" y="1385922"/>
                  <a:pt x="379038" y="1406070"/>
                  <a:pt x="383455" y="1425950"/>
                </a:cubicBezTo>
                <a:cubicBezTo>
                  <a:pt x="386525" y="1439765"/>
                  <a:pt x="399413" y="1493814"/>
                  <a:pt x="407416" y="1509822"/>
                </a:cubicBezTo>
                <a:cubicBezTo>
                  <a:pt x="413855" y="1522702"/>
                  <a:pt x="420133" y="1536771"/>
                  <a:pt x="431377" y="1545767"/>
                </a:cubicBezTo>
                <a:cubicBezTo>
                  <a:pt x="441238" y="1553656"/>
                  <a:pt x="455338" y="1553754"/>
                  <a:pt x="467318" y="1557748"/>
                </a:cubicBezTo>
                <a:cubicBezTo>
                  <a:pt x="471311" y="1569730"/>
                  <a:pt x="471721" y="1583589"/>
                  <a:pt x="479298" y="1593693"/>
                </a:cubicBezTo>
                <a:cubicBezTo>
                  <a:pt x="500889" y="1622485"/>
                  <a:pt x="553681" y="1668644"/>
                  <a:pt x="587121" y="1689546"/>
                </a:cubicBezTo>
                <a:cubicBezTo>
                  <a:pt x="602266" y="1699012"/>
                  <a:pt x="619069" y="1705522"/>
                  <a:pt x="635043" y="1713510"/>
                </a:cubicBezTo>
                <a:cubicBezTo>
                  <a:pt x="655794" y="1744641"/>
                  <a:pt x="670172" y="1767652"/>
                  <a:pt x="694944" y="1797381"/>
                </a:cubicBezTo>
                <a:cubicBezTo>
                  <a:pt x="702175" y="1806059"/>
                  <a:pt x="710918" y="1813357"/>
                  <a:pt x="718905" y="1821345"/>
                </a:cubicBezTo>
                <a:cubicBezTo>
                  <a:pt x="748453" y="1939553"/>
                  <a:pt x="709069" y="1816931"/>
                  <a:pt x="754846" y="1893235"/>
                </a:cubicBezTo>
                <a:cubicBezTo>
                  <a:pt x="761343" y="1904065"/>
                  <a:pt x="760693" y="1918139"/>
                  <a:pt x="766826" y="1929180"/>
                </a:cubicBezTo>
                <a:cubicBezTo>
                  <a:pt x="780811" y="1954356"/>
                  <a:pt x="798774" y="1977107"/>
                  <a:pt x="814748" y="2001070"/>
                </a:cubicBezTo>
                <a:lnTo>
                  <a:pt x="838708" y="2037015"/>
                </a:lnTo>
                <a:cubicBezTo>
                  <a:pt x="842702" y="2052990"/>
                  <a:pt x="843325" y="2070212"/>
                  <a:pt x="850689" y="2084941"/>
                </a:cubicBezTo>
                <a:cubicBezTo>
                  <a:pt x="903336" y="2190246"/>
                  <a:pt x="872288" y="2137678"/>
                  <a:pt x="934551" y="2168813"/>
                </a:cubicBezTo>
                <a:cubicBezTo>
                  <a:pt x="947430" y="2175253"/>
                  <a:pt x="958512" y="2184788"/>
                  <a:pt x="970492" y="2192776"/>
                </a:cubicBezTo>
                <a:cubicBezTo>
                  <a:pt x="978479" y="2204758"/>
                  <a:pt x="983209" y="2219725"/>
                  <a:pt x="994453" y="2228721"/>
                </a:cubicBezTo>
                <a:cubicBezTo>
                  <a:pt x="1004314" y="2236611"/>
                  <a:pt x="1019099" y="2235055"/>
                  <a:pt x="1030394" y="2240703"/>
                </a:cubicBezTo>
                <a:cubicBezTo>
                  <a:pt x="1043273" y="2247143"/>
                  <a:pt x="1054355" y="2256678"/>
                  <a:pt x="1066335" y="2264666"/>
                </a:cubicBezTo>
                <a:cubicBezTo>
                  <a:pt x="1070328" y="2276648"/>
                  <a:pt x="1071310" y="2290102"/>
                  <a:pt x="1078315" y="2300611"/>
                </a:cubicBezTo>
                <a:cubicBezTo>
                  <a:pt x="1087713" y="2314710"/>
                  <a:pt x="1106679" y="2321401"/>
                  <a:pt x="1114256" y="2336556"/>
                </a:cubicBezTo>
                <a:cubicBezTo>
                  <a:pt x="1123363" y="2354771"/>
                  <a:pt x="1122889" y="2376376"/>
                  <a:pt x="1126237" y="2396464"/>
                </a:cubicBezTo>
                <a:cubicBezTo>
                  <a:pt x="1130879" y="2424321"/>
                  <a:pt x="1123250" y="2456387"/>
                  <a:pt x="1138217" y="2480336"/>
                </a:cubicBezTo>
                <a:cubicBezTo>
                  <a:pt x="1146943" y="2494299"/>
                  <a:pt x="1170165" y="2488323"/>
                  <a:pt x="1186139" y="2492317"/>
                </a:cubicBezTo>
                <a:cubicBezTo>
                  <a:pt x="1198119" y="2504299"/>
                  <a:pt x="1207369" y="2519855"/>
                  <a:pt x="1222080" y="2528262"/>
                </a:cubicBezTo>
                <a:cubicBezTo>
                  <a:pt x="1236376" y="2536432"/>
                  <a:pt x="1253727" y="2537740"/>
                  <a:pt x="1270001" y="2540244"/>
                </a:cubicBezTo>
                <a:cubicBezTo>
                  <a:pt x="1340476" y="2551088"/>
                  <a:pt x="1374791" y="2547041"/>
                  <a:pt x="1437726" y="2564207"/>
                </a:cubicBezTo>
                <a:cubicBezTo>
                  <a:pt x="1562598" y="2598267"/>
                  <a:pt x="1461529" y="2573730"/>
                  <a:pt x="1557529" y="2612134"/>
                </a:cubicBezTo>
                <a:cubicBezTo>
                  <a:pt x="1580979" y="2621515"/>
                  <a:pt x="1605450" y="2628109"/>
                  <a:pt x="1629411" y="2636097"/>
                </a:cubicBezTo>
                <a:lnTo>
                  <a:pt x="1665352" y="2648079"/>
                </a:lnTo>
                <a:cubicBezTo>
                  <a:pt x="1677332" y="2652073"/>
                  <a:pt x="1688791" y="2658275"/>
                  <a:pt x="1701293" y="2660061"/>
                </a:cubicBezTo>
                <a:lnTo>
                  <a:pt x="1785156" y="2672042"/>
                </a:lnTo>
                <a:cubicBezTo>
                  <a:pt x="1845058" y="2668048"/>
                  <a:pt x="1905740" y="2670495"/>
                  <a:pt x="1964861" y="2660061"/>
                </a:cubicBezTo>
                <a:cubicBezTo>
                  <a:pt x="1991350" y="2655386"/>
                  <a:pt x="1992409" y="2615262"/>
                  <a:pt x="2000802" y="2600152"/>
                </a:cubicBezTo>
                <a:cubicBezTo>
                  <a:pt x="2046813" y="2517323"/>
                  <a:pt x="2027098" y="2533669"/>
                  <a:pt x="2096645" y="2516281"/>
                </a:cubicBezTo>
                <a:cubicBezTo>
                  <a:pt x="2118932" y="2493992"/>
                  <a:pt x="2126319" y="2483470"/>
                  <a:pt x="2156547" y="2468354"/>
                </a:cubicBezTo>
                <a:cubicBezTo>
                  <a:pt x="2175702" y="2458776"/>
                  <a:pt x="2222489" y="2449512"/>
                  <a:pt x="2240409" y="2444391"/>
                </a:cubicBezTo>
                <a:cubicBezTo>
                  <a:pt x="2252552" y="2440921"/>
                  <a:pt x="2264370" y="2436403"/>
                  <a:pt x="2276350" y="2432409"/>
                </a:cubicBezTo>
                <a:cubicBezTo>
                  <a:pt x="2241146" y="2326781"/>
                  <a:pt x="2296166" y="2467342"/>
                  <a:pt x="2228429" y="2372501"/>
                </a:cubicBezTo>
                <a:cubicBezTo>
                  <a:pt x="2193691" y="2323863"/>
                  <a:pt x="2213253" y="2313123"/>
                  <a:pt x="2192488" y="2264666"/>
                </a:cubicBezTo>
                <a:cubicBezTo>
                  <a:pt x="2186816" y="2251430"/>
                  <a:pt x="2176514" y="2240703"/>
                  <a:pt x="2168527" y="2228721"/>
                </a:cubicBezTo>
                <a:cubicBezTo>
                  <a:pt x="2152231" y="2033146"/>
                  <a:pt x="2203698" y="2071714"/>
                  <a:pt x="1976841" y="2096923"/>
                </a:cubicBezTo>
                <a:cubicBezTo>
                  <a:pt x="1964290" y="2098318"/>
                  <a:pt x="1952880" y="2104910"/>
                  <a:pt x="1940900" y="2108904"/>
                </a:cubicBezTo>
                <a:cubicBezTo>
                  <a:pt x="1936907" y="2096922"/>
                  <a:pt x="1932389" y="2085103"/>
                  <a:pt x="1928920" y="2072959"/>
                </a:cubicBezTo>
                <a:cubicBezTo>
                  <a:pt x="1924397" y="2057126"/>
                  <a:pt x="1933358" y="2026296"/>
                  <a:pt x="1916940" y="2025033"/>
                </a:cubicBezTo>
                <a:cubicBezTo>
                  <a:pt x="1867689" y="2021244"/>
                  <a:pt x="1773176" y="2060978"/>
                  <a:pt x="1773176" y="2060978"/>
                </a:cubicBezTo>
                <a:cubicBezTo>
                  <a:pt x="1761195" y="2056984"/>
                  <a:pt x="1743367" y="2060036"/>
                  <a:pt x="1737234" y="2048996"/>
                </a:cubicBezTo>
                <a:cubicBezTo>
                  <a:pt x="1721241" y="2020206"/>
                  <a:pt x="1720418" y="1985293"/>
                  <a:pt x="1713274" y="1953143"/>
                </a:cubicBezTo>
                <a:cubicBezTo>
                  <a:pt x="1705287" y="1917198"/>
                  <a:pt x="1709080" y="1876374"/>
                  <a:pt x="1689313" y="1845308"/>
                </a:cubicBezTo>
                <a:cubicBezTo>
                  <a:pt x="1685457" y="1839248"/>
                  <a:pt x="1610016" y="1814879"/>
                  <a:pt x="1593470" y="1809363"/>
                </a:cubicBezTo>
                <a:cubicBezTo>
                  <a:pt x="1577496" y="1777412"/>
                  <a:pt x="1556844" y="1747399"/>
                  <a:pt x="1545549" y="1713510"/>
                </a:cubicBezTo>
                <a:cubicBezTo>
                  <a:pt x="1537562" y="1689547"/>
                  <a:pt x="1535598" y="1662638"/>
                  <a:pt x="1521588" y="1641620"/>
                </a:cubicBezTo>
                <a:cubicBezTo>
                  <a:pt x="1505614" y="1617657"/>
                  <a:pt x="1499425" y="1582610"/>
                  <a:pt x="1473667" y="1569730"/>
                </a:cubicBezTo>
                <a:cubicBezTo>
                  <a:pt x="1412866" y="1539327"/>
                  <a:pt x="1440605" y="1555675"/>
                  <a:pt x="1389804" y="1521803"/>
                </a:cubicBezTo>
                <a:cubicBezTo>
                  <a:pt x="1346113" y="1390710"/>
                  <a:pt x="1415794" y="1589274"/>
                  <a:pt x="1353863" y="1449913"/>
                </a:cubicBezTo>
                <a:cubicBezTo>
                  <a:pt x="1343605" y="1426830"/>
                  <a:pt x="1350110" y="1393179"/>
                  <a:pt x="1329903" y="1378023"/>
                </a:cubicBezTo>
                <a:cubicBezTo>
                  <a:pt x="1313929" y="1366041"/>
                  <a:pt x="1296823" y="1355437"/>
                  <a:pt x="1281981" y="1342078"/>
                </a:cubicBezTo>
                <a:cubicBezTo>
                  <a:pt x="1256794" y="1319407"/>
                  <a:pt x="1210099" y="1270189"/>
                  <a:pt x="1210099" y="1270189"/>
                </a:cubicBezTo>
                <a:cubicBezTo>
                  <a:pt x="1137706" y="1125382"/>
                  <a:pt x="1229902" y="1304846"/>
                  <a:pt x="1162178" y="1186317"/>
                </a:cubicBezTo>
                <a:cubicBezTo>
                  <a:pt x="1153317" y="1170809"/>
                  <a:pt x="1149651" y="1152112"/>
                  <a:pt x="1138217" y="1138390"/>
                </a:cubicBezTo>
                <a:cubicBezTo>
                  <a:pt x="1129000" y="1127328"/>
                  <a:pt x="1114256" y="1122415"/>
                  <a:pt x="1102276" y="1114427"/>
                </a:cubicBezTo>
                <a:cubicBezTo>
                  <a:pt x="1066334" y="1006591"/>
                  <a:pt x="1106271" y="1062507"/>
                  <a:pt x="1042374" y="1030555"/>
                </a:cubicBezTo>
                <a:cubicBezTo>
                  <a:pt x="1029495" y="1024115"/>
                  <a:pt x="1018413" y="1014580"/>
                  <a:pt x="1006433" y="1006592"/>
                </a:cubicBezTo>
                <a:cubicBezTo>
                  <a:pt x="1002440" y="990617"/>
                  <a:pt x="1001817" y="973395"/>
                  <a:pt x="994453" y="958666"/>
                </a:cubicBezTo>
                <a:cubicBezTo>
                  <a:pt x="981575" y="932907"/>
                  <a:pt x="955639" y="914098"/>
                  <a:pt x="946532" y="886776"/>
                </a:cubicBezTo>
                <a:cubicBezTo>
                  <a:pt x="930979" y="840115"/>
                  <a:pt x="943481" y="859762"/>
                  <a:pt x="910591" y="826867"/>
                </a:cubicBezTo>
                <a:cubicBezTo>
                  <a:pt x="902604" y="802904"/>
                  <a:pt x="892756" y="779482"/>
                  <a:pt x="886630" y="754977"/>
                </a:cubicBezTo>
                <a:cubicBezTo>
                  <a:pt x="882636" y="739002"/>
                  <a:pt x="882013" y="721780"/>
                  <a:pt x="874649" y="707051"/>
                </a:cubicBezTo>
                <a:cubicBezTo>
                  <a:pt x="861492" y="680734"/>
                  <a:pt x="839345" y="679305"/>
                  <a:pt x="814748" y="671106"/>
                </a:cubicBezTo>
                <a:cubicBezTo>
                  <a:pt x="810754" y="659124"/>
                  <a:pt x="804089" y="647721"/>
                  <a:pt x="802767" y="635161"/>
                </a:cubicBezTo>
                <a:cubicBezTo>
                  <a:pt x="796065" y="571486"/>
                  <a:pt x="808851" y="504880"/>
                  <a:pt x="790787" y="443454"/>
                </a:cubicBezTo>
                <a:cubicBezTo>
                  <a:pt x="786142" y="427658"/>
                  <a:pt x="758840" y="435467"/>
                  <a:pt x="742866" y="431473"/>
                </a:cubicBezTo>
                <a:cubicBezTo>
                  <a:pt x="750853" y="407510"/>
                  <a:pt x="770978" y="384499"/>
                  <a:pt x="766826" y="359583"/>
                </a:cubicBezTo>
                <a:cubicBezTo>
                  <a:pt x="762833" y="335620"/>
                  <a:pt x="735412" y="302270"/>
                  <a:pt x="754846" y="287693"/>
                </a:cubicBezTo>
                <a:cubicBezTo>
                  <a:pt x="783598" y="266127"/>
                  <a:pt x="826728" y="287693"/>
                  <a:pt x="862669" y="287693"/>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sp>
        <p:nvSpPr>
          <p:cNvPr id="1356" name="Google Shape;1356;p20"/>
          <p:cNvSpPr/>
          <p:nvPr/>
        </p:nvSpPr>
        <p:spPr>
          <a:xfrm>
            <a:off x="2958955" y="3366845"/>
            <a:ext cx="1341990" cy="1605542"/>
          </a:xfrm>
          <a:custGeom>
            <a:avLst/>
            <a:gdLst/>
            <a:ahLst/>
            <a:cxnLst/>
            <a:rect l="l" t="t" r="r" b="b"/>
            <a:pathLst>
              <a:path w="1341990" h="1605542" extrusionOk="0">
                <a:moveTo>
                  <a:pt x="60092" y="35945"/>
                </a:moveTo>
                <a:cubicBezTo>
                  <a:pt x="42345" y="62569"/>
                  <a:pt x="-3321" y="113613"/>
                  <a:pt x="191" y="155762"/>
                </a:cubicBezTo>
                <a:cubicBezTo>
                  <a:pt x="2926" y="188582"/>
                  <a:pt x="15486" y="219841"/>
                  <a:pt x="24151" y="251615"/>
                </a:cubicBezTo>
                <a:cubicBezTo>
                  <a:pt x="27474" y="263800"/>
                  <a:pt x="30484" y="276263"/>
                  <a:pt x="36132" y="287560"/>
                </a:cubicBezTo>
                <a:cubicBezTo>
                  <a:pt x="42571" y="300440"/>
                  <a:pt x="54244" y="310346"/>
                  <a:pt x="60092" y="323505"/>
                </a:cubicBezTo>
                <a:cubicBezTo>
                  <a:pt x="117117" y="451826"/>
                  <a:pt x="53789" y="349995"/>
                  <a:pt x="108014" y="431340"/>
                </a:cubicBezTo>
                <a:cubicBezTo>
                  <a:pt x="112007" y="455303"/>
                  <a:pt x="114103" y="479661"/>
                  <a:pt x="119994" y="503230"/>
                </a:cubicBezTo>
                <a:cubicBezTo>
                  <a:pt x="126120" y="527735"/>
                  <a:pt x="135968" y="551157"/>
                  <a:pt x="143955" y="575120"/>
                </a:cubicBezTo>
                <a:lnTo>
                  <a:pt x="155935" y="611065"/>
                </a:lnTo>
                <a:cubicBezTo>
                  <a:pt x="159929" y="623047"/>
                  <a:pt x="157408" y="640004"/>
                  <a:pt x="167916" y="647010"/>
                </a:cubicBezTo>
                <a:lnTo>
                  <a:pt x="239798" y="694936"/>
                </a:lnTo>
                <a:cubicBezTo>
                  <a:pt x="247785" y="706918"/>
                  <a:pt x="254540" y="719818"/>
                  <a:pt x="263758" y="730881"/>
                </a:cubicBezTo>
                <a:cubicBezTo>
                  <a:pt x="292584" y="765476"/>
                  <a:pt x="300300" y="767227"/>
                  <a:pt x="335640" y="790789"/>
                </a:cubicBezTo>
                <a:cubicBezTo>
                  <a:pt x="343627" y="814752"/>
                  <a:pt x="341741" y="844817"/>
                  <a:pt x="359601" y="862679"/>
                </a:cubicBezTo>
                <a:cubicBezTo>
                  <a:pt x="367588" y="870667"/>
                  <a:pt x="377297" y="877244"/>
                  <a:pt x="383562" y="886643"/>
                </a:cubicBezTo>
                <a:cubicBezTo>
                  <a:pt x="432202" y="959610"/>
                  <a:pt x="377958" y="914856"/>
                  <a:pt x="443464" y="958533"/>
                </a:cubicBezTo>
                <a:lnTo>
                  <a:pt x="491385" y="1030423"/>
                </a:lnTo>
                <a:cubicBezTo>
                  <a:pt x="499372" y="1042404"/>
                  <a:pt x="505165" y="1056184"/>
                  <a:pt x="515346" y="1066367"/>
                </a:cubicBezTo>
                <a:lnTo>
                  <a:pt x="539306" y="1090331"/>
                </a:lnTo>
                <a:cubicBezTo>
                  <a:pt x="548471" y="1126992"/>
                  <a:pt x="547670" y="1146621"/>
                  <a:pt x="575247" y="1174202"/>
                </a:cubicBezTo>
                <a:cubicBezTo>
                  <a:pt x="585428" y="1184384"/>
                  <a:pt x="599208" y="1190178"/>
                  <a:pt x="611188" y="1198166"/>
                </a:cubicBezTo>
                <a:cubicBezTo>
                  <a:pt x="628867" y="1224688"/>
                  <a:pt x="643417" y="1251606"/>
                  <a:pt x="671090" y="1270056"/>
                </a:cubicBezTo>
                <a:cubicBezTo>
                  <a:pt x="681597" y="1277061"/>
                  <a:pt x="695051" y="1278043"/>
                  <a:pt x="707031" y="1282037"/>
                </a:cubicBezTo>
                <a:cubicBezTo>
                  <a:pt x="711025" y="1294019"/>
                  <a:pt x="712515" y="1307152"/>
                  <a:pt x="719012" y="1317982"/>
                </a:cubicBezTo>
                <a:cubicBezTo>
                  <a:pt x="724823" y="1327668"/>
                  <a:pt x="735916" y="1333125"/>
                  <a:pt x="742972" y="1341946"/>
                </a:cubicBezTo>
                <a:cubicBezTo>
                  <a:pt x="809677" y="1425338"/>
                  <a:pt x="717514" y="1328468"/>
                  <a:pt x="802874" y="1413835"/>
                </a:cubicBezTo>
                <a:cubicBezTo>
                  <a:pt x="810861" y="1429811"/>
                  <a:pt x="815401" y="1448040"/>
                  <a:pt x="826835" y="1461762"/>
                </a:cubicBezTo>
                <a:cubicBezTo>
                  <a:pt x="836052" y="1472824"/>
                  <a:pt x="851533" y="1476729"/>
                  <a:pt x="862776" y="1485725"/>
                </a:cubicBezTo>
                <a:cubicBezTo>
                  <a:pt x="948129" y="1554017"/>
                  <a:pt x="812056" y="1459897"/>
                  <a:pt x="922677" y="1533652"/>
                </a:cubicBezTo>
                <a:cubicBezTo>
                  <a:pt x="926671" y="1545634"/>
                  <a:pt x="924381" y="1562256"/>
                  <a:pt x="934658" y="1569597"/>
                </a:cubicBezTo>
                <a:cubicBezTo>
                  <a:pt x="963548" y="1590235"/>
                  <a:pt x="1045138" y="1599994"/>
                  <a:pt x="1078422" y="1605542"/>
                </a:cubicBezTo>
                <a:cubicBezTo>
                  <a:pt x="1134330" y="1601548"/>
                  <a:pt x="1191587" y="1606399"/>
                  <a:pt x="1246147" y="1593560"/>
                </a:cubicBezTo>
                <a:cubicBezTo>
                  <a:pt x="1262640" y="1589679"/>
                  <a:pt x="1271686" y="1570990"/>
                  <a:pt x="1282088" y="1557615"/>
                </a:cubicBezTo>
                <a:cubicBezTo>
                  <a:pt x="1330148" y="1495817"/>
                  <a:pt x="1323914" y="1504012"/>
                  <a:pt x="1341990" y="1449780"/>
                </a:cubicBezTo>
                <a:cubicBezTo>
                  <a:pt x="1337996" y="1401854"/>
                  <a:pt x="1342879" y="1352339"/>
                  <a:pt x="1330009" y="1306001"/>
                </a:cubicBezTo>
                <a:cubicBezTo>
                  <a:pt x="1322302" y="1278252"/>
                  <a:pt x="1298062" y="1258074"/>
                  <a:pt x="1282088" y="1234111"/>
                </a:cubicBezTo>
                <a:cubicBezTo>
                  <a:pt x="1258129" y="1198169"/>
                  <a:pt x="1262119" y="1194171"/>
                  <a:pt x="1222186" y="1174202"/>
                </a:cubicBezTo>
                <a:cubicBezTo>
                  <a:pt x="1210891" y="1168554"/>
                  <a:pt x="1198225" y="1166215"/>
                  <a:pt x="1186245" y="1162221"/>
                </a:cubicBezTo>
                <a:cubicBezTo>
                  <a:pt x="1182252" y="1150239"/>
                  <a:pt x="1183195" y="1135207"/>
                  <a:pt x="1174265" y="1126276"/>
                </a:cubicBezTo>
                <a:cubicBezTo>
                  <a:pt x="1165336" y="1117346"/>
                  <a:pt x="1149931" y="1119269"/>
                  <a:pt x="1138324" y="1114294"/>
                </a:cubicBezTo>
                <a:cubicBezTo>
                  <a:pt x="1121909" y="1107258"/>
                  <a:pt x="1106817" y="1097367"/>
                  <a:pt x="1090402" y="1090331"/>
                </a:cubicBezTo>
                <a:cubicBezTo>
                  <a:pt x="1078795" y="1085356"/>
                  <a:pt x="1065756" y="1083997"/>
                  <a:pt x="1054461" y="1078349"/>
                </a:cubicBezTo>
                <a:cubicBezTo>
                  <a:pt x="971727" y="1036978"/>
                  <a:pt x="1070331" y="1067341"/>
                  <a:pt x="970599" y="1042404"/>
                </a:cubicBezTo>
                <a:cubicBezTo>
                  <a:pt x="958619" y="1034416"/>
                  <a:pt x="945719" y="1027660"/>
                  <a:pt x="934658" y="1018441"/>
                </a:cubicBezTo>
                <a:cubicBezTo>
                  <a:pt x="842414" y="941563"/>
                  <a:pt x="952010" y="1018028"/>
                  <a:pt x="862776" y="958533"/>
                </a:cubicBezTo>
                <a:cubicBezTo>
                  <a:pt x="858782" y="946551"/>
                  <a:pt x="855770" y="934197"/>
                  <a:pt x="850795" y="922588"/>
                </a:cubicBezTo>
                <a:cubicBezTo>
                  <a:pt x="828688" y="871000"/>
                  <a:pt x="812988" y="853889"/>
                  <a:pt x="778913" y="802771"/>
                </a:cubicBezTo>
                <a:lnTo>
                  <a:pt x="730992" y="730881"/>
                </a:lnTo>
                <a:lnTo>
                  <a:pt x="683071" y="658991"/>
                </a:lnTo>
                <a:cubicBezTo>
                  <a:pt x="649940" y="559592"/>
                  <a:pt x="705558" y="715947"/>
                  <a:pt x="623169" y="551156"/>
                </a:cubicBezTo>
                <a:cubicBezTo>
                  <a:pt x="615182" y="535181"/>
                  <a:pt x="611837" y="515860"/>
                  <a:pt x="599208" y="503230"/>
                </a:cubicBezTo>
                <a:cubicBezTo>
                  <a:pt x="590279" y="494300"/>
                  <a:pt x="575410" y="494718"/>
                  <a:pt x="563267" y="491248"/>
                </a:cubicBezTo>
                <a:cubicBezTo>
                  <a:pt x="457939" y="461150"/>
                  <a:pt x="565600" y="496018"/>
                  <a:pt x="479405" y="467285"/>
                </a:cubicBezTo>
                <a:cubicBezTo>
                  <a:pt x="437584" y="425459"/>
                  <a:pt x="459016" y="454037"/>
                  <a:pt x="431483" y="371431"/>
                </a:cubicBezTo>
                <a:cubicBezTo>
                  <a:pt x="427490" y="359450"/>
                  <a:pt x="428433" y="344418"/>
                  <a:pt x="419503" y="335487"/>
                </a:cubicBezTo>
                <a:cubicBezTo>
                  <a:pt x="385361" y="301341"/>
                  <a:pt x="404941" y="317789"/>
                  <a:pt x="359601" y="287560"/>
                </a:cubicBezTo>
                <a:cubicBezTo>
                  <a:pt x="343627" y="263597"/>
                  <a:pt x="320786" y="242992"/>
                  <a:pt x="311680" y="215670"/>
                </a:cubicBezTo>
                <a:cubicBezTo>
                  <a:pt x="283166" y="130119"/>
                  <a:pt x="301729" y="164798"/>
                  <a:pt x="263758" y="107835"/>
                </a:cubicBezTo>
                <a:cubicBezTo>
                  <a:pt x="259765" y="95853"/>
                  <a:pt x="258783" y="82399"/>
                  <a:pt x="251778" y="71890"/>
                </a:cubicBezTo>
                <a:cubicBezTo>
                  <a:pt x="228121" y="36401"/>
                  <a:pt x="216100" y="34308"/>
                  <a:pt x="179896" y="23963"/>
                </a:cubicBezTo>
                <a:cubicBezTo>
                  <a:pt x="164064" y="19439"/>
                  <a:pt x="147807" y="16506"/>
                  <a:pt x="131975" y="11982"/>
                </a:cubicBezTo>
                <a:cubicBezTo>
                  <a:pt x="119832" y="8512"/>
                  <a:pt x="96034" y="0"/>
                  <a:pt x="96034"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sp>
        <p:nvSpPr>
          <p:cNvPr id="1357" name="Google Shape;1357;p20"/>
          <p:cNvSpPr/>
          <p:nvPr/>
        </p:nvSpPr>
        <p:spPr>
          <a:xfrm>
            <a:off x="3689947" y="3402790"/>
            <a:ext cx="563093" cy="706918"/>
          </a:xfrm>
          <a:custGeom>
            <a:avLst/>
            <a:gdLst/>
            <a:ahLst/>
            <a:cxnLst/>
            <a:rect l="l" t="t" r="r" b="b"/>
            <a:pathLst>
              <a:path w="563093" h="706918" extrusionOk="0">
                <a:moveTo>
                  <a:pt x="515155" y="227652"/>
                </a:moveTo>
                <a:cubicBezTo>
                  <a:pt x="507168" y="207682"/>
                  <a:pt x="500812" y="186980"/>
                  <a:pt x="491194" y="167743"/>
                </a:cubicBezTo>
                <a:cubicBezTo>
                  <a:pt x="484755" y="154863"/>
                  <a:pt x="473081" y="144957"/>
                  <a:pt x="467233" y="131798"/>
                </a:cubicBezTo>
                <a:cubicBezTo>
                  <a:pt x="445294" y="82428"/>
                  <a:pt x="456184" y="51881"/>
                  <a:pt x="407332" y="23963"/>
                </a:cubicBezTo>
                <a:cubicBezTo>
                  <a:pt x="393036" y="15793"/>
                  <a:pt x="375710" y="14311"/>
                  <a:pt x="359410" y="11982"/>
                </a:cubicBezTo>
                <a:cubicBezTo>
                  <a:pt x="319680" y="6306"/>
                  <a:pt x="279541" y="3994"/>
                  <a:pt x="239607" y="0"/>
                </a:cubicBezTo>
                <a:cubicBezTo>
                  <a:pt x="199672" y="7988"/>
                  <a:pt x="159486" y="14805"/>
                  <a:pt x="119803" y="23963"/>
                </a:cubicBezTo>
                <a:cubicBezTo>
                  <a:pt x="107498" y="26803"/>
                  <a:pt x="91202" y="25668"/>
                  <a:pt x="83862" y="35945"/>
                </a:cubicBezTo>
                <a:cubicBezTo>
                  <a:pt x="69182" y="56500"/>
                  <a:pt x="73912" y="86817"/>
                  <a:pt x="59902" y="107835"/>
                </a:cubicBezTo>
                <a:lnTo>
                  <a:pt x="35941" y="143780"/>
                </a:lnTo>
                <a:cubicBezTo>
                  <a:pt x="5541" y="234990"/>
                  <a:pt x="16933" y="190901"/>
                  <a:pt x="0" y="275578"/>
                </a:cubicBezTo>
                <a:cubicBezTo>
                  <a:pt x="3993" y="359450"/>
                  <a:pt x="5008" y="443516"/>
                  <a:pt x="11980" y="527193"/>
                </a:cubicBezTo>
                <a:cubicBezTo>
                  <a:pt x="13029" y="539779"/>
                  <a:pt x="17828" y="552097"/>
                  <a:pt x="23961" y="563138"/>
                </a:cubicBezTo>
                <a:cubicBezTo>
                  <a:pt x="37946" y="588314"/>
                  <a:pt x="47920" y="619052"/>
                  <a:pt x="71882" y="635028"/>
                </a:cubicBezTo>
                <a:lnTo>
                  <a:pt x="107823" y="658991"/>
                </a:lnTo>
                <a:cubicBezTo>
                  <a:pt x="115810" y="670973"/>
                  <a:pt x="120540" y="685940"/>
                  <a:pt x="131784" y="694936"/>
                </a:cubicBezTo>
                <a:cubicBezTo>
                  <a:pt x="141645" y="702826"/>
                  <a:pt x="155096" y="706918"/>
                  <a:pt x="167725" y="706918"/>
                </a:cubicBezTo>
                <a:cubicBezTo>
                  <a:pt x="259661" y="706918"/>
                  <a:pt x="351424" y="698930"/>
                  <a:pt x="443273" y="694936"/>
                </a:cubicBezTo>
                <a:cubicBezTo>
                  <a:pt x="455253" y="686948"/>
                  <a:pt x="469033" y="681155"/>
                  <a:pt x="479214" y="670973"/>
                </a:cubicBezTo>
                <a:cubicBezTo>
                  <a:pt x="498675" y="651510"/>
                  <a:pt x="514605" y="609031"/>
                  <a:pt x="527135" y="587101"/>
                </a:cubicBezTo>
                <a:cubicBezTo>
                  <a:pt x="534279" y="574598"/>
                  <a:pt x="543109" y="563138"/>
                  <a:pt x="551096" y="551156"/>
                </a:cubicBezTo>
                <a:cubicBezTo>
                  <a:pt x="555089" y="539174"/>
                  <a:pt x="563527" y="527833"/>
                  <a:pt x="563076" y="515211"/>
                </a:cubicBezTo>
                <a:cubicBezTo>
                  <a:pt x="559501" y="415109"/>
                  <a:pt x="549786" y="315266"/>
                  <a:pt x="539116" y="215670"/>
                </a:cubicBezTo>
                <a:cubicBezTo>
                  <a:pt x="537771" y="203112"/>
                  <a:pt x="534140" y="190234"/>
                  <a:pt x="527135" y="179725"/>
                </a:cubicBezTo>
                <a:cubicBezTo>
                  <a:pt x="515621" y="162452"/>
                  <a:pt x="475881" y="128659"/>
                  <a:pt x="455253" y="119817"/>
                </a:cubicBezTo>
                <a:cubicBezTo>
                  <a:pt x="440119" y="113330"/>
                  <a:pt x="423164" y="112359"/>
                  <a:pt x="407332" y="107835"/>
                </a:cubicBezTo>
                <a:cubicBezTo>
                  <a:pt x="395189" y="104365"/>
                  <a:pt x="383371" y="99847"/>
                  <a:pt x="371391" y="95853"/>
                </a:cubicBezTo>
                <a:cubicBezTo>
                  <a:pt x="363404" y="83871"/>
                  <a:pt x="358674" y="68904"/>
                  <a:pt x="347430" y="59908"/>
                </a:cubicBezTo>
                <a:cubicBezTo>
                  <a:pt x="337569" y="52019"/>
                  <a:pt x="322784" y="53575"/>
                  <a:pt x="311489" y="47927"/>
                </a:cubicBezTo>
                <a:cubicBezTo>
                  <a:pt x="298610" y="41487"/>
                  <a:pt x="288427" y="30403"/>
                  <a:pt x="275548" y="23963"/>
                </a:cubicBezTo>
                <a:cubicBezTo>
                  <a:pt x="244012" y="8193"/>
                  <a:pt x="237274" y="11982"/>
                  <a:pt x="203666" y="11982"/>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sp>
        <p:nvSpPr>
          <p:cNvPr id="1358" name="Google Shape;1358;p20"/>
          <p:cNvSpPr/>
          <p:nvPr/>
        </p:nvSpPr>
        <p:spPr>
          <a:xfrm>
            <a:off x="3486281" y="3174550"/>
            <a:ext cx="311489" cy="671561"/>
          </a:xfrm>
          <a:custGeom>
            <a:avLst/>
            <a:gdLst/>
            <a:ahLst/>
            <a:cxnLst/>
            <a:rect l="l" t="t" r="r" b="b"/>
            <a:pathLst>
              <a:path w="311489" h="671561" extrusionOk="0">
                <a:moveTo>
                  <a:pt x="239607" y="312112"/>
                </a:moveTo>
                <a:cubicBezTo>
                  <a:pt x="245597" y="300130"/>
                  <a:pt x="252170" y="270442"/>
                  <a:pt x="263568" y="252203"/>
                </a:cubicBezTo>
                <a:cubicBezTo>
                  <a:pt x="327669" y="149630"/>
                  <a:pt x="279818" y="275338"/>
                  <a:pt x="311489" y="180314"/>
                </a:cubicBezTo>
                <a:cubicBezTo>
                  <a:pt x="307496" y="136381"/>
                  <a:pt x="312481" y="90679"/>
                  <a:pt x="299509" y="48515"/>
                </a:cubicBezTo>
                <a:cubicBezTo>
                  <a:pt x="295275" y="34753"/>
                  <a:pt x="276726" y="30400"/>
                  <a:pt x="263568" y="24552"/>
                </a:cubicBezTo>
                <a:cubicBezTo>
                  <a:pt x="240488" y="14293"/>
                  <a:pt x="191686" y="589"/>
                  <a:pt x="191686" y="589"/>
                </a:cubicBezTo>
                <a:cubicBezTo>
                  <a:pt x="143764" y="4583"/>
                  <a:pt x="90931" y="-8937"/>
                  <a:pt x="47921" y="12570"/>
                </a:cubicBezTo>
                <a:cubicBezTo>
                  <a:pt x="39590" y="16736"/>
                  <a:pt x="16504" y="114291"/>
                  <a:pt x="11980" y="132387"/>
                </a:cubicBezTo>
                <a:cubicBezTo>
                  <a:pt x="7987" y="188301"/>
                  <a:pt x="0" y="244073"/>
                  <a:pt x="0" y="300130"/>
                </a:cubicBezTo>
                <a:cubicBezTo>
                  <a:pt x="0" y="376119"/>
                  <a:pt x="5101" y="452105"/>
                  <a:pt x="11980" y="527782"/>
                </a:cubicBezTo>
                <a:cubicBezTo>
                  <a:pt x="13123" y="540360"/>
                  <a:pt x="17464" y="552896"/>
                  <a:pt x="23961" y="563726"/>
                </a:cubicBezTo>
                <a:cubicBezTo>
                  <a:pt x="29772" y="573412"/>
                  <a:pt x="39934" y="579702"/>
                  <a:pt x="47921" y="587690"/>
                </a:cubicBezTo>
                <a:cubicBezTo>
                  <a:pt x="75875" y="671561"/>
                  <a:pt x="47919" y="651592"/>
                  <a:pt x="107823" y="671561"/>
                </a:cubicBezTo>
                <a:cubicBezTo>
                  <a:pt x="119803" y="663573"/>
                  <a:pt x="136133" y="659809"/>
                  <a:pt x="143764" y="647598"/>
                </a:cubicBezTo>
                <a:cubicBezTo>
                  <a:pt x="157150" y="626178"/>
                  <a:pt x="153715" y="596726"/>
                  <a:pt x="167725" y="575708"/>
                </a:cubicBezTo>
                <a:lnTo>
                  <a:pt x="191686" y="539763"/>
                </a:lnTo>
                <a:cubicBezTo>
                  <a:pt x="230113" y="424466"/>
                  <a:pt x="214956" y="488821"/>
                  <a:pt x="227627" y="324093"/>
                </a:cubicBezTo>
                <a:cubicBezTo>
                  <a:pt x="227933" y="320111"/>
                  <a:pt x="233617" y="324094"/>
                  <a:pt x="239607" y="312112"/>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sp>
        <p:nvSpPr>
          <p:cNvPr id="1359" name="Google Shape;1359;p20"/>
          <p:cNvSpPr/>
          <p:nvPr/>
        </p:nvSpPr>
        <p:spPr>
          <a:xfrm>
            <a:off x="3048062" y="2168402"/>
            <a:ext cx="726247" cy="1426095"/>
          </a:xfrm>
          <a:custGeom>
            <a:avLst/>
            <a:gdLst/>
            <a:ahLst/>
            <a:cxnLst/>
            <a:rect l="l" t="t" r="r" b="b"/>
            <a:pathLst>
              <a:path w="726247" h="1426095" extrusionOk="0">
                <a:moveTo>
                  <a:pt x="6927" y="874938"/>
                </a:moveTo>
                <a:cubicBezTo>
                  <a:pt x="10920" y="831005"/>
                  <a:pt x="12669" y="786811"/>
                  <a:pt x="18907" y="743140"/>
                </a:cubicBezTo>
                <a:cubicBezTo>
                  <a:pt x="23146" y="713464"/>
                  <a:pt x="37899" y="694981"/>
                  <a:pt x="54848" y="671250"/>
                </a:cubicBezTo>
                <a:cubicBezTo>
                  <a:pt x="66454" y="655000"/>
                  <a:pt x="78809" y="639299"/>
                  <a:pt x="90789" y="623324"/>
                </a:cubicBezTo>
                <a:cubicBezTo>
                  <a:pt x="94782" y="611342"/>
                  <a:pt x="96272" y="598209"/>
                  <a:pt x="102769" y="587379"/>
                </a:cubicBezTo>
                <a:cubicBezTo>
                  <a:pt x="125969" y="548707"/>
                  <a:pt x="157645" y="559938"/>
                  <a:pt x="198612" y="539452"/>
                </a:cubicBezTo>
                <a:lnTo>
                  <a:pt x="246533" y="515489"/>
                </a:lnTo>
                <a:lnTo>
                  <a:pt x="306435" y="455581"/>
                </a:lnTo>
                <a:cubicBezTo>
                  <a:pt x="314422" y="447593"/>
                  <a:pt x="320997" y="437883"/>
                  <a:pt x="330396" y="431617"/>
                </a:cubicBezTo>
                <a:lnTo>
                  <a:pt x="366337" y="407654"/>
                </a:lnTo>
                <a:cubicBezTo>
                  <a:pt x="374324" y="395672"/>
                  <a:pt x="381080" y="382772"/>
                  <a:pt x="390298" y="371709"/>
                </a:cubicBezTo>
                <a:cubicBezTo>
                  <a:pt x="401144" y="358692"/>
                  <a:pt x="418011" y="350576"/>
                  <a:pt x="426239" y="335764"/>
                </a:cubicBezTo>
                <a:cubicBezTo>
                  <a:pt x="438505" y="313683"/>
                  <a:pt x="442212" y="287837"/>
                  <a:pt x="450199" y="263874"/>
                </a:cubicBezTo>
                <a:lnTo>
                  <a:pt x="474160" y="191984"/>
                </a:lnTo>
                <a:lnTo>
                  <a:pt x="498121" y="120094"/>
                </a:lnTo>
                <a:cubicBezTo>
                  <a:pt x="510101" y="108112"/>
                  <a:pt x="519251" y="92378"/>
                  <a:pt x="534062" y="84149"/>
                </a:cubicBezTo>
                <a:cubicBezTo>
                  <a:pt x="556140" y="71882"/>
                  <a:pt x="605944" y="60186"/>
                  <a:pt x="605944" y="60186"/>
                </a:cubicBezTo>
                <a:cubicBezTo>
                  <a:pt x="619920" y="39220"/>
                  <a:pt x="635895" y="5271"/>
                  <a:pt x="665846" y="278"/>
                </a:cubicBezTo>
                <a:cubicBezTo>
                  <a:pt x="678303" y="-1798"/>
                  <a:pt x="689807" y="8265"/>
                  <a:pt x="701787" y="12259"/>
                </a:cubicBezTo>
                <a:cubicBezTo>
                  <a:pt x="705780" y="24241"/>
                  <a:pt x="711508" y="35778"/>
                  <a:pt x="713767" y="48204"/>
                </a:cubicBezTo>
                <a:cubicBezTo>
                  <a:pt x="732859" y="153223"/>
                  <a:pt x="727763" y="192820"/>
                  <a:pt x="713767" y="311801"/>
                </a:cubicBezTo>
                <a:cubicBezTo>
                  <a:pt x="712292" y="324344"/>
                  <a:pt x="707920" y="336705"/>
                  <a:pt x="701787" y="347746"/>
                </a:cubicBezTo>
                <a:cubicBezTo>
                  <a:pt x="687802" y="372922"/>
                  <a:pt x="669839" y="395673"/>
                  <a:pt x="653865" y="419636"/>
                </a:cubicBezTo>
                <a:cubicBezTo>
                  <a:pt x="645878" y="431618"/>
                  <a:pt x="641886" y="447593"/>
                  <a:pt x="629905" y="455581"/>
                </a:cubicBezTo>
                <a:cubicBezTo>
                  <a:pt x="547515" y="510513"/>
                  <a:pt x="585343" y="494399"/>
                  <a:pt x="522081" y="515489"/>
                </a:cubicBezTo>
                <a:cubicBezTo>
                  <a:pt x="510101" y="527471"/>
                  <a:pt x="496542" y="538059"/>
                  <a:pt x="486140" y="551434"/>
                </a:cubicBezTo>
                <a:cubicBezTo>
                  <a:pt x="468460" y="574168"/>
                  <a:pt x="438219" y="623324"/>
                  <a:pt x="438219" y="623324"/>
                </a:cubicBezTo>
                <a:cubicBezTo>
                  <a:pt x="441696" y="699820"/>
                  <a:pt x="464082" y="891290"/>
                  <a:pt x="438219" y="994755"/>
                </a:cubicBezTo>
                <a:cubicBezTo>
                  <a:pt x="434727" y="1008725"/>
                  <a:pt x="422245" y="1018718"/>
                  <a:pt x="414258" y="1030700"/>
                </a:cubicBezTo>
                <a:cubicBezTo>
                  <a:pt x="391322" y="1099517"/>
                  <a:pt x="398020" y="1070625"/>
                  <a:pt x="390298" y="1186462"/>
                </a:cubicBezTo>
                <a:cubicBezTo>
                  <a:pt x="384978" y="1266262"/>
                  <a:pt x="382311" y="1346217"/>
                  <a:pt x="378317" y="1426095"/>
                </a:cubicBezTo>
                <a:cubicBezTo>
                  <a:pt x="359920" y="1398496"/>
                  <a:pt x="347887" y="1387273"/>
                  <a:pt x="342376" y="1354205"/>
                </a:cubicBezTo>
                <a:cubicBezTo>
                  <a:pt x="336431" y="1318531"/>
                  <a:pt x="335895" y="1282116"/>
                  <a:pt x="330396" y="1246370"/>
                </a:cubicBezTo>
                <a:cubicBezTo>
                  <a:pt x="327892" y="1230094"/>
                  <a:pt x="326585" y="1212741"/>
                  <a:pt x="318416" y="1198443"/>
                </a:cubicBezTo>
                <a:cubicBezTo>
                  <a:pt x="310010" y="1183731"/>
                  <a:pt x="296573" y="1171897"/>
                  <a:pt x="282475" y="1162498"/>
                </a:cubicBezTo>
                <a:cubicBezTo>
                  <a:pt x="271968" y="1155492"/>
                  <a:pt x="258514" y="1154511"/>
                  <a:pt x="246533" y="1150517"/>
                </a:cubicBezTo>
                <a:cubicBezTo>
                  <a:pt x="227635" y="1131616"/>
                  <a:pt x="209406" y="1116516"/>
                  <a:pt x="198612" y="1090608"/>
                </a:cubicBezTo>
                <a:cubicBezTo>
                  <a:pt x="184041" y="1055633"/>
                  <a:pt x="189461" y="1009566"/>
                  <a:pt x="162671" y="982773"/>
                </a:cubicBezTo>
                <a:cubicBezTo>
                  <a:pt x="150691" y="970791"/>
                  <a:pt x="141541" y="955057"/>
                  <a:pt x="126730" y="946828"/>
                </a:cubicBezTo>
                <a:cubicBezTo>
                  <a:pt x="104652" y="934561"/>
                  <a:pt x="75862" y="936876"/>
                  <a:pt x="54848" y="922865"/>
                </a:cubicBezTo>
                <a:lnTo>
                  <a:pt x="18907" y="898902"/>
                </a:lnTo>
                <a:cubicBezTo>
                  <a:pt x="-6649" y="822224"/>
                  <a:pt x="-5955" y="839805"/>
                  <a:pt x="18907" y="707195"/>
                </a:cubicBezTo>
                <a:cubicBezTo>
                  <a:pt x="21560" y="693042"/>
                  <a:pt x="30521" y="678659"/>
                  <a:pt x="42868" y="671250"/>
                </a:cubicBezTo>
                <a:cubicBezTo>
                  <a:pt x="53141" y="665086"/>
                  <a:pt x="66829" y="671250"/>
                  <a:pt x="78809" y="67125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sp>
        <p:nvSpPr>
          <p:cNvPr id="1360" name="Google Shape;1360;p20"/>
          <p:cNvSpPr/>
          <p:nvPr/>
        </p:nvSpPr>
        <p:spPr>
          <a:xfrm>
            <a:off x="3510242" y="2731817"/>
            <a:ext cx="160322" cy="323505"/>
          </a:xfrm>
          <a:custGeom>
            <a:avLst/>
            <a:gdLst/>
            <a:ahLst/>
            <a:cxnLst/>
            <a:rect l="l" t="t" r="r" b="b"/>
            <a:pathLst>
              <a:path w="160322" h="323505" extrusionOk="0">
                <a:moveTo>
                  <a:pt x="0" y="143780"/>
                </a:moveTo>
                <a:cubicBezTo>
                  <a:pt x="2791" y="124237"/>
                  <a:pt x="2039" y="43339"/>
                  <a:pt x="35941" y="23964"/>
                </a:cubicBezTo>
                <a:cubicBezTo>
                  <a:pt x="53620" y="13860"/>
                  <a:pt x="75876" y="15976"/>
                  <a:pt x="95843" y="11982"/>
                </a:cubicBezTo>
                <a:cubicBezTo>
                  <a:pt x="107823" y="19970"/>
                  <a:pt x="124153" y="23734"/>
                  <a:pt x="131784" y="35945"/>
                </a:cubicBezTo>
                <a:cubicBezTo>
                  <a:pt x="145170" y="57365"/>
                  <a:pt x="155744" y="107835"/>
                  <a:pt x="155744" y="107835"/>
                </a:cubicBezTo>
                <a:cubicBezTo>
                  <a:pt x="146923" y="240169"/>
                  <a:pt x="192733" y="269063"/>
                  <a:pt x="107823" y="311523"/>
                </a:cubicBezTo>
                <a:cubicBezTo>
                  <a:pt x="96528" y="317171"/>
                  <a:pt x="83862" y="319511"/>
                  <a:pt x="71882" y="323505"/>
                </a:cubicBezTo>
                <a:cubicBezTo>
                  <a:pt x="55908" y="319511"/>
                  <a:pt x="34675" y="324025"/>
                  <a:pt x="23960" y="311523"/>
                </a:cubicBezTo>
                <a:cubicBezTo>
                  <a:pt x="7523" y="292344"/>
                  <a:pt x="0" y="239634"/>
                  <a:pt x="0" y="239634"/>
                </a:cubicBezTo>
                <a:lnTo>
                  <a:pt x="35941" y="0"/>
                </a:ln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sp>
        <p:nvSpPr>
          <p:cNvPr id="1361" name="Google Shape;1361;p20"/>
          <p:cNvSpPr/>
          <p:nvPr/>
        </p:nvSpPr>
        <p:spPr>
          <a:xfrm>
            <a:off x="4145200" y="2623983"/>
            <a:ext cx="956228" cy="1090330"/>
          </a:xfrm>
          <a:custGeom>
            <a:avLst/>
            <a:gdLst/>
            <a:ahLst/>
            <a:cxnLst/>
            <a:rect l="l" t="t" r="r" b="b"/>
            <a:pathLst>
              <a:path w="956228" h="1090330" extrusionOk="0">
                <a:moveTo>
                  <a:pt x="11980" y="239633"/>
                </a:moveTo>
                <a:cubicBezTo>
                  <a:pt x="15974" y="187712"/>
                  <a:pt x="14365" y="135053"/>
                  <a:pt x="23961" y="83871"/>
                </a:cubicBezTo>
                <a:cubicBezTo>
                  <a:pt x="26614" y="69718"/>
                  <a:pt x="33594" y="49359"/>
                  <a:pt x="47922" y="47926"/>
                </a:cubicBezTo>
                <a:cubicBezTo>
                  <a:pt x="119558" y="40762"/>
                  <a:pt x="191686" y="55914"/>
                  <a:pt x="263568" y="59908"/>
                </a:cubicBezTo>
                <a:cubicBezTo>
                  <a:pt x="271555" y="71890"/>
                  <a:pt x="281089" y="82973"/>
                  <a:pt x="287528" y="95853"/>
                </a:cubicBezTo>
                <a:cubicBezTo>
                  <a:pt x="293176" y="107150"/>
                  <a:pt x="290579" y="122867"/>
                  <a:pt x="299509" y="131798"/>
                </a:cubicBezTo>
                <a:cubicBezTo>
                  <a:pt x="308438" y="140728"/>
                  <a:pt x="323025" y="141520"/>
                  <a:pt x="335450" y="143779"/>
                </a:cubicBezTo>
                <a:cubicBezTo>
                  <a:pt x="367127" y="149539"/>
                  <a:pt x="399345" y="151767"/>
                  <a:pt x="431293" y="155761"/>
                </a:cubicBezTo>
                <a:cubicBezTo>
                  <a:pt x="495188" y="151767"/>
                  <a:pt x="560304" y="156837"/>
                  <a:pt x="622978" y="143779"/>
                </a:cubicBezTo>
                <a:cubicBezTo>
                  <a:pt x="657946" y="136493"/>
                  <a:pt x="718821" y="95853"/>
                  <a:pt x="718821" y="95853"/>
                </a:cubicBezTo>
                <a:cubicBezTo>
                  <a:pt x="726808" y="83871"/>
                  <a:pt x="736343" y="72788"/>
                  <a:pt x="742782" y="59908"/>
                </a:cubicBezTo>
                <a:cubicBezTo>
                  <a:pt x="748430" y="48611"/>
                  <a:pt x="746873" y="33826"/>
                  <a:pt x="754762" y="23963"/>
                </a:cubicBezTo>
                <a:cubicBezTo>
                  <a:pt x="763756" y="12719"/>
                  <a:pt x="778723" y="7988"/>
                  <a:pt x="790703" y="0"/>
                </a:cubicBezTo>
                <a:cubicBezTo>
                  <a:pt x="802683" y="3994"/>
                  <a:pt x="816783" y="4092"/>
                  <a:pt x="826644" y="11981"/>
                </a:cubicBezTo>
                <a:cubicBezTo>
                  <a:pt x="837888" y="20977"/>
                  <a:pt x="838394" y="40294"/>
                  <a:pt x="850605" y="47926"/>
                </a:cubicBezTo>
                <a:cubicBezTo>
                  <a:pt x="872022" y="61313"/>
                  <a:pt x="922487" y="71889"/>
                  <a:pt x="922487" y="71889"/>
                </a:cubicBezTo>
                <a:cubicBezTo>
                  <a:pt x="930474" y="83871"/>
                  <a:pt x="945763" y="93451"/>
                  <a:pt x="946448" y="107834"/>
                </a:cubicBezTo>
                <a:cubicBezTo>
                  <a:pt x="947765" y="135490"/>
                  <a:pt x="983191" y="303853"/>
                  <a:pt x="910507" y="347468"/>
                </a:cubicBezTo>
                <a:cubicBezTo>
                  <a:pt x="899678" y="353966"/>
                  <a:pt x="886546" y="355455"/>
                  <a:pt x="874565" y="359449"/>
                </a:cubicBezTo>
                <a:cubicBezTo>
                  <a:pt x="805900" y="462460"/>
                  <a:pt x="888224" y="332128"/>
                  <a:pt x="838624" y="431339"/>
                </a:cubicBezTo>
                <a:cubicBezTo>
                  <a:pt x="832185" y="444219"/>
                  <a:pt x="821103" y="454404"/>
                  <a:pt x="814664" y="467284"/>
                </a:cubicBezTo>
                <a:cubicBezTo>
                  <a:pt x="809016" y="478581"/>
                  <a:pt x="810572" y="493366"/>
                  <a:pt x="802683" y="503229"/>
                </a:cubicBezTo>
                <a:cubicBezTo>
                  <a:pt x="793689" y="514473"/>
                  <a:pt x="778722" y="519204"/>
                  <a:pt x="766742" y="527192"/>
                </a:cubicBezTo>
                <a:cubicBezTo>
                  <a:pt x="754796" y="563034"/>
                  <a:pt x="753672" y="602133"/>
                  <a:pt x="718821" y="623046"/>
                </a:cubicBezTo>
                <a:cubicBezTo>
                  <a:pt x="707992" y="629544"/>
                  <a:pt x="694860" y="631033"/>
                  <a:pt x="682880" y="635027"/>
                </a:cubicBezTo>
                <a:cubicBezTo>
                  <a:pt x="641058" y="676854"/>
                  <a:pt x="662492" y="648273"/>
                  <a:pt x="634959" y="730881"/>
                </a:cubicBezTo>
                <a:lnTo>
                  <a:pt x="599017" y="838715"/>
                </a:lnTo>
                <a:cubicBezTo>
                  <a:pt x="595024" y="850697"/>
                  <a:pt x="590100" y="862407"/>
                  <a:pt x="587037" y="874660"/>
                </a:cubicBezTo>
                <a:cubicBezTo>
                  <a:pt x="579050" y="906611"/>
                  <a:pt x="569534" y="938219"/>
                  <a:pt x="563076" y="970514"/>
                </a:cubicBezTo>
                <a:cubicBezTo>
                  <a:pt x="557019" y="1000803"/>
                  <a:pt x="551936" y="1053546"/>
                  <a:pt x="527135" y="1078349"/>
                </a:cubicBezTo>
                <a:cubicBezTo>
                  <a:pt x="518206" y="1087279"/>
                  <a:pt x="503174" y="1086336"/>
                  <a:pt x="491194" y="1090330"/>
                </a:cubicBezTo>
                <a:cubicBezTo>
                  <a:pt x="463240" y="1086336"/>
                  <a:pt x="432588" y="1090978"/>
                  <a:pt x="407332" y="1078349"/>
                </a:cubicBezTo>
                <a:cubicBezTo>
                  <a:pt x="396036" y="1072700"/>
                  <a:pt x="396446" y="1054986"/>
                  <a:pt x="395352" y="1042404"/>
                </a:cubicBezTo>
                <a:cubicBezTo>
                  <a:pt x="388424" y="962727"/>
                  <a:pt x="390012" y="882472"/>
                  <a:pt x="383371" y="802770"/>
                </a:cubicBezTo>
                <a:cubicBezTo>
                  <a:pt x="381168" y="776333"/>
                  <a:pt x="366750" y="744587"/>
                  <a:pt x="359411" y="718899"/>
                </a:cubicBezTo>
                <a:cubicBezTo>
                  <a:pt x="354888" y="703065"/>
                  <a:pt x="351424" y="686948"/>
                  <a:pt x="347430" y="670972"/>
                </a:cubicBezTo>
                <a:cubicBezTo>
                  <a:pt x="343437" y="639021"/>
                  <a:pt x="349849" y="603920"/>
                  <a:pt x="335450" y="575119"/>
                </a:cubicBezTo>
                <a:cubicBezTo>
                  <a:pt x="327464" y="559144"/>
                  <a:pt x="302388" y="561064"/>
                  <a:pt x="287528" y="551156"/>
                </a:cubicBezTo>
                <a:cubicBezTo>
                  <a:pt x="278130" y="544890"/>
                  <a:pt x="272388" y="534249"/>
                  <a:pt x="263568" y="527192"/>
                </a:cubicBezTo>
                <a:cubicBezTo>
                  <a:pt x="230393" y="500648"/>
                  <a:pt x="229646" y="503902"/>
                  <a:pt x="191686" y="491247"/>
                </a:cubicBezTo>
                <a:cubicBezTo>
                  <a:pt x="165190" y="464748"/>
                  <a:pt x="153164" y="448021"/>
                  <a:pt x="119804" y="431339"/>
                </a:cubicBezTo>
                <a:cubicBezTo>
                  <a:pt x="20602" y="381733"/>
                  <a:pt x="150925" y="464069"/>
                  <a:pt x="47922" y="395394"/>
                </a:cubicBezTo>
                <a:cubicBezTo>
                  <a:pt x="39935" y="383412"/>
                  <a:pt x="29809" y="372608"/>
                  <a:pt x="23961" y="359449"/>
                </a:cubicBezTo>
                <a:cubicBezTo>
                  <a:pt x="13703" y="336366"/>
                  <a:pt x="0" y="287559"/>
                  <a:pt x="0" y="287559"/>
                </a:cubicBezTo>
                <a:cubicBezTo>
                  <a:pt x="3993" y="251614"/>
                  <a:pt x="544" y="214035"/>
                  <a:pt x="11980" y="179724"/>
                </a:cubicBezTo>
                <a:cubicBezTo>
                  <a:pt x="21086" y="152402"/>
                  <a:pt x="59902" y="107834"/>
                  <a:pt x="59902" y="107834"/>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sp>
        <p:nvSpPr>
          <p:cNvPr id="1362" name="Google Shape;1362;p20"/>
          <p:cNvSpPr/>
          <p:nvPr/>
        </p:nvSpPr>
        <p:spPr>
          <a:xfrm>
            <a:off x="3788791" y="2151735"/>
            <a:ext cx="486069" cy="503821"/>
          </a:xfrm>
          <a:custGeom>
            <a:avLst/>
            <a:gdLst/>
            <a:ahLst/>
            <a:cxnLst/>
            <a:rect l="l" t="t" r="r" b="b"/>
            <a:pathLst>
              <a:path w="486069" h="503821" extrusionOk="0">
                <a:moveTo>
                  <a:pt x="325353" y="304392"/>
                </a:moveTo>
                <a:cubicBezTo>
                  <a:pt x="253901" y="261516"/>
                  <a:pt x="292233" y="279356"/>
                  <a:pt x="209905" y="251911"/>
                </a:cubicBezTo>
                <a:lnTo>
                  <a:pt x="178419" y="241414"/>
                </a:lnTo>
                <a:lnTo>
                  <a:pt x="146934" y="230918"/>
                </a:lnTo>
                <a:cubicBezTo>
                  <a:pt x="139936" y="209924"/>
                  <a:pt x="125943" y="188934"/>
                  <a:pt x="146934" y="167941"/>
                </a:cubicBezTo>
                <a:cubicBezTo>
                  <a:pt x="154756" y="160118"/>
                  <a:pt x="167782" y="160484"/>
                  <a:pt x="178419" y="157444"/>
                </a:cubicBezTo>
                <a:cubicBezTo>
                  <a:pt x="257518" y="134842"/>
                  <a:pt x="182400" y="162150"/>
                  <a:pt x="272877" y="125955"/>
                </a:cubicBezTo>
                <a:cubicBezTo>
                  <a:pt x="287156" y="83115"/>
                  <a:pt x="287069" y="102158"/>
                  <a:pt x="272877" y="52482"/>
                </a:cubicBezTo>
                <a:cubicBezTo>
                  <a:pt x="269838" y="41844"/>
                  <a:pt x="271384" y="27424"/>
                  <a:pt x="262381" y="20993"/>
                </a:cubicBezTo>
                <a:cubicBezTo>
                  <a:pt x="244377" y="8132"/>
                  <a:pt x="199410" y="0"/>
                  <a:pt x="199410" y="0"/>
                </a:cubicBezTo>
                <a:cubicBezTo>
                  <a:pt x="150432" y="6998"/>
                  <a:pt x="99941" y="7031"/>
                  <a:pt x="52476" y="20993"/>
                </a:cubicBezTo>
                <a:cubicBezTo>
                  <a:pt x="38236" y="25182"/>
                  <a:pt x="28198" y="39506"/>
                  <a:pt x="20990" y="52482"/>
                </a:cubicBezTo>
                <a:cubicBezTo>
                  <a:pt x="10245" y="71825"/>
                  <a:pt x="0" y="115459"/>
                  <a:pt x="0" y="115459"/>
                </a:cubicBezTo>
                <a:cubicBezTo>
                  <a:pt x="3498" y="195930"/>
                  <a:pt x="1263" y="276856"/>
                  <a:pt x="10495" y="356873"/>
                </a:cubicBezTo>
                <a:cubicBezTo>
                  <a:pt x="11941" y="369405"/>
                  <a:pt x="26517" y="376767"/>
                  <a:pt x="31486" y="388362"/>
                </a:cubicBezTo>
                <a:cubicBezTo>
                  <a:pt x="37168" y="401621"/>
                  <a:pt x="32970" y="419082"/>
                  <a:pt x="41981" y="430347"/>
                </a:cubicBezTo>
                <a:cubicBezTo>
                  <a:pt x="48892" y="438986"/>
                  <a:pt x="63396" y="436266"/>
                  <a:pt x="73467" y="440844"/>
                </a:cubicBezTo>
                <a:cubicBezTo>
                  <a:pt x="148302" y="474863"/>
                  <a:pt x="139621" y="470956"/>
                  <a:pt x="188915" y="503821"/>
                </a:cubicBezTo>
                <a:cubicBezTo>
                  <a:pt x="212993" y="502405"/>
                  <a:pt x="376342" y="508312"/>
                  <a:pt x="430306" y="472332"/>
                </a:cubicBezTo>
                <a:lnTo>
                  <a:pt x="461791" y="451340"/>
                </a:lnTo>
                <a:cubicBezTo>
                  <a:pt x="480326" y="395731"/>
                  <a:pt x="500027" y="366813"/>
                  <a:pt x="472287" y="304392"/>
                </a:cubicBezTo>
                <a:cubicBezTo>
                  <a:pt x="467794" y="294282"/>
                  <a:pt x="451438" y="296936"/>
                  <a:pt x="440801" y="293896"/>
                </a:cubicBezTo>
                <a:cubicBezTo>
                  <a:pt x="396955" y="281367"/>
                  <a:pt x="385343" y="281153"/>
                  <a:pt x="335848" y="272903"/>
                </a:cubicBezTo>
                <a:lnTo>
                  <a:pt x="241391" y="241414"/>
                </a:lnTo>
                <a:lnTo>
                  <a:pt x="209905" y="230918"/>
                </a:lnTo>
                <a:lnTo>
                  <a:pt x="178419" y="220422"/>
                </a:lnTo>
                <a:cubicBezTo>
                  <a:pt x="163995" y="198783"/>
                  <a:pt x="150276" y="184186"/>
                  <a:pt x="146934" y="157444"/>
                </a:cubicBezTo>
                <a:cubicBezTo>
                  <a:pt x="144764" y="140085"/>
                  <a:pt x="146934" y="122457"/>
                  <a:pt x="146934" y="104963"/>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sp>
        <p:nvSpPr>
          <p:cNvPr id="1363" name="Google Shape;1363;p20"/>
          <p:cNvSpPr/>
          <p:nvPr/>
        </p:nvSpPr>
        <p:spPr>
          <a:xfrm>
            <a:off x="3715324" y="2675893"/>
            <a:ext cx="136438" cy="147603"/>
          </a:xfrm>
          <a:custGeom>
            <a:avLst/>
            <a:gdLst/>
            <a:ahLst/>
            <a:cxnLst/>
            <a:rect l="l" t="t" r="r" b="b"/>
            <a:pathLst>
              <a:path w="136438" h="147603" extrusionOk="0">
                <a:moveTo>
                  <a:pt x="0" y="21648"/>
                </a:moveTo>
                <a:cubicBezTo>
                  <a:pt x="20991" y="14651"/>
                  <a:pt x="41275" y="-3684"/>
                  <a:pt x="62972" y="656"/>
                </a:cubicBezTo>
                <a:cubicBezTo>
                  <a:pt x="73821" y="2826"/>
                  <a:pt x="43271" y="26007"/>
                  <a:pt x="52476" y="32144"/>
                </a:cubicBezTo>
                <a:cubicBezTo>
                  <a:pt x="64477" y="40146"/>
                  <a:pt x="80463" y="25147"/>
                  <a:pt x="94457" y="21648"/>
                </a:cubicBezTo>
                <a:cubicBezTo>
                  <a:pt x="90959" y="35643"/>
                  <a:pt x="83962" y="49207"/>
                  <a:pt x="83962" y="63633"/>
                </a:cubicBezTo>
                <a:cubicBezTo>
                  <a:pt x="83962" y="74697"/>
                  <a:pt x="96276" y="84209"/>
                  <a:pt x="94457" y="95122"/>
                </a:cubicBezTo>
                <a:cubicBezTo>
                  <a:pt x="92383" y="107565"/>
                  <a:pt x="64547" y="117691"/>
                  <a:pt x="73467" y="126611"/>
                </a:cubicBezTo>
                <a:cubicBezTo>
                  <a:pt x="82387" y="135531"/>
                  <a:pt x="93671" y="111260"/>
                  <a:pt x="104953" y="105618"/>
                </a:cubicBezTo>
                <a:cubicBezTo>
                  <a:pt x="114848" y="100670"/>
                  <a:pt x="125943" y="98621"/>
                  <a:pt x="136438" y="95122"/>
                </a:cubicBezTo>
                <a:cubicBezTo>
                  <a:pt x="125095" y="140501"/>
                  <a:pt x="125943" y="122681"/>
                  <a:pt x="125943" y="147603"/>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sp>
        <p:nvSpPr>
          <p:cNvPr id="1364" name="Google Shape;1364;p20"/>
          <p:cNvSpPr/>
          <p:nvPr/>
        </p:nvSpPr>
        <p:spPr>
          <a:xfrm>
            <a:off x="3883248" y="2771015"/>
            <a:ext cx="172644" cy="104963"/>
          </a:xfrm>
          <a:custGeom>
            <a:avLst/>
            <a:gdLst/>
            <a:ahLst/>
            <a:cxnLst/>
            <a:rect l="l" t="t" r="r" b="b"/>
            <a:pathLst>
              <a:path w="172644" h="104963" extrusionOk="0">
                <a:moveTo>
                  <a:pt x="157429" y="20993"/>
                </a:moveTo>
                <a:cubicBezTo>
                  <a:pt x="146934" y="12246"/>
                  <a:pt x="122259" y="14823"/>
                  <a:pt x="104953" y="10496"/>
                </a:cubicBezTo>
                <a:cubicBezTo>
                  <a:pt x="94220" y="7812"/>
                  <a:pt x="84530" y="0"/>
                  <a:pt x="73467" y="0"/>
                </a:cubicBezTo>
                <a:cubicBezTo>
                  <a:pt x="48729" y="0"/>
                  <a:pt x="24489" y="6997"/>
                  <a:pt x="0" y="10496"/>
                </a:cubicBezTo>
                <a:cubicBezTo>
                  <a:pt x="18472" y="65919"/>
                  <a:pt x="1289" y="35847"/>
                  <a:pt x="73467" y="83970"/>
                </a:cubicBezTo>
                <a:lnTo>
                  <a:pt x="104953" y="104963"/>
                </a:lnTo>
                <a:cubicBezTo>
                  <a:pt x="122445" y="101464"/>
                  <a:pt x="142587" y="104363"/>
                  <a:pt x="157429" y="94467"/>
                </a:cubicBezTo>
                <a:cubicBezTo>
                  <a:pt x="166634" y="88329"/>
                  <a:pt x="164885" y="73616"/>
                  <a:pt x="167924" y="62978"/>
                </a:cubicBezTo>
                <a:cubicBezTo>
                  <a:pt x="179269" y="23269"/>
                  <a:pt x="167924" y="29740"/>
                  <a:pt x="157429" y="20993"/>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sp>
        <p:nvSpPr>
          <p:cNvPr id="1365" name="Google Shape;1365;p20"/>
          <p:cNvSpPr/>
          <p:nvPr/>
        </p:nvSpPr>
        <p:spPr>
          <a:xfrm>
            <a:off x="3925229" y="2948297"/>
            <a:ext cx="272877" cy="204397"/>
          </a:xfrm>
          <a:custGeom>
            <a:avLst/>
            <a:gdLst/>
            <a:ahLst/>
            <a:cxnLst/>
            <a:rect l="l" t="t" r="r" b="b"/>
            <a:pathLst>
              <a:path w="272877" h="204397" extrusionOk="0">
                <a:moveTo>
                  <a:pt x="0" y="53636"/>
                </a:moveTo>
                <a:cubicBezTo>
                  <a:pt x="20991" y="50137"/>
                  <a:pt x="42199" y="47757"/>
                  <a:pt x="62972" y="43140"/>
                </a:cubicBezTo>
                <a:cubicBezTo>
                  <a:pt x="73772" y="40740"/>
                  <a:pt x="83395" y="32644"/>
                  <a:pt x="94458" y="32644"/>
                </a:cubicBezTo>
                <a:cubicBezTo>
                  <a:pt x="112296" y="32644"/>
                  <a:pt x="129442" y="39641"/>
                  <a:pt x="146934" y="43140"/>
                </a:cubicBezTo>
                <a:cubicBezTo>
                  <a:pt x="150432" y="53636"/>
                  <a:pt x="149606" y="66805"/>
                  <a:pt x="157429" y="74629"/>
                </a:cubicBezTo>
                <a:cubicBezTo>
                  <a:pt x="165251" y="82452"/>
                  <a:pt x="179020" y="80177"/>
                  <a:pt x="188915" y="85125"/>
                </a:cubicBezTo>
                <a:cubicBezTo>
                  <a:pt x="200197" y="90766"/>
                  <a:pt x="210711" y="98041"/>
                  <a:pt x="220401" y="106117"/>
                </a:cubicBezTo>
                <a:cubicBezTo>
                  <a:pt x="250705" y="131373"/>
                  <a:pt x="252238" y="138133"/>
                  <a:pt x="272877" y="169095"/>
                </a:cubicBezTo>
                <a:cubicBezTo>
                  <a:pt x="269379" y="179591"/>
                  <a:pt x="273317" y="198901"/>
                  <a:pt x="262382" y="200584"/>
                </a:cubicBezTo>
                <a:cubicBezTo>
                  <a:pt x="192093" y="211399"/>
                  <a:pt x="158892" y="197574"/>
                  <a:pt x="104953" y="179591"/>
                </a:cubicBezTo>
                <a:cubicBezTo>
                  <a:pt x="97956" y="169095"/>
                  <a:pt x="93455" y="156409"/>
                  <a:pt x="83962" y="148102"/>
                </a:cubicBezTo>
                <a:cubicBezTo>
                  <a:pt x="64977" y="131488"/>
                  <a:pt x="20991" y="106117"/>
                  <a:pt x="20991" y="106117"/>
                </a:cubicBezTo>
                <a:cubicBezTo>
                  <a:pt x="17493" y="95621"/>
                  <a:pt x="10496" y="85693"/>
                  <a:pt x="10496" y="74629"/>
                </a:cubicBezTo>
                <a:cubicBezTo>
                  <a:pt x="10496" y="32440"/>
                  <a:pt x="15317" y="16020"/>
                  <a:pt x="52477" y="1155"/>
                </a:cubicBezTo>
                <a:cubicBezTo>
                  <a:pt x="58973" y="-1444"/>
                  <a:pt x="66470" y="1155"/>
                  <a:pt x="73467" y="1155"/>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sp>
        <p:nvSpPr>
          <p:cNvPr id="1366" name="Google Shape;1366;p20"/>
          <p:cNvSpPr/>
          <p:nvPr/>
        </p:nvSpPr>
        <p:spPr>
          <a:xfrm>
            <a:off x="4320822" y="2497679"/>
            <a:ext cx="593765" cy="157877"/>
          </a:xfrm>
          <a:custGeom>
            <a:avLst/>
            <a:gdLst/>
            <a:ahLst/>
            <a:cxnLst/>
            <a:rect l="l" t="t" r="r" b="b"/>
            <a:pathLst>
              <a:path w="593765" h="157877" extrusionOk="0">
                <a:moveTo>
                  <a:pt x="24218" y="136885"/>
                </a:moveTo>
                <a:cubicBezTo>
                  <a:pt x="41710" y="133386"/>
                  <a:pt x="59388" y="130715"/>
                  <a:pt x="76694" y="126388"/>
                </a:cubicBezTo>
                <a:cubicBezTo>
                  <a:pt x="87427" y="123704"/>
                  <a:pt x="97117" y="115892"/>
                  <a:pt x="108180" y="115892"/>
                </a:cubicBezTo>
                <a:cubicBezTo>
                  <a:pt x="139859" y="115892"/>
                  <a:pt x="171151" y="122889"/>
                  <a:pt x="202637" y="126388"/>
                </a:cubicBezTo>
                <a:cubicBezTo>
                  <a:pt x="216631" y="129887"/>
                  <a:pt x="231112" y="131820"/>
                  <a:pt x="244618" y="136885"/>
                </a:cubicBezTo>
                <a:cubicBezTo>
                  <a:pt x="259268" y="142379"/>
                  <a:pt x="270954" y="157877"/>
                  <a:pt x="286600" y="157877"/>
                </a:cubicBezTo>
                <a:cubicBezTo>
                  <a:pt x="325713" y="157877"/>
                  <a:pt x="363604" y="144094"/>
                  <a:pt x="402047" y="136885"/>
                </a:cubicBezTo>
                <a:cubicBezTo>
                  <a:pt x="498220" y="118851"/>
                  <a:pt x="411464" y="131771"/>
                  <a:pt x="538486" y="115892"/>
                </a:cubicBezTo>
                <a:cubicBezTo>
                  <a:pt x="555978" y="108895"/>
                  <a:pt x="579194" y="109612"/>
                  <a:pt x="590962" y="94900"/>
                </a:cubicBezTo>
                <a:cubicBezTo>
                  <a:pt x="597873" y="86260"/>
                  <a:pt x="591105" y="66451"/>
                  <a:pt x="580467" y="63411"/>
                </a:cubicBezTo>
                <a:cubicBezTo>
                  <a:pt x="536609" y="50879"/>
                  <a:pt x="489508" y="56413"/>
                  <a:pt x="444029" y="52914"/>
                </a:cubicBezTo>
                <a:cubicBezTo>
                  <a:pt x="428110" y="42301"/>
                  <a:pt x="402783" y="21426"/>
                  <a:pt x="381057" y="21426"/>
                </a:cubicBezTo>
                <a:cubicBezTo>
                  <a:pt x="369994" y="21426"/>
                  <a:pt x="360066" y="28423"/>
                  <a:pt x="349571" y="31922"/>
                </a:cubicBezTo>
                <a:cubicBezTo>
                  <a:pt x="311088" y="28423"/>
                  <a:pt x="272014" y="29005"/>
                  <a:pt x="234123" y="21426"/>
                </a:cubicBezTo>
                <a:cubicBezTo>
                  <a:pt x="218781" y="18357"/>
                  <a:pt x="207753" y="1474"/>
                  <a:pt x="192142" y="433"/>
                </a:cubicBezTo>
                <a:cubicBezTo>
                  <a:pt x="153586" y="-2138"/>
                  <a:pt x="115177" y="7430"/>
                  <a:pt x="76694" y="10929"/>
                </a:cubicBezTo>
                <a:cubicBezTo>
                  <a:pt x="73196" y="24924"/>
                  <a:pt x="77937" y="44529"/>
                  <a:pt x="66199" y="52914"/>
                </a:cubicBezTo>
                <a:cubicBezTo>
                  <a:pt x="48883" y="65284"/>
                  <a:pt x="19843" y="50116"/>
                  <a:pt x="3227" y="63411"/>
                </a:cubicBezTo>
                <a:cubicBezTo>
                  <a:pt x="-5412" y="70323"/>
                  <a:pt x="5084" y="87988"/>
                  <a:pt x="13723" y="94900"/>
                </a:cubicBezTo>
                <a:cubicBezTo>
                  <a:pt x="24986" y="103911"/>
                  <a:pt x="41710" y="101897"/>
                  <a:pt x="55704" y="105396"/>
                </a:cubicBezTo>
                <a:cubicBezTo>
                  <a:pt x="59202" y="115892"/>
                  <a:pt x="56994" y="130747"/>
                  <a:pt x="66199" y="136885"/>
                </a:cubicBezTo>
                <a:cubicBezTo>
                  <a:pt x="85029" y="149439"/>
                  <a:pt x="126687" y="147381"/>
                  <a:pt x="150161" y="147381"/>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sp>
        <p:nvSpPr>
          <p:cNvPr id="1367" name="Google Shape;1367;p20"/>
          <p:cNvSpPr/>
          <p:nvPr/>
        </p:nvSpPr>
        <p:spPr>
          <a:xfrm>
            <a:off x="4502469" y="3117392"/>
            <a:ext cx="94457" cy="130264"/>
          </a:xfrm>
          <a:custGeom>
            <a:avLst/>
            <a:gdLst/>
            <a:ahLst/>
            <a:cxnLst/>
            <a:rect l="l" t="t" r="r" b="b"/>
            <a:pathLst>
              <a:path w="94457" h="130264" extrusionOk="0">
                <a:moveTo>
                  <a:pt x="41981" y="125955"/>
                </a:moveTo>
                <a:cubicBezTo>
                  <a:pt x="26238" y="118958"/>
                  <a:pt x="0" y="67526"/>
                  <a:pt x="0" y="31489"/>
                </a:cubicBezTo>
                <a:cubicBezTo>
                  <a:pt x="0" y="20425"/>
                  <a:pt x="6997" y="10496"/>
                  <a:pt x="10495" y="0"/>
                </a:cubicBezTo>
                <a:cubicBezTo>
                  <a:pt x="31486" y="3499"/>
                  <a:pt x="57453" y="-3518"/>
                  <a:pt x="73467" y="10496"/>
                </a:cubicBezTo>
                <a:cubicBezTo>
                  <a:pt x="90119" y="25068"/>
                  <a:pt x="94457" y="73474"/>
                  <a:pt x="94457" y="73474"/>
                </a:cubicBezTo>
                <a:cubicBezTo>
                  <a:pt x="83387" y="139903"/>
                  <a:pt x="57724" y="132952"/>
                  <a:pt x="41981" y="125955"/>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sp>
        <p:nvSpPr>
          <p:cNvPr id="1368" name="Google Shape;1368;p20"/>
          <p:cNvSpPr/>
          <p:nvPr/>
        </p:nvSpPr>
        <p:spPr>
          <a:xfrm>
            <a:off x="4365550" y="3179344"/>
            <a:ext cx="157909" cy="200455"/>
          </a:xfrm>
          <a:custGeom>
            <a:avLst/>
            <a:gdLst/>
            <a:ahLst/>
            <a:cxnLst/>
            <a:rect l="l" t="t" r="r" b="b"/>
            <a:pathLst>
              <a:path w="157909" h="200455" extrusionOk="0">
                <a:moveTo>
                  <a:pt x="84443" y="32514"/>
                </a:moveTo>
                <a:cubicBezTo>
                  <a:pt x="66951" y="22018"/>
                  <a:pt x="51757" y="5974"/>
                  <a:pt x="31966" y="1026"/>
                </a:cubicBezTo>
                <a:cubicBezTo>
                  <a:pt x="21233" y="-1657"/>
                  <a:pt x="2299" y="609"/>
                  <a:pt x="480" y="11522"/>
                </a:cubicBezTo>
                <a:cubicBezTo>
                  <a:pt x="-4567" y="41805"/>
                  <a:pt x="31590" y="71030"/>
                  <a:pt x="42461" y="95492"/>
                </a:cubicBezTo>
                <a:cubicBezTo>
                  <a:pt x="51447" y="115713"/>
                  <a:pt x="56455" y="137477"/>
                  <a:pt x="63452" y="158470"/>
                </a:cubicBezTo>
                <a:cubicBezTo>
                  <a:pt x="66950" y="168966"/>
                  <a:pt x="63451" y="186459"/>
                  <a:pt x="73947" y="189958"/>
                </a:cubicBezTo>
                <a:lnTo>
                  <a:pt x="105433" y="200455"/>
                </a:lnTo>
                <a:cubicBezTo>
                  <a:pt x="119427" y="196956"/>
                  <a:pt x="136151" y="198969"/>
                  <a:pt x="147414" y="189958"/>
                </a:cubicBezTo>
                <a:cubicBezTo>
                  <a:pt x="156053" y="183046"/>
                  <a:pt x="157909" y="169534"/>
                  <a:pt x="157909" y="158470"/>
                </a:cubicBezTo>
                <a:cubicBezTo>
                  <a:pt x="157909" y="144044"/>
                  <a:pt x="150543" y="130567"/>
                  <a:pt x="147414" y="116485"/>
                </a:cubicBezTo>
                <a:cubicBezTo>
                  <a:pt x="133489" y="53813"/>
                  <a:pt x="136919" y="75015"/>
                  <a:pt x="136919" y="11522"/>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sp>
        <p:nvSpPr>
          <p:cNvPr id="1369" name="Google Shape;1369;p20"/>
          <p:cNvSpPr/>
          <p:nvPr/>
        </p:nvSpPr>
        <p:spPr>
          <a:xfrm>
            <a:off x="4281859" y="3201362"/>
            <a:ext cx="141684" cy="430347"/>
          </a:xfrm>
          <a:custGeom>
            <a:avLst/>
            <a:gdLst/>
            <a:ahLst/>
            <a:cxnLst/>
            <a:rect l="l" t="t" r="r" b="b"/>
            <a:pathLst>
              <a:path w="141684" h="430347" extrusionOk="0">
                <a:moveTo>
                  <a:pt x="63181" y="31489"/>
                </a:moveTo>
                <a:cubicBezTo>
                  <a:pt x="45689" y="41985"/>
                  <a:pt x="25129" y="48553"/>
                  <a:pt x="10705" y="62978"/>
                </a:cubicBezTo>
                <a:cubicBezTo>
                  <a:pt x="2882" y="70802"/>
                  <a:pt x="209" y="83403"/>
                  <a:pt x="209" y="94467"/>
                </a:cubicBezTo>
                <a:cubicBezTo>
                  <a:pt x="209" y="194352"/>
                  <a:pt x="-4582" y="176496"/>
                  <a:pt x="31695" y="230918"/>
                </a:cubicBezTo>
                <a:cubicBezTo>
                  <a:pt x="34976" y="253887"/>
                  <a:pt x="55019" y="403914"/>
                  <a:pt x="63181" y="409355"/>
                </a:cubicBezTo>
                <a:lnTo>
                  <a:pt x="94667" y="430347"/>
                </a:lnTo>
                <a:cubicBezTo>
                  <a:pt x="163123" y="407526"/>
                  <a:pt x="136648" y="427070"/>
                  <a:pt x="136648" y="293896"/>
                </a:cubicBezTo>
                <a:cubicBezTo>
                  <a:pt x="136648" y="234314"/>
                  <a:pt x="131800" y="174772"/>
                  <a:pt x="126152" y="115459"/>
                </a:cubicBezTo>
                <a:cubicBezTo>
                  <a:pt x="124784" y="101098"/>
                  <a:pt x="123658" y="85477"/>
                  <a:pt x="115657" y="73474"/>
                </a:cubicBezTo>
                <a:cubicBezTo>
                  <a:pt x="108660" y="62978"/>
                  <a:pt x="94666" y="59479"/>
                  <a:pt x="84171" y="52482"/>
                </a:cubicBezTo>
                <a:cubicBezTo>
                  <a:pt x="77174" y="41986"/>
                  <a:pt x="73878" y="27679"/>
                  <a:pt x="63181" y="20993"/>
                </a:cubicBezTo>
                <a:cubicBezTo>
                  <a:pt x="44418" y="9265"/>
                  <a:pt x="209" y="0"/>
                  <a:pt x="209"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sp>
        <p:nvSpPr>
          <p:cNvPr id="1370" name="Google Shape;1370;p20"/>
          <p:cNvSpPr/>
          <p:nvPr/>
        </p:nvSpPr>
        <p:spPr>
          <a:xfrm>
            <a:off x="4240087" y="4385986"/>
            <a:ext cx="349311" cy="190387"/>
          </a:xfrm>
          <a:custGeom>
            <a:avLst/>
            <a:gdLst/>
            <a:ahLst/>
            <a:cxnLst/>
            <a:rect l="l" t="t" r="r" b="b"/>
            <a:pathLst>
              <a:path w="349311" h="190387" extrusionOk="0">
                <a:moveTo>
                  <a:pt x="314858" y="1455"/>
                </a:moveTo>
                <a:cubicBezTo>
                  <a:pt x="248388" y="4954"/>
                  <a:pt x="181737" y="5924"/>
                  <a:pt x="115448" y="11951"/>
                </a:cubicBezTo>
                <a:cubicBezTo>
                  <a:pt x="85123" y="14708"/>
                  <a:pt x="71334" y="31305"/>
                  <a:pt x="52477" y="53936"/>
                </a:cubicBezTo>
                <a:cubicBezTo>
                  <a:pt x="44402" y="63627"/>
                  <a:pt x="40406" y="76505"/>
                  <a:pt x="31486" y="85425"/>
                </a:cubicBezTo>
                <a:cubicBezTo>
                  <a:pt x="22567" y="94345"/>
                  <a:pt x="10495" y="99420"/>
                  <a:pt x="0" y="106417"/>
                </a:cubicBezTo>
                <a:cubicBezTo>
                  <a:pt x="6997" y="130908"/>
                  <a:pt x="7492" y="158291"/>
                  <a:pt x="20991" y="179891"/>
                </a:cubicBezTo>
                <a:cubicBezTo>
                  <a:pt x="26854" y="189273"/>
                  <a:pt x="41414" y="190387"/>
                  <a:pt x="52477" y="190387"/>
                </a:cubicBezTo>
                <a:cubicBezTo>
                  <a:pt x="80682" y="190387"/>
                  <a:pt x="108452" y="183390"/>
                  <a:pt x="136439" y="179891"/>
                </a:cubicBezTo>
                <a:lnTo>
                  <a:pt x="199410" y="158899"/>
                </a:lnTo>
                <a:cubicBezTo>
                  <a:pt x="209905" y="155400"/>
                  <a:pt x="220048" y="150572"/>
                  <a:pt x="230896" y="148402"/>
                </a:cubicBezTo>
                <a:cubicBezTo>
                  <a:pt x="297516" y="135077"/>
                  <a:pt x="266066" y="142233"/>
                  <a:pt x="325353" y="127410"/>
                </a:cubicBezTo>
                <a:cubicBezTo>
                  <a:pt x="332350" y="116914"/>
                  <a:pt x="344951" y="108459"/>
                  <a:pt x="346344" y="95921"/>
                </a:cubicBezTo>
                <a:cubicBezTo>
                  <a:pt x="355218" y="16055"/>
                  <a:pt x="345025" y="42779"/>
                  <a:pt x="304363" y="22447"/>
                </a:cubicBezTo>
                <a:cubicBezTo>
                  <a:pt x="242976" y="-8248"/>
                  <a:pt x="306772" y="1455"/>
                  <a:pt x="220401" y="1455"/>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sp>
        <p:nvSpPr>
          <p:cNvPr id="1371" name="Google Shape;1371;p20"/>
          <p:cNvSpPr/>
          <p:nvPr/>
        </p:nvSpPr>
        <p:spPr>
          <a:xfrm>
            <a:off x="3944279" y="3810122"/>
            <a:ext cx="652647" cy="610821"/>
          </a:xfrm>
          <a:custGeom>
            <a:avLst/>
            <a:gdLst/>
            <a:ahLst/>
            <a:cxnLst/>
            <a:rect l="l" t="t" r="r" b="b"/>
            <a:pathLst>
              <a:path w="652647" h="610821" extrusionOk="0">
                <a:moveTo>
                  <a:pt x="54417" y="493348"/>
                </a:moveTo>
                <a:cubicBezTo>
                  <a:pt x="36925" y="489849"/>
                  <a:pt x="12643" y="497123"/>
                  <a:pt x="1941" y="482852"/>
                </a:cubicBezTo>
                <a:cubicBezTo>
                  <a:pt x="-5627" y="472760"/>
                  <a:pt x="10520" y="453620"/>
                  <a:pt x="22931" y="451363"/>
                </a:cubicBezTo>
                <a:cubicBezTo>
                  <a:pt x="54100" y="445696"/>
                  <a:pt x="85903" y="458361"/>
                  <a:pt x="117389" y="461860"/>
                </a:cubicBezTo>
                <a:cubicBezTo>
                  <a:pt x="113890" y="479354"/>
                  <a:pt x="119508" y="501726"/>
                  <a:pt x="106893" y="514341"/>
                </a:cubicBezTo>
                <a:cubicBezTo>
                  <a:pt x="99070" y="522165"/>
                  <a:pt x="96398" y="493916"/>
                  <a:pt x="96398" y="482852"/>
                </a:cubicBezTo>
                <a:cubicBezTo>
                  <a:pt x="96398" y="471788"/>
                  <a:pt x="103395" y="461859"/>
                  <a:pt x="106893" y="451363"/>
                </a:cubicBezTo>
                <a:cubicBezTo>
                  <a:pt x="131382" y="454862"/>
                  <a:pt x="165518" y="442069"/>
                  <a:pt x="180360" y="461860"/>
                </a:cubicBezTo>
                <a:cubicBezTo>
                  <a:pt x="225415" y="521939"/>
                  <a:pt x="155464" y="542535"/>
                  <a:pt x="127884" y="556326"/>
                </a:cubicBezTo>
                <a:cubicBezTo>
                  <a:pt x="117389" y="549329"/>
                  <a:pt x="90757" y="546617"/>
                  <a:pt x="96398" y="535334"/>
                </a:cubicBezTo>
                <a:cubicBezTo>
                  <a:pt x="115833" y="496461"/>
                  <a:pt x="218851" y="523089"/>
                  <a:pt x="232837" y="524837"/>
                </a:cubicBezTo>
                <a:cubicBezTo>
                  <a:pt x="225840" y="552827"/>
                  <a:pt x="232246" y="588405"/>
                  <a:pt x="211846" y="608807"/>
                </a:cubicBezTo>
                <a:cubicBezTo>
                  <a:pt x="200783" y="619871"/>
                  <a:pt x="190856" y="582469"/>
                  <a:pt x="190856" y="566822"/>
                </a:cubicBezTo>
                <a:cubicBezTo>
                  <a:pt x="190856" y="496549"/>
                  <a:pt x="207035" y="505048"/>
                  <a:pt x="253827" y="493348"/>
                </a:cubicBezTo>
                <a:cubicBezTo>
                  <a:pt x="278316" y="496847"/>
                  <a:pt x="303428" y="497335"/>
                  <a:pt x="327294" y="503845"/>
                </a:cubicBezTo>
                <a:cubicBezTo>
                  <a:pt x="342388" y="507962"/>
                  <a:pt x="359260" y="536857"/>
                  <a:pt x="369275" y="524837"/>
                </a:cubicBezTo>
                <a:cubicBezTo>
                  <a:pt x="469486" y="404571"/>
                  <a:pt x="307442" y="458950"/>
                  <a:pt x="421751" y="430371"/>
                </a:cubicBezTo>
                <a:cubicBezTo>
                  <a:pt x="446240" y="433870"/>
                  <a:pt x="472056" y="449554"/>
                  <a:pt x="495218" y="440867"/>
                </a:cubicBezTo>
                <a:cubicBezTo>
                  <a:pt x="508725" y="435801"/>
                  <a:pt x="492029" y="403444"/>
                  <a:pt x="505714" y="398882"/>
                </a:cubicBezTo>
                <a:cubicBezTo>
                  <a:pt x="532472" y="389962"/>
                  <a:pt x="561689" y="405879"/>
                  <a:pt x="589676" y="409378"/>
                </a:cubicBezTo>
                <a:cubicBezTo>
                  <a:pt x="579181" y="412877"/>
                  <a:pt x="561688" y="430371"/>
                  <a:pt x="558190" y="419875"/>
                </a:cubicBezTo>
                <a:cubicBezTo>
                  <a:pt x="550367" y="396405"/>
                  <a:pt x="557622" y="368530"/>
                  <a:pt x="568685" y="346401"/>
                </a:cubicBezTo>
                <a:cubicBezTo>
                  <a:pt x="573632" y="336505"/>
                  <a:pt x="575682" y="367393"/>
                  <a:pt x="579180" y="377889"/>
                </a:cubicBezTo>
                <a:cubicBezTo>
                  <a:pt x="565186" y="384887"/>
                  <a:pt x="552243" y="403181"/>
                  <a:pt x="537199" y="398882"/>
                </a:cubicBezTo>
                <a:cubicBezTo>
                  <a:pt x="497023" y="387402"/>
                  <a:pt x="500232" y="328384"/>
                  <a:pt x="516209" y="304416"/>
                </a:cubicBezTo>
                <a:cubicBezTo>
                  <a:pt x="522345" y="295211"/>
                  <a:pt x="537200" y="297418"/>
                  <a:pt x="547695" y="293919"/>
                </a:cubicBezTo>
                <a:cubicBezTo>
                  <a:pt x="651605" y="328562"/>
                  <a:pt x="505268" y="289612"/>
                  <a:pt x="568685" y="262431"/>
                </a:cubicBezTo>
                <a:cubicBezTo>
                  <a:pt x="594609" y="251320"/>
                  <a:pt x="624660" y="269428"/>
                  <a:pt x="652647" y="272927"/>
                </a:cubicBezTo>
                <a:lnTo>
                  <a:pt x="579180" y="251934"/>
                </a:lnTo>
                <a:cubicBezTo>
                  <a:pt x="568584" y="248755"/>
                  <a:pt x="549067" y="252415"/>
                  <a:pt x="547695" y="241438"/>
                </a:cubicBezTo>
                <a:cubicBezTo>
                  <a:pt x="544536" y="216164"/>
                  <a:pt x="555186" y="189564"/>
                  <a:pt x="568685" y="167964"/>
                </a:cubicBezTo>
                <a:cubicBezTo>
                  <a:pt x="574548" y="158582"/>
                  <a:pt x="589676" y="160967"/>
                  <a:pt x="600171" y="157468"/>
                </a:cubicBezTo>
                <a:cubicBezTo>
                  <a:pt x="612395" y="194146"/>
                  <a:pt x="646155" y="265434"/>
                  <a:pt x="516209" y="167964"/>
                </a:cubicBezTo>
                <a:cubicBezTo>
                  <a:pt x="504669" y="159308"/>
                  <a:pt x="523206" y="139974"/>
                  <a:pt x="526704" y="125979"/>
                </a:cubicBezTo>
                <a:cubicBezTo>
                  <a:pt x="547695" y="129478"/>
                  <a:pt x="571970" y="124670"/>
                  <a:pt x="589676" y="136475"/>
                </a:cubicBezTo>
                <a:cubicBezTo>
                  <a:pt x="598881" y="142612"/>
                  <a:pt x="569253" y="146972"/>
                  <a:pt x="558190" y="146972"/>
                </a:cubicBezTo>
                <a:cubicBezTo>
                  <a:pt x="533452" y="146972"/>
                  <a:pt x="509212" y="139974"/>
                  <a:pt x="484723" y="136475"/>
                </a:cubicBezTo>
                <a:cubicBezTo>
                  <a:pt x="481225" y="125979"/>
                  <a:pt x="470729" y="115482"/>
                  <a:pt x="474228" y="104986"/>
                </a:cubicBezTo>
                <a:cubicBezTo>
                  <a:pt x="490261" y="56885"/>
                  <a:pt x="516243" y="76130"/>
                  <a:pt x="547695" y="83994"/>
                </a:cubicBezTo>
                <a:cubicBezTo>
                  <a:pt x="537200" y="87493"/>
                  <a:pt x="526704" y="97989"/>
                  <a:pt x="516209" y="94490"/>
                </a:cubicBezTo>
                <a:cubicBezTo>
                  <a:pt x="477522" y="81593"/>
                  <a:pt x="475030" y="51971"/>
                  <a:pt x="505714" y="31513"/>
                </a:cubicBezTo>
                <a:cubicBezTo>
                  <a:pt x="517716" y="23511"/>
                  <a:pt x="533701" y="24515"/>
                  <a:pt x="547695" y="21016"/>
                </a:cubicBezTo>
                <a:cubicBezTo>
                  <a:pt x="561689" y="24515"/>
                  <a:pt x="581022" y="19973"/>
                  <a:pt x="589676" y="31513"/>
                </a:cubicBezTo>
                <a:cubicBezTo>
                  <a:pt x="596314" y="40364"/>
                  <a:pt x="589452" y="58892"/>
                  <a:pt x="579180" y="63001"/>
                </a:cubicBezTo>
                <a:cubicBezTo>
                  <a:pt x="565787" y="68358"/>
                  <a:pt x="551193" y="56004"/>
                  <a:pt x="537199" y="52505"/>
                </a:cubicBezTo>
                <a:cubicBezTo>
                  <a:pt x="533701" y="42009"/>
                  <a:pt x="521012" y="30503"/>
                  <a:pt x="526704" y="21016"/>
                </a:cubicBezTo>
                <a:cubicBezTo>
                  <a:pt x="550758" y="-19077"/>
                  <a:pt x="616525" y="10520"/>
                  <a:pt x="642152" y="10520"/>
                </a:cubicBezTo>
                <a:cubicBezTo>
                  <a:pt x="656576" y="10520"/>
                  <a:pt x="600171" y="24"/>
                  <a:pt x="600171" y="24"/>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sp>
        <p:nvSpPr>
          <p:cNvPr id="1372" name="Google Shape;1372;p20"/>
          <p:cNvSpPr/>
          <p:nvPr/>
        </p:nvSpPr>
        <p:spPr>
          <a:xfrm>
            <a:off x="4334545" y="4702329"/>
            <a:ext cx="566744" cy="766227"/>
          </a:xfrm>
          <a:custGeom>
            <a:avLst/>
            <a:gdLst/>
            <a:ahLst/>
            <a:cxnLst/>
            <a:rect l="l" t="t" r="r" b="b"/>
            <a:pathLst>
              <a:path w="566744" h="766227" extrusionOk="0">
                <a:moveTo>
                  <a:pt x="461791" y="104962"/>
                </a:moveTo>
                <a:cubicBezTo>
                  <a:pt x="451296" y="87468"/>
                  <a:pt x="444731" y="66907"/>
                  <a:pt x="430306" y="52481"/>
                </a:cubicBezTo>
                <a:cubicBezTo>
                  <a:pt x="394218" y="16389"/>
                  <a:pt x="375442" y="13199"/>
                  <a:pt x="335848" y="0"/>
                </a:cubicBezTo>
                <a:cubicBezTo>
                  <a:pt x="297365" y="3499"/>
                  <a:pt x="258653" y="5031"/>
                  <a:pt x="220400" y="10496"/>
                </a:cubicBezTo>
                <a:cubicBezTo>
                  <a:pt x="209448" y="12061"/>
                  <a:pt x="196736" y="13169"/>
                  <a:pt x="188914" y="20992"/>
                </a:cubicBezTo>
                <a:cubicBezTo>
                  <a:pt x="132940" y="76971"/>
                  <a:pt x="230892" y="34989"/>
                  <a:pt x="146933" y="62977"/>
                </a:cubicBezTo>
                <a:lnTo>
                  <a:pt x="104952" y="125955"/>
                </a:lnTo>
                <a:cubicBezTo>
                  <a:pt x="97955" y="136451"/>
                  <a:pt x="89603" y="146161"/>
                  <a:pt x="83962" y="157444"/>
                </a:cubicBezTo>
                <a:cubicBezTo>
                  <a:pt x="76965" y="171439"/>
                  <a:pt x="70733" y="185844"/>
                  <a:pt x="62971" y="199429"/>
                </a:cubicBezTo>
                <a:cubicBezTo>
                  <a:pt x="56713" y="210382"/>
                  <a:pt x="47622" y="219635"/>
                  <a:pt x="41981" y="230918"/>
                </a:cubicBezTo>
                <a:cubicBezTo>
                  <a:pt x="37033" y="240814"/>
                  <a:pt x="36433" y="252510"/>
                  <a:pt x="31485" y="262406"/>
                </a:cubicBezTo>
                <a:cubicBezTo>
                  <a:pt x="-9201" y="343785"/>
                  <a:pt x="26376" y="246245"/>
                  <a:pt x="0" y="325384"/>
                </a:cubicBezTo>
                <a:cubicBezTo>
                  <a:pt x="3498" y="391860"/>
                  <a:pt x="2565" y="458719"/>
                  <a:pt x="10495" y="524813"/>
                </a:cubicBezTo>
                <a:cubicBezTo>
                  <a:pt x="13131" y="546783"/>
                  <a:pt x="13074" y="575516"/>
                  <a:pt x="31485" y="587791"/>
                </a:cubicBezTo>
                <a:lnTo>
                  <a:pt x="62971" y="608783"/>
                </a:lnTo>
                <a:cubicBezTo>
                  <a:pt x="79650" y="633804"/>
                  <a:pt x="106843" y="683518"/>
                  <a:pt x="136438" y="703250"/>
                </a:cubicBezTo>
                <a:cubicBezTo>
                  <a:pt x="145643" y="709387"/>
                  <a:pt x="157429" y="710247"/>
                  <a:pt x="167924" y="713746"/>
                </a:cubicBezTo>
                <a:cubicBezTo>
                  <a:pt x="178419" y="720744"/>
                  <a:pt x="187555" y="730428"/>
                  <a:pt x="199410" y="734739"/>
                </a:cubicBezTo>
                <a:cubicBezTo>
                  <a:pt x="226522" y="744599"/>
                  <a:pt x="256004" y="746608"/>
                  <a:pt x="283372" y="755731"/>
                </a:cubicBezTo>
                <a:lnTo>
                  <a:pt x="314858" y="766227"/>
                </a:lnTo>
                <a:cubicBezTo>
                  <a:pt x="339347" y="762728"/>
                  <a:pt x="364067" y="760583"/>
                  <a:pt x="388324" y="755731"/>
                </a:cubicBezTo>
                <a:cubicBezTo>
                  <a:pt x="399172" y="753561"/>
                  <a:pt x="411171" y="752146"/>
                  <a:pt x="419810" y="745235"/>
                </a:cubicBezTo>
                <a:cubicBezTo>
                  <a:pt x="487628" y="690976"/>
                  <a:pt x="393148" y="729631"/>
                  <a:pt x="472287" y="703250"/>
                </a:cubicBezTo>
                <a:cubicBezTo>
                  <a:pt x="482782" y="696252"/>
                  <a:pt x="498131" y="693540"/>
                  <a:pt x="503772" y="682257"/>
                </a:cubicBezTo>
                <a:cubicBezTo>
                  <a:pt x="516674" y="656451"/>
                  <a:pt x="508761" y="622294"/>
                  <a:pt x="524763" y="598287"/>
                </a:cubicBezTo>
                <a:cubicBezTo>
                  <a:pt x="551890" y="557592"/>
                  <a:pt x="541764" y="578765"/>
                  <a:pt x="556249" y="535309"/>
                </a:cubicBezTo>
                <a:cubicBezTo>
                  <a:pt x="559747" y="489825"/>
                  <a:pt x="566744" y="444476"/>
                  <a:pt x="566744" y="398858"/>
                </a:cubicBezTo>
                <a:cubicBezTo>
                  <a:pt x="566744" y="328796"/>
                  <a:pt x="564279" y="258534"/>
                  <a:pt x="556249" y="188933"/>
                </a:cubicBezTo>
                <a:cubicBezTo>
                  <a:pt x="553141" y="161990"/>
                  <a:pt x="529010" y="109771"/>
                  <a:pt x="514268" y="83970"/>
                </a:cubicBezTo>
                <a:cubicBezTo>
                  <a:pt x="508010" y="73017"/>
                  <a:pt x="502967" y="60557"/>
                  <a:pt x="493277" y="52481"/>
                </a:cubicBezTo>
                <a:cubicBezTo>
                  <a:pt x="463118" y="27346"/>
                  <a:pt x="413110" y="22756"/>
                  <a:pt x="377829" y="20992"/>
                </a:cubicBezTo>
                <a:cubicBezTo>
                  <a:pt x="332406" y="18721"/>
                  <a:pt x="286870" y="20992"/>
                  <a:pt x="241391" y="20992"/>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lang="en-US" sz="2000" b="0" i="0" u="none" strike="noStrike" cap="none">
              <a:solidFill>
                <a:schemeClr val="dk1"/>
              </a:solidFill>
              <a:latin typeface="Times"/>
              <a:ea typeface="Times"/>
              <a:cs typeface="Times"/>
              <a:sym typeface="Times"/>
            </a:endParaRPr>
          </a:p>
        </p:txBody>
      </p:sp>
      <p:cxnSp>
        <p:nvCxnSpPr>
          <p:cNvPr id="1373" name="Google Shape;1373;p20"/>
          <p:cNvCxnSpPr/>
          <p:nvPr/>
        </p:nvCxnSpPr>
        <p:spPr>
          <a:xfrm>
            <a:off x="914400" y="990600"/>
            <a:ext cx="1676400" cy="17526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374" name="Google Shape;1374;p20"/>
          <p:cNvCxnSpPr/>
          <p:nvPr/>
        </p:nvCxnSpPr>
        <p:spPr>
          <a:xfrm>
            <a:off x="1475509" y="197427"/>
            <a:ext cx="1295400" cy="26670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375" name="Google Shape;1375;p20"/>
          <p:cNvCxnSpPr/>
          <p:nvPr/>
        </p:nvCxnSpPr>
        <p:spPr>
          <a:xfrm>
            <a:off x="533400" y="1981200"/>
            <a:ext cx="990600" cy="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376" name="Google Shape;1376;p20"/>
          <p:cNvCxnSpPr/>
          <p:nvPr/>
        </p:nvCxnSpPr>
        <p:spPr>
          <a:xfrm rot="10800000" flipH="1">
            <a:off x="609600" y="2667000"/>
            <a:ext cx="1295400" cy="3810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377" name="Google Shape;1377;p20"/>
          <p:cNvCxnSpPr/>
          <p:nvPr/>
        </p:nvCxnSpPr>
        <p:spPr>
          <a:xfrm rot="10800000" flipH="1">
            <a:off x="990600" y="3276600"/>
            <a:ext cx="838200" cy="1524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378" name="Google Shape;1378;p20"/>
          <p:cNvCxnSpPr>
            <a:stCxn id="1347" idx="2"/>
          </p:cNvCxnSpPr>
          <p:nvPr/>
        </p:nvCxnSpPr>
        <p:spPr>
          <a:xfrm>
            <a:off x="2552700" y="340319"/>
            <a:ext cx="647700" cy="1183629"/>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379" name="Google Shape;1379;p20"/>
          <p:cNvCxnSpPr/>
          <p:nvPr/>
        </p:nvCxnSpPr>
        <p:spPr>
          <a:xfrm>
            <a:off x="3352800" y="304800"/>
            <a:ext cx="990600" cy="14478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380" name="Google Shape;1380;p20"/>
          <p:cNvCxnSpPr/>
          <p:nvPr/>
        </p:nvCxnSpPr>
        <p:spPr>
          <a:xfrm rot="10800000" flipH="1">
            <a:off x="990600" y="2971800"/>
            <a:ext cx="2209800" cy="9144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381" name="Google Shape;1381;p20"/>
          <p:cNvCxnSpPr/>
          <p:nvPr/>
        </p:nvCxnSpPr>
        <p:spPr>
          <a:xfrm rot="10800000" flipH="1">
            <a:off x="1371600" y="2971800"/>
            <a:ext cx="2209800" cy="12192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382" name="Google Shape;1382;p20"/>
          <p:cNvCxnSpPr/>
          <p:nvPr/>
        </p:nvCxnSpPr>
        <p:spPr>
          <a:xfrm rot="10800000" flipH="1">
            <a:off x="1905000" y="3657600"/>
            <a:ext cx="1295400" cy="25146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383" name="Google Shape;1383;p20"/>
          <p:cNvCxnSpPr/>
          <p:nvPr/>
        </p:nvCxnSpPr>
        <p:spPr>
          <a:xfrm rot="10800000" flipH="1">
            <a:off x="1981200" y="4114800"/>
            <a:ext cx="609600" cy="8382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384" name="Google Shape;1384;p20"/>
          <p:cNvCxnSpPr/>
          <p:nvPr/>
        </p:nvCxnSpPr>
        <p:spPr>
          <a:xfrm rot="10800000" flipH="1">
            <a:off x="2971800" y="3581400"/>
            <a:ext cx="609600" cy="25908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385" name="Google Shape;1385;p20"/>
          <p:cNvCxnSpPr/>
          <p:nvPr/>
        </p:nvCxnSpPr>
        <p:spPr>
          <a:xfrm rot="10800000" flipH="1">
            <a:off x="3657600" y="3886200"/>
            <a:ext cx="304800" cy="25908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386" name="Google Shape;1386;p20"/>
          <p:cNvCxnSpPr>
            <a:endCxn id="1371" idx="25"/>
          </p:cNvCxnSpPr>
          <p:nvPr/>
        </p:nvCxnSpPr>
        <p:spPr>
          <a:xfrm rot="10800000">
            <a:off x="4491901" y="4104000"/>
            <a:ext cx="3356700" cy="10014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387" name="Google Shape;1387;p20"/>
          <p:cNvCxnSpPr/>
          <p:nvPr/>
        </p:nvCxnSpPr>
        <p:spPr>
          <a:xfrm rot="10800000">
            <a:off x="4419600" y="4495800"/>
            <a:ext cx="2895600" cy="11430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388" name="Google Shape;1388;p20"/>
          <p:cNvCxnSpPr/>
          <p:nvPr/>
        </p:nvCxnSpPr>
        <p:spPr>
          <a:xfrm rot="10800000">
            <a:off x="4648200" y="5029201"/>
            <a:ext cx="0" cy="1371599"/>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389" name="Google Shape;1389;p20"/>
          <p:cNvCxnSpPr/>
          <p:nvPr/>
        </p:nvCxnSpPr>
        <p:spPr>
          <a:xfrm flipH="1">
            <a:off x="3962400" y="304800"/>
            <a:ext cx="1752600" cy="22098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390" name="Google Shape;1390;p20"/>
          <p:cNvCxnSpPr/>
          <p:nvPr/>
        </p:nvCxnSpPr>
        <p:spPr>
          <a:xfrm flipH="1">
            <a:off x="3810000" y="381000"/>
            <a:ext cx="2590800" cy="23622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391" name="Google Shape;1391;p20"/>
          <p:cNvCxnSpPr/>
          <p:nvPr/>
        </p:nvCxnSpPr>
        <p:spPr>
          <a:xfrm flipH="1">
            <a:off x="3962400" y="381000"/>
            <a:ext cx="3581400" cy="24384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392" name="Google Shape;1392;p20"/>
          <p:cNvCxnSpPr/>
          <p:nvPr/>
        </p:nvCxnSpPr>
        <p:spPr>
          <a:xfrm flipH="1">
            <a:off x="4648200" y="838200"/>
            <a:ext cx="3657600" cy="17526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393" name="Google Shape;1393;p20"/>
          <p:cNvCxnSpPr/>
          <p:nvPr/>
        </p:nvCxnSpPr>
        <p:spPr>
          <a:xfrm flipH="1">
            <a:off x="4038600" y="1447800"/>
            <a:ext cx="4267200" cy="16002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394" name="Google Shape;1394;p20"/>
          <p:cNvCxnSpPr/>
          <p:nvPr/>
        </p:nvCxnSpPr>
        <p:spPr>
          <a:xfrm flipH="1">
            <a:off x="4724400" y="2514600"/>
            <a:ext cx="3733800" cy="4572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395" name="Google Shape;1395;p20"/>
          <p:cNvCxnSpPr/>
          <p:nvPr/>
        </p:nvCxnSpPr>
        <p:spPr>
          <a:xfrm flipH="1">
            <a:off x="4572000" y="3124200"/>
            <a:ext cx="3886200" cy="762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396" name="Google Shape;1396;p20"/>
          <p:cNvCxnSpPr>
            <a:endCxn id="1368" idx="3"/>
          </p:cNvCxnSpPr>
          <p:nvPr/>
        </p:nvCxnSpPr>
        <p:spPr>
          <a:xfrm rot="10800000">
            <a:off x="4407900" y="3274800"/>
            <a:ext cx="3212100" cy="3066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397" name="Google Shape;1397;p20"/>
          <p:cNvCxnSpPr/>
          <p:nvPr/>
        </p:nvCxnSpPr>
        <p:spPr>
          <a:xfrm rot="10800000">
            <a:off x="4343400" y="3429000"/>
            <a:ext cx="4191000" cy="1066800"/>
          </a:xfrm>
          <a:prstGeom prst="straightConnector1">
            <a:avLst/>
          </a:prstGeom>
          <a:solidFill>
            <a:schemeClr val="accent1"/>
          </a:solidFill>
          <a:ln w="9525" cap="flat" cmpd="sng">
            <a:solidFill>
              <a:srgbClr val="0000FF"/>
            </a:solidFill>
            <a:prstDash val="solid"/>
            <a:round/>
            <a:headEnd type="none" w="sm" len="sm"/>
            <a:tailEnd type="stealth" w="med" len="med"/>
          </a:ln>
        </p:spPr>
      </p:cxnSp>
      <p:sp>
        <p:nvSpPr>
          <p:cNvPr id="1398" name="Google Shape;1398;p20"/>
          <p:cNvSpPr txBox="1"/>
          <p:nvPr/>
        </p:nvSpPr>
        <p:spPr>
          <a:xfrm>
            <a:off x="2971800" y="5958"/>
            <a:ext cx="762000"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1" i="0" u="none" strike="noStrike" cap="none">
                <a:solidFill>
                  <a:srgbClr val="FF0000"/>
                </a:solidFill>
                <a:latin typeface="Times"/>
                <a:ea typeface="Times"/>
                <a:cs typeface="Times"/>
                <a:sym typeface="Times"/>
              </a:rPr>
              <a:t>Pineal</a:t>
            </a:r>
            <a:endParaRPr lang="en-US" sz="1200" b="0" i="0" u="none" strike="noStrike" cap="none">
              <a:solidFill>
                <a:srgbClr val="000000"/>
              </a:solidFill>
              <a:latin typeface="Arial"/>
              <a:ea typeface="Arial"/>
              <a:cs typeface="Arial"/>
              <a:sym typeface="Arial"/>
            </a:endParaRPr>
          </a:p>
        </p:txBody>
      </p:sp>
      <p:sp>
        <p:nvSpPr>
          <p:cNvPr id="1399" name="Google Shape;1399;p20"/>
          <p:cNvSpPr txBox="1"/>
          <p:nvPr/>
        </p:nvSpPr>
        <p:spPr>
          <a:xfrm>
            <a:off x="457200" y="685800"/>
            <a:ext cx="622924"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0" i="0" u="none" strike="noStrike" cap="none">
                <a:solidFill>
                  <a:schemeClr val="dk1"/>
                </a:solidFill>
                <a:latin typeface="Times"/>
                <a:ea typeface="Times"/>
                <a:cs typeface="Times"/>
                <a:sym typeface="Times"/>
              </a:rPr>
              <a:t>MGB</a:t>
            </a:r>
            <a:endParaRPr lang="en-US" sz="1200" b="0" i="0" u="none" strike="noStrike" cap="none">
              <a:solidFill>
                <a:srgbClr val="000000"/>
              </a:solidFill>
              <a:latin typeface="Arial"/>
              <a:ea typeface="Arial"/>
              <a:cs typeface="Arial"/>
              <a:sym typeface="Arial"/>
            </a:endParaRPr>
          </a:p>
        </p:txBody>
      </p:sp>
      <p:sp>
        <p:nvSpPr>
          <p:cNvPr id="1400" name="Google Shape;1400;p20"/>
          <p:cNvSpPr txBox="1"/>
          <p:nvPr/>
        </p:nvSpPr>
        <p:spPr>
          <a:xfrm>
            <a:off x="26881" y="1752600"/>
            <a:ext cx="783350"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1" i="0" u="none" strike="noStrike" cap="none">
                <a:solidFill>
                  <a:srgbClr val="FF0000"/>
                </a:solidFill>
                <a:latin typeface="Times"/>
                <a:ea typeface="Times"/>
                <a:cs typeface="Times"/>
                <a:sym typeface="Times"/>
              </a:rPr>
              <a:t>OpRad</a:t>
            </a:r>
          </a:p>
        </p:txBody>
      </p:sp>
      <p:sp>
        <p:nvSpPr>
          <p:cNvPr id="1401" name="Google Shape;1401;p20"/>
          <p:cNvSpPr txBox="1"/>
          <p:nvPr/>
        </p:nvSpPr>
        <p:spPr>
          <a:xfrm>
            <a:off x="76200" y="2971800"/>
            <a:ext cx="590896"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1" i="0" u="none" strike="noStrike" cap="none">
                <a:solidFill>
                  <a:srgbClr val="FF0000"/>
                </a:solidFill>
                <a:latin typeface="Times"/>
                <a:ea typeface="Times"/>
                <a:cs typeface="Times"/>
                <a:sym typeface="Times"/>
              </a:rPr>
              <a:t>LGB</a:t>
            </a:r>
            <a:endParaRPr lang="en-US" sz="1200" b="0" i="0" u="none" strike="noStrike" cap="none">
              <a:solidFill>
                <a:srgbClr val="000000"/>
              </a:solidFill>
              <a:latin typeface="Arial"/>
              <a:ea typeface="Arial"/>
              <a:cs typeface="Arial"/>
              <a:sym typeface="Arial"/>
            </a:endParaRPr>
          </a:p>
        </p:txBody>
      </p:sp>
      <p:sp>
        <p:nvSpPr>
          <p:cNvPr id="1402" name="Google Shape;1402;p20"/>
          <p:cNvSpPr txBox="1"/>
          <p:nvPr/>
        </p:nvSpPr>
        <p:spPr>
          <a:xfrm>
            <a:off x="8458200" y="2971800"/>
            <a:ext cx="548065"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0" i="0" u="none" strike="noStrike" cap="none">
                <a:solidFill>
                  <a:schemeClr val="dk1"/>
                </a:solidFill>
                <a:latin typeface="Times"/>
                <a:ea typeface="Times"/>
                <a:cs typeface="Times"/>
                <a:sym typeface="Times"/>
              </a:rPr>
              <a:t>DLF</a:t>
            </a:r>
            <a:endParaRPr lang="en-US" sz="1200" b="0" i="0" u="none" strike="noStrike" cap="none">
              <a:solidFill>
                <a:srgbClr val="000000"/>
              </a:solidFill>
              <a:latin typeface="Arial"/>
              <a:ea typeface="Arial"/>
              <a:cs typeface="Arial"/>
              <a:sym typeface="Arial"/>
            </a:endParaRPr>
          </a:p>
        </p:txBody>
      </p:sp>
      <p:sp>
        <p:nvSpPr>
          <p:cNvPr id="1403" name="Google Shape;1403;p20"/>
          <p:cNvSpPr txBox="1"/>
          <p:nvPr/>
        </p:nvSpPr>
        <p:spPr>
          <a:xfrm>
            <a:off x="8229600" y="1219200"/>
            <a:ext cx="897564"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0" i="0" u="none" strike="noStrike" cap="none">
                <a:solidFill>
                  <a:schemeClr val="dk1"/>
                </a:solidFill>
                <a:latin typeface="Times"/>
                <a:ea typeface="Times"/>
                <a:cs typeface="Times"/>
                <a:sym typeface="Times"/>
              </a:rPr>
              <a:t>Central</a:t>
            </a:r>
            <a:endParaRPr lang="en-US"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b="0" i="0" u="none" strike="noStrike" cap="none">
                <a:solidFill>
                  <a:schemeClr val="dk1"/>
                </a:solidFill>
                <a:latin typeface="Times"/>
                <a:ea typeface="Times"/>
                <a:cs typeface="Times"/>
                <a:sym typeface="Times"/>
              </a:rPr>
              <a:t>Temental</a:t>
            </a:r>
          </a:p>
          <a:p>
            <a:pPr marL="0" marR="0" lvl="0" indent="0" algn="l" rtl="0">
              <a:lnSpc>
                <a:spcPct val="100000"/>
              </a:lnSpc>
              <a:spcBef>
                <a:spcPts val="0"/>
              </a:spcBef>
              <a:spcAft>
                <a:spcPts val="0"/>
              </a:spcAft>
              <a:buClr>
                <a:srgbClr val="000000"/>
              </a:buClr>
              <a:buSzPts val="1500"/>
              <a:buFont typeface="Arial"/>
              <a:buNone/>
            </a:pPr>
            <a:r>
              <a:rPr lang="en-US" b="0" i="0" u="none" strike="noStrike" cap="none">
                <a:solidFill>
                  <a:schemeClr val="dk1"/>
                </a:solidFill>
                <a:latin typeface="Times"/>
                <a:ea typeface="Times"/>
                <a:cs typeface="Times"/>
                <a:sym typeface="Times"/>
              </a:rPr>
              <a:t>tract</a:t>
            </a:r>
            <a:endParaRPr lang="en-US" sz="1200" b="0" i="0" u="none" strike="noStrike" cap="none">
              <a:solidFill>
                <a:srgbClr val="000000"/>
              </a:solidFill>
              <a:latin typeface="Arial"/>
              <a:ea typeface="Arial"/>
              <a:cs typeface="Arial"/>
              <a:sym typeface="Arial"/>
            </a:endParaRPr>
          </a:p>
        </p:txBody>
      </p:sp>
      <p:sp>
        <p:nvSpPr>
          <p:cNvPr id="1404" name="Google Shape;1404;p20"/>
          <p:cNvSpPr txBox="1"/>
          <p:nvPr/>
        </p:nvSpPr>
        <p:spPr>
          <a:xfrm>
            <a:off x="8077200" y="533400"/>
            <a:ext cx="1095172"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1" i="0" u="none" strike="noStrike" cap="none">
                <a:solidFill>
                  <a:srgbClr val="FF0000"/>
                </a:solidFill>
                <a:latin typeface="Times"/>
                <a:ea typeface="Times"/>
                <a:cs typeface="Times"/>
                <a:sym typeface="Times"/>
              </a:rPr>
              <a:t>Posterior</a:t>
            </a:r>
            <a:endParaRPr lang="en-US"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b="1" i="0" u="none" strike="noStrike" cap="none">
                <a:solidFill>
                  <a:srgbClr val="FF0000"/>
                </a:solidFill>
                <a:latin typeface="Times"/>
                <a:ea typeface="Times"/>
                <a:cs typeface="Times"/>
                <a:sym typeface="Times"/>
              </a:rPr>
              <a:t>commisure</a:t>
            </a:r>
          </a:p>
        </p:txBody>
      </p:sp>
      <p:sp>
        <p:nvSpPr>
          <p:cNvPr id="1405" name="Google Shape;1405;p20"/>
          <p:cNvSpPr txBox="1"/>
          <p:nvPr/>
        </p:nvSpPr>
        <p:spPr>
          <a:xfrm>
            <a:off x="7458179" y="-96798"/>
            <a:ext cx="1762021"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1" i="0" u="none" strike="noStrike" cap="none">
                <a:solidFill>
                  <a:srgbClr val="FF0000"/>
                </a:solidFill>
                <a:latin typeface="Times"/>
                <a:ea typeface="Times"/>
                <a:cs typeface="Times"/>
                <a:sym typeface="Times"/>
              </a:rPr>
              <a:t>Dorsal </a:t>
            </a:r>
            <a:endParaRPr lang="en-US"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b="1" i="0" u="none" strike="noStrike" cap="none">
                <a:solidFill>
                  <a:srgbClr val="FF0000"/>
                </a:solidFill>
                <a:latin typeface="Times"/>
                <a:ea typeface="Times"/>
                <a:cs typeface="Times"/>
                <a:sym typeface="Times"/>
              </a:rPr>
              <a:t>Trigeminothalamic</a:t>
            </a:r>
          </a:p>
          <a:p>
            <a:pPr marL="0" marR="0" lvl="0" indent="0" algn="l" rtl="0">
              <a:lnSpc>
                <a:spcPct val="100000"/>
              </a:lnSpc>
              <a:spcBef>
                <a:spcPts val="0"/>
              </a:spcBef>
              <a:spcAft>
                <a:spcPts val="0"/>
              </a:spcAft>
              <a:buClr>
                <a:srgbClr val="000000"/>
              </a:buClr>
              <a:buSzPts val="1500"/>
              <a:buFont typeface="Arial"/>
              <a:buNone/>
            </a:pPr>
            <a:r>
              <a:rPr lang="en-US" b="1" i="0" u="none" strike="noStrike" cap="none">
                <a:solidFill>
                  <a:srgbClr val="FF0000"/>
                </a:solidFill>
                <a:latin typeface="Times"/>
                <a:ea typeface="Times"/>
                <a:cs typeface="Times"/>
                <a:sym typeface="Times"/>
              </a:rPr>
              <a:t>tract</a:t>
            </a:r>
            <a:endParaRPr lang="en-US" sz="1200" b="0" i="0" u="none" strike="noStrike" cap="none">
              <a:solidFill>
                <a:srgbClr val="000000"/>
              </a:solidFill>
              <a:latin typeface="Arial"/>
              <a:ea typeface="Arial"/>
              <a:cs typeface="Arial"/>
              <a:sym typeface="Arial"/>
            </a:endParaRPr>
          </a:p>
        </p:txBody>
      </p:sp>
      <p:sp>
        <p:nvSpPr>
          <p:cNvPr id="1406" name="Google Shape;1406;p20"/>
          <p:cNvSpPr txBox="1"/>
          <p:nvPr/>
        </p:nvSpPr>
        <p:spPr>
          <a:xfrm>
            <a:off x="6172200" y="33798"/>
            <a:ext cx="879436"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0" i="0" u="none" strike="noStrike" cap="none">
                <a:solidFill>
                  <a:schemeClr val="dk1"/>
                </a:solidFill>
                <a:latin typeface="Times"/>
                <a:ea typeface="Times"/>
                <a:cs typeface="Times"/>
                <a:sym typeface="Times"/>
              </a:rPr>
              <a:t>MidRetF</a:t>
            </a:r>
          </a:p>
        </p:txBody>
      </p:sp>
      <p:sp>
        <p:nvSpPr>
          <p:cNvPr id="1407" name="Google Shape;1407;p20"/>
          <p:cNvSpPr txBox="1"/>
          <p:nvPr/>
        </p:nvSpPr>
        <p:spPr>
          <a:xfrm>
            <a:off x="5334000" y="18455"/>
            <a:ext cx="761747"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1" i="0" u="none" strike="noStrike" cap="none">
                <a:solidFill>
                  <a:srgbClr val="FF0000"/>
                </a:solidFill>
                <a:latin typeface="Times"/>
                <a:ea typeface="Times"/>
                <a:cs typeface="Times"/>
                <a:sym typeface="Times"/>
              </a:rPr>
              <a:t>PreTec</a:t>
            </a:r>
          </a:p>
        </p:txBody>
      </p:sp>
      <p:sp>
        <p:nvSpPr>
          <p:cNvPr id="1408" name="Google Shape;1408;p20"/>
          <p:cNvSpPr txBox="1"/>
          <p:nvPr/>
        </p:nvSpPr>
        <p:spPr>
          <a:xfrm>
            <a:off x="8458200" y="2286000"/>
            <a:ext cx="633507"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0" i="0" u="none" strike="noStrike" cap="none">
                <a:solidFill>
                  <a:schemeClr val="dk1"/>
                </a:solidFill>
                <a:latin typeface="Times"/>
                <a:ea typeface="Times"/>
                <a:cs typeface="Times"/>
                <a:sym typeface="Times"/>
              </a:rPr>
              <a:t>CeGy</a:t>
            </a:r>
          </a:p>
        </p:txBody>
      </p:sp>
      <p:sp>
        <p:nvSpPr>
          <p:cNvPr id="1409" name="Google Shape;1409;p20"/>
          <p:cNvSpPr txBox="1"/>
          <p:nvPr/>
        </p:nvSpPr>
        <p:spPr>
          <a:xfrm>
            <a:off x="381000" y="3276600"/>
            <a:ext cx="640770"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1" i="0" u="none" strike="noStrike" cap="none">
                <a:solidFill>
                  <a:srgbClr val="FF0000"/>
                </a:solidFill>
                <a:latin typeface="Times"/>
                <a:ea typeface="Times"/>
                <a:cs typeface="Times"/>
                <a:sym typeface="Times"/>
              </a:rPr>
              <a:t>OpTr</a:t>
            </a:r>
          </a:p>
        </p:txBody>
      </p:sp>
      <p:sp>
        <p:nvSpPr>
          <p:cNvPr id="1410" name="Google Shape;1410;p20"/>
          <p:cNvSpPr txBox="1"/>
          <p:nvPr/>
        </p:nvSpPr>
        <p:spPr>
          <a:xfrm>
            <a:off x="381000" y="3657600"/>
            <a:ext cx="60898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0" i="0" u="none" strike="noStrike" cap="none">
                <a:solidFill>
                  <a:schemeClr val="dk1"/>
                </a:solidFill>
                <a:latin typeface="Times"/>
                <a:ea typeface="Times"/>
                <a:cs typeface="Times"/>
                <a:sym typeface="Times"/>
              </a:rPr>
              <a:t>ALS, </a:t>
            </a:r>
            <a:endParaRPr lang="en-US"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b="0" i="0" u="none" strike="noStrike" cap="none">
                <a:solidFill>
                  <a:schemeClr val="dk1"/>
                </a:solidFill>
                <a:latin typeface="Times"/>
                <a:ea typeface="Times"/>
                <a:cs typeface="Times"/>
                <a:sym typeface="Times"/>
              </a:rPr>
              <a:t>ML</a:t>
            </a:r>
            <a:endParaRPr lang="en-US" sz="1200" b="0" i="0" u="none" strike="noStrike" cap="none">
              <a:solidFill>
                <a:srgbClr val="000000"/>
              </a:solidFill>
              <a:latin typeface="Arial"/>
              <a:ea typeface="Arial"/>
              <a:cs typeface="Arial"/>
              <a:sym typeface="Arial"/>
            </a:endParaRPr>
          </a:p>
        </p:txBody>
      </p:sp>
      <p:sp>
        <p:nvSpPr>
          <p:cNvPr id="1411" name="Google Shape;1411;p20"/>
          <p:cNvSpPr txBox="1"/>
          <p:nvPr/>
        </p:nvSpPr>
        <p:spPr>
          <a:xfrm>
            <a:off x="709941" y="4114800"/>
            <a:ext cx="1652259"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0" i="0" u="none" strike="noStrike" cap="none">
                <a:solidFill>
                  <a:schemeClr val="dk1"/>
                </a:solidFill>
                <a:latin typeface="Times"/>
                <a:ea typeface="Times"/>
                <a:cs typeface="Times"/>
                <a:sym typeface="Times"/>
              </a:rPr>
              <a:t>Ventral</a:t>
            </a:r>
            <a:endParaRPr lang="en-US"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b="0" i="0" u="none" strike="noStrike" cap="none">
                <a:solidFill>
                  <a:schemeClr val="dk1"/>
                </a:solidFill>
                <a:latin typeface="Times"/>
                <a:ea typeface="Times"/>
                <a:cs typeface="Times"/>
                <a:sym typeface="Times"/>
              </a:rPr>
              <a:t>Trigeminothalamic</a:t>
            </a:r>
          </a:p>
          <a:p>
            <a:pPr marL="0" marR="0" lvl="0" indent="0" algn="l" rtl="0">
              <a:lnSpc>
                <a:spcPct val="100000"/>
              </a:lnSpc>
              <a:spcBef>
                <a:spcPts val="0"/>
              </a:spcBef>
              <a:spcAft>
                <a:spcPts val="0"/>
              </a:spcAft>
              <a:buClr>
                <a:srgbClr val="000000"/>
              </a:buClr>
              <a:buSzPts val="1500"/>
              <a:buFont typeface="Arial"/>
              <a:buNone/>
            </a:pPr>
            <a:r>
              <a:rPr lang="en-US" b="0" i="0" u="none" strike="noStrike" cap="none">
                <a:solidFill>
                  <a:schemeClr val="dk1"/>
                </a:solidFill>
                <a:latin typeface="Times"/>
                <a:ea typeface="Times"/>
                <a:cs typeface="Times"/>
                <a:sym typeface="Times"/>
              </a:rPr>
              <a:t>tract</a:t>
            </a:r>
            <a:endParaRPr lang="en-US" sz="1200" b="0" i="0" u="none" strike="noStrike" cap="none">
              <a:solidFill>
                <a:srgbClr val="000000"/>
              </a:solidFill>
              <a:latin typeface="Arial"/>
              <a:ea typeface="Arial"/>
              <a:cs typeface="Arial"/>
              <a:sym typeface="Arial"/>
            </a:endParaRPr>
          </a:p>
        </p:txBody>
      </p:sp>
      <p:sp>
        <p:nvSpPr>
          <p:cNvPr id="1412" name="Google Shape;1412;p20"/>
          <p:cNvSpPr txBox="1"/>
          <p:nvPr/>
        </p:nvSpPr>
        <p:spPr>
          <a:xfrm>
            <a:off x="838200" y="4953000"/>
            <a:ext cx="1371600"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0" i="0" u="none" strike="noStrike" cap="none">
                <a:solidFill>
                  <a:schemeClr val="dk1"/>
                </a:solidFill>
                <a:latin typeface="Times"/>
                <a:ea typeface="Times"/>
                <a:cs typeface="Times"/>
                <a:sym typeface="Times"/>
              </a:rPr>
              <a:t>Cruz cerebri</a:t>
            </a:r>
          </a:p>
        </p:txBody>
      </p:sp>
      <p:sp>
        <p:nvSpPr>
          <p:cNvPr id="1413" name="Google Shape;1413;p20"/>
          <p:cNvSpPr txBox="1"/>
          <p:nvPr/>
        </p:nvSpPr>
        <p:spPr>
          <a:xfrm>
            <a:off x="990600" y="6172200"/>
            <a:ext cx="1429467"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0" i="0" u="none" strike="noStrike" cap="none">
                <a:solidFill>
                  <a:schemeClr val="dk1"/>
                </a:solidFill>
                <a:latin typeface="Times"/>
                <a:ea typeface="Times"/>
                <a:cs typeface="Times"/>
                <a:sym typeface="Times"/>
              </a:rPr>
              <a:t>Substantia nigra</a:t>
            </a:r>
          </a:p>
        </p:txBody>
      </p:sp>
      <p:sp>
        <p:nvSpPr>
          <p:cNvPr id="1414" name="Google Shape;1414;p20"/>
          <p:cNvSpPr txBox="1"/>
          <p:nvPr/>
        </p:nvSpPr>
        <p:spPr>
          <a:xfrm>
            <a:off x="2514600" y="6172200"/>
            <a:ext cx="68717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0" i="0" u="none" strike="noStrike" cap="none">
                <a:solidFill>
                  <a:schemeClr val="dk1"/>
                </a:solidFill>
                <a:latin typeface="Times"/>
                <a:ea typeface="Times"/>
                <a:cs typeface="Times"/>
                <a:sym typeface="Times"/>
              </a:rPr>
              <a:t>CTT,</a:t>
            </a:r>
            <a:endParaRPr lang="en-US"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b="1" i="0" u="none" strike="noStrike" cap="none">
                <a:solidFill>
                  <a:srgbClr val="FF0000"/>
                </a:solidFill>
                <a:latin typeface="Times"/>
                <a:ea typeface="Times"/>
                <a:cs typeface="Times"/>
                <a:sym typeface="Times"/>
              </a:rPr>
              <a:t>CThT</a:t>
            </a:r>
          </a:p>
        </p:txBody>
      </p:sp>
      <p:sp>
        <p:nvSpPr>
          <p:cNvPr id="1415" name="Google Shape;1415;p20"/>
          <p:cNvSpPr txBox="1"/>
          <p:nvPr/>
        </p:nvSpPr>
        <p:spPr>
          <a:xfrm>
            <a:off x="3200400" y="6497692"/>
            <a:ext cx="676462"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1" i="0" u="none" strike="noStrike" cap="none">
                <a:solidFill>
                  <a:srgbClr val="FF0000"/>
                </a:solidFill>
                <a:latin typeface="Times"/>
                <a:ea typeface="Times"/>
                <a:cs typeface="Times"/>
                <a:sym typeface="Times"/>
              </a:rPr>
              <a:t>RuNu</a:t>
            </a:r>
          </a:p>
        </p:txBody>
      </p:sp>
      <p:sp>
        <p:nvSpPr>
          <p:cNvPr id="1416" name="Google Shape;1416;p20"/>
          <p:cNvSpPr txBox="1"/>
          <p:nvPr/>
        </p:nvSpPr>
        <p:spPr>
          <a:xfrm>
            <a:off x="4419600" y="6400800"/>
            <a:ext cx="49452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1" i="0" u="none" strike="noStrike" cap="none">
                <a:solidFill>
                  <a:srgbClr val="FF0000"/>
                </a:solidFill>
                <a:latin typeface="Times"/>
                <a:ea typeface="Times"/>
                <a:cs typeface="Times"/>
                <a:sym typeface="Times"/>
              </a:rPr>
              <a:t>IPF</a:t>
            </a:r>
            <a:endParaRPr lang="en-US" sz="1200" b="0" i="0" u="none" strike="noStrike" cap="none">
              <a:solidFill>
                <a:srgbClr val="000000"/>
              </a:solidFill>
              <a:latin typeface="Arial"/>
              <a:ea typeface="Arial"/>
              <a:cs typeface="Arial"/>
              <a:sym typeface="Arial"/>
            </a:endParaRPr>
          </a:p>
        </p:txBody>
      </p:sp>
      <p:sp>
        <p:nvSpPr>
          <p:cNvPr id="1417" name="Google Shape;1417;p20"/>
          <p:cNvSpPr txBox="1"/>
          <p:nvPr/>
        </p:nvSpPr>
        <p:spPr>
          <a:xfrm>
            <a:off x="7391400" y="5486400"/>
            <a:ext cx="1659429"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1" i="0" u="none" strike="noStrike" cap="none">
                <a:solidFill>
                  <a:srgbClr val="FF0000"/>
                </a:solidFill>
                <a:latin typeface="Times"/>
                <a:ea typeface="Times"/>
                <a:cs typeface="Times"/>
                <a:sym typeface="Times"/>
              </a:rPr>
              <a:t>Ventral tegmental</a:t>
            </a:r>
            <a:endParaRPr lang="en-US"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b="1" i="0" u="none" strike="noStrike" cap="none">
                <a:solidFill>
                  <a:srgbClr val="FF0000"/>
                </a:solidFill>
                <a:latin typeface="Times"/>
                <a:ea typeface="Times"/>
                <a:cs typeface="Times"/>
                <a:sym typeface="Times"/>
              </a:rPr>
              <a:t>area</a:t>
            </a:r>
            <a:endParaRPr lang="en-US" sz="1200" b="0" i="0" u="none" strike="noStrike" cap="none">
              <a:solidFill>
                <a:srgbClr val="000000"/>
              </a:solidFill>
              <a:latin typeface="Arial"/>
              <a:ea typeface="Arial"/>
              <a:cs typeface="Arial"/>
              <a:sym typeface="Arial"/>
            </a:endParaRPr>
          </a:p>
        </p:txBody>
      </p:sp>
      <p:sp>
        <p:nvSpPr>
          <p:cNvPr id="1418" name="Google Shape;1418;p20"/>
          <p:cNvSpPr txBox="1"/>
          <p:nvPr/>
        </p:nvSpPr>
        <p:spPr>
          <a:xfrm>
            <a:off x="7848600" y="4953000"/>
            <a:ext cx="123623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1" i="0" u="none" strike="noStrike" cap="none">
                <a:solidFill>
                  <a:srgbClr val="FF0000"/>
                </a:solidFill>
                <a:latin typeface="Times"/>
                <a:ea typeface="Times"/>
                <a:cs typeface="Times"/>
                <a:sym typeface="Times"/>
              </a:rPr>
              <a:t>Radations of </a:t>
            </a:r>
            <a:endParaRPr lang="en-US"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b="1" i="0" u="none" strike="noStrike" cap="none">
                <a:solidFill>
                  <a:srgbClr val="FF0000"/>
                </a:solidFill>
                <a:latin typeface="Times"/>
                <a:ea typeface="Times"/>
                <a:cs typeface="Times"/>
                <a:sym typeface="Times"/>
              </a:rPr>
              <a:t>occulomotor</a:t>
            </a:r>
          </a:p>
        </p:txBody>
      </p:sp>
      <p:sp>
        <p:nvSpPr>
          <p:cNvPr id="1419" name="Google Shape;1419;p20"/>
          <p:cNvSpPr txBox="1"/>
          <p:nvPr/>
        </p:nvSpPr>
        <p:spPr>
          <a:xfrm>
            <a:off x="8561789" y="4419600"/>
            <a:ext cx="582211"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0" i="0" u="none" strike="noStrike" cap="none">
                <a:solidFill>
                  <a:schemeClr val="dk1"/>
                </a:solidFill>
                <a:latin typeface="Times"/>
                <a:ea typeface="Times"/>
                <a:cs typeface="Times"/>
                <a:sym typeface="Times"/>
              </a:rPr>
              <a:t>MLF</a:t>
            </a:r>
            <a:endParaRPr lang="en-US" sz="1200" b="0" i="0" u="none" strike="noStrike" cap="none">
              <a:solidFill>
                <a:srgbClr val="000000"/>
              </a:solidFill>
              <a:latin typeface="Arial"/>
              <a:ea typeface="Arial"/>
              <a:cs typeface="Arial"/>
              <a:sym typeface="Arial"/>
            </a:endParaRPr>
          </a:p>
        </p:txBody>
      </p:sp>
      <p:sp>
        <p:nvSpPr>
          <p:cNvPr id="1420" name="Google Shape;1420;p20"/>
          <p:cNvSpPr txBox="1"/>
          <p:nvPr/>
        </p:nvSpPr>
        <p:spPr>
          <a:xfrm>
            <a:off x="7543800" y="3352800"/>
            <a:ext cx="1697901"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1" i="0" u="none" strike="noStrike" cap="none">
                <a:solidFill>
                  <a:srgbClr val="FF0000"/>
                </a:solidFill>
                <a:latin typeface="Times"/>
                <a:ea typeface="Times"/>
                <a:cs typeface="Times"/>
                <a:sym typeface="Times"/>
              </a:rPr>
              <a:t>Rostral interstitial </a:t>
            </a:r>
            <a:endParaRPr lang="en-US"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b="1" i="0" u="none" strike="noStrike" cap="none">
                <a:solidFill>
                  <a:srgbClr val="FF0000"/>
                </a:solidFill>
                <a:latin typeface="Times"/>
                <a:ea typeface="Times"/>
                <a:cs typeface="Times"/>
                <a:sym typeface="Times"/>
              </a:rPr>
              <a:t>Nucleus of MLF</a:t>
            </a:r>
            <a:endParaRPr lang="en-US" sz="1200" b="0" i="0" u="none" strike="noStrike" cap="none">
              <a:solidFill>
                <a:srgbClr val="000000"/>
              </a:solidFill>
              <a:latin typeface="Arial"/>
              <a:ea typeface="Arial"/>
              <a:cs typeface="Arial"/>
              <a:sym typeface="Arial"/>
            </a:endParaRPr>
          </a:p>
        </p:txBody>
      </p:sp>
      <p:sp>
        <p:nvSpPr>
          <p:cNvPr id="1421" name="Google Shape;1421;p20"/>
          <p:cNvSpPr txBox="1"/>
          <p:nvPr/>
        </p:nvSpPr>
        <p:spPr>
          <a:xfrm>
            <a:off x="609600" y="0"/>
            <a:ext cx="1391990"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0" i="0" u="none" strike="noStrike" cap="none">
                <a:solidFill>
                  <a:schemeClr val="dk1"/>
                </a:solidFill>
                <a:latin typeface="Times"/>
                <a:ea typeface="Times"/>
                <a:cs typeface="Times"/>
                <a:sym typeface="Times"/>
              </a:rPr>
              <a:t>Brachium of IC</a:t>
            </a:r>
            <a:endParaRPr lang="en-US" sz="1200" b="0" i="0" u="none" strike="noStrike" cap="none">
              <a:solidFill>
                <a:srgbClr val="000000"/>
              </a:solidFill>
              <a:latin typeface="Arial"/>
              <a:ea typeface="Arial"/>
              <a:cs typeface="Arial"/>
              <a:sym typeface="Arial"/>
            </a:endParaRPr>
          </a:p>
        </p:txBody>
      </p:sp>
      <p:cxnSp>
        <p:nvCxnSpPr>
          <p:cNvPr id="1422" name="Google Shape;1422;p20"/>
          <p:cNvCxnSpPr/>
          <p:nvPr/>
        </p:nvCxnSpPr>
        <p:spPr>
          <a:xfrm rot="10800000" flipH="1">
            <a:off x="2286000" y="3657600"/>
            <a:ext cx="304800" cy="1524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23" name="Google Shape;1423;p20"/>
          <p:cNvCxnSpPr/>
          <p:nvPr/>
        </p:nvCxnSpPr>
        <p:spPr>
          <a:xfrm rot="10800000" flipH="1">
            <a:off x="2667000" y="4419600"/>
            <a:ext cx="304800" cy="1524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24" name="Google Shape;1424;p20"/>
          <p:cNvCxnSpPr/>
          <p:nvPr/>
        </p:nvCxnSpPr>
        <p:spPr>
          <a:xfrm rot="10800000" flipH="1">
            <a:off x="2819400" y="4800600"/>
            <a:ext cx="304800" cy="1524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25" name="Google Shape;1425;p20"/>
          <p:cNvCxnSpPr/>
          <p:nvPr/>
        </p:nvCxnSpPr>
        <p:spPr>
          <a:xfrm rot="10800000" flipH="1">
            <a:off x="3352800" y="5257800"/>
            <a:ext cx="304800" cy="152400"/>
          </a:xfrm>
          <a:prstGeom prst="straightConnector1">
            <a:avLst/>
          </a:prstGeom>
          <a:solidFill>
            <a:schemeClr val="accent1"/>
          </a:solidFill>
          <a:ln w="9525" cap="flat" cmpd="sng">
            <a:solidFill>
              <a:srgbClr val="0000FF"/>
            </a:solidFill>
            <a:prstDash val="solid"/>
            <a:round/>
            <a:headEnd type="none" w="sm" len="sm"/>
            <a:tailEnd type="stealth" w="med" len="med"/>
          </a:ln>
        </p:spPr>
      </p:cxnSp>
      <p:sp>
        <p:nvSpPr>
          <p:cNvPr id="1426" name="Google Shape;1426;p20"/>
          <p:cNvSpPr txBox="1"/>
          <p:nvPr/>
        </p:nvSpPr>
        <p:spPr>
          <a:xfrm>
            <a:off x="2286000" y="3581400"/>
            <a:ext cx="762000"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0" i="0" u="none" strike="noStrike" cap="none">
                <a:solidFill>
                  <a:schemeClr val="lt1"/>
                </a:solidFill>
                <a:latin typeface="Times"/>
                <a:ea typeface="Times"/>
                <a:cs typeface="Times"/>
                <a:sym typeface="Times"/>
              </a:rPr>
              <a:t>CoPF</a:t>
            </a:r>
          </a:p>
        </p:txBody>
      </p:sp>
      <p:sp>
        <p:nvSpPr>
          <p:cNvPr id="1427" name="Google Shape;1427;p20"/>
          <p:cNvSpPr txBox="1"/>
          <p:nvPr/>
        </p:nvSpPr>
        <p:spPr>
          <a:xfrm flipH="1">
            <a:off x="2743200" y="4267200"/>
            <a:ext cx="609600"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0" i="0" u="none" strike="noStrike" cap="none">
                <a:solidFill>
                  <a:srgbClr val="FFFFFF"/>
                </a:solidFill>
                <a:latin typeface="Times"/>
                <a:ea typeface="Times"/>
                <a:cs typeface="Times"/>
                <a:sym typeface="Times"/>
              </a:rPr>
              <a:t>CST</a:t>
            </a:r>
            <a:endParaRPr lang="en-US" sz="1200" b="0" i="0" u="none" strike="noStrike" cap="none">
              <a:solidFill>
                <a:srgbClr val="000000"/>
              </a:solidFill>
              <a:latin typeface="Arial"/>
              <a:ea typeface="Arial"/>
              <a:cs typeface="Arial"/>
              <a:sym typeface="Arial"/>
            </a:endParaRPr>
          </a:p>
        </p:txBody>
      </p:sp>
      <p:sp>
        <p:nvSpPr>
          <p:cNvPr id="1428" name="Google Shape;1428;p20"/>
          <p:cNvSpPr txBox="1"/>
          <p:nvPr/>
        </p:nvSpPr>
        <p:spPr>
          <a:xfrm>
            <a:off x="2819400" y="4648200"/>
            <a:ext cx="762000"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0" i="0" u="none" strike="noStrike" cap="none">
                <a:solidFill>
                  <a:srgbClr val="FFFFFF"/>
                </a:solidFill>
                <a:latin typeface="Times"/>
                <a:ea typeface="Times"/>
                <a:cs typeface="Times"/>
                <a:sym typeface="Times"/>
              </a:rPr>
              <a:t>CoNF</a:t>
            </a:r>
          </a:p>
        </p:txBody>
      </p:sp>
      <p:sp>
        <p:nvSpPr>
          <p:cNvPr id="1429" name="Google Shape;1429;p20"/>
          <p:cNvSpPr txBox="1"/>
          <p:nvPr/>
        </p:nvSpPr>
        <p:spPr>
          <a:xfrm>
            <a:off x="3429000" y="5105400"/>
            <a:ext cx="685800"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b="0" i="0" u="none" strike="noStrike" cap="none">
                <a:solidFill>
                  <a:srgbClr val="FFFFFF"/>
                </a:solidFill>
                <a:latin typeface="Times"/>
                <a:ea typeface="Times"/>
                <a:cs typeface="Times"/>
                <a:sym typeface="Times"/>
              </a:rPr>
              <a:t>CoPF</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8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0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7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9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7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4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4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9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36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40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39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36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40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39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39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36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40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39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36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403"/>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394"/>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361"/>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408"/>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408"/>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395"/>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1367"/>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402"/>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396"/>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136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420"/>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1397"/>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369"/>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1419"/>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1386"/>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1371"/>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1418"/>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1387"/>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1370"/>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1417"/>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1388"/>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1372"/>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1416"/>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1385"/>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1357"/>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1415"/>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1384"/>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1358"/>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1414"/>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1382"/>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1356"/>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1413"/>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1383"/>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1355"/>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1412"/>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1381"/>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1360"/>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nodeType="clickEffect">
                                  <p:stCondLst>
                                    <p:cond delay="0"/>
                                  </p:stCondLst>
                                  <p:childTnLst>
                                    <p:set>
                                      <p:cBhvr>
                                        <p:cTn id="242" dur="1" fill="hold">
                                          <p:stCondLst>
                                            <p:cond delay="0"/>
                                          </p:stCondLst>
                                        </p:cTn>
                                        <p:tgtEl>
                                          <p:spTgt spid="1411"/>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nodeType="clickEffect">
                                  <p:stCondLst>
                                    <p:cond delay="0"/>
                                  </p:stCondLst>
                                  <p:childTnLst>
                                    <p:set>
                                      <p:cBhvr>
                                        <p:cTn id="246" dur="1" fill="hold">
                                          <p:stCondLst>
                                            <p:cond delay="0"/>
                                          </p:stCondLst>
                                        </p:cTn>
                                        <p:tgtEl>
                                          <p:spTgt spid="1380"/>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1359"/>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1410"/>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nodeType="clickEffect">
                                  <p:stCondLst>
                                    <p:cond delay="0"/>
                                  </p:stCondLst>
                                  <p:childTnLst>
                                    <p:set>
                                      <p:cBhvr>
                                        <p:cTn id="258" dur="1" fill="hold">
                                          <p:stCondLst>
                                            <p:cond delay="0"/>
                                          </p:stCondLst>
                                        </p:cTn>
                                        <p:tgtEl>
                                          <p:spTgt spid="1377"/>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nodeType="clickEffect">
                                  <p:stCondLst>
                                    <p:cond delay="0"/>
                                  </p:stCondLst>
                                  <p:childTnLst>
                                    <p:set>
                                      <p:cBhvr>
                                        <p:cTn id="262" dur="1" fill="hold">
                                          <p:stCondLst>
                                            <p:cond delay="0"/>
                                          </p:stCondLst>
                                        </p:cTn>
                                        <p:tgtEl>
                                          <p:spTgt spid="1350"/>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presetID="1" presetClass="entr" presetSubtype="0" fill="hold" nodeType="clickEffect">
                                  <p:stCondLst>
                                    <p:cond delay="0"/>
                                  </p:stCondLst>
                                  <p:childTnLst>
                                    <p:set>
                                      <p:cBhvr>
                                        <p:cTn id="266" dur="1" fill="hold">
                                          <p:stCondLst>
                                            <p:cond delay="0"/>
                                          </p:stCondLst>
                                        </p:cTn>
                                        <p:tgtEl>
                                          <p:spTgt spid="1409"/>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nodeType="clickEffect">
                                  <p:stCondLst>
                                    <p:cond delay="0"/>
                                  </p:stCondLst>
                                  <p:childTnLst>
                                    <p:set>
                                      <p:cBhvr>
                                        <p:cTn id="270" dur="1" fill="hold">
                                          <p:stCondLst>
                                            <p:cond delay="0"/>
                                          </p:stCondLst>
                                        </p:cTn>
                                        <p:tgtEl>
                                          <p:spTgt spid="1376"/>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nodeType="clickEffect">
                                  <p:stCondLst>
                                    <p:cond delay="0"/>
                                  </p:stCondLst>
                                  <p:childTnLst>
                                    <p:set>
                                      <p:cBhvr>
                                        <p:cTn id="274" dur="1" fill="hold">
                                          <p:stCondLst>
                                            <p:cond delay="0"/>
                                          </p:stCondLst>
                                        </p:cTn>
                                        <p:tgtEl>
                                          <p:spTgt spid="1348"/>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nodeType="clickEffect">
                                  <p:stCondLst>
                                    <p:cond delay="0"/>
                                  </p:stCondLst>
                                  <p:childTnLst>
                                    <p:set>
                                      <p:cBhvr>
                                        <p:cTn id="278" dur="1" fill="hold">
                                          <p:stCondLst>
                                            <p:cond delay="0"/>
                                          </p:stCondLst>
                                        </p:cTn>
                                        <p:tgtEl>
                                          <p:spTgt spid="1401"/>
                                        </p:tgtEl>
                                        <p:attrNameLst>
                                          <p:attrName>style.visibility</p:attrName>
                                        </p:attrNameLst>
                                      </p:cBhvr>
                                      <p:to>
                                        <p:strVal val="visible"/>
                                      </p:to>
                                    </p:set>
                                  </p:childTnLst>
                                </p:cTn>
                              </p:par>
                            </p:childTnLst>
                          </p:cTn>
                        </p:par>
                      </p:childTnLst>
                    </p:cTn>
                  </p:par>
                  <p:par>
                    <p:cTn id="279" fill="hold">
                      <p:stCondLst>
                        <p:cond delay="indefinite"/>
                      </p:stCondLst>
                      <p:childTnLst>
                        <p:par>
                          <p:cTn id="280" fill="hold">
                            <p:stCondLst>
                              <p:cond delay="0"/>
                            </p:stCondLst>
                            <p:childTnLst>
                              <p:par>
                                <p:cTn id="281" presetID="1" presetClass="entr" presetSubtype="0" fill="hold" nodeType="clickEffect">
                                  <p:stCondLst>
                                    <p:cond delay="0"/>
                                  </p:stCondLst>
                                  <p:childTnLst>
                                    <p:set>
                                      <p:cBhvr>
                                        <p:cTn id="282" dur="1" fill="hold">
                                          <p:stCondLst>
                                            <p:cond delay="0"/>
                                          </p:stCondLst>
                                        </p:cTn>
                                        <p:tgtEl>
                                          <p:spTgt spid="1375"/>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nodeType="clickEffect">
                                  <p:stCondLst>
                                    <p:cond delay="0"/>
                                  </p:stCondLst>
                                  <p:childTnLst>
                                    <p:set>
                                      <p:cBhvr>
                                        <p:cTn id="286" dur="1" fill="hold">
                                          <p:stCondLst>
                                            <p:cond delay="0"/>
                                          </p:stCondLst>
                                        </p:cTn>
                                        <p:tgtEl>
                                          <p:spTgt spid="1351"/>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nodeType="clickEffect">
                                  <p:stCondLst>
                                    <p:cond delay="0"/>
                                  </p:stCondLst>
                                  <p:childTnLst>
                                    <p:set>
                                      <p:cBhvr>
                                        <p:cTn id="290" dur="1" fill="hold">
                                          <p:stCondLst>
                                            <p:cond delay="0"/>
                                          </p:stCondLst>
                                        </p:cTn>
                                        <p:tgtEl>
                                          <p:spTgt spid="1400"/>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nodeType="clickEffect">
                                  <p:stCondLst>
                                    <p:cond delay="0"/>
                                  </p:stCondLst>
                                  <p:childTnLst>
                                    <p:set>
                                      <p:cBhvr>
                                        <p:cTn id="294" dur="1" fill="hold">
                                          <p:stCondLst>
                                            <p:cond delay="0"/>
                                          </p:stCondLst>
                                        </p:cTn>
                                        <p:tgtEl>
                                          <p:spTgt spid="1373"/>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presetID="1" presetClass="entr" presetSubtype="0" fill="hold" nodeType="clickEffect">
                                  <p:stCondLst>
                                    <p:cond delay="0"/>
                                  </p:stCondLst>
                                  <p:childTnLst>
                                    <p:set>
                                      <p:cBhvr>
                                        <p:cTn id="298" dur="1" fill="hold">
                                          <p:stCondLst>
                                            <p:cond delay="0"/>
                                          </p:stCondLst>
                                        </p:cTn>
                                        <p:tgtEl>
                                          <p:spTgt spid="1352"/>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presetSubtype="0" fill="hold" nodeType="clickEffect">
                                  <p:stCondLst>
                                    <p:cond delay="0"/>
                                  </p:stCondLst>
                                  <p:childTnLst>
                                    <p:set>
                                      <p:cBhvr>
                                        <p:cTn id="302" dur="1" fill="hold">
                                          <p:stCondLst>
                                            <p:cond delay="0"/>
                                          </p:stCondLst>
                                        </p:cTn>
                                        <p:tgtEl>
                                          <p:spTgt spid="1399"/>
                                        </p:tgtEl>
                                        <p:attrNameLst>
                                          <p:attrName>style.visibility</p:attrName>
                                        </p:attrNameLst>
                                      </p:cBhvr>
                                      <p:to>
                                        <p:strVal val="visible"/>
                                      </p:to>
                                    </p:set>
                                  </p:childTnLst>
                                </p:cTn>
                              </p:par>
                            </p:childTnLst>
                          </p:cTn>
                        </p:par>
                      </p:childTnLst>
                    </p:cTn>
                  </p:par>
                  <p:par>
                    <p:cTn id="303" fill="hold">
                      <p:stCondLst>
                        <p:cond delay="indefinite"/>
                      </p:stCondLst>
                      <p:childTnLst>
                        <p:par>
                          <p:cTn id="304" fill="hold">
                            <p:stCondLst>
                              <p:cond delay="0"/>
                            </p:stCondLst>
                            <p:childTnLst>
                              <p:par>
                                <p:cTn id="305" presetID="1" presetClass="entr" presetSubtype="0" fill="hold" nodeType="clickEffect">
                                  <p:stCondLst>
                                    <p:cond delay="0"/>
                                  </p:stCondLst>
                                  <p:childTnLst>
                                    <p:set>
                                      <p:cBhvr>
                                        <p:cTn id="306" dur="1" fill="hold">
                                          <p:stCondLst>
                                            <p:cond delay="0"/>
                                          </p:stCondLst>
                                        </p:cTn>
                                        <p:tgtEl>
                                          <p:spTgt spid="1374"/>
                                        </p:tgtEl>
                                        <p:attrNameLst>
                                          <p:attrName>style.visibility</p:attrName>
                                        </p:attrNameLst>
                                      </p:cBhvr>
                                      <p:to>
                                        <p:strVal val="visible"/>
                                      </p:to>
                                    </p:set>
                                  </p:childTnLst>
                                </p:cTn>
                              </p:par>
                            </p:childTnLst>
                          </p:cTn>
                        </p:par>
                      </p:childTnLst>
                    </p:cTn>
                  </p:par>
                  <p:par>
                    <p:cTn id="307" fill="hold">
                      <p:stCondLst>
                        <p:cond delay="indefinite"/>
                      </p:stCondLst>
                      <p:childTnLst>
                        <p:par>
                          <p:cTn id="308" fill="hold">
                            <p:stCondLst>
                              <p:cond delay="0"/>
                            </p:stCondLst>
                            <p:childTnLst>
                              <p:par>
                                <p:cTn id="309" presetID="1" presetClass="entr" presetSubtype="0" fill="hold" nodeType="clickEffect">
                                  <p:stCondLst>
                                    <p:cond delay="0"/>
                                  </p:stCondLst>
                                  <p:childTnLst>
                                    <p:set>
                                      <p:cBhvr>
                                        <p:cTn id="310" dur="1" fill="hold">
                                          <p:stCondLst>
                                            <p:cond delay="0"/>
                                          </p:stCondLst>
                                        </p:cTn>
                                        <p:tgtEl>
                                          <p:spTgt spid="1353"/>
                                        </p:tgtEl>
                                        <p:attrNameLst>
                                          <p:attrName>style.visibility</p:attrName>
                                        </p:attrNameLst>
                                      </p:cBhvr>
                                      <p:to>
                                        <p:strVal val="visible"/>
                                      </p:to>
                                    </p:set>
                                  </p:childTnLst>
                                </p:cTn>
                              </p:par>
                            </p:childTnLst>
                          </p:cTn>
                        </p:par>
                      </p:childTnLst>
                    </p:cTn>
                  </p:par>
                  <p:par>
                    <p:cTn id="311" fill="hold">
                      <p:stCondLst>
                        <p:cond delay="indefinite"/>
                      </p:stCondLst>
                      <p:childTnLst>
                        <p:par>
                          <p:cTn id="312" fill="hold">
                            <p:stCondLst>
                              <p:cond delay="0"/>
                            </p:stCondLst>
                            <p:childTnLst>
                              <p:par>
                                <p:cTn id="313" presetID="1" presetClass="entr" presetSubtype="0" fill="hold" nodeType="clickEffect">
                                  <p:stCondLst>
                                    <p:cond delay="0"/>
                                  </p:stCondLst>
                                  <p:childTnLst>
                                    <p:set>
                                      <p:cBhvr>
                                        <p:cTn id="314" dur="1" fill="hold">
                                          <p:stCondLst>
                                            <p:cond delay="0"/>
                                          </p:stCondLst>
                                        </p:cTn>
                                        <p:tgtEl>
                                          <p:spTgt spid="1421"/>
                                        </p:tgtEl>
                                        <p:attrNameLst>
                                          <p:attrName>style.visibility</p:attrName>
                                        </p:attrNameLst>
                                      </p:cBhvr>
                                      <p:to>
                                        <p:strVal val="visible"/>
                                      </p:to>
                                    </p:set>
                                  </p:childTnLst>
                                </p:cTn>
                              </p:par>
                            </p:childTnLst>
                          </p:cTn>
                        </p:par>
                      </p:childTnLst>
                    </p:cTn>
                  </p:par>
                  <p:par>
                    <p:cTn id="315" fill="hold">
                      <p:stCondLst>
                        <p:cond delay="indefinite"/>
                      </p:stCondLst>
                      <p:childTnLst>
                        <p:par>
                          <p:cTn id="316" fill="hold">
                            <p:stCondLst>
                              <p:cond delay="0"/>
                            </p:stCondLst>
                            <p:childTnLst>
                              <p:par>
                                <p:cTn id="317" presetID="1" presetClass="entr" presetSubtype="0" fill="hold" nodeType="clickEffect">
                                  <p:stCondLst>
                                    <p:cond delay="0"/>
                                  </p:stCondLst>
                                  <p:childTnLst>
                                    <p:set>
                                      <p:cBhvr>
                                        <p:cTn id="318" dur="1" fill="hold">
                                          <p:stCondLst>
                                            <p:cond delay="0"/>
                                          </p:stCondLst>
                                        </p:cTn>
                                        <p:tgtEl>
                                          <p:spTgt spid="1422"/>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presetID="1" presetClass="entr" presetSubtype="0" fill="hold" nodeType="clickEffect">
                                  <p:stCondLst>
                                    <p:cond delay="0"/>
                                  </p:stCondLst>
                                  <p:childTnLst>
                                    <p:set>
                                      <p:cBhvr>
                                        <p:cTn id="322" dur="1" fill="hold">
                                          <p:stCondLst>
                                            <p:cond delay="0"/>
                                          </p:stCondLst>
                                        </p:cTn>
                                        <p:tgtEl>
                                          <p:spTgt spid="1423"/>
                                        </p:tgtEl>
                                        <p:attrNameLst>
                                          <p:attrName>style.visibility</p:attrName>
                                        </p:attrNameLst>
                                      </p:cBhvr>
                                      <p:to>
                                        <p:strVal val="visible"/>
                                      </p:to>
                                    </p:set>
                                  </p:childTnLst>
                                </p:cTn>
                              </p:par>
                            </p:childTnLst>
                          </p:cTn>
                        </p:par>
                      </p:childTnLst>
                    </p:cTn>
                  </p:par>
                  <p:par>
                    <p:cTn id="323" fill="hold">
                      <p:stCondLst>
                        <p:cond delay="indefinite"/>
                      </p:stCondLst>
                      <p:childTnLst>
                        <p:par>
                          <p:cTn id="324" fill="hold">
                            <p:stCondLst>
                              <p:cond delay="0"/>
                            </p:stCondLst>
                            <p:childTnLst>
                              <p:par>
                                <p:cTn id="325" presetID="1" presetClass="entr" presetSubtype="0" fill="hold" nodeType="clickEffect">
                                  <p:stCondLst>
                                    <p:cond delay="0"/>
                                  </p:stCondLst>
                                  <p:childTnLst>
                                    <p:set>
                                      <p:cBhvr>
                                        <p:cTn id="326" dur="1" fill="hold">
                                          <p:stCondLst>
                                            <p:cond delay="0"/>
                                          </p:stCondLst>
                                        </p:cTn>
                                        <p:tgtEl>
                                          <p:spTgt spid="1424"/>
                                        </p:tgtEl>
                                        <p:attrNameLst>
                                          <p:attrName>style.visibility</p:attrName>
                                        </p:attrNameLst>
                                      </p:cBhvr>
                                      <p:to>
                                        <p:strVal val="visible"/>
                                      </p:to>
                                    </p:set>
                                  </p:childTnLst>
                                </p:cTn>
                              </p:par>
                            </p:childTnLst>
                          </p:cTn>
                        </p:par>
                      </p:childTnLst>
                    </p:cTn>
                  </p:par>
                  <p:par>
                    <p:cTn id="327" fill="hold">
                      <p:stCondLst>
                        <p:cond delay="indefinite"/>
                      </p:stCondLst>
                      <p:childTnLst>
                        <p:par>
                          <p:cTn id="328" fill="hold">
                            <p:stCondLst>
                              <p:cond delay="0"/>
                            </p:stCondLst>
                            <p:childTnLst>
                              <p:par>
                                <p:cTn id="329" presetID="1" presetClass="entr" presetSubtype="0" fill="hold" nodeType="clickEffect">
                                  <p:stCondLst>
                                    <p:cond delay="0"/>
                                  </p:stCondLst>
                                  <p:childTnLst>
                                    <p:set>
                                      <p:cBhvr>
                                        <p:cTn id="330" dur="1" fill="hold">
                                          <p:stCondLst>
                                            <p:cond delay="0"/>
                                          </p:stCondLst>
                                        </p:cTn>
                                        <p:tgtEl>
                                          <p:spTgt spid="1425"/>
                                        </p:tgtEl>
                                        <p:attrNameLst>
                                          <p:attrName>style.visibility</p:attrName>
                                        </p:attrNameLst>
                                      </p:cBhvr>
                                      <p:to>
                                        <p:strVal val="visible"/>
                                      </p:to>
                                    </p:set>
                                  </p:childTnLst>
                                </p:cTn>
                              </p:par>
                            </p:childTnLst>
                          </p:cTn>
                        </p:par>
                      </p:childTnLst>
                    </p:cTn>
                  </p:par>
                  <p:par>
                    <p:cTn id="331" fill="hold">
                      <p:stCondLst>
                        <p:cond delay="indefinite"/>
                      </p:stCondLst>
                      <p:childTnLst>
                        <p:par>
                          <p:cTn id="332" fill="hold">
                            <p:stCondLst>
                              <p:cond delay="0"/>
                            </p:stCondLst>
                            <p:childTnLst>
                              <p:par>
                                <p:cTn id="333" presetID="1" presetClass="entr" presetSubtype="0" fill="hold" nodeType="clickEffect">
                                  <p:stCondLst>
                                    <p:cond delay="0"/>
                                  </p:stCondLst>
                                  <p:childTnLst>
                                    <p:set>
                                      <p:cBhvr>
                                        <p:cTn id="334" dur="1" fill="hold">
                                          <p:stCondLst>
                                            <p:cond delay="0"/>
                                          </p:stCondLst>
                                        </p:cTn>
                                        <p:tgtEl>
                                          <p:spTgt spid="1426"/>
                                        </p:tgtEl>
                                        <p:attrNameLst>
                                          <p:attrName>style.visibility</p:attrName>
                                        </p:attrNameLst>
                                      </p:cBhvr>
                                      <p:to>
                                        <p:strVal val="visible"/>
                                      </p:to>
                                    </p:set>
                                  </p:childTnLst>
                                </p:cTn>
                              </p:par>
                            </p:childTnLst>
                          </p:cTn>
                        </p:par>
                      </p:childTnLst>
                    </p:cTn>
                  </p:par>
                  <p:par>
                    <p:cTn id="335" fill="hold">
                      <p:stCondLst>
                        <p:cond delay="indefinite"/>
                      </p:stCondLst>
                      <p:childTnLst>
                        <p:par>
                          <p:cTn id="336" fill="hold">
                            <p:stCondLst>
                              <p:cond delay="0"/>
                            </p:stCondLst>
                            <p:childTnLst>
                              <p:par>
                                <p:cTn id="337" presetID="1" presetClass="entr" presetSubtype="0" fill="hold" nodeType="clickEffect">
                                  <p:stCondLst>
                                    <p:cond delay="0"/>
                                  </p:stCondLst>
                                  <p:childTnLst>
                                    <p:set>
                                      <p:cBhvr>
                                        <p:cTn id="338" dur="1" fill="hold">
                                          <p:stCondLst>
                                            <p:cond delay="0"/>
                                          </p:stCondLst>
                                        </p:cTn>
                                        <p:tgtEl>
                                          <p:spTgt spid="1427"/>
                                        </p:tgtEl>
                                        <p:attrNameLst>
                                          <p:attrName>style.visibility</p:attrName>
                                        </p:attrNameLst>
                                      </p:cBhvr>
                                      <p:to>
                                        <p:strVal val="visible"/>
                                      </p:to>
                                    </p:set>
                                  </p:childTnLst>
                                </p:cTn>
                              </p:par>
                            </p:childTnLst>
                          </p:cTn>
                        </p:par>
                      </p:childTnLst>
                    </p:cTn>
                  </p:par>
                  <p:par>
                    <p:cTn id="339" fill="hold">
                      <p:stCondLst>
                        <p:cond delay="indefinite"/>
                      </p:stCondLst>
                      <p:childTnLst>
                        <p:par>
                          <p:cTn id="340" fill="hold">
                            <p:stCondLst>
                              <p:cond delay="0"/>
                            </p:stCondLst>
                            <p:childTnLst>
                              <p:par>
                                <p:cTn id="341" presetID="1" presetClass="entr" presetSubtype="0" fill="hold" nodeType="clickEffect">
                                  <p:stCondLst>
                                    <p:cond delay="0"/>
                                  </p:stCondLst>
                                  <p:childTnLst>
                                    <p:set>
                                      <p:cBhvr>
                                        <p:cTn id="342" dur="1" fill="hold">
                                          <p:stCondLst>
                                            <p:cond delay="0"/>
                                          </p:stCondLst>
                                        </p:cTn>
                                        <p:tgtEl>
                                          <p:spTgt spid="1428"/>
                                        </p:tgtEl>
                                        <p:attrNameLst>
                                          <p:attrName>style.visibility</p:attrName>
                                        </p:attrNameLst>
                                      </p:cBhvr>
                                      <p:to>
                                        <p:strVal val="visible"/>
                                      </p:to>
                                    </p:set>
                                  </p:childTnLst>
                                </p:cTn>
                              </p:par>
                            </p:childTnLst>
                          </p:cTn>
                        </p:par>
                      </p:childTnLst>
                    </p:cTn>
                  </p:par>
                  <p:par>
                    <p:cTn id="343" fill="hold">
                      <p:stCondLst>
                        <p:cond delay="indefinite"/>
                      </p:stCondLst>
                      <p:childTnLst>
                        <p:par>
                          <p:cTn id="344" fill="hold">
                            <p:stCondLst>
                              <p:cond delay="0"/>
                            </p:stCondLst>
                            <p:childTnLst>
                              <p:par>
                                <p:cTn id="345" presetID="1" presetClass="entr" presetSubtype="0" fill="hold" nodeType="clickEffect">
                                  <p:stCondLst>
                                    <p:cond delay="0"/>
                                  </p:stCondLst>
                                  <p:childTnLst>
                                    <p:set>
                                      <p:cBhvr>
                                        <p:cTn id="346" dur="1" fill="hold">
                                          <p:stCondLst>
                                            <p:cond delay="0"/>
                                          </p:stCondLst>
                                        </p:cTn>
                                        <p:tgtEl>
                                          <p:spTgt spid="14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3"/>
        <p:cNvGrpSpPr/>
        <p:nvPr/>
      </p:nvGrpSpPr>
      <p:grpSpPr>
        <a:xfrm>
          <a:off x="0" y="0"/>
          <a:ext cx="0" cy="0"/>
          <a:chOff x="0" y="0"/>
          <a:chExt cx="0" cy="0"/>
        </a:xfrm>
      </p:grpSpPr>
      <p:pic>
        <p:nvPicPr>
          <p:cNvPr id="1434" name="Google Shape;1434;p21" descr="Plate 21.jpg                                                   00000158WD Passport                    00000000:"/>
          <p:cNvPicPr preferRelativeResize="0"/>
          <p:nvPr/>
        </p:nvPicPr>
        <p:blipFill rotWithShape="1">
          <a:blip r:embed="rId3">
            <a:alphaModFix/>
          </a:blip>
          <a:srcRect/>
          <a:stretch/>
        </p:blipFill>
        <p:spPr>
          <a:xfrm>
            <a:off x="381000" y="22225"/>
            <a:ext cx="8382000" cy="6813550"/>
          </a:xfrm>
          <a:prstGeom prst="rect">
            <a:avLst/>
          </a:prstGeom>
          <a:noFill/>
          <a:ln>
            <a:noFill/>
          </a:ln>
        </p:spPr>
      </p:pic>
      <p:sp>
        <p:nvSpPr>
          <p:cNvPr id="1435" name="Google Shape;1435;p21"/>
          <p:cNvSpPr/>
          <p:nvPr/>
        </p:nvSpPr>
        <p:spPr>
          <a:xfrm>
            <a:off x="1431269" y="3985990"/>
            <a:ext cx="793169" cy="794690"/>
          </a:xfrm>
          <a:custGeom>
            <a:avLst/>
            <a:gdLst/>
            <a:ahLst/>
            <a:cxnLst/>
            <a:rect l="l" t="t" r="r" b="b"/>
            <a:pathLst>
              <a:path w="793169" h="794690" extrusionOk="0">
                <a:moveTo>
                  <a:pt x="785095" y="770727"/>
                </a:moveTo>
                <a:cubicBezTo>
                  <a:pt x="783098" y="746764"/>
                  <a:pt x="790053" y="774304"/>
                  <a:pt x="737174" y="650911"/>
                </a:cubicBezTo>
                <a:cubicBezTo>
                  <a:pt x="732199" y="639302"/>
                  <a:pt x="733082" y="624829"/>
                  <a:pt x="725193" y="614966"/>
                </a:cubicBezTo>
                <a:cubicBezTo>
                  <a:pt x="716198" y="603722"/>
                  <a:pt x="701232" y="598990"/>
                  <a:pt x="689252" y="591002"/>
                </a:cubicBezTo>
                <a:cubicBezTo>
                  <a:pt x="685259" y="575027"/>
                  <a:pt x="687558" y="555935"/>
                  <a:pt x="677272" y="543076"/>
                </a:cubicBezTo>
                <a:cubicBezTo>
                  <a:pt x="669384" y="533214"/>
                  <a:pt x="648671" y="541371"/>
                  <a:pt x="641331" y="531094"/>
                </a:cubicBezTo>
                <a:cubicBezTo>
                  <a:pt x="626650" y="510539"/>
                  <a:pt x="623496" y="483709"/>
                  <a:pt x="617370" y="459204"/>
                </a:cubicBezTo>
                <a:cubicBezTo>
                  <a:pt x="613377" y="443229"/>
                  <a:pt x="615676" y="424137"/>
                  <a:pt x="605390" y="411278"/>
                </a:cubicBezTo>
                <a:cubicBezTo>
                  <a:pt x="597502" y="401416"/>
                  <a:pt x="581429" y="403290"/>
                  <a:pt x="569449" y="399296"/>
                </a:cubicBezTo>
                <a:cubicBezTo>
                  <a:pt x="557469" y="383320"/>
                  <a:pt x="547627" y="365490"/>
                  <a:pt x="533508" y="351369"/>
                </a:cubicBezTo>
                <a:cubicBezTo>
                  <a:pt x="523327" y="341187"/>
                  <a:pt x="507748" y="337588"/>
                  <a:pt x="497567" y="327406"/>
                </a:cubicBezTo>
                <a:cubicBezTo>
                  <a:pt x="453367" y="283202"/>
                  <a:pt x="496544" y="294773"/>
                  <a:pt x="437665" y="255516"/>
                </a:cubicBezTo>
                <a:cubicBezTo>
                  <a:pt x="427158" y="248510"/>
                  <a:pt x="413704" y="247528"/>
                  <a:pt x="401724" y="243534"/>
                </a:cubicBezTo>
                <a:cubicBezTo>
                  <a:pt x="393737" y="231552"/>
                  <a:pt x="387945" y="217772"/>
                  <a:pt x="377763" y="207589"/>
                </a:cubicBezTo>
                <a:cubicBezTo>
                  <a:pt x="367582" y="197407"/>
                  <a:pt x="349453" y="195837"/>
                  <a:pt x="341822" y="183626"/>
                </a:cubicBezTo>
                <a:cubicBezTo>
                  <a:pt x="328436" y="162206"/>
                  <a:pt x="341825" y="119725"/>
                  <a:pt x="317862" y="111736"/>
                </a:cubicBezTo>
                <a:cubicBezTo>
                  <a:pt x="268261" y="95200"/>
                  <a:pt x="292428" y="106760"/>
                  <a:pt x="245980" y="75791"/>
                </a:cubicBezTo>
                <a:cubicBezTo>
                  <a:pt x="237993" y="63809"/>
                  <a:pt x="233263" y="48842"/>
                  <a:pt x="222019" y="39846"/>
                </a:cubicBezTo>
                <a:cubicBezTo>
                  <a:pt x="212158" y="31957"/>
                  <a:pt x="198220" y="31335"/>
                  <a:pt x="186078" y="27865"/>
                </a:cubicBezTo>
                <a:cubicBezTo>
                  <a:pt x="80802" y="-2217"/>
                  <a:pt x="188369" y="32623"/>
                  <a:pt x="102215" y="3901"/>
                </a:cubicBezTo>
                <a:cubicBezTo>
                  <a:pt x="70268" y="7895"/>
                  <a:pt x="19054" y="-13710"/>
                  <a:pt x="6373" y="15883"/>
                </a:cubicBezTo>
                <a:cubicBezTo>
                  <a:pt x="-14318" y="64167"/>
                  <a:pt x="21205" y="119912"/>
                  <a:pt x="30333" y="171644"/>
                </a:cubicBezTo>
                <a:cubicBezTo>
                  <a:pt x="33194" y="187861"/>
                  <a:pt x="36533" y="204152"/>
                  <a:pt x="42314" y="219571"/>
                </a:cubicBezTo>
                <a:cubicBezTo>
                  <a:pt x="48585" y="236295"/>
                  <a:pt x="54841" y="253776"/>
                  <a:pt x="66274" y="267498"/>
                </a:cubicBezTo>
                <a:cubicBezTo>
                  <a:pt x="75491" y="278560"/>
                  <a:pt x="90235" y="283473"/>
                  <a:pt x="102215" y="291461"/>
                </a:cubicBezTo>
                <a:cubicBezTo>
                  <a:pt x="154231" y="395503"/>
                  <a:pt x="94121" y="287901"/>
                  <a:pt x="162117" y="375333"/>
                </a:cubicBezTo>
                <a:cubicBezTo>
                  <a:pt x="256952" y="497276"/>
                  <a:pt x="173733" y="410910"/>
                  <a:pt x="233999" y="471186"/>
                </a:cubicBezTo>
                <a:cubicBezTo>
                  <a:pt x="237993" y="483168"/>
                  <a:pt x="238091" y="497268"/>
                  <a:pt x="245980" y="507131"/>
                </a:cubicBezTo>
                <a:cubicBezTo>
                  <a:pt x="254974" y="518375"/>
                  <a:pt x="269042" y="524654"/>
                  <a:pt x="281921" y="531094"/>
                </a:cubicBezTo>
                <a:cubicBezTo>
                  <a:pt x="306483" y="543376"/>
                  <a:pt x="354974" y="550499"/>
                  <a:pt x="377763" y="555057"/>
                </a:cubicBezTo>
                <a:cubicBezTo>
                  <a:pt x="385750" y="563045"/>
                  <a:pt x="391621" y="573969"/>
                  <a:pt x="401724" y="579021"/>
                </a:cubicBezTo>
                <a:cubicBezTo>
                  <a:pt x="424314" y="590317"/>
                  <a:pt x="449645" y="594996"/>
                  <a:pt x="473606" y="602984"/>
                </a:cubicBezTo>
                <a:cubicBezTo>
                  <a:pt x="485586" y="606978"/>
                  <a:pt x="499040" y="607960"/>
                  <a:pt x="509547" y="614966"/>
                </a:cubicBezTo>
                <a:lnTo>
                  <a:pt x="545488" y="638929"/>
                </a:lnTo>
                <a:cubicBezTo>
                  <a:pt x="577439" y="734788"/>
                  <a:pt x="529512" y="622950"/>
                  <a:pt x="593410" y="686856"/>
                </a:cubicBezTo>
                <a:cubicBezTo>
                  <a:pt x="613773" y="707221"/>
                  <a:pt x="614010" y="749638"/>
                  <a:pt x="641331" y="758746"/>
                </a:cubicBezTo>
                <a:lnTo>
                  <a:pt x="713213" y="782709"/>
                </a:lnTo>
                <a:lnTo>
                  <a:pt x="749154" y="794690"/>
                </a:lnTo>
                <a:cubicBezTo>
                  <a:pt x="816449" y="777866"/>
                  <a:pt x="787092" y="794690"/>
                  <a:pt x="785095" y="770727"/>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436" name="Google Shape;1436;p21"/>
          <p:cNvSpPr/>
          <p:nvPr/>
        </p:nvSpPr>
        <p:spPr>
          <a:xfrm>
            <a:off x="368056" y="2156698"/>
            <a:ext cx="638613" cy="1839685"/>
          </a:xfrm>
          <a:custGeom>
            <a:avLst/>
            <a:gdLst/>
            <a:ahLst/>
            <a:cxnLst/>
            <a:rect l="l" t="t" r="r" b="b"/>
            <a:pathLst>
              <a:path w="638613" h="1839685" extrusionOk="0">
                <a:moveTo>
                  <a:pt x="602352" y="311523"/>
                </a:moveTo>
                <a:cubicBezTo>
                  <a:pt x="606345" y="259602"/>
                  <a:pt x="607874" y="207433"/>
                  <a:pt x="614332" y="155761"/>
                </a:cubicBezTo>
                <a:cubicBezTo>
                  <a:pt x="623854" y="79574"/>
                  <a:pt x="670168" y="147629"/>
                  <a:pt x="602352" y="11982"/>
                </a:cubicBezTo>
                <a:cubicBezTo>
                  <a:pt x="596705" y="686"/>
                  <a:pt x="578391" y="3994"/>
                  <a:pt x="566411" y="0"/>
                </a:cubicBezTo>
                <a:cubicBezTo>
                  <a:pt x="530470" y="7988"/>
                  <a:pt x="492105" y="8726"/>
                  <a:pt x="458588" y="23963"/>
                </a:cubicBezTo>
                <a:cubicBezTo>
                  <a:pt x="445479" y="29922"/>
                  <a:pt x="440475" y="46749"/>
                  <a:pt x="434627" y="59908"/>
                </a:cubicBezTo>
                <a:cubicBezTo>
                  <a:pt x="424369" y="82991"/>
                  <a:pt x="410667" y="131798"/>
                  <a:pt x="410667" y="131798"/>
                </a:cubicBezTo>
                <a:cubicBezTo>
                  <a:pt x="406673" y="163749"/>
                  <a:pt x="405432" y="196166"/>
                  <a:pt x="398686" y="227651"/>
                </a:cubicBezTo>
                <a:cubicBezTo>
                  <a:pt x="384451" y="294088"/>
                  <a:pt x="350298" y="310587"/>
                  <a:pt x="386706" y="383413"/>
                </a:cubicBezTo>
                <a:cubicBezTo>
                  <a:pt x="392353" y="394709"/>
                  <a:pt x="410667" y="391401"/>
                  <a:pt x="422647" y="395395"/>
                </a:cubicBezTo>
                <a:cubicBezTo>
                  <a:pt x="446608" y="391401"/>
                  <a:pt x="470816" y="388683"/>
                  <a:pt x="494529" y="383413"/>
                </a:cubicBezTo>
                <a:cubicBezTo>
                  <a:pt x="506857" y="380673"/>
                  <a:pt x="521541" y="380361"/>
                  <a:pt x="530470" y="371431"/>
                </a:cubicBezTo>
                <a:cubicBezTo>
                  <a:pt x="543099" y="358801"/>
                  <a:pt x="547798" y="340088"/>
                  <a:pt x="554431" y="323505"/>
                </a:cubicBezTo>
                <a:cubicBezTo>
                  <a:pt x="563811" y="300052"/>
                  <a:pt x="578391" y="251615"/>
                  <a:pt x="578391" y="251615"/>
                </a:cubicBezTo>
                <a:cubicBezTo>
                  <a:pt x="590545" y="288078"/>
                  <a:pt x="602372" y="292036"/>
                  <a:pt x="566411" y="323505"/>
                </a:cubicBezTo>
                <a:cubicBezTo>
                  <a:pt x="544739" y="342470"/>
                  <a:pt x="494529" y="371431"/>
                  <a:pt x="494529" y="371431"/>
                </a:cubicBezTo>
                <a:cubicBezTo>
                  <a:pt x="425861" y="474443"/>
                  <a:pt x="508188" y="344109"/>
                  <a:pt x="458588" y="443321"/>
                </a:cubicBezTo>
                <a:cubicBezTo>
                  <a:pt x="452149" y="456201"/>
                  <a:pt x="442614" y="467284"/>
                  <a:pt x="434627" y="479266"/>
                </a:cubicBezTo>
                <a:cubicBezTo>
                  <a:pt x="429287" y="511309"/>
                  <a:pt x="419038" y="577575"/>
                  <a:pt x="410667" y="611064"/>
                </a:cubicBezTo>
                <a:cubicBezTo>
                  <a:pt x="407604" y="623317"/>
                  <a:pt x="408963" y="639668"/>
                  <a:pt x="398686" y="647009"/>
                </a:cubicBezTo>
                <a:cubicBezTo>
                  <a:pt x="398679" y="647014"/>
                  <a:pt x="308838" y="676962"/>
                  <a:pt x="290863" y="682954"/>
                </a:cubicBezTo>
                <a:lnTo>
                  <a:pt x="254922" y="694936"/>
                </a:lnTo>
                <a:cubicBezTo>
                  <a:pt x="250929" y="726887"/>
                  <a:pt x="249688" y="759304"/>
                  <a:pt x="242942" y="790789"/>
                </a:cubicBezTo>
                <a:cubicBezTo>
                  <a:pt x="237650" y="815488"/>
                  <a:pt x="226968" y="838716"/>
                  <a:pt x="218981" y="862679"/>
                </a:cubicBezTo>
                <a:lnTo>
                  <a:pt x="183040" y="970514"/>
                </a:lnTo>
                <a:cubicBezTo>
                  <a:pt x="142779" y="1091313"/>
                  <a:pt x="204208" y="903938"/>
                  <a:pt x="159079" y="1054386"/>
                </a:cubicBezTo>
                <a:cubicBezTo>
                  <a:pt x="151822" y="1078580"/>
                  <a:pt x="135119" y="1126276"/>
                  <a:pt x="135119" y="1126276"/>
                </a:cubicBezTo>
                <a:cubicBezTo>
                  <a:pt x="131125" y="1158227"/>
                  <a:pt x="128431" y="1190367"/>
                  <a:pt x="123138" y="1222129"/>
                </a:cubicBezTo>
                <a:cubicBezTo>
                  <a:pt x="120431" y="1238372"/>
                  <a:pt x="114387" y="1253908"/>
                  <a:pt x="111158" y="1270055"/>
                </a:cubicBezTo>
                <a:cubicBezTo>
                  <a:pt x="106394" y="1293877"/>
                  <a:pt x="102872" y="1317934"/>
                  <a:pt x="99178" y="1341945"/>
                </a:cubicBezTo>
                <a:cubicBezTo>
                  <a:pt x="83760" y="1442174"/>
                  <a:pt x="103576" y="1401247"/>
                  <a:pt x="63236" y="1461762"/>
                </a:cubicBezTo>
                <a:cubicBezTo>
                  <a:pt x="59243" y="1477738"/>
                  <a:pt x="57037" y="1494270"/>
                  <a:pt x="51256" y="1509689"/>
                </a:cubicBezTo>
                <a:cubicBezTo>
                  <a:pt x="31275" y="1562976"/>
                  <a:pt x="26134" y="1544868"/>
                  <a:pt x="15315" y="1593560"/>
                </a:cubicBezTo>
                <a:cubicBezTo>
                  <a:pt x="10046" y="1617275"/>
                  <a:pt x="7328" y="1641487"/>
                  <a:pt x="3335" y="1665450"/>
                </a:cubicBezTo>
                <a:cubicBezTo>
                  <a:pt x="7328" y="1721364"/>
                  <a:pt x="-12928" y="1784771"/>
                  <a:pt x="15315" y="1833193"/>
                </a:cubicBezTo>
                <a:cubicBezTo>
                  <a:pt x="28040" y="1855010"/>
                  <a:pt x="62694" y="1815356"/>
                  <a:pt x="87197" y="1809230"/>
                </a:cubicBezTo>
                <a:cubicBezTo>
                  <a:pt x="103171" y="1805236"/>
                  <a:pt x="119702" y="1803030"/>
                  <a:pt x="135119" y="1797248"/>
                </a:cubicBezTo>
                <a:cubicBezTo>
                  <a:pt x="158268" y="1788566"/>
                  <a:pt x="198536" y="1765680"/>
                  <a:pt x="218981" y="1749322"/>
                </a:cubicBezTo>
                <a:cubicBezTo>
                  <a:pt x="227801" y="1742265"/>
                  <a:pt x="234955" y="1733346"/>
                  <a:pt x="242942" y="1725358"/>
                </a:cubicBezTo>
                <a:cubicBezTo>
                  <a:pt x="246935" y="1629505"/>
                  <a:pt x="247836" y="1533473"/>
                  <a:pt x="254922" y="1437799"/>
                </a:cubicBezTo>
                <a:cubicBezTo>
                  <a:pt x="255855" y="1425204"/>
                  <a:pt x="260405" y="1412684"/>
                  <a:pt x="266902" y="1401854"/>
                </a:cubicBezTo>
                <a:cubicBezTo>
                  <a:pt x="272713" y="1392167"/>
                  <a:pt x="282876" y="1385878"/>
                  <a:pt x="290863" y="1377890"/>
                </a:cubicBezTo>
                <a:cubicBezTo>
                  <a:pt x="294856" y="1361915"/>
                  <a:pt x="298320" y="1345797"/>
                  <a:pt x="302843" y="1329964"/>
                </a:cubicBezTo>
                <a:cubicBezTo>
                  <a:pt x="306312" y="1317820"/>
                  <a:pt x="314824" y="1306649"/>
                  <a:pt x="314824" y="1294019"/>
                </a:cubicBezTo>
                <a:cubicBezTo>
                  <a:pt x="314824" y="1273654"/>
                  <a:pt x="306837" y="1254080"/>
                  <a:pt x="302843" y="1234110"/>
                </a:cubicBezTo>
                <a:cubicBezTo>
                  <a:pt x="306837" y="1214141"/>
                  <a:pt x="302322" y="1190278"/>
                  <a:pt x="314824" y="1174202"/>
                </a:cubicBezTo>
                <a:cubicBezTo>
                  <a:pt x="332503" y="1151469"/>
                  <a:pt x="386706" y="1126276"/>
                  <a:pt x="386706" y="1126276"/>
                </a:cubicBezTo>
                <a:cubicBezTo>
                  <a:pt x="380870" y="1085415"/>
                  <a:pt x="362682" y="1024544"/>
                  <a:pt x="386706" y="982496"/>
                </a:cubicBezTo>
                <a:cubicBezTo>
                  <a:pt x="393849" y="969994"/>
                  <a:pt x="410667" y="966520"/>
                  <a:pt x="422647" y="958532"/>
                </a:cubicBezTo>
                <a:cubicBezTo>
                  <a:pt x="430634" y="946550"/>
                  <a:pt x="444241" y="936791"/>
                  <a:pt x="446608" y="922587"/>
                </a:cubicBezTo>
                <a:cubicBezTo>
                  <a:pt x="448684" y="910129"/>
                  <a:pt x="434627" y="899272"/>
                  <a:pt x="434627" y="886642"/>
                </a:cubicBezTo>
                <a:cubicBezTo>
                  <a:pt x="434627" y="826601"/>
                  <a:pt x="442614" y="766826"/>
                  <a:pt x="446608" y="706918"/>
                </a:cubicBezTo>
                <a:cubicBezTo>
                  <a:pt x="442614" y="694936"/>
                  <a:pt x="441124" y="681803"/>
                  <a:pt x="434627" y="670973"/>
                </a:cubicBezTo>
                <a:cubicBezTo>
                  <a:pt x="421651" y="649343"/>
                  <a:pt x="407096" y="645223"/>
                  <a:pt x="386706" y="635028"/>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437" name="Google Shape;1437;p21"/>
          <p:cNvSpPr/>
          <p:nvPr/>
        </p:nvSpPr>
        <p:spPr>
          <a:xfrm>
            <a:off x="1389720" y="1653468"/>
            <a:ext cx="2779441" cy="4624919"/>
          </a:xfrm>
          <a:custGeom>
            <a:avLst/>
            <a:gdLst/>
            <a:ahLst/>
            <a:cxnLst/>
            <a:rect l="l" t="t" r="r" b="b"/>
            <a:pathLst>
              <a:path w="2779441" h="4624919" extrusionOk="0">
                <a:moveTo>
                  <a:pt x="35941" y="1210148"/>
                </a:moveTo>
                <a:cubicBezTo>
                  <a:pt x="51008" y="1285489"/>
                  <a:pt x="57285" y="1285390"/>
                  <a:pt x="35941" y="1377891"/>
                </a:cubicBezTo>
                <a:cubicBezTo>
                  <a:pt x="31925" y="1395294"/>
                  <a:pt x="19016" y="1409400"/>
                  <a:pt x="11981" y="1425817"/>
                </a:cubicBezTo>
                <a:cubicBezTo>
                  <a:pt x="7006" y="1437426"/>
                  <a:pt x="3994" y="1449780"/>
                  <a:pt x="0" y="1461762"/>
                </a:cubicBezTo>
                <a:cubicBezTo>
                  <a:pt x="11980" y="1497707"/>
                  <a:pt x="26752" y="1532839"/>
                  <a:pt x="35941" y="1569597"/>
                </a:cubicBezTo>
                <a:cubicBezTo>
                  <a:pt x="50985" y="1629777"/>
                  <a:pt x="42715" y="1601902"/>
                  <a:pt x="59902" y="1653469"/>
                </a:cubicBezTo>
                <a:cubicBezTo>
                  <a:pt x="63895" y="1693408"/>
                  <a:pt x="62858" y="1734175"/>
                  <a:pt x="71882" y="1773285"/>
                </a:cubicBezTo>
                <a:cubicBezTo>
                  <a:pt x="75120" y="1787316"/>
                  <a:pt x="88699" y="1796727"/>
                  <a:pt x="95843" y="1809230"/>
                </a:cubicBezTo>
                <a:cubicBezTo>
                  <a:pt x="108369" y="1831153"/>
                  <a:pt x="124308" y="1873643"/>
                  <a:pt x="143764" y="1893102"/>
                </a:cubicBezTo>
                <a:cubicBezTo>
                  <a:pt x="153945" y="1903284"/>
                  <a:pt x="168462" y="1908069"/>
                  <a:pt x="179705" y="1917065"/>
                </a:cubicBezTo>
                <a:cubicBezTo>
                  <a:pt x="188525" y="1924122"/>
                  <a:pt x="195679" y="1933041"/>
                  <a:pt x="203666" y="1941029"/>
                </a:cubicBezTo>
                <a:cubicBezTo>
                  <a:pt x="233217" y="2059237"/>
                  <a:pt x="193831" y="1936616"/>
                  <a:pt x="239607" y="2012919"/>
                </a:cubicBezTo>
                <a:cubicBezTo>
                  <a:pt x="246104" y="2023749"/>
                  <a:pt x="245455" y="2037823"/>
                  <a:pt x="251588" y="2048864"/>
                </a:cubicBezTo>
                <a:cubicBezTo>
                  <a:pt x="265573" y="2074039"/>
                  <a:pt x="299509" y="2120753"/>
                  <a:pt x="299509" y="2120753"/>
                </a:cubicBezTo>
                <a:cubicBezTo>
                  <a:pt x="303502" y="2136729"/>
                  <a:pt x="307917" y="2152605"/>
                  <a:pt x="311489" y="2168680"/>
                </a:cubicBezTo>
                <a:cubicBezTo>
                  <a:pt x="315906" y="2188560"/>
                  <a:pt x="316320" y="2209520"/>
                  <a:pt x="323470" y="2228588"/>
                </a:cubicBezTo>
                <a:cubicBezTo>
                  <a:pt x="328526" y="2242071"/>
                  <a:pt x="339443" y="2252551"/>
                  <a:pt x="347430" y="2264533"/>
                </a:cubicBezTo>
                <a:cubicBezTo>
                  <a:pt x="355417" y="2304472"/>
                  <a:pt x="358513" y="2345710"/>
                  <a:pt x="371391" y="2384350"/>
                </a:cubicBezTo>
                <a:cubicBezTo>
                  <a:pt x="375384" y="2396332"/>
                  <a:pt x="377723" y="2408998"/>
                  <a:pt x="383371" y="2420295"/>
                </a:cubicBezTo>
                <a:cubicBezTo>
                  <a:pt x="405679" y="2464916"/>
                  <a:pt x="410154" y="2452438"/>
                  <a:pt x="443273" y="2492185"/>
                </a:cubicBezTo>
                <a:cubicBezTo>
                  <a:pt x="452491" y="2503248"/>
                  <a:pt x="458016" y="2517067"/>
                  <a:pt x="467234" y="2528130"/>
                </a:cubicBezTo>
                <a:cubicBezTo>
                  <a:pt x="478080" y="2541147"/>
                  <a:pt x="492329" y="2551058"/>
                  <a:pt x="503175" y="2564075"/>
                </a:cubicBezTo>
                <a:cubicBezTo>
                  <a:pt x="532755" y="2599575"/>
                  <a:pt x="517522" y="2604457"/>
                  <a:pt x="563077" y="2623983"/>
                </a:cubicBezTo>
                <a:cubicBezTo>
                  <a:pt x="578211" y="2630470"/>
                  <a:pt x="595024" y="2631971"/>
                  <a:pt x="610998" y="2635965"/>
                </a:cubicBezTo>
                <a:cubicBezTo>
                  <a:pt x="632539" y="2668280"/>
                  <a:pt x="638672" y="2670650"/>
                  <a:pt x="646939" y="2707855"/>
                </a:cubicBezTo>
                <a:cubicBezTo>
                  <a:pt x="652208" y="2731570"/>
                  <a:pt x="651237" y="2756697"/>
                  <a:pt x="658919" y="2779744"/>
                </a:cubicBezTo>
                <a:cubicBezTo>
                  <a:pt x="670831" y="2815483"/>
                  <a:pt x="727046" y="2851991"/>
                  <a:pt x="742782" y="2875598"/>
                </a:cubicBezTo>
                <a:cubicBezTo>
                  <a:pt x="750769" y="2887580"/>
                  <a:pt x="757524" y="2900480"/>
                  <a:pt x="766742" y="2911543"/>
                </a:cubicBezTo>
                <a:cubicBezTo>
                  <a:pt x="799867" y="2951297"/>
                  <a:pt x="804333" y="2938805"/>
                  <a:pt x="826644" y="2983433"/>
                </a:cubicBezTo>
                <a:cubicBezTo>
                  <a:pt x="835088" y="3000322"/>
                  <a:pt x="855671" y="3055085"/>
                  <a:pt x="862585" y="3079286"/>
                </a:cubicBezTo>
                <a:cubicBezTo>
                  <a:pt x="867108" y="3095119"/>
                  <a:pt x="867202" y="3112483"/>
                  <a:pt x="874566" y="3127212"/>
                </a:cubicBezTo>
                <a:cubicBezTo>
                  <a:pt x="883103" y="3144287"/>
                  <a:pt x="921766" y="3166671"/>
                  <a:pt x="934467" y="3175139"/>
                </a:cubicBezTo>
                <a:cubicBezTo>
                  <a:pt x="951400" y="3259811"/>
                  <a:pt x="940010" y="3215733"/>
                  <a:pt x="970408" y="3306937"/>
                </a:cubicBezTo>
                <a:cubicBezTo>
                  <a:pt x="974401" y="3318919"/>
                  <a:pt x="971881" y="3335876"/>
                  <a:pt x="982389" y="3342882"/>
                </a:cubicBezTo>
                <a:lnTo>
                  <a:pt x="1018330" y="3366846"/>
                </a:lnTo>
                <a:cubicBezTo>
                  <a:pt x="1030337" y="3402872"/>
                  <a:pt x="1028465" y="3407766"/>
                  <a:pt x="1054271" y="3438736"/>
                </a:cubicBezTo>
                <a:cubicBezTo>
                  <a:pt x="1088728" y="3480089"/>
                  <a:pt x="1117947" y="3486005"/>
                  <a:pt x="1138133" y="3546570"/>
                </a:cubicBezTo>
                <a:cubicBezTo>
                  <a:pt x="1157164" y="3603667"/>
                  <a:pt x="1148036" y="3612006"/>
                  <a:pt x="1186055" y="3642424"/>
                </a:cubicBezTo>
                <a:cubicBezTo>
                  <a:pt x="1197298" y="3651420"/>
                  <a:pt x="1210016" y="3658399"/>
                  <a:pt x="1221996" y="3666387"/>
                </a:cubicBezTo>
                <a:cubicBezTo>
                  <a:pt x="1234480" y="3703843"/>
                  <a:pt x="1246587" y="3750680"/>
                  <a:pt x="1281897" y="3774222"/>
                </a:cubicBezTo>
                <a:lnTo>
                  <a:pt x="1353780" y="3822149"/>
                </a:lnTo>
                <a:cubicBezTo>
                  <a:pt x="1371570" y="3848837"/>
                  <a:pt x="1377314" y="3862545"/>
                  <a:pt x="1401701" y="3882057"/>
                </a:cubicBezTo>
                <a:cubicBezTo>
                  <a:pt x="1412944" y="3891053"/>
                  <a:pt x="1425662" y="3898032"/>
                  <a:pt x="1437642" y="3906020"/>
                </a:cubicBezTo>
                <a:cubicBezTo>
                  <a:pt x="1497799" y="3996265"/>
                  <a:pt x="1416687" y="3892049"/>
                  <a:pt x="1509524" y="3953947"/>
                </a:cubicBezTo>
                <a:cubicBezTo>
                  <a:pt x="1521505" y="3961935"/>
                  <a:pt x="1524267" y="3978829"/>
                  <a:pt x="1533485" y="3989892"/>
                </a:cubicBezTo>
                <a:cubicBezTo>
                  <a:pt x="1562312" y="4024488"/>
                  <a:pt x="1570026" y="4026237"/>
                  <a:pt x="1605367" y="4049800"/>
                </a:cubicBezTo>
                <a:cubicBezTo>
                  <a:pt x="1664855" y="4139045"/>
                  <a:pt x="1588398" y="4029435"/>
                  <a:pt x="1665269" y="4121690"/>
                </a:cubicBezTo>
                <a:cubicBezTo>
                  <a:pt x="1674487" y="4132753"/>
                  <a:pt x="1678167" y="4148416"/>
                  <a:pt x="1689229" y="4157635"/>
                </a:cubicBezTo>
                <a:cubicBezTo>
                  <a:pt x="1702949" y="4169069"/>
                  <a:pt x="1721177" y="4173610"/>
                  <a:pt x="1737151" y="4181598"/>
                </a:cubicBezTo>
                <a:cubicBezTo>
                  <a:pt x="1775121" y="4238560"/>
                  <a:pt x="1756559" y="4203883"/>
                  <a:pt x="1785072" y="4289433"/>
                </a:cubicBezTo>
                <a:cubicBezTo>
                  <a:pt x="1789065" y="4301415"/>
                  <a:pt x="1786544" y="4318372"/>
                  <a:pt x="1797052" y="4325378"/>
                </a:cubicBezTo>
                <a:lnTo>
                  <a:pt x="1832993" y="4349341"/>
                </a:lnTo>
                <a:cubicBezTo>
                  <a:pt x="1840980" y="4365317"/>
                  <a:pt x="1849919" y="4380851"/>
                  <a:pt x="1856954" y="4397268"/>
                </a:cubicBezTo>
                <a:cubicBezTo>
                  <a:pt x="1876024" y="4441771"/>
                  <a:pt x="1859036" y="4428523"/>
                  <a:pt x="1892895" y="4469158"/>
                </a:cubicBezTo>
                <a:cubicBezTo>
                  <a:pt x="1928086" y="4511391"/>
                  <a:pt x="1950622" y="4519628"/>
                  <a:pt x="2000718" y="4553029"/>
                </a:cubicBezTo>
                <a:cubicBezTo>
                  <a:pt x="2029235" y="4572042"/>
                  <a:pt x="2067652" y="4598482"/>
                  <a:pt x="2096561" y="4612938"/>
                </a:cubicBezTo>
                <a:cubicBezTo>
                  <a:pt x="2107856" y="4618586"/>
                  <a:pt x="2120522" y="4620925"/>
                  <a:pt x="2132502" y="4624919"/>
                </a:cubicBezTo>
                <a:cubicBezTo>
                  <a:pt x="2171645" y="4621657"/>
                  <a:pt x="2349114" y="4607665"/>
                  <a:pt x="2396070" y="4600956"/>
                </a:cubicBezTo>
                <a:cubicBezTo>
                  <a:pt x="2412370" y="4598627"/>
                  <a:pt x="2428017" y="4592968"/>
                  <a:pt x="2443991" y="4588974"/>
                </a:cubicBezTo>
                <a:lnTo>
                  <a:pt x="2515873" y="4541048"/>
                </a:lnTo>
                <a:cubicBezTo>
                  <a:pt x="2527853" y="4533060"/>
                  <a:pt x="2538154" y="4521639"/>
                  <a:pt x="2551814" y="4517085"/>
                </a:cubicBezTo>
                <a:lnTo>
                  <a:pt x="2623696" y="4493121"/>
                </a:lnTo>
                <a:cubicBezTo>
                  <a:pt x="2644996" y="4429216"/>
                  <a:pt x="2618370" y="4477148"/>
                  <a:pt x="2671618" y="4445195"/>
                </a:cubicBezTo>
                <a:cubicBezTo>
                  <a:pt x="2690583" y="4433815"/>
                  <a:pt x="2708659" y="4401607"/>
                  <a:pt x="2719539" y="4385286"/>
                </a:cubicBezTo>
                <a:cubicBezTo>
                  <a:pt x="2727526" y="4353335"/>
                  <a:pt x="2733087" y="4320678"/>
                  <a:pt x="2743500" y="4289433"/>
                </a:cubicBezTo>
                <a:cubicBezTo>
                  <a:pt x="2747493" y="4277451"/>
                  <a:pt x="2752417" y="4265741"/>
                  <a:pt x="2755480" y="4253488"/>
                </a:cubicBezTo>
                <a:lnTo>
                  <a:pt x="2779441" y="4157635"/>
                </a:lnTo>
                <a:cubicBezTo>
                  <a:pt x="2746377" y="4058436"/>
                  <a:pt x="2784322" y="4133672"/>
                  <a:pt x="2575775" y="4133672"/>
                </a:cubicBezTo>
                <a:cubicBezTo>
                  <a:pt x="2551484" y="4133672"/>
                  <a:pt x="2527854" y="4125684"/>
                  <a:pt x="2503893" y="4121690"/>
                </a:cubicBezTo>
                <a:cubicBezTo>
                  <a:pt x="2491913" y="4109708"/>
                  <a:pt x="2480968" y="4096593"/>
                  <a:pt x="2467952" y="4085745"/>
                </a:cubicBezTo>
                <a:cubicBezTo>
                  <a:pt x="2456891" y="4076526"/>
                  <a:pt x="2441005" y="4073026"/>
                  <a:pt x="2432011" y="4061782"/>
                </a:cubicBezTo>
                <a:cubicBezTo>
                  <a:pt x="2424122" y="4051919"/>
                  <a:pt x="2426527" y="4036667"/>
                  <a:pt x="2420030" y="4025837"/>
                </a:cubicBezTo>
                <a:cubicBezTo>
                  <a:pt x="2414219" y="4016151"/>
                  <a:pt x="2405468" y="4008139"/>
                  <a:pt x="2396070" y="4001873"/>
                </a:cubicBezTo>
                <a:cubicBezTo>
                  <a:pt x="2366465" y="3982134"/>
                  <a:pt x="2344152" y="3976578"/>
                  <a:pt x="2312207" y="3965928"/>
                </a:cubicBezTo>
                <a:cubicBezTo>
                  <a:pt x="2300227" y="3953946"/>
                  <a:pt x="2291077" y="3938212"/>
                  <a:pt x="2276266" y="3929983"/>
                </a:cubicBezTo>
                <a:cubicBezTo>
                  <a:pt x="2254188" y="3917716"/>
                  <a:pt x="2225398" y="3920031"/>
                  <a:pt x="2204384" y="3906020"/>
                </a:cubicBezTo>
                <a:cubicBezTo>
                  <a:pt x="2159044" y="3875791"/>
                  <a:pt x="2178624" y="3892239"/>
                  <a:pt x="2144482" y="3858093"/>
                </a:cubicBezTo>
                <a:lnTo>
                  <a:pt x="2120522" y="3786204"/>
                </a:lnTo>
                <a:cubicBezTo>
                  <a:pt x="2116529" y="3774222"/>
                  <a:pt x="2120522" y="3754253"/>
                  <a:pt x="2108541" y="3750259"/>
                </a:cubicBezTo>
                <a:lnTo>
                  <a:pt x="2072600" y="3738277"/>
                </a:lnTo>
                <a:cubicBezTo>
                  <a:pt x="2031525" y="3676656"/>
                  <a:pt x="2069749" y="3724014"/>
                  <a:pt x="2012699" y="3678369"/>
                </a:cubicBezTo>
                <a:cubicBezTo>
                  <a:pt x="1965713" y="3640776"/>
                  <a:pt x="2015213" y="3663231"/>
                  <a:pt x="1952797" y="3642424"/>
                </a:cubicBezTo>
                <a:cubicBezTo>
                  <a:pt x="1884125" y="3539406"/>
                  <a:pt x="1975565" y="3660640"/>
                  <a:pt x="1892895" y="3594497"/>
                </a:cubicBezTo>
                <a:cubicBezTo>
                  <a:pt x="1881651" y="3585501"/>
                  <a:pt x="1879996" y="3567771"/>
                  <a:pt x="1868934" y="3558552"/>
                </a:cubicBezTo>
                <a:cubicBezTo>
                  <a:pt x="1855215" y="3547118"/>
                  <a:pt x="1836987" y="3542577"/>
                  <a:pt x="1821013" y="3534589"/>
                </a:cubicBezTo>
                <a:cubicBezTo>
                  <a:pt x="1813026" y="3526601"/>
                  <a:pt x="1804108" y="3519446"/>
                  <a:pt x="1797052" y="3510625"/>
                </a:cubicBezTo>
                <a:cubicBezTo>
                  <a:pt x="1771795" y="3479051"/>
                  <a:pt x="1773740" y="3463132"/>
                  <a:pt x="1737151" y="3438736"/>
                </a:cubicBezTo>
                <a:cubicBezTo>
                  <a:pt x="1726644" y="3431730"/>
                  <a:pt x="1713190" y="3430748"/>
                  <a:pt x="1701210" y="3426754"/>
                </a:cubicBezTo>
                <a:cubicBezTo>
                  <a:pt x="1689230" y="3410778"/>
                  <a:pt x="1678264" y="3393989"/>
                  <a:pt x="1665269" y="3378827"/>
                </a:cubicBezTo>
                <a:cubicBezTo>
                  <a:pt x="1654243" y="3365962"/>
                  <a:pt x="1638725" y="3356981"/>
                  <a:pt x="1629327" y="3342882"/>
                </a:cubicBezTo>
                <a:cubicBezTo>
                  <a:pt x="1622146" y="3332110"/>
                  <a:pt x="1607364" y="3266000"/>
                  <a:pt x="1605367" y="3259011"/>
                </a:cubicBezTo>
                <a:cubicBezTo>
                  <a:pt x="1601898" y="3246867"/>
                  <a:pt x="1596855" y="3235210"/>
                  <a:pt x="1593386" y="3223066"/>
                </a:cubicBezTo>
                <a:cubicBezTo>
                  <a:pt x="1588863" y="3207232"/>
                  <a:pt x="1586137" y="3190912"/>
                  <a:pt x="1581406" y="3175139"/>
                </a:cubicBezTo>
                <a:cubicBezTo>
                  <a:pt x="1574149" y="3150945"/>
                  <a:pt x="1571455" y="3124267"/>
                  <a:pt x="1557445" y="3103249"/>
                </a:cubicBezTo>
                <a:cubicBezTo>
                  <a:pt x="1542683" y="3081104"/>
                  <a:pt x="1512914" y="3016473"/>
                  <a:pt x="1473583" y="3007396"/>
                </a:cubicBezTo>
                <a:cubicBezTo>
                  <a:pt x="1434477" y="2998371"/>
                  <a:pt x="1393714" y="2999408"/>
                  <a:pt x="1353780" y="2995414"/>
                </a:cubicBezTo>
                <a:cubicBezTo>
                  <a:pt x="1357773" y="2983432"/>
                  <a:pt x="1358755" y="2969978"/>
                  <a:pt x="1365760" y="2959469"/>
                </a:cubicBezTo>
                <a:cubicBezTo>
                  <a:pt x="1375158" y="2945370"/>
                  <a:pt x="1390855" y="2936541"/>
                  <a:pt x="1401701" y="2923524"/>
                </a:cubicBezTo>
                <a:cubicBezTo>
                  <a:pt x="1410919" y="2912461"/>
                  <a:pt x="1417675" y="2899561"/>
                  <a:pt x="1425662" y="2887579"/>
                </a:cubicBezTo>
                <a:cubicBezTo>
                  <a:pt x="1421668" y="2871604"/>
                  <a:pt x="1421045" y="2854382"/>
                  <a:pt x="1413681" y="2839653"/>
                </a:cubicBezTo>
                <a:cubicBezTo>
                  <a:pt x="1390372" y="2793030"/>
                  <a:pt x="1317008" y="2807609"/>
                  <a:pt x="1281897" y="2803708"/>
                </a:cubicBezTo>
                <a:cubicBezTo>
                  <a:pt x="1273910" y="2771757"/>
                  <a:pt x="1281224" y="2731144"/>
                  <a:pt x="1257937" y="2707855"/>
                </a:cubicBezTo>
                <a:cubicBezTo>
                  <a:pt x="1243539" y="2693455"/>
                  <a:pt x="1217614" y="2725431"/>
                  <a:pt x="1198035" y="2719836"/>
                </a:cubicBezTo>
                <a:cubicBezTo>
                  <a:pt x="1184189" y="2715880"/>
                  <a:pt x="1182061" y="2695873"/>
                  <a:pt x="1174074" y="2683891"/>
                </a:cubicBezTo>
                <a:cubicBezTo>
                  <a:pt x="1182061" y="2659928"/>
                  <a:pt x="1184025" y="2633019"/>
                  <a:pt x="1198035" y="2612001"/>
                </a:cubicBezTo>
                <a:cubicBezTo>
                  <a:pt x="1255354" y="2526012"/>
                  <a:pt x="1225593" y="2560476"/>
                  <a:pt x="1281897" y="2504166"/>
                </a:cubicBezTo>
                <a:cubicBezTo>
                  <a:pt x="1277904" y="2412307"/>
                  <a:pt x="1280455" y="2319928"/>
                  <a:pt x="1269917" y="2228588"/>
                </a:cubicBezTo>
                <a:cubicBezTo>
                  <a:pt x="1268267" y="2214283"/>
                  <a:pt x="1251012" y="2206126"/>
                  <a:pt x="1245956" y="2192643"/>
                </a:cubicBezTo>
                <a:cubicBezTo>
                  <a:pt x="1233702" y="2159963"/>
                  <a:pt x="1239049" y="2127489"/>
                  <a:pt x="1221996" y="2096790"/>
                </a:cubicBezTo>
                <a:cubicBezTo>
                  <a:pt x="1208011" y="2071614"/>
                  <a:pt x="1201395" y="2034008"/>
                  <a:pt x="1174074" y="2024900"/>
                </a:cubicBezTo>
                <a:lnTo>
                  <a:pt x="1138133" y="2012919"/>
                </a:lnTo>
                <a:cubicBezTo>
                  <a:pt x="1130146" y="2000937"/>
                  <a:pt x="1125234" y="1986193"/>
                  <a:pt x="1114173" y="1976974"/>
                </a:cubicBezTo>
                <a:cubicBezTo>
                  <a:pt x="1100453" y="1965540"/>
                  <a:pt x="1081863" y="1961684"/>
                  <a:pt x="1066251" y="1953010"/>
                </a:cubicBezTo>
                <a:cubicBezTo>
                  <a:pt x="1059239" y="1949114"/>
                  <a:pt x="985385" y="1905584"/>
                  <a:pt x="970408" y="1893102"/>
                </a:cubicBezTo>
                <a:cubicBezTo>
                  <a:pt x="957392" y="1882254"/>
                  <a:pt x="947331" y="1868185"/>
                  <a:pt x="934467" y="1857157"/>
                </a:cubicBezTo>
                <a:cubicBezTo>
                  <a:pt x="919307" y="1844161"/>
                  <a:pt x="900665" y="1835332"/>
                  <a:pt x="886546" y="1821212"/>
                </a:cubicBezTo>
                <a:cubicBezTo>
                  <a:pt x="876364" y="1811029"/>
                  <a:pt x="871803" y="1796330"/>
                  <a:pt x="862585" y="1785267"/>
                </a:cubicBezTo>
                <a:cubicBezTo>
                  <a:pt x="851739" y="1772250"/>
                  <a:pt x="838624" y="1761304"/>
                  <a:pt x="826644" y="1749322"/>
                </a:cubicBezTo>
                <a:cubicBezTo>
                  <a:pt x="803321" y="1679343"/>
                  <a:pt x="832914" y="1743611"/>
                  <a:pt x="778723" y="1689414"/>
                </a:cubicBezTo>
                <a:cubicBezTo>
                  <a:pt x="764604" y="1675293"/>
                  <a:pt x="756901" y="1655608"/>
                  <a:pt x="742782" y="1641487"/>
                </a:cubicBezTo>
                <a:cubicBezTo>
                  <a:pt x="732601" y="1631305"/>
                  <a:pt x="717902" y="1626743"/>
                  <a:pt x="706841" y="1617524"/>
                </a:cubicBezTo>
                <a:cubicBezTo>
                  <a:pt x="693825" y="1606676"/>
                  <a:pt x="683916" y="1592427"/>
                  <a:pt x="670900" y="1581579"/>
                </a:cubicBezTo>
                <a:cubicBezTo>
                  <a:pt x="619401" y="1538658"/>
                  <a:pt x="653049" y="1572652"/>
                  <a:pt x="599018" y="1545634"/>
                </a:cubicBezTo>
                <a:cubicBezTo>
                  <a:pt x="586139" y="1539194"/>
                  <a:pt x="575578" y="1528815"/>
                  <a:pt x="563077" y="1521671"/>
                </a:cubicBezTo>
                <a:cubicBezTo>
                  <a:pt x="547571" y="1512809"/>
                  <a:pt x="529101" y="1508865"/>
                  <a:pt x="515155" y="1497707"/>
                </a:cubicBezTo>
                <a:cubicBezTo>
                  <a:pt x="488695" y="1476536"/>
                  <a:pt x="443273" y="1425817"/>
                  <a:pt x="443273" y="1425817"/>
                </a:cubicBezTo>
                <a:cubicBezTo>
                  <a:pt x="422895" y="1364674"/>
                  <a:pt x="444303" y="1411043"/>
                  <a:pt x="395352" y="1353928"/>
                </a:cubicBezTo>
                <a:cubicBezTo>
                  <a:pt x="373065" y="1327924"/>
                  <a:pt x="354411" y="1298500"/>
                  <a:pt x="335450" y="1270056"/>
                </a:cubicBezTo>
                <a:cubicBezTo>
                  <a:pt x="309513" y="1166292"/>
                  <a:pt x="341274" y="1278626"/>
                  <a:pt x="299509" y="1174203"/>
                </a:cubicBezTo>
                <a:cubicBezTo>
                  <a:pt x="290129" y="1150750"/>
                  <a:pt x="275548" y="1102313"/>
                  <a:pt x="275548" y="1102313"/>
                </a:cubicBezTo>
                <a:cubicBezTo>
                  <a:pt x="270406" y="1066313"/>
                  <a:pt x="262099" y="997076"/>
                  <a:pt x="251588" y="958533"/>
                </a:cubicBezTo>
                <a:cubicBezTo>
                  <a:pt x="244943" y="934164"/>
                  <a:pt x="235614" y="910606"/>
                  <a:pt x="227627" y="886643"/>
                </a:cubicBezTo>
                <a:lnTo>
                  <a:pt x="215647" y="850698"/>
                </a:lnTo>
                <a:lnTo>
                  <a:pt x="203666" y="814753"/>
                </a:lnTo>
                <a:cubicBezTo>
                  <a:pt x="204646" y="800543"/>
                  <a:pt x="209138" y="519108"/>
                  <a:pt x="239607" y="407377"/>
                </a:cubicBezTo>
                <a:cubicBezTo>
                  <a:pt x="246252" y="383008"/>
                  <a:pt x="252273" y="358080"/>
                  <a:pt x="263568" y="335487"/>
                </a:cubicBezTo>
                <a:lnTo>
                  <a:pt x="287529" y="287560"/>
                </a:lnTo>
                <a:cubicBezTo>
                  <a:pt x="297223" y="219691"/>
                  <a:pt x="295351" y="212250"/>
                  <a:pt x="311489" y="155762"/>
                </a:cubicBezTo>
                <a:cubicBezTo>
                  <a:pt x="319350" y="128245"/>
                  <a:pt x="332568" y="100711"/>
                  <a:pt x="335450" y="71890"/>
                </a:cubicBezTo>
                <a:cubicBezTo>
                  <a:pt x="337834" y="48046"/>
                  <a:pt x="335450" y="23963"/>
                  <a:pt x="335450"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438" name="Google Shape;1438;p21"/>
          <p:cNvSpPr/>
          <p:nvPr/>
        </p:nvSpPr>
        <p:spPr>
          <a:xfrm>
            <a:off x="2635676" y="4093495"/>
            <a:ext cx="1545465" cy="1705626"/>
          </a:xfrm>
          <a:custGeom>
            <a:avLst/>
            <a:gdLst/>
            <a:ahLst/>
            <a:cxnLst/>
            <a:rect l="l" t="t" r="r" b="b"/>
            <a:pathLst>
              <a:path w="1545465" h="1705626" extrusionOk="0">
                <a:moveTo>
                  <a:pt x="1509524" y="1705626"/>
                </a:moveTo>
                <a:cubicBezTo>
                  <a:pt x="1513517" y="1677669"/>
                  <a:pt x="1515154" y="1649273"/>
                  <a:pt x="1521504" y="1621755"/>
                </a:cubicBezTo>
                <a:cubicBezTo>
                  <a:pt x="1527183" y="1597142"/>
                  <a:pt x="1545465" y="1549865"/>
                  <a:pt x="1545465" y="1549865"/>
                </a:cubicBezTo>
                <a:cubicBezTo>
                  <a:pt x="1537478" y="1517914"/>
                  <a:pt x="1530169" y="1485785"/>
                  <a:pt x="1521504" y="1454011"/>
                </a:cubicBezTo>
                <a:cubicBezTo>
                  <a:pt x="1518181" y="1441826"/>
                  <a:pt x="1515172" y="1429362"/>
                  <a:pt x="1509524" y="1418066"/>
                </a:cubicBezTo>
                <a:cubicBezTo>
                  <a:pt x="1484945" y="1368903"/>
                  <a:pt x="1491314" y="1395301"/>
                  <a:pt x="1461603" y="1358158"/>
                </a:cubicBezTo>
                <a:cubicBezTo>
                  <a:pt x="1452608" y="1346913"/>
                  <a:pt x="1447824" y="1332396"/>
                  <a:pt x="1437642" y="1322213"/>
                </a:cubicBezTo>
                <a:cubicBezTo>
                  <a:pt x="1376760" y="1261325"/>
                  <a:pt x="1424642" y="1340823"/>
                  <a:pt x="1365760" y="1262305"/>
                </a:cubicBezTo>
                <a:cubicBezTo>
                  <a:pt x="1351789" y="1243674"/>
                  <a:pt x="1343354" y="1221347"/>
                  <a:pt x="1329819" y="1202397"/>
                </a:cubicBezTo>
                <a:cubicBezTo>
                  <a:pt x="1323254" y="1193205"/>
                  <a:pt x="1312635" y="1187470"/>
                  <a:pt x="1305858" y="1178433"/>
                </a:cubicBezTo>
                <a:cubicBezTo>
                  <a:pt x="1288580" y="1155393"/>
                  <a:pt x="1281899" y="1122519"/>
                  <a:pt x="1257937" y="1106543"/>
                </a:cubicBezTo>
                <a:cubicBezTo>
                  <a:pt x="1207136" y="1072673"/>
                  <a:pt x="1234875" y="1089020"/>
                  <a:pt x="1174074" y="1058617"/>
                </a:cubicBezTo>
                <a:cubicBezTo>
                  <a:pt x="1162094" y="1046635"/>
                  <a:pt x="1148979" y="1035689"/>
                  <a:pt x="1138133" y="1022672"/>
                </a:cubicBezTo>
                <a:cubicBezTo>
                  <a:pt x="1128915" y="1011609"/>
                  <a:pt x="1125417" y="995723"/>
                  <a:pt x="1114173" y="986727"/>
                </a:cubicBezTo>
                <a:cubicBezTo>
                  <a:pt x="1104312" y="978837"/>
                  <a:pt x="1090212" y="978739"/>
                  <a:pt x="1078232" y="974745"/>
                </a:cubicBezTo>
                <a:cubicBezTo>
                  <a:pt x="1054271" y="950782"/>
                  <a:pt x="1034545" y="921653"/>
                  <a:pt x="1006350" y="902855"/>
                </a:cubicBezTo>
                <a:lnTo>
                  <a:pt x="934467" y="854929"/>
                </a:lnTo>
                <a:cubicBezTo>
                  <a:pt x="908769" y="777823"/>
                  <a:pt x="942634" y="861571"/>
                  <a:pt x="886546" y="783039"/>
                </a:cubicBezTo>
                <a:cubicBezTo>
                  <a:pt x="876165" y="768504"/>
                  <a:pt x="870572" y="751088"/>
                  <a:pt x="862585" y="735112"/>
                </a:cubicBezTo>
                <a:cubicBezTo>
                  <a:pt x="858592" y="719136"/>
                  <a:pt x="858902" y="701409"/>
                  <a:pt x="850605" y="687185"/>
                </a:cubicBezTo>
                <a:cubicBezTo>
                  <a:pt x="799365" y="599335"/>
                  <a:pt x="801395" y="606448"/>
                  <a:pt x="742782" y="567369"/>
                </a:cubicBezTo>
                <a:cubicBezTo>
                  <a:pt x="714178" y="481546"/>
                  <a:pt x="755072" y="579722"/>
                  <a:pt x="694861" y="507461"/>
                </a:cubicBezTo>
                <a:cubicBezTo>
                  <a:pt x="683427" y="493739"/>
                  <a:pt x="681281" y="474069"/>
                  <a:pt x="670900" y="459534"/>
                </a:cubicBezTo>
                <a:cubicBezTo>
                  <a:pt x="642856" y="420268"/>
                  <a:pt x="638492" y="424767"/>
                  <a:pt x="599018" y="411607"/>
                </a:cubicBezTo>
                <a:cubicBezTo>
                  <a:pt x="568904" y="321260"/>
                  <a:pt x="609525" y="432621"/>
                  <a:pt x="563077" y="339717"/>
                </a:cubicBezTo>
                <a:cubicBezTo>
                  <a:pt x="557429" y="328421"/>
                  <a:pt x="557593" y="314603"/>
                  <a:pt x="551096" y="303773"/>
                </a:cubicBezTo>
                <a:cubicBezTo>
                  <a:pt x="545285" y="294087"/>
                  <a:pt x="533401" y="289208"/>
                  <a:pt x="527136" y="279809"/>
                </a:cubicBezTo>
                <a:cubicBezTo>
                  <a:pt x="517229" y="264947"/>
                  <a:pt x="510210" y="248300"/>
                  <a:pt x="503175" y="231883"/>
                </a:cubicBezTo>
                <a:cubicBezTo>
                  <a:pt x="490868" y="203163"/>
                  <a:pt x="487896" y="178401"/>
                  <a:pt x="479214" y="148011"/>
                </a:cubicBezTo>
                <a:cubicBezTo>
                  <a:pt x="475745" y="135867"/>
                  <a:pt x="474239" y="122575"/>
                  <a:pt x="467234" y="112066"/>
                </a:cubicBezTo>
                <a:cubicBezTo>
                  <a:pt x="457836" y="97967"/>
                  <a:pt x="442139" y="89138"/>
                  <a:pt x="431293" y="76121"/>
                </a:cubicBezTo>
                <a:cubicBezTo>
                  <a:pt x="422075" y="65058"/>
                  <a:pt x="419313" y="48164"/>
                  <a:pt x="407332" y="40176"/>
                </a:cubicBezTo>
                <a:cubicBezTo>
                  <a:pt x="393632" y="31042"/>
                  <a:pt x="375385" y="32188"/>
                  <a:pt x="359411" y="28194"/>
                </a:cubicBezTo>
                <a:cubicBezTo>
                  <a:pt x="347431" y="20206"/>
                  <a:pt x="337853" y="4916"/>
                  <a:pt x="323470" y="4231"/>
                </a:cubicBezTo>
                <a:cubicBezTo>
                  <a:pt x="157038" y="-3695"/>
                  <a:pt x="165277" y="-2939"/>
                  <a:pt x="71882" y="28194"/>
                </a:cubicBezTo>
                <a:cubicBezTo>
                  <a:pt x="49596" y="50484"/>
                  <a:pt x="42209" y="61006"/>
                  <a:pt x="11981" y="76121"/>
                </a:cubicBezTo>
                <a:cubicBezTo>
                  <a:pt x="8409" y="77907"/>
                  <a:pt x="3994" y="76121"/>
                  <a:pt x="0" y="76121"/>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439" name="Google Shape;1439;p21"/>
          <p:cNvSpPr/>
          <p:nvPr/>
        </p:nvSpPr>
        <p:spPr>
          <a:xfrm>
            <a:off x="3599109" y="4072563"/>
            <a:ext cx="896691" cy="1032837"/>
          </a:xfrm>
          <a:custGeom>
            <a:avLst/>
            <a:gdLst/>
            <a:ahLst/>
            <a:cxnLst/>
            <a:rect l="l" t="t" r="r" b="b"/>
            <a:pathLst>
              <a:path w="896691" h="1032837" extrusionOk="0">
                <a:moveTo>
                  <a:pt x="107824" y="491248"/>
                </a:moveTo>
                <a:cubicBezTo>
                  <a:pt x="74486" y="407894"/>
                  <a:pt x="90660" y="451735"/>
                  <a:pt x="59902" y="359450"/>
                </a:cubicBezTo>
                <a:lnTo>
                  <a:pt x="47922" y="323505"/>
                </a:lnTo>
                <a:lnTo>
                  <a:pt x="35941" y="287560"/>
                </a:lnTo>
                <a:cubicBezTo>
                  <a:pt x="31948" y="247621"/>
                  <a:pt x="30063" y="207415"/>
                  <a:pt x="23961" y="167743"/>
                </a:cubicBezTo>
                <a:cubicBezTo>
                  <a:pt x="22041" y="155260"/>
                  <a:pt x="15450" y="143942"/>
                  <a:pt x="11981" y="131798"/>
                </a:cubicBezTo>
                <a:cubicBezTo>
                  <a:pt x="7458" y="115964"/>
                  <a:pt x="3994" y="99847"/>
                  <a:pt x="0" y="83871"/>
                </a:cubicBezTo>
                <a:cubicBezTo>
                  <a:pt x="7987" y="63902"/>
                  <a:pt x="11461" y="41465"/>
                  <a:pt x="23961" y="23963"/>
                </a:cubicBezTo>
                <a:cubicBezTo>
                  <a:pt x="32330" y="12246"/>
                  <a:pt x="45503" y="0"/>
                  <a:pt x="59902" y="0"/>
                </a:cubicBezTo>
                <a:cubicBezTo>
                  <a:pt x="211863" y="0"/>
                  <a:pt x="363404" y="15975"/>
                  <a:pt x="515155" y="23963"/>
                </a:cubicBezTo>
                <a:cubicBezTo>
                  <a:pt x="535122" y="27957"/>
                  <a:pt x="555991" y="28794"/>
                  <a:pt x="575057" y="35945"/>
                </a:cubicBezTo>
                <a:cubicBezTo>
                  <a:pt x="618337" y="52177"/>
                  <a:pt x="609225" y="59174"/>
                  <a:pt x="622978" y="95853"/>
                </a:cubicBezTo>
                <a:cubicBezTo>
                  <a:pt x="630529" y="115991"/>
                  <a:pt x="638952" y="135792"/>
                  <a:pt x="646939" y="155761"/>
                </a:cubicBezTo>
                <a:cubicBezTo>
                  <a:pt x="652011" y="236928"/>
                  <a:pt x="653688" y="345273"/>
                  <a:pt x="670900" y="431339"/>
                </a:cubicBezTo>
                <a:cubicBezTo>
                  <a:pt x="673377" y="443723"/>
                  <a:pt x="676383" y="456454"/>
                  <a:pt x="682880" y="467284"/>
                </a:cubicBezTo>
                <a:cubicBezTo>
                  <a:pt x="688691" y="476971"/>
                  <a:pt x="697805" y="484470"/>
                  <a:pt x="706841" y="491248"/>
                </a:cubicBezTo>
                <a:cubicBezTo>
                  <a:pt x="729879" y="508528"/>
                  <a:pt x="778723" y="539174"/>
                  <a:pt x="778723" y="539174"/>
                </a:cubicBezTo>
                <a:cubicBezTo>
                  <a:pt x="782716" y="551156"/>
                  <a:pt x="784206" y="564289"/>
                  <a:pt x="790703" y="575119"/>
                </a:cubicBezTo>
                <a:cubicBezTo>
                  <a:pt x="802084" y="594090"/>
                  <a:pt x="834279" y="612161"/>
                  <a:pt x="850605" y="623046"/>
                </a:cubicBezTo>
                <a:cubicBezTo>
                  <a:pt x="916229" y="721491"/>
                  <a:pt x="903885" y="687563"/>
                  <a:pt x="862585" y="910606"/>
                </a:cubicBezTo>
                <a:cubicBezTo>
                  <a:pt x="849937" y="978911"/>
                  <a:pt x="823447" y="979568"/>
                  <a:pt x="778723" y="994477"/>
                </a:cubicBezTo>
                <a:cubicBezTo>
                  <a:pt x="770736" y="1002465"/>
                  <a:pt x="765807" y="1016074"/>
                  <a:pt x="754762" y="1018441"/>
                </a:cubicBezTo>
                <a:cubicBezTo>
                  <a:pt x="664211" y="1037847"/>
                  <a:pt x="627026" y="1037425"/>
                  <a:pt x="551096" y="1018441"/>
                </a:cubicBezTo>
                <a:cubicBezTo>
                  <a:pt x="538845" y="1015378"/>
                  <a:pt x="527135" y="1010453"/>
                  <a:pt x="515155" y="1006459"/>
                </a:cubicBezTo>
                <a:cubicBezTo>
                  <a:pt x="505411" y="977224"/>
                  <a:pt x="502439" y="957796"/>
                  <a:pt x="479214" y="934569"/>
                </a:cubicBezTo>
                <a:cubicBezTo>
                  <a:pt x="469033" y="924387"/>
                  <a:pt x="454516" y="919602"/>
                  <a:pt x="443273" y="910606"/>
                </a:cubicBezTo>
                <a:cubicBezTo>
                  <a:pt x="382291" y="861814"/>
                  <a:pt x="467986" y="910981"/>
                  <a:pt x="371391" y="862679"/>
                </a:cubicBezTo>
                <a:cubicBezTo>
                  <a:pt x="333988" y="750454"/>
                  <a:pt x="395261" y="916436"/>
                  <a:pt x="323470" y="790789"/>
                </a:cubicBezTo>
                <a:cubicBezTo>
                  <a:pt x="323058" y="790068"/>
                  <a:pt x="305474" y="712884"/>
                  <a:pt x="299509" y="706918"/>
                </a:cubicBezTo>
                <a:cubicBezTo>
                  <a:pt x="290580" y="697988"/>
                  <a:pt x="275548" y="698930"/>
                  <a:pt x="263568" y="694936"/>
                </a:cubicBezTo>
                <a:cubicBezTo>
                  <a:pt x="255581" y="682954"/>
                  <a:pt x="250851" y="667987"/>
                  <a:pt x="239607" y="658991"/>
                </a:cubicBezTo>
                <a:cubicBezTo>
                  <a:pt x="229746" y="651101"/>
                  <a:pt x="211750" y="656711"/>
                  <a:pt x="203666" y="647009"/>
                </a:cubicBezTo>
                <a:cubicBezTo>
                  <a:pt x="170055" y="606670"/>
                  <a:pt x="189420" y="589127"/>
                  <a:pt x="167725" y="551156"/>
                </a:cubicBezTo>
                <a:cubicBezTo>
                  <a:pt x="157818" y="533818"/>
                  <a:pt x="143764" y="519205"/>
                  <a:pt x="131784" y="503229"/>
                </a:cubicBezTo>
                <a:cubicBezTo>
                  <a:pt x="127791" y="491247"/>
                  <a:pt x="124238" y="479110"/>
                  <a:pt x="119804" y="467284"/>
                </a:cubicBezTo>
                <a:cubicBezTo>
                  <a:pt x="112253" y="447146"/>
                  <a:pt x="101059" y="428241"/>
                  <a:pt x="95843" y="407376"/>
                </a:cubicBezTo>
                <a:cubicBezTo>
                  <a:pt x="91093" y="388373"/>
                  <a:pt x="88761" y="315695"/>
                  <a:pt x="71882" y="287560"/>
                </a:cubicBezTo>
                <a:cubicBezTo>
                  <a:pt x="71875" y="287548"/>
                  <a:pt x="41936" y="257610"/>
                  <a:pt x="35941" y="251615"/>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440" name="Google Shape;1440;p21"/>
          <p:cNvSpPr/>
          <p:nvPr/>
        </p:nvSpPr>
        <p:spPr>
          <a:xfrm>
            <a:off x="2809651" y="3571195"/>
            <a:ext cx="1255453" cy="1521112"/>
          </a:xfrm>
          <a:custGeom>
            <a:avLst/>
            <a:gdLst/>
            <a:ahLst/>
            <a:cxnLst/>
            <a:rect l="l" t="t" r="r" b="b"/>
            <a:pathLst>
              <a:path w="1255453" h="1521112" extrusionOk="0">
                <a:moveTo>
                  <a:pt x="1251687" y="1485064"/>
                </a:moveTo>
                <a:cubicBezTo>
                  <a:pt x="1239707" y="1499043"/>
                  <a:pt x="1197747" y="1515568"/>
                  <a:pt x="1167824" y="1521009"/>
                </a:cubicBezTo>
                <a:cubicBezTo>
                  <a:pt x="1158090" y="1522779"/>
                  <a:pt x="1096838" y="1501338"/>
                  <a:pt x="1083962" y="1497045"/>
                </a:cubicBezTo>
                <a:cubicBezTo>
                  <a:pt x="1079968" y="1485063"/>
                  <a:pt x="1074721" y="1473429"/>
                  <a:pt x="1071981" y="1461100"/>
                </a:cubicBezTo>
                <a:cubicBezTo>
                  <a:pt x="1066711" y="1437385"/>
                  <a:pt x="1067683" y="1412257"/>
                  <a:pt x="1060001" y="1389210"/>
                </a:cubicBezTo>
                <a:cubicBezTo>
                  <a:pt x="1056472" y="1378621"/>
                  <a:pt x="1000987" y="1306582"/>
                  <a:pt x="1000099" y="1305339"/>
                </a:cubicBezTo>
                <a:cubicBezTo>
                  <a:pt x="991730" y="1293621"/>
                  <a:pt x="985134" y="1280639"/>
                  <a:pt x="976139" y="1269394"/>
                </a:cubicBezTo>
                <a:cubicBezTo>
                  <a:pt x="969083" y="1260573"/>
                  <a:pt x="958443" y="1254829"/>
                  <a:pt x="952178" y="1245430"/>
                </a:cubicBezTo>
                <a:cubicBezTo>
                  <a:pt x="903539" y="1172464"/>
                  <a:pt x="957782" y="1217216"/>
                  <a:pt x="892276" y="1173541"/>
                </a:cubicBezTo>
                <a:cubicBezTo>
                  <a:pt x="853163" y="1095304"/>
                  <a:pt x="880944" y="1138243"/>
                  <a:pt x="796434" y="1053724"/>
                </a:cubicBezTo>
                <a:lnTo>
                  <a:pt x="760492" y="1017779"/>
                </a:lnTo>
                <a:cubicBezTo>
                  <a:pt x="756499" y="981834"/>
                  <a:pt x="753291" y="945793"/>
                  <a:pt x="748512" y="909944"/>
                </a:cubicBezTo>
                <a:cubicBezTo>
                  <a:pt x="745165" y="884837"/>
                  <a:pt x="738647" y="830304"/>
                  <a:pt x="724551" y="802109"/>
                </a:cubicBezTo>
                <a:cubicBezTo>
                  <a:pt x="718112" y="789229"/>
                  <a:pt x="709809" y="777227"/>
                  <a:pt x="700591" y="766164"/>
                </a:cubicBezTo>
                <a:cubicBezTo>
                  <a:pt x="671765" y="731569"/>
                  <a:pt x="664049" y="729818"/>
                  <a:pt x="628709" y="706256"/>
                </a:cubicBezTo>
                <a:cubicBezTo>
                  <a:pt x="624715" y="694274"/>
                  <a:pt x="625658" y="679242"/>
                  <a:pt x="616728" y="670311"/>
                </a:cubicBezTo>
                <a:cubicBezTo>
                  <a:pt x="607799" y="661381"/>
                  <a:pt x="588675" y="668191"/>
                  <a:pt x="580787" y="658329"/>
                </a:cubicBezTo>
                <a:cubicBezTo>
                  <a:pt x="570501" y="645470"/>
                  <a:pt x="573538" y="626176"/>
                  <a:pt x="568807" y="610403"/>
                </a:cubicBezTo>
                <a:cubicBezTo>
                  <a:pt x="561549" y="586209"/>
                  <a:pt x="552833" y="562476"/>
                  <a:pt x="544846" y="538513"/>
                </a:cubicBezTo>
                <a:cubicBezTo>
                  <a:pt x="538318" y="518928"/>
                  <a:pt x="528463" y="478848"/>
                  <a:pt x="508905" y="466623"/>
                </a:cubicBezTo>
                <a:cubicBezTo>
                  <a:pt x="487488" y="453236"/>
                  <a:pt x="460984" y="450648"/>
                  <a:pt x="437023" y="442660"/>
                </a:cubicBezTo>
                <a:lnTo>
                  <a:pt x="401082" y="430678"/>
                </a:lnTo>
                <a:cubicBezTo>
                  <a:pt x="338010" y="367599"/>
                  <a:pt x="397058" y="413361"/>
                  <a:pt x="305239" y="382751"/>
                </a:cubicBezTo>
                <a:cubicBezTo>
                  <a:pt x="165944" y="336314"/>
                  <a:pt x="369665" y="377515"/>
                  <a:pt x="185436" y="346806"/>
                </a:cubicBezTo>
                <a:cubicBezTo>
                  <a:pt x="173456" y="338818"/>
                  <a:pt x="158976" y="333680"/>
                  <a:pt x="149495" y="322843"/>
                </a:cubicBezTo>
                <a:cubicBezTo>
                  <a:pt x="130531" y="301168"/>
                  <a:pt x="117547" y="274916"/>
                  <a:pt x="101573" y="250953"/>
                </a:cubicBezTo>
                <a:cubicBezTo>
                  <a:pt x="93586" y="238971"/>
                  <a:pt x="87794" y="225191"/>
                  <a:pt x="77613" y="215008"/>
                </a:cubicBezTo>
                <a:lnTo>
                  <a:pt x="5731" y="143118"/>
                </a:lnTo>
                <a:cubicBezTo>
                  <a:pt x="9724" y="99185"/>
                  <a:pt x="-16177" y="39563"/>
                  <a:pt x="17711" y="11320"/>
                </a:cubicBezTo>
                <a:cubicBezTo>
                  <a:pt x="51595" y="-16920"/>
                  <a:pt x="106057" y="15636"/>
                  <a:pt x="149495" y="23302"/>
                </a:cubicBezTo>
                <a:cubicBezTo>
                  <a:pt x="174368" y="27692"/>
                  <a:pt x="221377" y="47265"/>
                  <a:pt x="221377" y="47265"/>
                </a:cubicBezTo>
                <a:cubicBezTo>
                  <a:pt x="265049" y="112780"/>
                  <a:pt x="220298" y="58526"/>
                  <a:pt x="293259" y="107173"/>
                </a:cubicBezTo>
                <a:cubicBezTo>
                  <a:pt x="302658" y="113439"/>
                  <a:pt x="307117" y="126085"/>
                  <a:pt x="317220" y="131137"/>
                </a:cubicBezTo>
                <a:cubicBezTo>
                  <a:pt x="339810" y="142433"/>
                  <a:pt x="368088" y="141089"/>
                  <a:pt x="389102" y="155100"/>
                </a:cubicBezTo>
                <a:cubicBezTo>
                  <a:pt x="401082" y="163088"/>
                  <a:pt x="411885" y="173215"/>
                  <a:pt x="425043" y="179063"/>
                </a:cubicBezTo>
                <a:cubicBezTo>
                  <a:pt x="448123" y="189322"/>
                  <a:pt x="496925" y="203026"/>
                  <a:pt x="496925" y="203026"/>
                </a:cubicBezTo>
                <a:cubicBezTo>
                  <a:pt x="508905" y="211014"/>
                  <a:pt x="519708" y="221141"/>
                  <a:pt x="532866" y="226990"/>
                </a:cubicBezTo>
                <a:cubicBezTo>
                  <a:pt x="555946" y="237249"/>
                  <a:pt x="583734" y="236942"/>
                  <a:pt x="604748" y="250953"/>
                </a:cubicBezTo>
                <a:lnTo>
                  <a:pt x="676630" y="298880"/>
                </a:lnTo>
                <a:cubicBezTo>
                  <a:pt x="760991" y="289505"/>
                  <a:pt x="797949" y="285897"/>
                  <a:pt x="880296" y="274916"/>
                </a:cubicBezTo>
                <a:lnTo>
                  <a:pt x="964158" y="262935"/>
                </a:lnTo>
                <a:cubicBezTo>
                  <a:pt x="1000099" y="266929"/>
                  <a:pt x="1043052" y="253217"/>
                  <a:pt x="1071981" y="274916"/>
                </a:cubicBezTo>
                <a:cubicBezTo>
                  <a:pt x="1088272" y="287136"/>
                  <a:pt x="1069108" y="316610"/>
                  <a:pt x="1060001" y="334825"/>
                </a:cubicBezTo>
                <a:cubicBezTo>
                  <a:pt x="1052151" y="350528"/>
                  <a:pt x="1005634" y="387226"/>
                  <a:pt x="988119" y="394733"/>
                </a:cubicBezTo>
                <a:cubicBezTo>
                  <a:pt x="972985" y="401220"/>
                  <a:pt x="955818" y="401508"/>
                  <a:pt x="940198" y="406715"/>
                </a:cubicBezTo>
                <a:cubicBezTo>
                  <a:pt x="807772" y="450862"/>
                  <a:pt x="964061" y="423697"/>
                  <a:pt x="736532" y="442660"/>
                </a:cubicBezTo>
                <a:cubicBezTo>
                  <a:pt x="724552" y="446654"/>
                  <a:pt x="711420" y="448143"/>
                  <a:pt x="700591" y="454641"/>
                </a:cubicBezTo>
                <a:cubicBezTo>
                  <a:pt x="630013" y="496992"/>
                  <a:pt x="683554" y="619742"/>
                  <a:pt x="688610" y="670311"/>
                </a:cubicBezTo>
                <a:cubicBezTo>
                  <a:pt x="690248" y="686697"/>
                  <a:pt x="693227" y="703509"/>
                  <a:pt x="700591" y="718238"/>
                </a:cubicBezTo>
                <a:cubicBezTo>
                  <a:pt x="709520" y="736099"/>
                  <a:pt x="724552" y="750189"/>
                  <a:pt x="736532" y="766164"/>
                </a:cubicBezTo>
                <a:cubicBezTo>
                  <a:pt x="740525" y="778146"/>
                  <a:pt x="742015" y="791279"/>
                  <a:pt x="748512" y="802109"/>
                </a:cubicBezTo>
                <a:cubicBezTo>
                  <a:pt x="797848" y="884346"/>
                  <a:pt x="750514" y="760190"/>
                  <a:pt x="784453" y="862017"/>
                </a:cubicBezTo>
                <a:cubicBezTo>
                  <a:pt x="786857" y="883657"/>
                  <a:pt x="792852" y="981464"/>
                  <a:pt x="808414" y="1017779"/>
                </a:cubicBezTo>
                <a:cubicBezTo>
                  <a:pt x="814086" y="1031015"/>
                  <a:pt x="821131" y="1044728"/>
                  <a:pt x="832375" y="1053724"/>
                </a:cubicBezTo>
                <a:cubicBezTo>
                  <a:pt x="842236" y="1061614"/>
                  <a:pt x="857021" y="1060058"/>
                  <a:pt x="868316" y="1065706"/>
                </a:cubicBezTo>
                <a:cubicBezTo>
                  <a:pt x="881195" y="1072146"/>
                  <a:pt x="892277" y="1081681"/>
                  <a:pt x="904257" y="1089669"/>
                </a:cubicBezTo>
                <a:cubicBezTo>
                  <a:pt x="968151" y="1217476"/>
                  <a:pt x="880296" y="1065706"/>
                  <a:pt x="976139" y="1161559"/>
                </a:cubicBezTo>
                <a:cubicBezTo>
                  <a:pt x="985069" y="1170490"/>
                  <a:pt x="982471" y="1186207"/>
                  <a:pt x="988119" y="1197504"/>
                </a:cubicBezTo>
                <a:cubicBezTo>
                  <a:pt x="994558" y="1210384"/>
                  <a:pt x="1004093" y="1221467"/>
                  <a:pt x="1012080" y="1233449"/>
                </a:cubicBezTo>
                <a:cubicBezTo>
                  <a:pt x="1016073" y="1245431"/>
                  <a:pt x="1017927" y="1258353"/>
                  <a:pt x="1024060" y="1269394"/>
                </a:cubicBezTo>
                <a:cubicBezTo>
                  <a:pt x="1047955" y="1312411"/>
                  <a:pt x="1064025" y="1345735"/>
                  <a:pt x="1107923" y="1365247"/>
                </a:cubicBezTo>
                <a:cubicBezTo>
                  <a:pt x="1131003" y="1375506"/>
                  <a:pt x="1179805" y="1389210"/>
                  <a:pt x="1179805" y="1389210"/>
                </a:cubicBezTo>
                <a:cubicBezTo>
                  <a:pt x="1206999" y="1430006"/>
                  <a:pt x="1193411" y="1425562"/>
                  <a:pt x="1239706" y="1437137"/>
                </a:cubicBezTo>
                <a:cubicBezTo>
                  <a:pt x="1243580" y="1438106"/>
                  <a:pt x="1263667" y="1471085"/>
                  <a:pt x="1251687" y="1485064"/>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441" name="Google Shape;1441;p21"/>
          <p:cNvSpPr/>
          <p:nvPr/>
        </p:nvSpPr>
        <p:spPr>
          <a:xfrm>
            <a:off x="3173906" y="4127043"/>
            <a:ext cx="649045" cy="881289"/>
          </a:xfrm>
          <a:custGeom>
            <a:avLst/>
            <a:gdLst/>
            <a:ahLst/>
            <a:cxnLst/>
            <a:rect l="l" t="t" r="r" b="b"/>
            <a:pathLst>
              <a:path w="649045" h="881289" extrusionOk="0">
                <a:moveTo>
                  <a:pt x="240493" y="557784"/>
                </a:moveTo>
                <a:cubicBezTo>
                  <a:pt x="236500" y="537815"/>
                  <a:pt x="235663" y="516944"/>
                  <a:pt x="228513" y="497876"/>
                </a:cubicBezTo>
                <a:cubicBezTo>
                  <a:pt x="221147" y="478230"/>
                  <a:pt x="184149" y="436346"/>
                  <a:pt x="168611" y="425986"/>
                </a:cubicBezTo>
                <a:cubicBezTo>
                  <a:pt x="158104" y="418980"/>
                  <a:pt x="144650" y="417998"/>
                  <a:pt x="132670" y="414004"/>
                </a:cubicBezTo>
                <a:cubicBezTo>
                  <a:pt x="120690" y="402022"/>
                  <a:pt x="109745" y="388907"/>
                  <a:pt x="96729" y="378059"/>
                </a:cubicBezTo>
                <a:cubicBezTo>
                  <a:pt x="85668" y="368840"/>
                  <a:pt x="68419" y="366307"/>
                  <a:pt x="60788" y="354096"/>
                </a:cubicBezTo>
                <a:cubicBezTo>
                  <a:pt x="37240" y="316415"/>
                  <a:pt x="33194" y="252054"/>
                  <a:pt x="24847" y="210316"/>
                </a:cubicBezTo>
                <a:cubicBezTo>
                  <a:pt x="17327" y="172713"/>
                  <a:pt x="12302" y="160698"/>
                  <a:pt x="886" y="126445"/>
                </a:cubicBezTo>
                <a:cubicBezTo>
                  <a:pt x="4879" y="86506"/>
                  <a:pt x="-9397" y="40026"/>
                  <a:pt x="12866" y="6628"/>
                </a:cubicBezTo>
                <a:cubicBezTo>
                  <a:pt x="24160" y="-10316"/>
                  <a:pt x="54555" y="9503"/>
                  <a:pt x="72768" y="18610"/>
                </a:cubicBezTo>
                <a:cubicBezTo>
                  <a:pt x="87923" y="26188"/>
                  <a:pt x="95693" y="43707"/>
                  <a:pt x="108709" y="54555"/>
                </a:cubicBezTo>
                <a:cubicBezTo>
                  <a:pt x="119770" y="63774"/>
                  <a:pt x="132670" y="70530"/>
                  <a:pt x="144650" y="78518"/>
                </a:cubicBezTo>
                <a:cubicBezTo>
                  <a:pt x="148644" y="94494"/>
                  <a:pt x="150849" y="111026"/>
                  <a:pt x="156631" y="126445"/>
                </a:cubicBezTo>
                <a:cubicBezTo>
                  <a:pt x="165313" y="149599"/>
                  <a:pt x="188194" y="189866"/>
                  <a:pt x="204552" y="210316"/>
                </a:cubicBezTo>
                <a:cubicBezTo>
                  <a:pt x="211608" y="219137"/>
                  <a:pt x="218827" y="228468"/>
                  <a:pt x="228513" y="234280"/>
                </a:cubicBezTo>
                <a:cubicBezTo>
                  <a:pt x="239342" y="240778"/>
                  <a:pt x="252474" y="242267"/>
                  <a:pt x="264454" y="246261"/>
                </a:cubicBezTo>
                <a:cubicBezTo>
                  <a:pt x="325163" y="306980"/>
                  <a:pt x="253739" y="228400"/>
                  <a:pt x="300395" y="306169"/>
                </a:cubicBezTo>
                <a:cubicBezTo>
                  <a:pt x="306206" y="315855"/>
                  <a:pt x="316368" y="322145"/>
                  <a:pt x="324355" y="330133"/>
                </a:cubicBezTo>
                <a:cubicBezTo>
                  <a:pt x="352869" y="415684"/>
                  <a:pt x="334306" y="381005"/>
                  <a:pt x="372277" y="437968"/>
                </a:cubicBezTo>
                <a:cubicBezTo>
                  <a:pt x="376270" y="453943"/>
                  <a:pt x="377771" y="470758"/>
                  <a:pt x="384257" y="485894"/>
                </a:cubicBezTo>
                <a:cubicBezTo>
                  <a:pt x="392378" y="504846"/>
                  <a:pt x="415377" y="532360"/>
                  <a:pt x="432179" y="545803"/>
                </a:cubicBezTo>
                <a:cubicBezTo>
                  <a:pt x="443422" y="554799"/>
                  <a:pt x="456140" y="561778"/>
                  <a:pt x="468120" y="569766"/>
                </a:cubicBezTo>
                <a:cubicBezTo>
                  <a:pt x="491032" y="638510"/>
                  <a:pt x="463692" y="574342"/>
                  <a:pt x="516041" y="641656"/>
                </a:cubicBezTo>
                <a:cubicBezTo>
                  <a:pt x="591301" y="738430"/>
                  <a:pt x="530324" y="691119"/>
                  <a:pt x="599903" y="737509"/>
                </a:cubicBezTo>
                <a:cubicBezTo>
                  <a:pt x="603897" y="749491"/>
                  <a:pt x="604879" y="762945"/>
                  <a:pt x="611884" y="773454"/>
                </a:cubicBezTo>
                <a:cubicBezTo>
                  <a:pt x="621282" y="787552"/>
                  <a:pt x="644150" y="792859"/>
                  <a:pt x="647825" y="809399"/>
                </a:cubicBezTo>
                <a:cubicBezTo>
                  <a:pt x="653094" y="833114"/>
                  <a:pt x="639838" y="857326"/>
                  <a:pt x="635844" y="881289"/>
                </a:cubicBezTo>
                <a:lnTo>
                  <a:pt x="480100" y="869307"/>
                </a:lnTo>
                <a:cubicBezTo>
                  <a:pt x="444208" y="854526"/>
                  <a:pt x="418446" y="756215"/>
                  <a:pt x="408218" y="725527"/>
                </a:cubicBezTo>
                <a:lnTo>
                  <a:pt x="396237" y="689582"/>
                </a:lnTo>
                <a:cubicBezTo>
                  <a:pt x="392244" y="677600"/>
                  <a:pt x="389905" y="664933"/>
                  <a:pt x="384257" y="653637"/>
                </a:cubicBezTo>
                <a:cubicBezTo>
                  <a:pt x="376270" y="637662"/>
                  <a:pt x="369157" y="621219"/>
                  <a:pt x="360296" y="605711"/>
                </a:cubicBezTo>
                <a:cubicBezTo>
                  <a:pt x="353152" y="593208"/>
                  <a:pt x="346517" y="579949"/>
                  <a:pt x="336336" y="569766"/>
                </a:cubicBezTo>
                <a:cubicBezTo>
                  <a:pt x="313113" y="546540"/>
                  <a:pt x="293685" y="543566"/>
                  <a:pt x="264454" y="533821"/>
                </a:cubicBezTo>
                <a:cubicBezTo>
                  <a:pt x="253002" y="499463"/>
                  <a:pt x="237506" y="442465"/>
                  <a:pt x="204552" y="425986"/>
                </a:cubicBezTo>
                <a:lnTo>
                  <a:pt x="156631" y="402023"/>
                </a:lnTo>
                <a:cubicBezTo>
                  <a:pt x="148644" y="394035"/>
                  <a:pt x="141490" y="385116"/>
                  <a:pt x="132670" y="378059"/>
                </a:cubicBezTo>
                <a:cubicBezTo>
                  <a:pt x="121427" y="369063"/>
                  <a:pt x="105368" y="365616"/>
                  <a:pt x="96729" y="354096"/>
                </a:cubicBezTo>
                <a:cubicBezTo>
                  <a:pt x="91937" y="347706"/>
                  <a:pt x="96729" y="338121"/>
                  <a:pt x="96729" y="330133"/>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442" name="Google Shape;1442;p21"/>
          <p:cNvSpPr/>
          <p:nvPr/>
        </p:nvSpPr>
        <p:spPr>
          <a:xfrm>
            <a:off x="3558163" y="1533652"/>
            <a:ext cx="958719" cy="2012918"/>
          </a:xfrm>
          <a:custGeom>
            <a:avLst/>
            <a:gdLst/>
            <a:ahLst/>
            <a:cxnLst/>
            <a:rect l="l" t="t" r="r" b="b"/>
            <a:pathLst>
              <a:path w="958719" h="2012918" extrusionOk="0">
                <a:moveTo>
                  <a:pt x="0" y="0"/>
                </a:moveTo>
                <a:cubicBezTo>
                  <a:pt x="3993" y="275578"/>
                  <a:pt x="5573" y="551202"/>
                  <a:pt x="11980" y="826734"/>
                </a:cubicBezTo>
                <a:cubicBezTo>
                  <a:pt x="16692" y="1029379"/>
                  <a:pt x="5706" y="975650"/>
                  <a:pt x="47922" y="1102312"/>
                </a:cubicBezTo>
                <a:cubicBezTo>
                  <a:pt x="63035" y="1223232"/>
                  <a:pt x="49720" y="1167615"/>
                  <a:pt x="83863" y="1270055"/>
                </a:cubicBezTo>
                <a:lnTo>
                  <a:pt x="95843" y="1306000"/>
                </a:lnTo>
                <a:cubicBezTo>
                  <a:pt x="105142" y="1510617"/>
                  <a:pt x="91409" y="1501714"/>
                  <a:pt x="119804" y="1629505"/>
                </a:cubicBezTo>
                <a:cubicBezTo>
                  <a:pt x="127660" y="1664860"/>
                  <a:pt x="129310" y="1686939"/>
                  <a:pt x="155745" y="1713377"/>
                </a:cubicBezTo>
                <a:cubicBezTo>
                  <a:pt x="165926" y="1723559"/>
                  <a:pt x="179706" y="1729352"/>
                  <a:pt x="191686" y="1737340"/>
                </a:cubicBezTo>
                <a:cubicBezTo>
                  <a:pt x="235377" y="1868433"/>
                  <a:pt x="165696" y="1669869"/>
                  <a:pt x="227627" y="1809230"/>
                </a:cubicBezTo>
                <a:cubicBezTo>
                  <a:pt x="237885" y="1832313"/>
                  <a:pt x="243600" y="1857157"/>
                  <a:pt x="251587" y="1881120"/>
                </a:cubicBezTo>
                <a:cubicBezTo>
                  <a:pt x="255580" y="1893102"/>
                  <a:pt x="253060" y="1910059"/>
                  <a:pt x="263568" y="1917065"/>
                </a:cubicBezTo>
                <a:cubicBezTo>
                  <a:pt x="287529" y="1933040"/>
                  <a:pt x="308130" y="1955883"/>
                  <a:pt x="335450" y="1964991"/>
                </a:cubicBezTo>
                <a:cubicBezTo>
                  <a:pt x="347430" y="1968985"/>
                  <a:pt x="360096" y="1971325"/>
                  <a:pt x="371391" y="1976973"/>
                </a:cubicBezTo>
                <a:cubicBezTo>
                  <a:pt x="464288" y="2023426"/>
                  <a:pt x="352935" y="1982801"/>
                  <a:pt x="443273" y="2012918"/>
                </a:cubicBezTo>
                <a:cubicBezTo>
                  <a:pt x="457808" y="2010841"/>
                  <a:pt x="536941" y="2004637"/>
                  <a:pt x="563076" y="1988955"/>
                </a:cubicBezTo>
                <a:cubicBezTo>
                  <a:pt x="572762" y="1983143"/>
                  <a:pt x="576549" y="1969187"/>
                  <a:pt x="587037" y="1964991"/>
                </a:cubicBezTo>
                <a:cubicBezTo>
                  <a:pt x="617612" y="1952760"/>
                  <a:pt x="682880" y="1941028"/>
                  <a:pt x="682880" y="1941028"/>
                </a:cubicBezTo>
                <a:cubicBezTo>
                  <a:pt x="771737" y="1881784"/>
                  <a:pt x="674501" y="1950009"/>
                  <a:pt x="742782" y="1893101"/>
                </a:cubicBezTo>
                <a:cubicBezTo>
                  <a:pt x="758121" y="1880317"/>
                  <a:pt x="776584" y="1871276"/>
                  <a:pt x="790703" y="1857156"/>
                </a:cubicBezTo>
                <a:cubicBezTo>
                  <a:pt x="800884" y="1846974"/>
                  <a:pt x="804483" y="1831394"/>
                  <a:pt x="814664" y="1821212"/>
                </a:cubicBezTo>
                <a:cubicBezTo>
                  <a:pt x="867203" y="1768667"/>
                  <a:pt x="837481" y="1830001"/>
                  <a:pt x="886546" y="1761303"/>
                </a:cubicBezTo>
                <a:cubicBezTo>
                  <a:pt x="908583" y="1730448"/>
                  <a:pt x="923555" y="1674228"/>
                  <a:pt x="934467" y="1641487"/>
                </a:cubicBezTo>
                <a:cubicBezTo>
                  <a:pt x="949900" y="1595181"/>
                  <a:pt x="948788" y="1603480"/>
                  <a:pt x="958428" y="1545633"/>
                </a:cubicBezTo>
                <a:cubicBezTo>
                  <a:pt x="959084" y="1541694"/>
                  <a:pt x="958428" y="1537646"/>
                  <a:pt x="958428" y="1533652"/>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443" name="Google Shape;1443;p21"/>
          <p:cNvSpPr/>
          <p:nvPr/>
        </p:nvSpPr>
        <p:spPr>
          <a:xfrm>
            <a:off x="4240805" y="2791578"/>
            <a:ext cx="347668" cy="383561"/>
          </a:xfrm>
          <a:custGeom>
            <a:avLst/>
            <a:gdLst/>
            <a:ahLst/>
            <a:cxnLst/>
            <a:rect l="l" t="t" r="r" b="b"/>
            <a:pathLst>
              <a:path w="347668" h="383561" extrusionOk="0">
                <a:moveTo>
                  <a:pt x="191923" y="383561"/>
                </a:moveTo>
                <a:cubicBezTo>
                  <a:pt x="167962" y="375573"/>
                  <a:pt x="144233" y="366855"/>
                  <a:pt x="120041" y="359597"/>
                </a:cubicBezTo>
                <a:cubicBezTo>
                  <a:pt x="104270" y="354865"/>
                  <a:pt x="85820" y="356750"/>
                  <a:pt x="72120" y="347616"/>
                </a:cubicBezTo>
                <a:cubicBezTo>
                  <a:pt x="60139" y="339628"/>
                  <a:pt x="58341" y="321854"/>
                  <a:pt x="48159" y="311671"/>
                </a:cubicBezTo>
                <a:cubicBezTo>
                  <a:pt x="37978" y="301489"/>
                  <a:pt x="24198" y="295695"/>
                  <a:pt x="12218" y="287707"/>
                </a:cubicBezTo>
                <a:cubicBezTo>
                  <a:pt x="8225" y="275725"/>
                  <a:pt x="238" y="264392"/>
                  <a:pt x="238" y="251762"/>
                </a:cubicBezTo>
                <a:cubicBezTo>
                  <a:pt x="238" y="195460"/>
                  <a:pt x="-5233" y="137417"/>
                  <a:pt x="36179" y="96001"/>
                </a:cubicBezTo>
                <a:cubicBezTo>
                  <a:pt x="46360" y="85819"/>
                  <a:pt x="60877" y="81034"/>
                  <a:pt x="72120" y="72038"/>
                </a:cubicBezTo>
                <a:cubicBezTo>
                  <a:pt x="119106" y="34445"/>
                  <a:pt x="69606" y="56900"/>
                  <a:pt x="132022" y="36093"/>
                </a:cubicBezTo>
                <a:cubicBezTo>
                  <a:pt x="144002" y="28105"/>
                  <a:pt x="154481" y="17185"/>
                  <a:pt x="167963" y="12129"/>
                </a:cubicBezTo>
                <a:cubicBezTo>
                  <a:pt x="230648" y="-11381"/>
                  <a:pt x="279682" y="5330"/>
                  <a:pt x="347668" y="12129"/>
                </a:cubicBezTo>
                <a:cubicBezTo>
                  <a:pt x="343675" y="60056"/>
                  <a:pt x="345764" y="108884"/>
                  <a:pt x="335688" y="155909"/>
                </a:cubicBezTo>
                <a:cubicBezTo>
                  <a:pt x="333321" y="166954"/>
                  <a:pt x="317538" y="170186"/>
                  <a:pt x="311727" y="179873"/>
                </a:cubicBezTo>
                <a:cubicBezTo>
                  <a:pt x="305230" y="190703"/>
                  <a:pt x="305395" y="204522"/>
                  <a:pt x="299747" y="215818"/>
                </a:cubicBezTo>
                <a:cubicBezTo>
                  <a:pt x="293308" y="228698"/>
                  <a:pt x="283773" y="239781"/>
                  <a:pt x="275786" y="251762"/>
                </a:cubicBezTo>
                <a:cubicBezTo>
                  <a:pt x="254700" y="315028"/>
                  <a:pt x="274314" y="280701"/>
                  <a:pt x="191923" y="335634"/>
                </a:cubicBezTo>
                <a:lnTo>
                  <a:pt x="155982" y="359597"/>
                </a:lnTo>
                <a:lnTo>
                  <a:pt x="48159" y="347616"/>
                </a:ln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444" name="Google Shape;1444;p21"/>
          <p:cNvSpPr/>
          <p:nvPr/>
        </p:nvSpPr>
        <p:spPr>
          <a:xfrm>
            <a:off x="4239999" y="2540111"/>
            <a:ext cx="348474" cy="263596"/>
          </a:xfrm>
          <a:custGeom>
            <a:avLst/>
            <a:gdLst/>
            <a:ahLst/>
            <a:cxnLst/>
            <a:rect l="l" t="t" r="r" b="b"/>
            <a:pathLst>
              <a:path w="348474" h="263596" extrusionOk="0">
                <a:moveTo>
                  <a:pt x="36985" y="0"/>
                </a:moveTo>
                <a:cubicBezTo>
                  <a:pt x="32992" y="23963"/>
                  <a:pt x="32687" y="48843"/>
                  <a:pt x="25005" y="71890"/>
                </a:cubicBezTo>
                <a:cubicBezTo>
                  <a:pt x="20452" y="85551"/>
                  <a:pt x="2348" y="93494"/>
                  <a:pt x="1044" y="107835"/>
                </a:cubicBezTo>
                <a:cubicBezTo>
                  <a:pt x="-1871" y="139902"/>
                  <a:pt x="1067" y="173791"/>
                  <a:pt x="13024" y="203688"/>
                </a:cubicBezTo>
                <a:cubicBezTo>
                  <a:pt x="18371" y="217057"/>
                  <a:pt x="35433" y="222730"/>
                  <a:pt x="48965" y="227651"/>
                </a:cubicBezTo>
                <a:cubicBezTo>
                  <a:pt x="79913" y="238906"/>
                  <a:pt x="113037" y="242949"/>
                  <a:pt x="144808" y="251615"/>
                </a:cubicBezTo>
                <a:cubicBezTo>
                  <a:pt x="156991" y="254938"/>
                  <a:pt x="168769" y="259602"/>
                  <a:pt x="180749" y="263596"/>
                </a:cubicBezTo>
                <a:cubicBezTo>
                  <a:pt x="288021" y="253843"/>
                  <a:pt x="300751" y="287164"/>
                  <a:pt x="336494" y="215670"/>
                </a:cubicBezTo>
                <a:cubicBezTo>
                  <a:pt x="342142" y="204373"/>
                  <a:pt x="344481" y="191707"/>
                  <a:pt x="348474" y="179725"/>
                </a:cubicBezTo>
                <a:cubicBezTo>
                  <a:pt x="340487" y="143780"/>
                  <a:pt x="346169" y="101670"/>
                  <a:pt x="324513" y="71890"/>
                </a:cubicBezTo>
                <a:cubicBezTo>
                  <a:pt x="309659" y="51463"/>
                  <a:pt x="276592" y="55915"/>
                  <a:pt x="252631" y="47927"/>
                </a:cubicBezTo>
                <a:cubicBezTo>
                  <a:pt x="143573" y="11570"/>
                  <a:pt x="315822" y="67341"/>
                  <a:pt x="156788" y="23963"/>
                </a:cubicBezTo>
                <a:cubicBezTo>
                  <a:pt x="132421" y="17317"/>
                  <a:pt x="110163" y="0"/>
                  <a:pt x="84906" y="0"/>
                </a:cubicBezTo>
                <a:lnTo>
                  <a:pt x="36985" y="0"/>
                </a:ln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445" name="Google Shape;1445;p21"/>
          <p:cNvSpPr/>
          <p:nvPr/>
        </p:nvSpPr>
        <p:spPr>
          <a:xfrm>
            <a:off x="4148129" y="2731817"/>
            <a:ext cx="164796" cy="266081"/>
          </a:xfrm>
          <a:custGeom>
            <a:avLst/>
            <a:gdLst/>
            <a:ahLst/>
            <a:cxnLst/>
            <a:rect l="l" t="t" r="r" b="b"/>
            <a:pathLst>
              <a:path w="164796" h="266081" extrusionOk="0">
                <a:moveTo>
                  <a:pt x="56973" y="59909"/>
                </a:moveTo>
                <a:cubicBezTo>
                  <a:pt x="-11209" y="145144"/>
                  <a:pt x="-11469" y="117330"/>
                  <a:pt x="21032" y="263597"/>
                </a:cubicBezTo>
                <a:cubicBezTo>
                  <a:pt x="23771" y="275926"/>
                  <a:pt x="27364" y="238949"/>
                  <a:pt x="33012" y="227652"/>
                </a:cubicBezTo>
                <a:cubicBezTo>
                  <a:pt x="52979" y="187714"/>
                  <a:pt x="56972" y="191708"/>
                  <a:pt x="92914" y="167744"/>
                </a:cubicBezTo>
                <a:cubicBezTo>
                  <a:pt x="102337" y="139472"/>
                  <a:pt x="101446" y="124282"/>
                  <a:pt x="128855" y="107835"/>
                </a:cubicBezTo>
                <a:cubicBezTo>
                  <a:pt x="139684" y="101337"/>
                  <a:pt x="152816" y="99848"/>
                  <a:pt x="164796" y="95854"/>
                </a:cubicBezTo>
                <a:cubicBezTo>
                  <a:pt x="160803" y="83872"/>
                  <a:pt x="163093" y="67250"/>
                  <a:pt x="152816" y="59909"/>
                </a:cubicBezTo>
                <a:cubicBezTo>
                  <a:pt x="69567" y="438"/>
                  <a:pt x="80934" y="76248"/>
                  <a:pt x="80934"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446" name="Google Shape;1446;p21"/>
          <p:cNvSpPr/>
          <p:nvPr/>
        </p:nvSpPr>
        <p:spPr>
          <a:xfrm>
            <a:off x="4013366" y="3666387"/>
            <a:ext cx="575107" cy="1174202"/>
          </a:xfrm>
          <a:custGeom>
            <a:avLst/>
            <a:gdLst/>
            <a:ahLst/>
            <a:cxnLst/>
            <a:rect l="l" t="t" r="r" b="b"/>
            <a:pathLst>
              <a:path w="575107" h="1174202" extrusionOk="0">
                <a:moveTo>
                  <a:pt x="155795" y="35945"/>
                </a:moveTo>
                <a:cubicBezTo>
                  <a:pt x="135828" y="39939"/>
                  <a:pt x="113572" y="37823"/>
                  <a:pt x="95893" y="47926"/>
                </a:cubicBezTo>
                <a:cubicBezTo>
                  <a:pt x="71761" y="61717"/>
                  <a:pt x="65174" y="110905"/>
                  <a:pt x="59952" y="131798"/>
                </a:cubicBezTo>
                <a:cubicBezTo>
                  <a:pt x="63945" y="171737"/>
                  <a:pt x="66628" y="211828"/>
                  <a:pt x="71932" y="251614"/>
                </a:cubicBezTo>
                <a:cubicBezTo>
                  <a:pt x="74623" y="271800"/>
                  <a:pt x="74806" y="293308"/>
                  <a:pt x="83913" y="311523"/>
                </a:cubicBezTo>
                <a:cubicBezTo>
                  <a:pt x="91490" y="326678"/>
                  <a:pt x="109452" y="334093"/>
                  <a:pt x="119854" y="347468"/>
                </a:cubicBezTo>
                <a:cubicBezTo>
                  <a:pt x="214683" y="469403"/>
                  <a:pt x="131471" y="383048"/>
                  <a:pt x="191736" y="443321"/>
                </a:cubicBezTo>
                <a:cubicBezTo>
                  <a:pt x="206927" y="488900"/>
                  <a:pt x="209282" y="516980"/>
                  <a:pt x="239657" y="551156"/>
                </a:cubicBezTo>
                <a:cubicBezTo>
                  <a:pt x="262169" y="576485"/>
                  <a:pt x="311539" y="623046"/>
                  <a:pt x="311539" y="623046"/>
                </a:cubicBezTo>
                <a:cubicBezTo>
                  <a:pt x="331506" y="619052"/>
                  <a:pt x="352375" y="618215"/>
                  <a:pt x="371441" y="611064"/>
                </a:cubicBezTo>
                <a:cubicBezTo>
                  <a:pt x="384923" y="606008"/>
                  <a:pt x="405700" y="572801"/>
                  <a:pt x="407382" y="587101"/>
                </a:cubicBezTo>
                <a:cubicBezTo>
                  <a:pt x="424186" y="729951"/>
                  <a:pt x="410002" y="874910"/>
                  <a:pt x="419362" y="1018440"/>
                </a:cubicBezTo>
                <a:cubicBezTo>
                  <a:pt x="422012" y="1059083"/>
                  <a:pt x="414524" y="1109455"/>
                  <a:pt x="443323" y="1138257"/>
                </a:cubicBezTo>
                <a:lnTo>
                  <a:pt x="479264" y="1174202"/>
                </a:lnTo>
                <a:cubicBezTo>
                  <a:pt x="522235" y="1163458"/>
                  <a:pt x="534599" y="1171784"/>
                  <a:pt x="551146" y="1126275"/>
                </a:cubicBezTo>
                <a:cubicBezTo>
                  <a:pt x="562400" y="1095323"/>
                  <a:pt x="575107" y="1030422"/>
                  <a:pt x="575107" y="1030422"/>
                </a:cubicBezTo>
                <a:cubicBezTo>
                  <a:pt x="571114" y="858685"/>
                  <a:pt x="573624" y="686673"/>
                  <a:pt x="563127" y="515211"/>
                </a:cubicBezTo>
                <a:cubicBezTo>
                  <a:pt x="558468" y="439107"/>
                  <a:pt x="551482" y="447427"/>
                  <a:pt x="503225" y="431339"/>
                </a:cubicBezTo>
                <a:cubicBezTo>
                  <a:pt x="495238" y="419357"/>
                  <a:pt x="492634" y="400742"/>
                  <a:pt x="479264" y="395394"/>
                </a:cubicBezTo>
                <a:cubicBezTo>
                  <a:pt x="449371" y="383436"/>
                  <a:pt x="415243" y="388309"/>
                  <a:pt x="383421" y="383413"/>
                </a:cubicBezTo>
                <a:cubicBezTo>
                  <a:pt x="363295" y="380316"/>
                  <a:pt x="343487" y="375425"/>
                  <a:pt x="323520" y="371431"/>
                </a:cubicBezTo>
                <a:cubicBezTo>
                  <a:pt x="315533" y="359449"/>
                  <a:pt x="310803" y="344482"/>
                  <a:pt x="299559" y="335486"/>
                </a:cubicBezTo>
                <a:cubicBezTo>
                  <a:pt x="289698" y="327596"/>
                  <a:pt x="270958" y="333781"/>
                  <a:pt x="263618" y="323504"/>
                </a:cubicBezTo>
                <a:cubicBezTo>
                  <a:pt x="248937" y="302949"/>
                  <a:pt x="239657" y="251614"/>
                  <a:pt x="239657" y="251614"/>
                </a:cubicBezTo>
                <a:cubicBezTo>
                  <a:pt x="235664" y="223657"/>
                  <a:pt x="232319" y="195600"/>
                  <a:pt x="227677" y="167743"/>
                </a:cubicBezTo>
                <a:cubicBezTo>
                  <a:pt x="224329" y="147655"/>
                  <a:pt x="225800" y="125516"/>
                  <a:pt x="215697" y="107834"/>
                </a:cubicBezTo>
                <a:cubicBezTo>
                  <a:pt x="208554" y="95332"/>
                  <a:pt x="191736" y="91859"/>
                  <a:pt x="179756" y="83871"/>
                </a:cubicBezTo>
                <a:cubicBezTo>
                  <a:pt x="166765" y="44895"/>
                  <a:pt x="174244" y="42814"/>
                  <a:pt x="131834" y="23963"/>
                </a:cubicBezTo>
                <a:cubicBezTo>
                  <a:pt x="108754" y="13704"/>
                  <a:pt x="59952" y="0"/>
                  <a:pt x="59952" y="0"/>
                </a:cubicBezTo>
                <a:cubicBezTo>
                  <a:pt x="47766" y="4062"/>
                  <a:pt x="2106" y="13329"/>
                  <a:pt x="50" y="35945"/>
                </a:cubicBezTo>
                <a:cubicBezTo>
                  <a:pt x="-635" y="43479"/>
                  <a:pt x="5506" y="148878"/>
                  <a:pt x="24011" y="179724"/>
                </a:cubicBezTo>
                <a:cubicBezTo>
                  <a:pt x="29822" y="189411"/>
                  <a:pt x="39985" y="195700"/>
                  <a:pt x="47972" y="203688"/>
                </a:cubicBezTo>
                <a:cubicBezTo>
                  <a:pt x="127429" y="362622"/>
                  <a:pt x="31034" y="164161"/>
                  <a:pt x="83913" y="287559"/>
                </a:cubicBezTo>
                <a:cubicBezTo>
                  <a:pt x="113655" y="356965"/>
                  <a:pt x="110022" y="320118"/>
                  <a:pt x="131834" y="407376"/>
                </a:cubicBezTo>
                <a:cubicBezTo>
                  <a:pt x="141791" y="447208"/>
                  <a:pt x="151107" y="489685"/>
                  <a:pt x="167775" y="527192"/>
                </a:cubicBezTo>
                <a:cubicBezTo>
                  <a:pt x="188947" y="574834"/>
                  <a:pt x="186664" y="557540"/>
                  <a:pt x="227677" y="575119"/>
                </a:cubicBezTo>
                <a:cubicBezTo>
                  <a:pt x="244092" y="582155"/>
                  <a:pt x="275598" y="599082"/>
                  <a:pt x="275598" y="599082"/>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447" name="Google Shape;1447;p21"/>
          <p:cNvSpPr/>
          <p:nvPr/>
        </p:nvSpPr>
        <p:spPr>
          <a:xfrm rot="-1263675">
            <a:off x="4121239" y="5068792"/>
            <a:ext cx="359427" cy="189008"/>
          </a:xfrm>
          <a:custGeom>
            <a:avLst/>
            <a:gdLst/>
            <a:ahLst/>
            <a:cxnLst/>
            <a:rect l="l" t="t" r="r" b="b"/>
            <a:pathLst>
              <a:path w="359427" h="189008" extrusionOk="0">
                <a:moveTo>
                  <a:pt x="0" y="35945"/>
                </a:moveTo>
                <a:cubicBezTo>
                  <a:pt x="20269" y="137299"/>
                  <a:pt x="119" y="93266"/>
                  <a:pt x="35941" y="35945"/>
                </a:cubicBezTo>
                <a:cubicBezTo>
                  <a:pt x="44921" y="21576"/>
                  <a:pt x="59902" y="11982"/>
                  <a:pt x="71883" y="0"/>
                </a:cubicBezTo>
                <a:cubicBezTo>
                  <a:pt x="79870" y="7988"/>
                  <a:pt x="89278" y="14772"/>
                  <a:pt x="95843" y="23964"/>
                </a:cubicBezTo>
                <a:cubicBezTo>
                  <a:pt x="109377" y="42915"/>
                  <a:pt x="119443" y="64124"/>
                  <a:pt x="131784" y="83872"/>
                </a:cubicBezTo>
                <a:cubicBezTo>
                  <a:pt x="139415" y="96083"/>
                  <a:pt x="147758" y="107835"/>
                  <a:pt x="155745" y="119817"/>
                </a:cubicBezTo>
                <a:cubicBezTo>
                  <a:pt x="167725" y="111829"/>
                  <a:pt x="177717" y="92361"/>
                  <a:pt x="191686" y="95854"/>
                </a:cubicBezTo>
                <a:cubicBezTo>
                  <a:pt x="247166" y="109726"/>
                  <a:pt x="143564" y="191908"/>
                  <a:pt x="239607" y="95854"/>
                </a:cubicBezTo>
                <a:cubicBezTo>
                  <a:pt x="265358" y="276121"/>
                  <a:pt x="228420" y="143463"/>
                  <a:pt x="287529" y="119817"/>
                </a:cubicBezTo>
                <a:cubicBezTo>
                  <a:pt x="300898" y="114469"/>
                  <a:pt x="303502" y="143780"/>
                  <a:pt x="311489" y="155762"/>
                </a:cubicBezTo>
                <a:cubicBezTo>
                  <a:pt x="319476" y="139786"/>
                  <a:pt x="328415" y="124252"/>
                  <a:pt x="335450" y="107835"/>
                </a:cubicBezTo>
                <a:cubicBezTo>
                  <a:pt x="340425" y="96226"/>
                  <a:pt x="336135" y="66241"/>
                  <a:pt x="347431" y="71890"/>
                </a:cubicBezTo>
                <a:cubicBezTo>
                  <a:pt x="360380" y="78365"/>
                  <a:pt x="359411" y="147278"/>
                  <a:pt x="359411" y="107835"/>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448" name="Google Shape;1448;p21"/>
          <p:cNvSpPr/>
          <p:nvPr/>
        </p:nvSpPr>
        <p:spPr>
          <a:xfrm>
            <a:off x="1976757" y="944934"/>
            <a:ext cx="1462122" cy="948168"/>
          </a:xfrm>
          <a:custGeom>
            <a:avLst/>
            <a:gdLst/>
            <a:ahLst/>
            <a:cxnLst/>
            <a:rect l="l" t="t" r="r" b="b"/>
            <a:pathLst>
              <a:path w="1462122" h="948168" extrusionOk="0">
                <a:moveTo>
                  <a:pt x="838625" y="49543"/>
                </a:moveTo>
                <a:cubicBezTo>
                  <a:pt x="818951" y="47754"/>
                  <a:pt x="701661" y="43900"/>
                  <a:pt x="658919" y="25580"/>
                </a:cubicBezTo>
                <a:cubicBezTo>
                  <a:pt x="645684" y="19907"/>
                  <a:pt x="634958" y="9605"/>
                  <a:pt x="622978" y="1617"/>
                </a:cubicBezTo>
                <a:cubicBezTo>
                  <a:pt x="539116" y="9605"/>
                  <a:pt x="455078" y="15923"/>
                  <a:pt x="371391" y="25580"/>
                </a:cubicBezTo>
                <a:cubicBezTo>
                  <a:pt x="351162" y="27914"/>
                  <a:pt x="330807" y="31122"/>
                  <a:pt x="311489" y="37562"/>
                </a:cubicBezTo>
                <a:cubicBezTo>
                  <a:pt x="294546" y="43210"/>
                  <a:pt x="279542" y="53537"/>
                  <a:pt x="263568" y="61525"/>
                </a:cubicBezTo>
                <a:cubicBezTo>
                  <a:pt x="251588" y="73507"/>
                  <a:pt x="242438" y="89241"/>
                  <a:pt x="227627" y="97470"/>
                </a:cubicBezTo>
                <a:cubicBezTo>
                  <a:pt x="205549" y="109737"/>
                  <a:pt x="155745" y="121433"/>
                  <a:pt x="155745" y="121433"/>
                </a:cubicBezTo>
                <a:cubicBezTo>
                  <a:pt x="137955" y="148121"/>
                  <a:pt x="132210" y="161831"/>
                  <a:pt x="107823" y="181342"/>
                </a:cubicBezTo>
                <a:cubicBezTo>
                  <a:pt x="96580" y="190338"/>
                  <a:pt x="83862" y="197317"/>
                  <a:pt x="71882" y="205305"/>
                </a:cubicBezTo>
                <a:lnTo>
                  <a:pt x="23961" y="277195"/>
                </a:lnTo>
                <a:lnTo>
                  <a:pt x="0" y="313140"/>
                </a:lnTo>
                <a:cubicBezTo>
                  <a:pt x="3994" y="440944"/>
                  <a:pt x="4687" y="568894"/>
                  <a:pt x="11981" y="696553"/>
                </a:cubicBezTo>
                <a:cubicBezTo>
                  <a:pt x="13021" y="714750"/>
                  <a:pt x="34621" y="757801"/>
                  <a:pt x="47922" y="768443"/>
                </a:cubicBezTo>
                <a:cubicBezTo>
                  <a:pt x="57783" y="776332"/>
                  <a:pt x="71883" y="776430"/>
                  <a:pt x="83863" y="780424"/>
                </a:cubicBezTo>
                <a:cubicBezTo>
                  <a:pt x="151752" y="776430"/>
                  <a:pt x="219939" y="775954"/>
                  <a:pt x="287529" y="768443"/>
                </a:cubicBezTo>
                <a:cubicBezTo>
                  <a:pt x="366833" y="759631"/>
                  <a:pt x="385095" y="751892"/>
                  <a:pt x="443273" y="732498"/>
                </a:cubicBezTo>
                <a:cubicBezTo>
                  <a:pt x="527135" y="736492"/>
                  <a:pt x="611170" y="737783"/>
                  <a:pt x="694860" y="744479"/>
                </a:cubicBezTo>
                <a:cubicBezTo>
                  <a:pt x="711273" y="745792"/>
                  <a:pt x="726950" y="751937"/>
                  <a:pt x="742782" y="756461"/>
                </a:cubicBezTo>
                <a:cubicBezTo>
                  <a:pt x="775671" y="765859"/>
                  <a:pt x="787271" y="769576"/>
                  <a:pt x="814664" y="792406"/>
                </a:cubicBezTo>
                <a:cubicBezTo>
                  <a:pt x="827680" y="803254"/>
                  <a:pt x="837231" y="817948"/>
                  <a:pt x="850605" y="828351"/>
                </a:cubicBezTo>
                <a:cubicBezTo>
                  <a:pt x="912398" y="876418"/>
                  <a:pt x="904198" y="870181"/>
                  <a:pt x="958428" y="888259"/>
                </a:cubicBezTo>
                <a:cubicBezTo>
                  <a:pt x="1000248" y="930084"/>
                  <a:pt x="971672" y="908650"/>
                  <a:pt x="1054271" y="936186"/>
                </a:cubicBezTo>
                <a:lnTo>
                  <a:pt x="1090212" y="948168"/>
                </a:lnTo>
                <a:cubicBezTo>
                  <a:pt x="1122160" y="944174"/>
                  <a:pt x="1154378" y="941946"/>
                  <a:pt x="1186055" y="936186"/>
                </a:cubicBezTo>
                <a:cubicBezTo>
                  <a:pt x="1198480" y="933927"/>
                  <a:pt x="1209668" y="926944"/>
                  <a:pt x="1221996" y="924204"/>
                </a:cubicBezTo>
                <a:cubicBezTo>
                  <a:pt x="1245709" y="918934"/>
                  <a:pt x="1269917" y="916217"/>
                  <a:pt x="1293878" y="912223"/>
                </a:cubicBezTo>
                <a:cubicBezTo>
                  <a:pt x="1412417" y="872706"/>
                  <a:pt x="1374914" y="903069"/>
                  <a:pt x="1425662" y="852314"/>
                </a:cubicBezTo>
                <a:cubicBezTo>
                  <a:pt x="1446892" y="788616"/>
                  <a:pt x="1459083" y="758264"/>
                  <a:pt x="1461603" y="672589"/>
                </a:cubicBezTo>
                <a:cubicBezTo>
                  <a:pt x="1464188" y="584671"/>
                  <a:pt x="1456635" y="496669"/>
                  <a:pt x="1449622" y="408993"/>
                </a:cubicBezTo>
                <a:cubicBezTo>
                  <a:pt x="1448615" y="396404"/>
                  <a:pt x="1443290" y="384345"/>
                  <a:pt x="1437642" y="373048"/>
                </a:cubicBezTo>
                <a:cubicBezTo>
                  <a:pt x="1421669" y="341098"/>
                  <a:pt x="1409688" y="329116"/>
                  <a:pt x="1377740" y="313140"/>
                </a:cubicBezTo>
                <a:cubicBezTo>
                  <a:pt x="1366445" y="307492"/>
                  <a:pt x="1353094" y="306806"/>
                  <a:pt x="1341799" y="301158"/>
                </a:cubicBezTo>
                <a:cubicBezTo>
                  <a:pt x="1328920" y="294718"/>
                  <a:pt x="1319093" y="282868"/>
                  <a:pt x="1305858" y="277195"/>
                </a:cubicBezTo>
                <a:cubicBezTo>
                  <a:pt x="1290724" y="270708"/>
                  <a:pt x="1273354" y="270995"/>
                  <a:pt x="1257937" y="265213"/>
                </a:cubicBezTo>
                <a:cubicBezTo>
                  <a:pt x="1241215" y="258941"/>
                  <a:pt x="1226430" y="248286"/>
                  <a:pt x="1210015" y="241250"/>
                </a:cubicBezTo>
                <a:cubicBezTo>
                  <a:pt x="1198408" y="236275"/>
                  <a:pt x="1186217" y="232738"/>
                  <a:pt x="1174074" y="229268"/>
                </a:cubicBezTo>
                <a:cubicBezTo>
                  <a:pt x="1124040" y="214971"/>
                  <a:pt x="1110745" y="214719"/>
                  <a:pt x="1054271" y="205305"/>
                </a:cubicBezTo>
                <a:cubicBezTo>
                  <a:pt x="1004177" y="171905"/>
                  <a:pt x="981638" y="163665"/>
                  <a:pt x="946448" y="121433"/>
                </a:cubicBezTo>
                <a:cubicBezTo>
                  <a:pt x="937230" y="110370"/>
                  <a:pt x="933549" y="94707"/>
                  <a:pt x="922487" y="85488"/>
                </a:cubicBezTo>
                <a:cubicBezTo>
                  <a:pt x="886868" y="55803"/>
                  <a:pt x="857286" y="61168"/>
                  <a:pt x="814664" y="49543"/>
                </a:cubicBezTo>
                <a:cubicBezTo>
                  <a:pt x="790297" y="42897"/>
                  <a:pt x="767149" y="32226"/>
                  <a:pt x="742782" y="25580"/>
                </a:cubicBezTo>
                <a:cubicBezTo>
                  <a:pt x="723137" y="20222"/>
                  <a:pt x="702635" y="18537"/>
                  <a:pt x="682880" y="13598"/>
                </a:cubicBezTo>
                <a:cubicBezTo>
                  <a:pt x="670629" y="10535"/>
                  <a:pt x="659562" y="1988"/>
                  <a:pt x="646939" y="1617"/>
                </a:cubicBezTo>
                <a:cubicBezTo>
                  <a:pt x="523196" y="-2023"/>
                  <a:pt x="399345" y="1617"/>
                  <a:pt x="275548" y="1617"/>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449" name="Google Shape;1449;p21"/>
          <p:cNvSpPr/>
          <p:nvPr/>
        </p:nvSpPr>
        <p:spPr>
          <a:xfrm>
            <a:off x="1868934" y="371428"/>
            <a:ext cx="371391" cy="395398"/>
          </a:xfrm>
          <a:custGeom>
            <a:avLst/>
            <a:gdLst/>
            <a:ahLst/>
            <a:cxnLst/>
            <a:rect l="l" t="t" r="r" b="b"/>
            <a:pathLst>
              <a:path w="371391" h="395398" extrusionOk="0">
                <a:moveTo>
                  <a:pt x="0" y="23967"/>
                </a:moveTo>
                <a:cubicBezTo>
                  <a:pt x="137560" y="29699"/>
                  <a:pt x="238691" y="-31095"/>
                  <a:pt x="311489" y="59912"/>
                </a:cubicBezTo>
                <a:cubicBezTo>
                  <a:pt x="320484" y="71157"/>
                  <a:pt x="327463" y="83875"/>
                  <a:pt x="335450" y="95857"/>
                </a:cubicBezTo>
                <a:cubicBezTo>
                  <a:pt x="368341" y="194538"/>
                  <a:pt x="355839" y="142741"/>
                  <a:pt x="371391" y="251618"/>
                </a:cubicBezTo>
                <a:cubicBezTo>
                  <a:pt x="367398" y="283569"/>
                  <a:pt x="372487" y="318046"/>
                  <a:pt x="359411" y="347471"/>
                </a:cubicBezTo>
                <a:cubicBezTo>
                  <a:pt x="354283" y="359011"/>
                  <a:pt x="333331" y="351563"/>
                  <a:pt x="323470" y="359453"/>
                </a:cubicBezTo>
                <a:cubicBezTo>
                  <a:pt x="312226" y="368449"/>
                  <a:pt x="307496" y="383416"/>
                  <a:pt x="299509" y="395398"/>
                </a:cubicBezTo>
                <a:cubicBezTo>
                  <a:pt x="271555" y="391404"/>
                  <a:pt x="243336" y="388954"/>
                  <a:pt x="215646" y="383416"/>
                </a:cubicBezTo>
                <a:cubicBezTo>
                  <a:pt x="203263" y="380939"/>
                  <a:pt x="189566" y="379324"/>
                  <a:pt x="179705" y="371435"/>
                </a:cubicBezTo>
                <a:cubicBezTo>
                  <a:pt x="168461" y="362439"/>
                  <a:pt x="164740" y="346735"/>
                  <a:pt x="155745" y="335490"/>
                </a:cubicBezTo>
                <a:cubicBezTo>
                  <a:pt x="87453" y="250114"/>
                  <a:pt x="181582" y="386230"/>
                  <a:pt x="107823" y="275581"/>
                </a:cubicBezTo>
                <a:cubicBezTo>
                  <a:pt x="99836" y="243630"/>
                  <a:pt x="102130" y="207132"/>
                  <a:pt x="83863" y="179728"/>
                </a:cubicBezTo>
                <a:lnTo>
                  <a:pt x="35941" y="107838"/>
                </a:lnTo>
                <a:cubicBezTo>
                  <a:pt x="31948" y="95856"/>
                  <a:pt x="22395" y="84425"/>
                  <a:pt x="23961" y="71893"/>
                </a:cubicBezTo>
                <a:cubicBezTo>
                  <a:pt x="26629" y="50552"/>
                  <a:pt x="27784" y="19537"/>
                  <a:pt x="47922" y="11985"/>
                </a:cubicBezTo>
                <a:cubicBezTo>
                  <a:pt x="81388" y="-566"/>
                  <a:pt x="179862" y="3"/>
                  <a:pt x="239607" y="3"/>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450" name="Google Shape;1450;p21"/>
          <p:cNvSpPr/>
          <p:nvPr/>
        </p:nvSpPr>
        <p:spPr>
          <a:xfrm>
            <a:off x="2108541" y="658991"/>
            <a:ext cx="551096" cy="239648"/>
          </a:xfrm>
          <a:custGeom>
            <a:avLst/>
            <a:gdLst/>
            <a:ahLst/>
            <a:cxnLst/>
            <a:rect l="l" t="t" r="r" b="b"/>
            <a:pathLst>
              <a:path w="551096" h="239648" extrusionOk="0">
                <a:moveTo>
                  <a:pt x="143764" y="11982"/>
                </a:moveTo>
                <a:cubicBezTo>
                  <a:pt x="123797" y="19970"/>
                  <a:pt x="104265" y="29144"/>
                  <a:pt x="83863" y="35945"/>
                </a:cubicBezTo>
                <a:cubicBezTo>
                  <a:pt x="68242" y="41152"/>
                  <a:pt x="49641" y="38793"/>
                  <a:pt x="35941" y="47927"/>
                </a:cubicBezTo>
                <a:cubicBezTo>
                  <a:pt x="23960" y="55915"/>
                  <a:pt x="19967" y="71890"/>
                  <a:pt x="11980" y="83872"/>
                </a:cubicBezTo>
                <a:cubicBezTo>
                  <a:pt x="15974" y="95854"/>
                  <a:pt x="14099" y="111927"/>
                  <a:pt x="23961" y="119817"/>
                </a:cubicBezTo>
                <a:cubicBezTo>
                  <a:pt x="36818" y="130103"/>
                  <a:pt x="56050" y="127274"/>
                  <a:pt x="71882" y="131798"/>
                </a:cubicBezTo>
                <a:cubicBezTo>
                  <a:pt x="84025" y="135268"/>
                  <a:pt x="96528" y="138132"/>
                  <a:pt x="107823" y="143780"/>
                </a:cubicBezTo>
                <a:cubicBezTo>
                  <a:pt x="120702" y="150220"/>
                  <a:pt x="132521" y="158747"/>
                  <a:pt x="143764" y="167743"/>
                </a:cubicBezTo>
                <a:cubicBezTo>
                  <a:pt x="152584" y="174800"/>
                  <a:pt x="157148" y="187740"/>
                  <a:pt x="167725" y="191707"/>
                </a:cubicBezTo>
                <a:cubicBezTo>
                  <a:pt x="190469" y="200237"/>
                  <a:pt x="215646" y="199694"/>
                  <a:pt x="239607" y="203688"/>
                </a:cubicBezTo>
                <a:cubicBezTo>
                  <a:pt x="259574" y="211676"/>
                  <a:pt x="278554" y="222815"/>
                  <a:pt x="299509" y="227651"/>
                </a:cubicBezTo>
                <a:cubicBezTo>
                  <a:pt x="396314" y="249993"/>
                  <a:pt x="445249" y="235794"/>
                  <a:pt x="551096" y="227651"/>
                </a:cubicBezTo>
                <a:cubicBezTo>
                  <a:pt x="531129" y="223657"/>
                  <a:pt x="511320" y="218767"/>
                  <a:pt x="491194" y="215670"/>
                </a:cubicBezTo>
                <a:cubicBezTo>
                  <a:pt x="459372" y="210774"/>
                  <a:pt x="426833" y="210435"/>
                  <a:pt x="395352" y="203688"/>
                </a:cubicBezTo>
                <a:cubicBezTo>
                  <a:pt x="370655" y="198395"/>
                  <a:pt x="323469" y="179725"/>
                  <a:pt x="323469" y="179725"/>
                </a:cubicBezTo>
                <a:cubicBezTo>
                  <a:pt x="311489" y="163749"/>
                  <a:pt x="299134" y="148048"/>
                  <a:pt x="287528" y="131798"/>
                </a:cubicBezTo>
                <a:cubicBezTo>
                  <a:pt x="279159" y="120080"/>
                  <a:pt x="273749" y="106036"/>
                  <a:pt x="263568" y="95853"/>
                </a:cubicBezTo>
                <a:cubicBezTo>
                  <a:pt x="253387" y="85671"/>
                  <a:pt x="239607" y="79878"/>
                  <a:pt x="227627" y="71890"/>
                </a:cubicBezTo>
                <a:cubicBezTo>
                  <a:pt x="223633" y="59908"/>
                  <a:pt x="224576" y="44876"/>
                  <a:pt x="215646" y="35945"/>
                </a:cubicBezTo>
                <a:cubicBezTo>
                  <a:pt x="206717" y="27015"/>
                  <a:pt x="191000" y="29611"/>
                  <a:pt x="179705" y="23963"/>
                </a:cubicBezTo>
                <a:cubicBezTo>
                  <a:pt x="166826" y="17523"/>
                  <a:pt x="155744" y="7988"/>
                  <a:pt x="143764" y="0"/>
                </a:cubicBezTo>
                <a:cubicBezTo>
                  <a:pt x="123262" y="6835"/>
                  <a:pt x="85152" y="16037"/>
                  <a:pt x="71882" y="35945"/>
                </a:cubicBezTo>
                <a:cubicBezTo>
                  <a:pt x="62748" y="49647"/>
                  <a:pt x="70188" y="71013"/>
                  <a:pt x="59902" y="83872"/>
                </a:cubicBezTo>
                <a:cubicBezTo>
                  <a:pt x="48298" y="98379"/>
                  <a:pt x="16405" y="95853"/>
                  <a:pt x="0" y="95853"/>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451" name="Google Shape;1451;p21"/>
          <p:cNvSpPr/>
          <p:nvPr/>
        </p:nvSpPr>
        <p:spPr>
          <a:xfrm>
            <a:off x="1751318" y="832196"/>
            <a:ext cx="1006969" cy="2690411"/>
          </a:xfrm>
          <a:custGeom>
            <a:avLst/>
            <a:gdLst/>
            <a:ahLst/>
            <a:cxnLst/>
            <a:rect l="l" t="t" r="r" b="b"/>
            <a:pathLst>
              <a:path w="1006969" h="2690411" extrusionOk="0">
                <a:moveTo>
                  <a:pt x="213459" y="30483"/>
                </a:moveTo>
                <a:cubicBezTo>
                  <a:pt x="284502" y="2063"/>
                  <a:pt x="300710" y="-15121"/>
                  <a:pt x="393164" y="18502"/>
                </a:cubicBezTo>
                <a:cubicBezTo>
                  <a:pt x="405033" y="22818"/>
                  <a:pt x="401151" y="42465"/>
                  <a:pt x="405144" y="54446"/>
                </a:cubicBezTo>
                <a:cubicBezTo>
                  <a:pt x="398447" y="81239"/>
                  <a:pt x="380872" y="156757"/>
                  <a:pt x="369203" y="174263"/>
                </a:cubicBezTo>
                <a:cubicBezTo>
                  <a:pt x="361216" y="186245"/>
                  <a:pt x="354461" y="199145"/>
                  <a:pt x="345243" y="210208"/>
                </a:cubicBezTo>
                <a:cubicBezTo>
                  <a:pt x="334397" y="223225"/>
                  <a:pt x="321282" y="234171"/>
                  <a:pt x="309302" y="246153"/>
                </a:cubicBezTo>
                <a:lnTo>
                  <a:pt x="285341" y="318043"/>
                </a:lnTo>
                <a:cubicBezTo>
                  <a:pt x="281348" y="330025"/>
                  <a:pt x="280366" y="343479"/>
                  <a:pt x="273361" y="353988"/>
                </a:cubicBezTo>
                <a:lnTo>
                  <a:pt x="249400" y="389933"/>
                </a:lnTo>
                <a:cubicBezTo>
                  <a:pt x="219288" y="480282"/>
                  <a:pt x="259908" y="368915"/>
                  <a:pt x="213459" y="461823"/>
                </a:cubicBezTo>
                <a:cubicBezTo>
                  <a:pt x="207811" y="473120"/>
                  <a:pt x="205472" y="485786"/>
                  <a:pt x="201479" y="497768"/>
                </a:cubicBezTo>
                <a:cubicBezTo>
                  <a:pt x="168644" y="727627"/>
                  <a:pt x="175417" y="647159"/>
                  <a:pt x="201479" y="1072887"/>
                </a:cubicBezTo>
                <a:cubicBezTo>
                  <a:pt x="203491" y="1105760"/>
                  <a:pt x="217452" y="1136789"/>
                  <a:pt x="225439" y="1168740"/>
                </a:cubicBezTo>
                <a:cubicBezTo>
                  <a:pt x="224378" y="1180940"/>
                  <a:pt x="187478" y="1579471"/>
                  <a:pt x="189498" y="1636025"/>
                </a:cubicBezTo>
                <a:cubicBezTo>
                  <a:pt x="191232" y="1684582"/>
                  <a:pt x="203931" y="1732161"/>
                  <a:pt x="213459" y="1779805"/>
                </a:cubicBezTo>
                <a:cubicBezTo>
                  <a:pt x="215936" y="1792189"/>
                  <a:pt x="219306" y="1804709"/>
                  <a:pt x="225439" y="1815750"/>
                </a:cubicBezTo>
                <a:cubicBezTo>
                  <a:pt x="239424" y="1840926"/>
                  <a:pt x="273361" y="1887640"/>
                  <a:pt x="273361" y="1887640"/>
                </a:cubicBezTo>
                <a:cubicBezTo>
                  <a:pt x="310004" y="1997583"/>
                  <a:pt x="248753" y="1826436"/>
                  <a:pt x="321282" y="1971511"/>
                </a:cubicBezTo>
                <a:cubicBezTo>
                  <a:pt x="346171" y="2021294"/>
                  <a:pt x="317650" y="2038558"/>
                  <a:pt x="357223" y="2091328"/>
                </a:cubicBezTo>
                <a:cubicBezTo>
                  <a:pt x="401803" y="2150775"/>
                  <a:pt x="382088" y="2122640"/>
                  <a:pt x="417125" y="2175200"/>
                </a:cubicBezTo>
                <a:cubicBezTo>
                  <a:pt x="443264" y="2253625"/>
                  <a:pt x="406959" y="2176651"/>
                  <a:pt x="465046" y="2223126"/>
                </a:cubicBezTo>
                <a:cubicBezTo>
                  <a:pt x="476290" y="2232122"/>
                  <a:pt x="477763" y="2250075"/>
                  <a:pt x="489007" y="2259071"/>
                </a:cubicBezTo>
                <a:cubicBezTo>
                  <a:pt x="498868" y="2266961"/>
                  <a:pt x="513653" y="2265405"/>
                  <a:pt x="524948" y="2271053"/>
                </a:cubicBezTo>
                <a:cubicBezTo>
                  <a:pt x="537827" y="2277493"/>
                  <a:pt x="548909" y="2287028"/>
                  <a:pt x="560889" y="2295016"/>
                </a:cubicBezTo>
                <a:cubicBezTo>
                  <a:pt x="588356" y="2377429"/>
                  <a:pt x="550788" y="2277339"/>
                  <a:pt x="608810" y="2378888"/>
                </a:cubicBezTo>
                <a:cubicBezTo>
                  <a:pt x="631345" y="2418328"/>
                  <a:pt x="603441" y="2419416"/>
                  <a:pt x="656732" y="2438796"/>
                </a:cubicBezTo>
                <a:cubicBezTo>
                  <a:pt x="687680" y="2450051"/>
                  <a:pt x="752575" y="2462759"/>
                  <a:pt x="752575" y="2462759"/>
                </a:cubicBezTo>
                <a:cubicBezTo>
                  <a:pt x="794738" y="2504929"/>
                  <a:pt x="755451" y="2472781"/>
                  <a:pt x="812476" y="2498704"/>
                </a:cubicBezTo>
                <a:cubicBezTo>
                  <a:pt x="959791" y="2565672"/>
                  <a:pt x="860229" y="2530600"/>
                  <a:pt x="944260" y="2558612"/>
                </a:cubicBezTo>
                <a:cubicBezTo>
                  <a:pt x="956240" y="2566600"/>
                  <a:pt x="970020" y="2572394"/>
                  <a:pt x="980201" y="2582576"/>
                </a:cubicBezTo>
                <a:cubicBezTo>
                  <a:pt x="1007853" y="2610232"/>
                  <a:pt x="1017740" y="2640088"/>
                  <a:pt x="992182" y="2678429"/>
                </a:cubicBezTo>
                <a:cubicBezTo>
                  <a:pt x="985177" y="2688937"/>
                  <a:pt x="968221" y="2686417"/>
                  <a:pt x="956240" y="2690411"/>
                </a:cubicBezTo>
                <a:cubicBezTo>
                  <a:pt x="928286" y="2686417"/>
                  <a:pt x="898596" y="2688917"/>
                  <a:pt x="872378" y="2678429"/>
                </a:cubicBezTo>
                <a:cubicBezTo>
                  <a:pt x="848522" y="2668886"/>
                  <a:pt x="790682" y="2577092"/>
                  <a:pt x="788516" y="2570594"/>
                </a:cubicBezTo>
                <a:cubicBezTo>
                  <a:pt x="784522" y="2558612"/>
                  <a:pt x="784620" y="2544352"/>
                  <a:pt x="776535" y="2534649"/>
                </a:cubicBezTo>
                <a:cubicBezTo>
                  <a:pt x="763753" y="2519309"/>
                  <a:pt x="744588" y="2510686"/>
                  <a:pt x="728614" y="2498704"/>
                </a:cubicBezTo>
                <a:cubicBezTo>
                  <a:pt x="724621" y="2486722"/>
                  <a:pt x="725564" y="2471690"/>
                  <a:pt x="716634" y="2462759"/>
                </a:cubicBezTo>
                <a:cubicBezTo>
                  <a:pt x="707704" y="2453829"/>
                  <a:pt x="691987" y="2456426"/>
                  <a:pt x="680692" y="2450778"/>
                </a:cubicBezTo>
                <a:cubicBezTo>
                  <a:pt x="587792" y="2404323"/>
                  <a:pt x="699151" y="2444948"/>
                  <a:pt x="608810" y="2414833"/>
                </a:cubicBezTo>
                <a:cubicBezTo>
                  <a:pt x="595994" y="2395606"/>
                  <a:pt x="581375" y="2368583"/>
                  <a:pt x="560889" y="2354924"/>
                </a:cubicBezTo>
                <a:cubicBezTo>
                  <a:pt x="546030" y="2345017"/>
                  <a:pt x="528942" y="2338949"/>
                  <a:pt x="512968" y="2330961"/>
                </a:cubicBezTo>
                <a:cubicBezTo>
                  <a:pt x="500988" y="2318979"/>
                  <a:pt x="491124" y="2304415"/>
                  <a:pt x="477027" y="2295016"/>
                </a:cubicBezTo>
                <a:cubicBezTo>
                  <a:pt x="466520" y="2288010"/>
                  <a:pt x="452693" y="2288009"/>
                  <a:pt x="441086" y="2283034"/>
                </a:cubicBezTo>
                <a:cubicBezTo>
                  <a:pt x="424671" y="2275998"/>
                  <a:pt x="408670" y="2267933"/>
                  <a:pt x="393164" y="2259071"/>
                </a:cubicBezTo>
                <a:cubicBezTo>
                  <a:pt x="328134" y="2221908"/>
                  <a:pt x="387180" y="2245095"/>
                  <a:pt x="321282" y="2223126"/>
                </a:cubicBezTo>
                <a:cubicBezTo>
                  <a:pt x="313295" y="2211144"/>
                  <a:pt x="307503" y="2197364"/>
                  <a:pt x="297321" y="2187181"/>
                </a:cubicBezTo>
                <a:cubicBezTo>
                  <a:pt x="287140" y="2176999"/>
                  <a:pt x="270374" y="2174462"/>
                  <a:pt x="261380" y="2163218"/>
                </a:cubicBezTo>
                <a:cubicBezTo>
                  <a:pt x="195528" y="2080894"/>
                  <a:pt x="323416" y="2176860"/>
                  <a:pt x="213459" y="2091328"/>
                </a:cubicBezTo>
                <a:cubicBezTo>
                  <a:pt x="190728" y="2073646"/>
                  <a:pt x="165538" y="2059377"/>
                  <a:pt x="141577" y="2043401"/>
                </a:cubicBezTo>
                <a:lnTo>
                  <a:pt x="105636" y="2019438"/>
                </a:lnTo>
                <a:cubicBezTo>
                  <a:pt x="97649" y="1987487"/>
                  <a:pt x="90340" y="1955359"/>
                  <a:pt x="81675" y="1923585"/>
                </a:cubicBezTo>
                <a:cubicBezTo>
                  <a:pt x="78352" y="1911400"/>
                  <a:pt x="76700" y="1898149"/>
                  <a:pt x="69695" y="1887640"/>
                </a:cubicBezTo>
                <a:cubicBezTo>
                  <a:pt x="60297" y="1873541"/>
                  <a:pt x="45734" y="1863677"/>
                  <a:pt x="33754" y="1851695"/>
                </a:cubicBezTo>
                <a:cubicBezTo>
                  <a:pt x="-23919" y="1678666"/>
                  <a:pt x="9793" y="1791410"/>
                  <a:pt x="9793" y="1372429"/>
                </a:cubicBezTo>
                <a:cubicBezTo>
                  <a:pt x="9793" y="1260529"/>
                  <a:pt x="13405" y="1148529"/>
                  <a:pt x="21773" y="1036942"/>
                </a:cubicBezTo>
                <a:cubicBezTo>
                  <a:pt x="25406" y="988490"/>
                  <a:pt x="45734" y="893162"/>
                  <a:pt x="45734" y="893162"/>
                </a:cubicBezTo>
                <a:cubicBezTo>
                  <a:pt x="49727" y="701456"/>
                  <a:pt x="47079" y="509496"/>
                  <a:pt x="57714" y="318043"/>
                </a:cubicBezTo>
                <a:cubicBezTo>
                  <a:pt x="59115" y="292823"/>
                  <a:pt x="75550" y="270658"/>
                  <a:pt x="81675" y="246153"/>
                </a:cubicBezTo>
                <a:cubicBezTo>
                  <a:pt x="85668" y="230177"/>
                  <a:pt x="83369" y="211085"/>
                  <a:pt x="93655" y="198226"/>
                </a:cubicBezTo>
                <a:cubicBezTo>
                  <a:pt x="101544" y="188364"/>
                  <a:pt x="117616" y="190239"/>
                  <a:pt x="129597" y="186245"/>
                </a:cubicBezTo>
                <a:cubicBezTo>
                  <a:pt x="141577" y="178257"/>
                  <a:pt x="152303" y="167954"/>
                  <a:pt x="165538" y="162281"/>
                </a:cubicBezTo>
                <a:cubicBezTo>
                  <a:pt x="180672" y="155794"/>
                  <a:pt x="213459" y="150300"/>
                  <a:pt x="213459" y="15030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452" name="Google Shape;1452;p21"/>
          <p:cNvSpPr/>
          <p:nvPr/>
        </p:nvSpPr>
        <p:spPr>
          <a:xfrm>
            <a:off x="2007052" y="2312459"/>
            <a:ext cx="1407347" cy="1347763"/>
          </a:xfrm>
          <a:custGeom>
            <a:avLst/>
            <a:gdLst/>
            <a:ahLst/>
            <a:cxnLst/>
            <a:rect l="l" t="t" r="r" b="b"/>
            <a:pathLst>
              <a:path w="1407347" h="1347763" extrusionOk="0">
                <a:moveTo>
                  <a:pt x="89509" y="407377"/>
                </a:moveTo>
                <a:cubicBezTo>
                  <a:pt x="83450" y="358899"/>
                  <a:pt x="87413" y="304216"/>
                  <a:pt x="53568" y="263597"/>
                </a:cubicBezTo>
                <a:cubicBezTo>
                  <a:pt x="44351" y="252535"/>
                  <a:pt x="29607" y="247622"/>
                  <a:pt x="17627" y="239634"/>
                </a:cubicBezTo>
                <a:cubicBezTo>
                  <a:pt x="8318" y="202397"/>
                  <a:pt x="-16892" y="126061"/>
                  <a:pt x="17627" y="95854"/>
                </a:cubicBezTo>
                <a:cubicBezTo>
                  <a:pt x="38877" y="77258"/>
                  <a:pt x="73535" y="103841"/>
                  <a:pt x="101489" y="107835"/>
                </a:cubicBezTo>
                <a:cubicBezTo>
                  <a:pt x="113469" y="115823"/>
                  <a:pt x="127949" y="120962"/>
                  <a:pt x="137430" y="131799"/>
                </a:cubicBezTo>
                <a:cubicBezTo>
                  <a:pt x="178713" y="178985"/>
                  <a:pt x="174424" y="206152"/>
                  <a:pt x="221293" y="239634"/>
                </a:cubicBezTo>
                <a:cubicBezTo>
                  <a:pt x="252142" y="261671"/>
                  <a:pt x="308362" y="276647"/>
                  <a:pt x="341096" y="287560"/>
                </a:cubicBezTo>
                <a:lnTo>
                  <a:pt x="377037" y="299542"/>
                </a:lnTo>
                <a:cubicBezTo>
                  <a:pt x="403176" y="377970"/>
                  <a:pt x="366871" y="300994"/>
                  <a:pt x="424958" y="347468"/>
                </a:cubicBezTo>
                <a:cubicBezTo>
                  <a:pt x="436202" y="356464"/>
                  <a:pt x="438737" y="373230"/>
                  <a:pt x="448919" y="383413"/>
                </a:cubicBezTo>
                <a:cubicBezTo>
                  <a:pt x="459100" y="393595"/>
                  <a:pt x="473799" y="398158"/>
                  <a:pt x="484860" y="407377"/>
                </a:cubicBezTo>
                <a:cubicBezTo>
                  <a:pt x="497876" y="418225"/>
                  <a:pt x="507014" y="433473"/>
                  <a:pt x="520801" y="443322"/>
                </a:cubicBezTo>
                <a:cubicBezTo>
                  <a:pt x="535334" y="453703"/>
                  <a:pt x="553217" y="458423"/>
                  <a:pt x="568723" y="467285"/>
                </a:cubicBezTo>
                <a:cubicBezTo>
                  <a:pt x="581225" y="474429"/>
                  <a:pt x="592684" y="483260"/>
                  <a:pt x="604664" y="491248"/>
                </a:cubicBezTo>
                <a:cubicBezTo>
                  <a:pt x="638602" y="593076"/>
                  <a:pt x="591269" y="468921"/>
                  <a:pt x="640605" y="551157"/>
                </a:cubicBezTo>
                <a:cubicBezTo>
                  <a:pt x="679182" y="615460"/>
                  <a:pt x="616944" y="563339"/>
                  <a:pt x="688526" y="611065"/>
                </a:cubicBezTo>
                <a:cubicBezTo>
                  <a:pt x="689123" y="614051"/>
                  <a:pt x="702662" y="694635"/>
                  <a:pt x="712487" y="706918"/>
                </a:cubicBezTo>
                <a:cubicBezTo>
                  <a:pt x="721481" y="718162"/>
                  <a:pt x="736448" y="722893"/>
                  <a:pt x="748428" y="730881"/>
                </a:cubicBezTo>
                <a:cubicBezTo>
                  <a:pt x="752421" y="742863"/>
                  <a:pt x="754760" y="755529"/>
                  <a:pt x="760408" y="766826"/>
                </a:cubicBezTo>
                <a:cubicBezTo>
                  <a:pt x="770785" y="787583"/>
                  <a:pt x="789758" y="811876"/>
                  <a:pt x="808330" y="826735"/>
                </a:cubicBezTo>
                <a:cubicBezTo>
                  <a:pt x="819573" y="835731"/>
                  <a:pt x="832291" y="842710"/>
                  <a:pt x="844271" y="850698"/>
                </a:cubicBezTo>
                <a:cubicBezTo>
                  <a:pt x="852258" y="862680"/>
                  <a:pt x="858050" y="876460"/>
                  <a:pt x="868231" y="886643"/>
                </a:cubicBezTo>
                <a:cubicBezTo>
                  <a:pt x="896525" y="914940"/>
                  <a:pt x="919210" y="911079"/>
                  <a:pt x="952094" y="934570"/>
                </a:cubicBezTo>
                <a:cubicBezTo>
                  <a:pt x="965881" y="944419"/>
                  <a:pt x="975019" y="959667"/>
                  <a:pt x="988035" y="970515"/>
                </a:cubicBezTo>
                <a:cubicBezTo>
                  <a:pt x="999096" y="979734"/>
                  <a:pt x="1011996" y="986490"/>
                  <a:pt x="1023976" y="994478"/>
                </a:cubicBezTo>
                <a:cubicBezTo>
                  <a:pt x="1092647" y="1097495"/>
                  <a:pt x="1001209" y="976262"/>
                  <a:pt x="1083878" y="1042405"/>
                </a:cubicBezTo>
                <a:cubicBezTo>
                  <a:pt x="1095121" y="1051401"/>
                  <a:pt x="1098620" y="1067287"/>
                  <a:pt x="1107838" y="1078349"/>
                </a:cubicBezTo>
                <a:cubicBezTo>
                  <a:pt x="1145134" y="1123109"/>
                  <a:pt x="1152306" y="1122419"/>
                  <a:pt x="1215661" y="1138258"/>
                </a:cubicBezTo>
                <a:cubicBezTo>
                  <a:pt x="1231635" y="1142252"/>
                  <a:pt x="1247812" y="1145507"/>
                  <a:pt x="1263583" y="1150239"/>
                </a:cubicBezTo>
                <a:cubicBezTo>
                  <a:pt x="1287775" y="1157497"/>
                  <a:pt x="1335465" y="1174203"/>
                  <a:pt x="1335465" y="1174203"/>
                </a:cubicBezTo>
                <a:cubicBezTo>
                  <a:pt x="1351439" y="1198166"/>
                  <a:pt x="1376401" y="1218154"/>
                  <a:pt x="1383386" y="1246093"/>
                </a:cubicBezTo>
                <a:cubicBezTo>
                  <a:pt x="1398430" y="1306272"/>
                  <a:pt x="1390160" y="1278397"/>
                  <a:pt x="1407347" y="1329964"/>
                </a:cubicBezTo>
                <a:cubicBezTo>
                  <a:pt x="1327663" y="1356529"/>
                  <a:pt x="1360690" y="1350685"/>
                  <a:pt x="1215661" y="1329964"/>
                </a:cubicBezTo>
                <a:cubicBezTo>
                  <a:pt x="1183061" y="1325306"/>
                  <a:pt x="1119819" y="1306001"/>
                  <a:pt x="1119819" y="1306001"/>
                </a:cubicBezTo>
                <a:cubicBezTo>
                  <a:pt x="1107839" y="1298013"/>
                  <a:pt x="1097360" y="1287094"/>
                  <a:pt x="1083878" y="1282038"/>
                </a:cubicBezTo>
                <a:cubicBezTo>
                  <a:pt x="1064812" y="1274887"/>
                  <a:pt x="1040545" y="1281893"/>
                  <a:pt x="1023976" y="1270056"/>
                </a:cubicBezTo>
                <a:cubicBezTo>
                  <a:pt x="1009442" y="1259674"/>
                  <a:pt x="1010396" y="1236664"/>
                  <a:pt x="1000015" y="1222129"/>
                </a:cubicBezTo>
                <a:cubicBezTo>
                  <a:pt x="979050" y="1192775"/>
                  <a:pt x="956793" y="1181329"/>
                  <a:pt x="928133" y="1162221"/>
                </a:cubicBezTo>
                <a:cubicBezTo>
                  <a:pt x="909094" y="1133660"/>
                  <a:pt x="878053" y="1076910"/>
                  <a:pt x="844271" y="1054386"/>
                </a:cubicBezTo>
                <a:cubicBezTo>
                  <a:pt x="833764" y="1047381"/>
                  <a:pt x="819937" y="1047380"/>
                  <a:pt x="808330" y="1042405"/>
                </a:cubicBezTo>
                <a:cubicBezTo>
                  <a:pt x="791914" y="1035369"/>
                  <a:pt x="775722" y="1027631"/>
                  <a:pt x="760408" y="1018441"/>
                </a:cubicBezTo>
                <a:cubicBezTo>
                  <a:pt x="735715" y="1003623"/>
                  <a:pt x="712487" y="986490"/>
                  <a:pt x="688526" y="970515"/>
                </a:cubicBezTo>
                <a:cubicBezTo>
                  <a:pt x="676546" y="962527"/>
                  <a:pt x="664104" y="955191"/>
                  <a:pt x="652585" y="946551"/>
                </a:cubicBezTo>
                <a:cubicBezTo>
                  <a:pt x="617329" y="920106"/>
                  <a:pt x="596534" y="908038"/>
                  <a:pt x="568723" y="874661"/>
                </a:cubicBezTo>
                <a:cubicBezTo>
                  <a:pt x="559505" y="863598"/>
                  <a:pt x="555598" y="848199"/>
                  <a:pt x="544762" y="838716"/>
                </a:cubicBezTo>
                <a:cubicBezTo>
                  <a:pt x="487597" y="788692"/>
                  <a:pt x="468861" y="789450"/>
                  <a:pt x="400998" y="766826"/>
                </a:cubicBezTo>
                <a:lnTo>
                  <a:pt x="365057" y="754845"/>
                </a:lnTo>
                <a:cubicBezTo>
                  <a:pt x="357070" y="746857"/>
                  <a:pt x="349916" y="737938"/>
                  <a:pt x="341096" y="730881"/>
                </a:cubicBezTo>
                <a:cubicBezTo>
                  <a:pt x="329853" y="721885"/>
                  <a:pt x="315336" y="717100"/>
                  <a:pt x="305155" y="706918"/>
                </a:cubicBezTo>
                <a:cubicBezTo>
                  <a:pt x="294973" y="696735"/>
                  <a:pt x="290412" y="682036"/>
                  <a:pt x="281194" y="670973"/>
                </a:cubicBezTo>
                <a:cubicBezTo>
                  <a:pt x="270348" y="657956"/>
                  <a:pt x="255655" y="648403"/>
                  <a:pt x="245253" y="635028"/>
                </a:cubicBezTo>
                <a:cubicBezTo>
                  <a:pt x="169993" y="538254"/>
                  <a:pt x="230970" y="585565"/>
                  <a:pt x="161391" y="539175"/>
                </a:cubicBezTo>
                <a:cubicBezTo>
                  <a:pt x="117692" y="408069"/>
                  <a:pt x="190889" y="603154"/>
                  <a:pt x="113469" y="479267"/>
                </a:cubicBezTo>
                <a:cubicBezTo>
                  <a:pt x="87873" y="438308"/>
                  <a:pt x="93307" y="401532"/>
                  <a:pt x="77528" y="359450"/>
                </a:cubicBezTo>
                <a:cubicBezTo>
                  <a:pt x="71257" y="342726"/>
                  <a:pt x="60603" y="327941"/>
                  <a:pt x="53568" y="311524"/>
                </a:cubicBezTo>
                <a:cubicBezTo>
                  <a:pt x="48593" y="299915"/>
                  <a:pt x="45581" y="287561"/>
                  <a:pt x="41587" y="275579"/>
                </a:cubicBezTo>
                <a:cubicBezTo>
                  <a:pt x="57012" y="-48358"/>
                  <a:pt x="-28413" y="55289"/>
                  <a:pt x="101489" y="11982"/>
                </a:cubicBezTo>
                <a:cubicBezTo>
                  <a:pt x="109961" y="9158"/>
                  <a:pt x="117463" y="3994"/>
                  <a:pt x="125450"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453" name="Google Shape;1453;p21"/>
          <p:cNvSpPr/>
          <p:nvPr/>
        </p:nvSpPr>
        <p:spPr>
          <a:xfrm>
            <a:off x="1976757" y="1629505"/>
            <a:ext cx="1413681" cy="1102312"/>
          </a:xfrm>
          <a:custGeom>
            <a:avLst/>
            <a:gdLst/>
            <a:ahLst/>
            <a:cxnLst/>
            <a:rect l="l" t="t" r="r" b="b"/>
            <a:pathLst>
              <a:path w="1413681" h="1102312" extrusionOk="0">
                <a:moveTo>
                  <a:pt x="0" y="0"/>
                </a:moveTo>
                <a:cubicBezTo>
                  <a:pt x="9099" y="90999"/>
                  <a:pt x="17834" y="171684"/>
                  <a:pt x="23961" y="263597"/>
                </a:cubicBezTo>
                <a:cubicBezTo>
                  <a:pt x="28750" y="335438"/>
                  <a:pt x="31306" y="407415"/>
                  <a:pt x="35941" y="479266"/>
                </a:cubicBezTo>
                <a:cubicBezTo>
                  <a:pt x="51038" y="713288"/>
                  <a:pt x="27979" y="563212"/>
                  <a:pt x="71882" y="694936"/>
                </a:cubicBezTo>
                <a:cubicBezTo>
                  <a:pt x="77089" y="710558"/>
                  <a:pt x="76499" y="728134"/>
                  <a:pt x="83863" y="742863"/>
                </a:cubicBezTo>
                <a:cubicBezTo>
                  <a:pt x="96741" y="768622"/>
                  <a:pt x="104463" y="805645"/>
                  <a:pt x="131784" y="814753"/>
                </a:cubicBezTo>
                <a:cubicBezTo>
                  <a:pt x="183346" y="831941"/>
                  <a:pt x="155474" y="823671"/>
                  <a:pt x="215647" y="838716"/>
                </a:cubicBezTo>
                <a:cubicBezTo>
                  <a:pt x="227627" y="846704"/>
                  <a:pt x="240345" y="853683"/>
                  <a:pt x="251588" y="862679"/>
                </a:cubicBezTo>
                <a:cubicBezTo>
                  <a:pt x="282707" y="887578"/>
                  <a:pt x="270001" y="892165"/>
                  <a:pt x="311489" y="910606"/>
                </a:cubicBezTo>
                <a:cubicBezTo>
                  <a:pt x="334569" y="920865"/>
                  <a:pt x="383371" y="934569"/>
                  <a:pt x="383371" y="934569"/>
                </a:cubicBezTo>
                <a:cubicBezTo>
                  <a:pt x="395351" y="946551"/>
                  <a:pt x="405525" y="960665"/>
                  <a:pt x="419312" y="970514"/>
                </a:cubicBezTo>
                <a:cubicBezTo>
                  <a:pt x="440614" y="985732"/>
                  <a:pt x="477100" y="999008"/>
                  <a:pt x="503175" y="1006459"/>
                </a:cubicBezTo>
                <a:cubicBezTo>
                  <a:pt x="519007" y="1010983"/>
                  <a:pt x="535476" y="1013234"/>
                  <a:pt x="551096" y="1018441"/>
                </a:cubicBezTo>
                <a:cubicBezTo>
                  <a:pt x="571498" y="1025242"/>
                  <a:pt x="590399" y="1036224"/>
                  <a:pt x="610998" y="1042404"/>
                </a:cubicBezTo>
                <a:cubicBezTo>
                  <a:pt x="662705" y="1057918"/>
                  <a:pt x="744353" y="1060913"/>
                  <a:pt x="790703" y="1066367"/>
                </a:cubicBezTo>
                <a:cubicBezTo>
                  <a:pt x="843843" y="1072619"/>
                  <a:pt x="883567" y="1079019"/>
                  <a:pt x="934467" y="1090331"/>
                </a:cubicBezTo>
                <a:cubicBezTo>
                  <a:pt x="950540" y="1093903"/>
                  <a:pt x="966415" y="1098318"/>
                  <a:pt x="982389" y="1102312"/>
                </a:cubicBezTo>
                <a:cubicBezTo>
                  <a:pt x="1030310" y="1098318"/>
                  <a:pt x="1078487" y="1096687"/>
                  <a:pt x="1126153" y="1090331"/>
                </a:cubicBezTo>
                <a:cubicBezTo>
                  <a:pt x="1153340" y="1086706"/>
                  <a:pt x="1187139" y="1064191"/>
                  <a:pt x="1210015" y="1054386"/>
                </a:cubicBezTo>
                <a:cubicBezTo>
                  <a:pt x="1221622" y="1049411"/>
                  <a:pt x="1233976" y="1046398"/>
                  <a:pt x="1245956" y="1042404"/>
                </a:cubicBezTo>
                <a:cubicBezTo>
                  <a:pt x="1258815" y="1023113"/>
                  <a:pt x="1289535" y="980248"/>
                  <a:pt x="1293878" y="958533"/>
                </a:cubicBezTo>
                <a:cubicBezTo>
                  <a:pt x="1302529" y="915275"/>
                  <a:pt x="1300029" y="870461"/>
                  <a:pt x="1305858" y="826734"/>
                </a:cubicBezTo>
                <a:cubicBezTo>
                  <a:pt x="1308034" y="810412"/>
                  <a:pt x="1314893" y="795009"/>
                  <a:pt x="1317838" y="778808"/>
                </a:cubicBezTo>
                <a:cubicBezTo>
                  <a:pt x="1321928" y="756311"/>
                  <a:pt x="1328929" y="677043"/>
                  <a:pt x="1341799" y="647010"/>
                </a:cubicBezTo>
                <a:cubicBezTo>
                  <a:pt x="1347471" y="633774"/>
                  <a:pt x="1357773" y="623047"/>
                  <a:pt x="1365760" y="611065"/>
                </a:cubicBezTo>
                <a:cubicBezTo>
                  <a:pt x="1369753" y="599083"/>
                  <a:pt x="1372092" y="586417"/>
                  <a:pt x="1377740" y="575120"/>
                </a:cubicBezTo>
                <a:cubicBezTo>
                  <a:pt x="1384179" y="562240"/>
                  <a:pt x="1400111" y="553487"/>
                  <a:pt x="1401701" y="539175"/>
                </a:cubicBezTo>
                <a:cubicBezTo>
                  <a:pt x="1412294" y="443825"/>
                  <a:pt x="1409688" y="347468"/>
                  <a:pt x="1413681" y="251615"/>
                </a:cubicBezTo>
                <a:cubicBezTo>
                  <a:pt x="1231730" y="130303"/>
                  <a:pt x="1429080" y="252619"/>
                  <a:pt x="862585" y="215670"/>
                </a:cubicBezTo>
                <a:cubicBezTo>
                  <a:pt x="848217" y="214733"/>
                  <a:pt x="839523" y="198147"/>
                  <a:pt x="826644" y="191707"/>
                </a:cubicBezTo>
                <a:cubicBezTo>
                  <a:pt x="815349" y="186059"/>
                  <a:pt x="802527" y="184160"/>
                  <a:pt x="790703" y="179725"/>
                </a:cubicBezTo>
                <a:cubicBezTo>
                  <a:pt x="770567" y="172173"/>
                  <a:pt x="750453" y="164497"/>
                  <a:pt x="730801" y="155762"/>
                </a:cubicBezTo>
                <a:cubicBezTo>
                  <a:pt x="661331" y="124883"/>
                  <a:pt x="706496" y="135716"/>
                  <a:pt x="634959" y="119817"/>
                </a:cubicBezTo>
                <a:cubicBezTo>
                  <a:pt x="615081" y="115399"/>
                  <a:pt x="594968" y="112102"/>
                  <a:pt x="575057" y="107835"/>
                </a:cubicBezTo>
                <a:cubicBezTo>
                  <a:pt x="539057" y="100120"/>
                  <a:pt x="503682" y="89079"/>
                  <a:pt x="467234" y="83872"/>
                </a:cubicBezTo>
                <a:cubicBezTo>
                  <a:pt x="325331" y="63598"/>
                  <a:pt x="161136" y="71890"/>
                  <a:pt x="23961" y="7189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454" name="Google Shape;1454;p21"/>
          <p:cNvSpPr/>
          <p:nvPr/>
        </p:nvSpPr>
        <p:spPr>
          <a:xfrm>
            <a:off x="3150831" y="2706675"/>
            <a:ext cx="491195" cy="779987"/>
          </a:xfrm>
          <a:custGeom>
            <a:avLst/>
            <a:gdLst/>
            <a:ahLst/>
            <a:cxnLst/>
            <a:rect l="l" t="t" r="r" b="b"/>
            <a:pathLst>
              <a:path w="491195" h="779987" extrusionOk="0">
                <a:moveTo>
                  <a:pt x="311489" y="73069"/>
                </a:moveTo>
                <a:cubicBezTo>
                  <a:pt x="220043" y="42584"/>
                  <a:pt x="225848" y="33847"/>
                  <a:pt x="107823" y="61087"/>
                </a:cubicBezTo>
                <a:cubicBezTo>
                  <a:pt x="96817" y="63627"/>
                  <a:pt x="90640" y="76014"/>
                  <a:pt x="83863" y="85051"/>
                </a:cubicBezTo>
                <a:cubicBezTo>
                  <a:pt x="66585" y="108092"/>
                  <a:pt x="35941" y="156941"/>
                  <a:pt x="35941" y="156941"/>
                </a:cubicBezTo>
                <a:cubicBezTo>
                  <a:pt x="39935" y="292733"/>
                  <a:pt x="32921" y="429297"/>
                  <a:pt x="47922" y="564317"/>
                </a:cubicBezTo>
                <a:cubicBezTo>
                  <a:pt x="49512" y="578628"/>
                  <a:pt x="72620" y="579284"/>
                  <a:pt x="83863" y="588280"/>
                </a:cubicBezTo>
                <a:cubicBezTo>
                  <a:pt x="92683" y="595337"/>
                  <a:pt x="101046" y="603207"/>
                  <a:pt x="107823" y="612244"/>
                </a:cubicBezTo>
                <a:cubicBezTo>
                  <a:pt x="160981" y="683129"/>
                  <a:pt x="133159" y="674649"/>
                  <a:pt x="191686" y="708097"/>
                </a:cubicBezTo>
                <a:cubicBezTo>
                  <a:pt x="207192" y="716959"/>
                  <a:pt x="223025" y="725427"/>
                  <a:pt x="239607" y="732060"/>
                </a:cubicBezTo>
                <a:cubicBezTo>
                  <a:pt x="263057" y="741441"/>
                  <a:pt x="287528" y="748035"/>
                  <a:pt x="311489" y="756023"/>
                </a:cubicBezTo>
                <a:lnTo>
                  <a:pt x="347430" y="768005"/>
                </a:lnTo>
                <a:lnTo>
                  <a:pt x="383371" y="779987"/>
                </a:lnTo>
                <a:lnTo>
                  <a:pt x="455254" y="768005"/>
                </a:lnTo>
                <a:cubicBezTo>
                  <a:pt x="479318" y="712997"/>
                  <a:pt x="460949" y="647991"/>
                  <a:pt x="467234" y="588280"/>
                </a:cubicBezTo>
                <a:cubicBezTo>
                  <a:pt x="468958" y="571904"/>
                  <a:pt x="475642" y="556429"/>
                  <a:pt x="479214" y="540354"/>
                </a:cubicBezTo>
                <a:cubicBezTo>
                  <a:pt x="483631" y="520474"/>
                  <a:pt x="487201" y="500415"/>
                  <a:pt x="491195" y="480445"/>
                </a:cubicBezTo>
                <a:cubicBezTo>
                  <a:pt x="487201" y="420537"/>
                  <a:pt x="488120" y="360098"/>
                  <a:pt x="479214" y="300721"/>
                </a:cubicBezTo>
                <a:cubicBezTo>
                  <a:pt x="476024" y="279451"/>
                  <a:pt x="460912" y="261562"/>
                  <a:pt x="455254" y="240812"/>
                </a:cubicBezTo>
                <a:cubicBezTo>
                  <a:pt x="448863" y="217374"/>
                  <a:pt x="452616" y="191347"/>
                  <a:pt x="443273" y="168922"/>
                </a:cubicBezTo>
                <a:cubicBezTo>
                  <a:pt x="436595" y="152894"/>
                  <a:pt x="385921" y="76237"/>
                  <a:pt x="359411" y="61087"/>
                </a:cubicBezTo>
                <a:cubicBezTo>
                  <a:pt x="345115" y="52917"/>
                  <a:pt x="327321" y="53630"/>
                  <a:pt x="311489" y="49106"/>
                </a:cubicBezTo>
                <a:cubicBezTo>
                  <a:pt x="238745" y="28320"/>
                  <a:pt x="316126" y="43413"/>
                  <a:pt x="215647" y="25142"/>
                </a:cubicBezTo>
                <a:cubicBezTo>
                  <a:pt x="191747" y="20796"/>
                  <a:pt x="167584" y="17925"/>
                  <a:pt x="143764" y="13161"/>
                </a:cubicBezTo>
                <a:cubicBezTo>
                  <a:pt x="127618" y="9932"/>
                  <a:pt x="112252" y="2547"/>
                  <a:pt x="95843" y="1179"/>
                </a:cubicBezTo>
                <a:cubicBezTo>
                  <a:pt x="64006" y="-1474"/>
                  <a:pt x="31948" y="1179"/>
                  <a:pt x="0" y="1179"/>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455" name="Google Shape;1455;p21"/>
          <p:cNvSpPr/>
          <p:nvPr/>
        </p:nvSpPr>
        <p:spPr>
          <a:xfrm>
            <a:off x="2815382" y="2300478"/>
            <a:ext cx="682879" cy="718899"/>
          </a:xfrm>
          <a:custGeom>
            <a:avLst/>
            <a:gdLst/>
            <a:ahLst/>
            <a:cxnLst/>
            <a:rect l="l" t="t" r="r" b="b"/>
            <a:pathLst>
              <a:path w="682879" h="718899" extrusionOk="0">
                <a:moveTo>
                  <a:pt x="0" y="623046"/>
                </a:moveTo>
                <a:cubicBezTo>
                  <a:pt x="19967" y="615058"/>
                  <a:pt x="41665" y="610482"/>
                  <a:pt x="59901" y="599083"/>
                </a:cubicBezTo>
                <a:cubicBezTo>
                  <a:pt x="162463" y="534974"/>
                  <a:pt x="36769" y="582832"/>
                  <a:pt x="131783" y="551156"/>
                </a:cubicBezTo>
                <a:cubicBezTo>
                  <a:pt x="135777" y="579113"/>
                  <a:pt x="123796" y="615057"/>
                  <a:pt x="143764" y="635028"/>
                </a:cubicBezTo>
                <a:cubicBezTo>
                  <a:pt x="156393" y="647658"/>
                  <a:pt x="152863" y="577193"/>
                  <a:pt x="167724" y="587101"/>
                </a:cubicBezTo>
                <a:cubicBezTo>
                  <a:pt x="187937" y="600578"/>
                  <a:pt x="172023" y="635944"/>
                  <a:pt x="179705" y="658991"/>
                </a:cubicBezTo>
                <a:cubicBezTo>
                  <a:pt x="191115" y="693226"/>
                  <a:pt x="212220" y="700640"/>
                  <a:pt x="239607" y="718899"/>
                </a:cubicBezTo>
                <a:cubicBezTo>
                  <a:pt x="247594" y="706917"/>
                  <a:pt x="255198" y="694672"/>
                  <a:pt x="263567" y="682954"/>
                </a:cubicBezTo>
                <a:cubicBezTo>
                  <a:pt x="275173" y="666704"/>
                  <a:pt x="289602" y="652366"/>
                  <a:pt x="299508" y="635028"/>
                </a:cubicBezTo>
                <a:cubicBezTo>
                  <a:pt x="305774" y="624062"/>
                  <a:pt x="305841" y="610380"/>
                  <a:pt x="311489" y="599083"/>
                </a:cubicBezTo>
                <a:cubicBezTo>
                  <a:pt x="317928" y="586203"/>
                  <a:pt x="327462" y="575120"/>
                  <a:pt x="335449" y="563138"/>
                </a:cubicBezTo>
                <a:cubicBezTo>
                  <a:pt x="360723" y="462038"/>
                  <a:pt x="325345" y="568625"/>
                  <a:pt x="419312" y="443321"/>
                </a:cubicBezTo>
                <a:cubicBezTo>
                  <a:pt x="431292" y="427345"/>
                  <a:pt x="443647" y="411644"/>
                  <a:pt x="455253" y="395394"/>
                </a:cubicBezTo>
                <a:cubicBezTo>
                  <a:pt x="463622" y="383676"/>
                  <a:pt x="469842" y="370382"/>
                  <a:pt x="479213" y="359449"/>
                </a:cubicBezTo>
                <a:cubicBezTo>
                  <a:pt x="517946" y="314255"/>
                  <a:pt x="520684" y="315824"/>
                  <a:pt x="563076" y="287560"/>
                </a:cubicBezTo>
                <a:cubicBezTo>
                  <a:pt x="579050" y="291554"/>
                  <a:pt x="598349" y="310083"/>
                  <a:pt x="610997" y="299541"/>
                </a:cubicBezTo>
                <a:cubicBezTo>
                  <a:pt x="630401" y="283369"/>
                  <a:pt x="634958" y="227651"/>
                  <a:pt x="634958" y="227651"/>
                </a:cubicBezTo>
                <a:cubicBezTo>
                  <a:pt x="610997" y="219663"/>
                  <a:pt x="563076" y="228945"/>
                  <a:pt x="563076" y="203688"/>
                </a:cubicBezTo>
                <a:cubicBezTo>
                  <a:pt x="563076" y="178431"/>
                  <a:pt x="634958" y="179725"/>
                  <a:pt x="634958" y="179725"/>
                </a:cubicBezTo>
                <a:cubicBezTo>
                  <a:pt x="622978" y="171737"/>
                  <a:pt x="612809" y="159899"/>
                  <a:pt x="599017" y="155761"/>
                </a:cubicBezTo>
                <a:cubicBezTo>
                  <a:pt x="571970" y="147646"/>
                  <a:pt x="530817" y="167276"/>
                  <a:pt x="515155" y="143780"/>
                </a:cubicBezTo>
                <a:cubicBezTo>
                  <a:pt x="503227" y="125886"/>
                  <a:pt x="554804" y="127050"/>
                  <a:pt x="575056" y="119816"/>
                </a:cubicBezTo>
                <a:cubicBezTo>
                  <a:pt x="610734" y="107072"/>
                  <a:pt x="682879" y="83871"/>
                  <a:pt x="682879" y="83871"/>
                </a:cubicBezTo>
                <a:cubicBezTo>
                  <a:pt x="630964" y="79877"/>
                  <a:pt x="578192" y="82102"/>
                  <a:pt x="527135" y="71890"/>
                </a:cubicBezTo>
                <a:cubicBezTo>
                  <a:pt x="514752" y="69413"/>
                  <a:pt x="551781" y="65556"/>
                  <a:pt x="563076" y="59908"/>
                </a:cubicBezTo>
                <a:cubicBezTo>
                  <a:pt x="583903" y="49493"/>
                  <a:pt x="602151" y="34378"/>
                  <a:pt x="622978" y="23963"/>
                </a:cubicBezTo>
                <a:cubicBezTo>
                  <a:pt x="662708" y="4096"/>
                  <a:pt x="658919" y="26704"/>
                  <a:pt x="658919"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456" name="Google Shape;1456;p21"/>
          <p:cNvSpPr/>
          <p:nvPr/>
        </p:nvSpPr>
        <p:spPr>
          <a:xfrm>
            <a:off x="1653288" y="2252551"/>
            <a:ext cx="886546" cy="1282069"/>
          </a:xfrm>
          <a:custGeom>
            <a:avLst/>
            <a:gdLst/>
            <a:ahLst/>
            <a:cxnLst/>
            <a:rect l="l" t="t" r="r" b="b"/>
            <a:pathLst>
              <a:path w="886546" h="1282069" extrusionOk="0">
                <a:moveTo>
                  <a:pt x="23961" y="0"/>
                </a:moveTo>
                <a:cubicBezTo>
                  <a:pt x="19967" y="27957"/>
                  <a:pt x="24609" y="58612"/>
                  <a:pt x="11980" y="83872"/>
                </a:cubicBezTo>
                <a:cubicBezTo>
                  <a:pt x="6332" y="95169"/>
                  <a:pt x="0" y="35297"/>
                  <a:pt x="0" y="47927"/>
                </a:cubicBezTo>
                <a:cubicBezTo>
                  <a:pt x="0" y="68292"/>
                  <a:pt x="7987" y="87866"/>
                  <a:pt x="11980" y="107835"/>
                </a:cubicBezTo>
                <a:cubicBezTo>
                  <a:pt x="60324" y="35313"/>
                  <a:pt x="23494" y="73865"/>
                  <a:pt x="47921" y="179725"/>
                </a:cubicBezTo>
                <a:cubicBezTo>
                  <a:pt x="51937" y="197129"/>
                  <a:pt x="63895" y="211676"/>
                  <a:pt x="71882" y="227652"/>
                </a:cubicBezTo>
                <a:cubicBezTo>
                  <a:pt x="41825" y="347896"/>
                  <a:pt x="52679" y="284739"/>
                  <a:pt x="71882" y="515211"/>
                </a:cubicBezTo>
                <a:cubicBezTo>
                  <a:pt x="72650" y="524429"/>
                  <a:pt x="89603" y="586602"/>
                  <a:pt x="95843" y="599083"/>
                </a:cubicBezTo>
                <a:cubicBezTo>
                  <a:pt x="102282" y="611963"/>
                  <a:pt x="111816" y="623046"/>
                  <a:pt x="119803" y="635028"/>
                </a:cubicBezTo>
                <a:cubicBezTo>
                  <a:pt x="131783" y="631034"/>
                  <a:pt x="146815" y="614116"/>
                  <a:pt x="155744" y="623046"/>
                </a:cubicBezTo>
                <a:cubicBezTo>
                  <a:pt x="170144" y="637447"/>
                  <a:pt x="162367" y="663307"/>
                  <a:pt x="167725" y="682955"/>
                </a:cubicBezTo>
                <a:cubicBezTo>
                  <a:pt x="174370" y="707324"/>
                  <a:pt x="191685" y="754845"/>
                  <a:pt x="191685" y="754845"/>
                </a:cubicBezTo>
                <a:cubicBezTo>
                  <a:pt x="199672" y="742863"/>
                  <a:pt x="207007" y="707380"/>
                  <a:pt x="215646" y="718900"/>
                </a:cubicBezTo>
                <a:cubicBezTo>
                  <a:pt x="232590" y="741493"/>
                  <a:pt x="222089" y="775079"/>
                  <a:pt x="227627" y="802771"/>
                </a:cubicBezTo>
                <a:cubicBezTo>
                  <a:pt x="230104" y="815155"/>
                  <a:pt x="231522" y="829013"/>
                  <a:pt x="239607" y="838716"/>
                </a:cubicBezTo>
                <a:cubicBezTo>
                  <a:pt x="250694" y="852022"/>
                  <a:pt x="357262" y="921156"/>
                  <a:pt x="359410" y="922588"/>
                </a:cubicBezTo>
                <a:lnTo>
                  <a:pt x="395351" y="946551"/>
                </a:lnTo>
                <a:cubicBezTo>
                  <a:pt x="403338" y="958533"/>
                  <a:pt x="407331" y="974508"/>
                  <a:pt x="419312" y="982496"/>
                </a:cubicBezTo>
                <a:cubicBezTo>
                  <a:pt x="433012" y="991630"/>
                  <a:pt x="451401" y="989954"/>
                  <a:pt x="467233" y="994478"/>
                </a:cubicBezTo>
                <a:cubicBezTo>
                  <a:pt x="479375" y="997948"/>
                  <a:pt x="491194" y="1002465"/>
                  <a:pt x="503174" y="1006459"/>
                </a:cubicBezTo>
                <a:cubicBezTo>
                  <a:pt x="527606" y="1079760"/>
                  <a:pt x="494716" y="1021025"/>
                  <a:pt x="551096" y="1030423"/>
                </a:cubicBezTo>
                <a:cubicBezTo>
                  <a:pt x="565299" y="1032791"/>
                  <a:pt x="575057" y="1046398"/>
                  <a:pt x="587037" y="1054386"/>
                </a:cubicBezTo>
                <a:cubicBezTo>
                  <a:pt x="680625" y="1023186"/>
                  <a:pt x="565116" y="1048421"/>
                  <a:pt x="634958" y="1090331"/>
                </a:cubicBezTo>
                <a:cubicBezTo>
                  <a:pt x="649077" y="1098803"/>
                  <a:pt x="666906" y="1082343"/>
                  <a:pt x="682880" y="1078349"/>
                </a:cubicBezTo>
                <a:cubicBezTo>
                  <a:pt x="712992" y="1168698"/>
                  <a:pt x="672372" y="1057331"/>
                  <a:pt x="718821" y="1150239"/>
                </a:cubicBezTo>
                <a:cubicBezTo>
                  <a:pt x="724469" y="1161536"/>
                  <a:pt x="726808" y="1174202"/>
                  <a:pt x="730801" y="1186184"/>
                </a:cubicBezTo>
                <a:cubicBezTo>
                  <a:pt x="742781" y="1182190"/>
                  <a:pt x="756640" y="1166624"/>
                  <a:pt x="766742" y="1174202"/>
                </a:cubicBezTo>
                <a:cubicBezTo>
                  <a:pt x="779915" y="1184083"/>
                  <a:pt x="774199" y="1206295"/>
                  <a:pt x="778722" y="1222129"/>
                </a:cubicBezTo>
                <a:cubicBezTo>
                  <a:pt x="782191" y="1234273"/>
                  <a:pt x="786709" y="1246092"/>
                  <a:pt x="790703" y="1258074"/>
                </a:cubicBezTo>
                <a:cubicBezTo>
                  <a:pt x="802683" y="1250086"/>
                  <a:pt x="812675" y="1230618"/>
                  <a:pt x="826644" y="1234111"/>
                </a:cubicBezTo>
                <a:cubicBezTo>
                  <a:pt x="838896" y="1237175"/>
                  <a:pt x="829694" y="1261125"/>
                  <a:pt x="838624" y="1270056"/>
                </a:cubicBezTo>
                <a:cubicBezTo>
                  <a:pt x="851867" y="1283300"/>
                  <a:pt x="870313" y="1282037"/>
                  <a:pt x="886546" y="1282037"/>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457" name="Google Shape;1457;p21"/>
          <p:cNvSpPr/>
          <p:nvPr/>
        </p:nvSpPr>
        <p:spPr>
          <a:xfrm>
            <a:off x="4061338" y="5116167"/>
            <a:ext cx="556887" cy="612236"/>
          </a:xfrm>
          <a:custGeom>
            <a:avLst/>
            <a:gdLst/>
            <a:ahLst/>
            <a:cxnLst/>
            <a:rect l="l" t="t" r="r" b="b"/>
            <a:pathLst>
              <a:path w="556887" h="612236" extrusionOk="0">
                <a:moveTo>
                  <a:pt x="191685" y="611064"/>
                </a:moveTo>
                <a:cubicBezTo>
                  <a:pt x="181701" y="603076"/>
                  <a:pt x="182151" y="555328"/>
                  <a:pt x="179705" y="527193"/>
                </a:cubicBezTo>
                <a:cubicBezTo>
                  <a:pt x="174159" y="463407"/>
                  <a:pt x="181613" y="397989"/>
                  <a:pt x="167725" y="335486"/>
                </a:cubicBezTo>
                <a:cubicBezTo>
                  <a:pt x="164602" y="321430"/>
                  <a:pt x="145316" y="316444"/>
                  <a:pt x="131784" y="311523"/>
                </a:cubicBezTo>
                <a:cubicBezTo>
                  <a:pt x="100836" y="300268"/>
                  <a:pt x="67889" y="295548"/>
                  <a:pt x="35941" y="287560"/>
                </a:cubicBezTo>
                <a:lnTo>
                  <a:pt x="11980" y="215670"/>
                </a:lnTo>
                <a:lnTo>
                  <a:pt x="0" y="179725"/>
                </a:lnTo>
                <a:cubicBezTo>
                  <a:pt x="122695" y="118369"/>
                  <a:pt x="15532" y="163930"/>
                  <a:pt x="287528" y="143780"/>
                </a:cubicBezTo>
                <a:cubicBezTo>
                  <a:pt x="315689" y="141694"/>
                  <a:pt x="343436" y="135792"/>
                  <a:pt x="371390" y="131798"/>
                </a:cubicBezTo>
                <a:cubicBezTo>
                  <a:pt x="383371" y="127804"/>
                  <a:pt x="399992" y="130093"/>
                  <a:pt x="407332" y="119816"/>
                </a:cubicBezTo>
                <a:cubicBezTo>
                  <a:pt x="422013" y="99261"/>
                  <a:pt x="423305" y="71889"/>
                  <a:pt x="431292" y="47926"/>
                </a:cubicBezTo>
                <a:cubicBezTo>
                  <a:pt x="435285" y="35945"/>
                  <a:pt x="431292" y="15976"/>
                  <a:pt x="443273" y="11982"/>
                </a:cubicBezTo>
                <a:lnTo>
                  <a:pt x="479214" y="0"/>
                </a:lnTo>
                <a:lnTo>
                  <a:pt x="551096" y="11982"/>
                </a:lnTo>
                <a:cubicBezTo>
                  <a:pt x="567268" y="44330"/>
                  <a:pt x="545060" y="84142"/>
                  <a:pt x="539115" y="119816"/>
                </a:cubicBezTo>
                <a:cubicBezTo>
                  <a:pt x="530934" y="168908"/>
                  <a:pt x="529473" y="144656"/>
                  <a:pt x="503174" y="179725"/>
                </a:cubicBezTo>
                <a:cubicBezTo>
                  <a:pt x="485896" y="202765"/>
                  <a:pt x="471227" y="227652"/>
                  <a:pt x="455253" y="251615"/>
                </a:cubicBezTo>
                <a:lnTo>
                  <a:pt x="431292" y="287560"/>
                </a:lnTo>
                <a:cubicBezTo>
                  <a:pt x="423305" y="299542"/>
                  <a:pt x="411885" y="309844"/>
                  <a:pt x="407332" y="323505"/>
                </a:cubicBezTo>
                <a:cubicBezTo>
                  <a:pt x="403338" y="335487"/>
                  <a:pt x="398414" y="347197"/>
                  <a:pt x="395351" y="359450"/>
                </a:cubicBezTo>
                <a:cubicBezTo>
                  <a:pt x="383922" y="405170"/>
                  <a:pt x="392280" y="422429"/>
                  <a:pt x="359410" y="455303"/>
                </a:cubicBezTo>
                <a:cubicBezTo>
                  <a:pt x="349229" y="465485"/>
                  <a:pt x="335449" y="471278"/>
                  <a:pt x="323469" y="479266"/>
                </a:cubicBezTo>
                <a:cubicBezTo>
                  <a:pt x="259569" y="575126"/>
                  <a:pt x="343440" y="459292"/>
                  <a:pt x="263567" y="539174"/>
                </a:cubicBezTo>
                <a:cubicBezTo>
                  <a:pt x="253386" y="549357"/>
                  <a:pt x="248602" y="563874"/>
                  <a:pt x="239607" y="575119"/>
                </a:cubicBezTo>
                <a:cubicBezTo>
                  <a:pt x="232551" y="583940"/>
                  <a:pt x="201669" y="619052"/>
                  <a:pt x="191685" y="611064"/>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458" name="Google Shape;1458;p21"/>
          <p:cNvSpPr/>
          <p:nvPr/>
        </p:nvSpPr>
        <p:spPr>
          <a:xfrm>
            <a:off x="7439796" y="3187088"/>
            <a:ext cx="695496" cy="1162253"/>
          </a:xfrm>
          <a:custGeom>
            <a:avLst/>
            <a:gdLst/>
            <a:ahLst/>
            <a:cxnLst/>
            <a:rect l="l" t="t" r="r" b="b"/>
            <a:pathLst>
              <a:path w="695496" h="1162253" extrusionOk="0">
                <a:moveTo>
                  <a:pt x="622978" y="671005"/>
                </a:moveTo>
                <a:cubicBezTo>
                  <a:pt x="518557" y="496951"/>
                  <a:pt x="650921" y="712924"/>
                  <a:pt x="551096" y="563170"/>
                </a:cubicBezTo>
                <a:cubicBezTo>
                  <a:pt x="538179" y="543793"/>
                  <a:pt x="527496" y="523010"/>
                  <a:pt x="515155" y="503262"/>
                </a:cubicBezTo>
                <a:cubicBezTo>
                  <a:pt x="507524" y="491051"/>
                  <a:pt x="499181" y="479299"/>
                  <a:pt x="491194" y="467317"/>
                </a:cubicBezTo>
                <a:cubicBezTo>
                  <a:pt x="467408" y="324590"/>
                  <a:pt x="484102" y="439917"/>
                  <a:pt x="467233" y="203720"/>
                </a:cubicBezTo>
                <a:cubicBezTo>
                  <a:pt x="463807" y="155750"/>
                  <a:pt x="464684" y="107100"/>
                  <a:pt x="455253" y="59941"/>
                </a:cubicBezTo>
                <a:cubicBezTo>
                  <a:pt x="452429" y="45821"/>
                  <a:pt x="444171" y="30436"/>
                  <a:pt x="431292" y="23996"/>
                </a:cubicBezTo>
                <a:cubicBezTo>
                  <a:pt x="409566" y="13132"/>
                  <a:pt x="383309" y="16360"/>
                  <a:pt x="359410" y="12014"/>
                </a:cubicBezTo>
                <a:cubicBezTo>
                  <a:pt x="339376" y="8371"/>
                  <a:pt x="319475" y="4026"/>
                  <a:pt x="299508" y="32"/>
                </a:cubicBezTo>
                <a:cubicBezTo>
                  <a:pt x="243600" y="8020"/>
                  <a:pt x="187491" y="14710"/>
                  <a:pt x="131783" y="23996"/>
                </a:cubicBezTo>
                <a:cubicBezTo>
                  <a:pt x="115542" y="26703"/>
                  <a:pt x="97562" y="26843"/>
                  <a:pt x="83862" y="35977"/>
                </a:cubicBezTo>
                <a:cubicBezTo>
                  <a:pt x="60366" y="51643"/>
                  <a:pt x="23960" y="95886"/>
                  <a:pt x="23960" y="95886"/>
                </a:cubicBezTo>
                <a:cubicBezTo>
                  <a:pt x="5215" y="152128"/>
                  <a:pt x="0" y="159408"/>
                  <a:pt x="0" y="239665"/>
                </a:cubicBezTo>
                <a:cubicBezTo>
                  <a:pt x="0" y="499298"/>
                  <a:pt x="4670" y="758943"/>
                  <a:pt x="11980" y="1018473"/>
                </a:cubicBezTo>
                <a:cubicBezTo>
                  <a:pt x="12664" y="1042757"/>
                  <a:pt x="13096" y="1068633"/>
                  <a:pt x="23960" y="1090363"/>
                </a:cubicBezTo>
                <a:cubicBezTo>
                  <a:pt x="30399" y="1103242"/>
                  <a:pt x="47022" y="1107886"/>
                  <a:pt x="59901" y="1114326"/>
                </a:cubicBezTo>
                <a:cubicBezTo>
                  <a:pt x="71196" y="1119974"/>
                  <a:pt x="84235" y="1121333"/>
                  <a:pt x="95842" y="1126308"/>
                </a:cubicBezTo>
                <a:cubicBezTo>
                  <a:pt x="183548" y="1163900"/>
                  <a:pt x="103336" y="1140163"/>
                  <a:pt x="191685" y="1162253"/>
                </a:cubicBezTo>
                <a:cubicBezTo>
                  <a:pt x="211948" y="1155498"/>
                  <a:pt x="273588" y="1146857"/>
                  <a:pt x="287528" y="1114326"/>
                </a:cubicBezTo>
                <a:cubicBezTo>
                  <a:pt x="295549" y="1095608"/>
                  <a:pt x="295515" y="1074387"/>
                  <a:pt x="299508" y="1054418"/>
                </a:cubicBezTo>
                <a:cubicBezTo>
                  <a:pt x="410819" y="1082249"/>
                  <a:pt x="272438" y="1054418"/>
                  <a:pt x="419312" y="1054418"/>
                </a:cubicBezTo>
                <a:cubicBezTo>
                  <a:pt x="443603" y="1054418"/>
                  <a:pt x="467233" y="1062406"/>
                  <a:pt x="491194" y="1066400"/>
                </a:cubicBezTo>
                <a:cubicBezTo>
                  <a:pt x="590978" y="1046440"/>
                  <a:pt x="517337" y="1072690"/>
                  <a:pt x="587037" y="1018473"/>
                </a:cubicBezTo>
                <a:cubicBezTo>
                  <a:pt x="609768" y="1000791"/>
                  <a:pt x="658919" y="970546"/>
                  <a:pt x="658919" y="970546"/>
                </a:cubicBezTo>
                <a:cubicBezTo>
                  <a:pt x="662912" y="958564"/>
                  <a:pt x="665251" y="945898"/>
                  <a:pt x="670899" y="934601"/>
                </a:cubicBezTo>
                <a:cubicBezTo>
                  <a:pt x="677338" y="921721"/>
                  <a:pt x="693270" y="912968"/>
                  <a:pt x="694860" y="898656"/>
                </a:cubicBezTo>
                <a:cubicBezTo>
                  <a:pt x="697542" y="874511"/>
                  <a:pt x="691408" y="849514"/>
                  <a:pt x="682879" y="826767"/>
                </a:cubicBezTo>
                <a:cubicBezTo>
                  <a:pt x="678913" y="816190"/>
                  <a:pt x="666906" y="810791"/>
                  <a:pt x="658919" y="802803"/>
                </a:cubicBezTo>
                <a:cubicBezTo>
                  <a:pt x="654925" y="786828"/>
                  <a:pt x="650510" y="770952"/>
                  <a:pt x="646938" y="754877"/>
                </a:cubicBezTo>
                <a:cubicBezTo>
                  <a:pt x="642521" y="734997"/>
                  <a:pt x="639897" y="714725"/>
                  <a:pt x="634958" y="694968"/>
                </a:cubicBezTo>
                <a:cubicBezTo>
                  <a:pt x="631895" y="682715"/>
                  <a:pt x="626447" y="671167"/>
                  <a:pt x="622978" y="659023"/>
                </a:cubicBezTo>
                <a:cubicBezTo>
                  <a:pt x="614296" y="628633"/>
                  <a:pt x="611324" y="603872"/>
                  <a:pt x="599017" y="575152"/>
                </a:cubicBezTo>
                <a:cubicBezTo>
                  <a:pt x="591982" y="558735"/>
                  <a:pt x="581689" y="543809"/>
                  <a:pt x="575056" y="527225"/>
                </a:cubicBezTo>
                <a:cubicBezTo>
                  <a:pt x="565676" y="503772"/>
                  <a:pt x="557222" y="479840"/>
                  <a:pt x="551096" y="455335"/>
                </a:cubicBezTo>
                <a:cubicBezTo>
                  <a:pt x="547102" y="439360"/>
                  <a:pt x="546479" y="422138"/>
                  <a:pt x="539115" y="407409"/>
                </a:cubicBezTo>
                <a:cubicBezTo>
                  <a:pt x="534064" y="397306"/>
                  <a:pt x="523142" y="391433"/>
                  <a:pt x="515155" y="383445"/>
                </a:cubicBezTo>
                <a:cubicBezTo>
                  <a:pt x="511161" y="367470"/>
                  <a:pt x="505881" y="351762"/>
                  <a:pt x="503174" y="335519"/>
                </a:cubicBezTo>
                <a:cubicBezTo>
                  <a:pt x="497881" y="303757"/>
                  <a:pt x="499665" y="270731"/>
                  <a:pt x="491194" y="239665"/>
                </a:cubicBezTo>
                <a:cubicBezTo>
                  <a:pt x="487406" y="225773"/>
                  <a:pt x="474128" y="216362"/>
                  <a:pt x="467233" y="203720"/>
                </a:cubicBezTo>
                <a:cubicBezTo>
                  <a:pt x="450129" y="172359"/>
                  <a:pt x="419312" y="107867"/>
                  <a:pt x="419312" y="107867"/>
                </a:cubicBezTo>
                <a:cubicBezTo>
                  <a:pt x="412818" y="75396"/>
                  <a:pt x="412750" y="35520"/>
                  <a:pt x="383371" y="12014"/>
                </a:cubicBezTo>
                <a:cubicBezTo>
                  <a:pt x="366817" y="-1231"/>
                  <a:pt x="352730" y="32"/>
                  <a:pt x="335449" y="32"/>
                </a:cubicBez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459" name="Google Shape;1459;p21"/>
          <p:cNvSpPr/>
          <p:nvPr/>
        </p:nvSpPr>
        <p:spPr>
          <a:xfrm>
            <a:off x="7467600" y="3200400"/>
            <a:ext cx="708406" cy="1150239"/>
          </a:xfrm>
          <a:custGeom>
            <a:avLst/>
            <a:gdLst/>
            <a:ahLst/>
            <a:cxnLst/>
            <a:rect l="l" t="t" r="r" b="b"/>
            <a:pathLst>
              <a:path w="708406" h="1150239" extrusionOk="0">
                <a:moveTo>
                  <a:pt x="539115" y="491248"/>
                </a:moveTo>
                <a:cubicBezTo>
                  <a:pt x="531128" y="463291"/>
                  <a:pt x="523509" y="435226"/>
                  <a:pt x="515155" y="407376"/>
                </a:cubicBezTo>
                <a:cubicBezTo>
                  <a:pt x="511526" y="395279"/>
                  <a:pt x="505651" y="383815"/>
                  <a:pt x="503174" y="371431"/>
                </a:cubicBezTo>
                <a:cubicBezTo>
                  <a:pt x="497636" y="343739"/>
                  <a:pt x="498624" y="314806"/>
                  <a:pt x="491194" y="287560"/>
                </a:cubicBezTo>
                <a:cubicBezTo>
                  <a:pt x="486495" y="270328"/>
                  <a:pt x="474268" y="256050"/>
                  <a:pt x="467233" y="239633"/>
                </a:cubicBezTo>
                <a:cubicBezTo>
                  <a:pt x="462258" y="228024"/>
                  <a:pt x="461386" y="214729"/>
                  <a:pt x="455253" y="203688"/>
                </a:cubicBezTo>
                <a:cubicBezTo>
                  <a:pt x="441268" y="178512"/>
                  <a:pt x="407331" y="131798"/>
                  <a:pt x="407331" y="131798"/>
                </a:cubicBezTo>
                <a:cubicBezTo>
                  <a:pt x="399344" y="107835"/>
                  <a:pt x="404387" y="73920"/>
                  <a:pt x="383371" y="59908"/>
                </a:cubicBezTo>
                <a:cubicBezTo>
                  <a:pt x="280368" y="-8767"/>
                  <a:pt x="410691" y="73569"/>
                  <a:pt x="311489" y="23963"/>
                </a:cubicBezTo>
                <a:cubicBezTo>
                  <a:pt x="298610" y="17523"/>
                  <a:pt x="287528" y="7988"/>
                  <a:pt x="275548" y="0"/>
                </a:cubicBezTo>
                <a:cubicBezTo>
                  <a:pt x="231620" y="3994"/>
                  <a:pt x="186176" y="-137"/>
                  <a:pt x="143764" y="11982"/>
                </a:cubicBezTo>
                <a:cubicBezTo>
                  <a:pt x="127472" y="16637"/>
                  <a:pt x="118669" y="34910"/>
                  <a:pt x="107823" y="47927"/>
                </a:cubicBezTo>
                <a:cubicBezTo>
                  <a:pt x="24426" y="148014"/>
                  <a:pt x="152921" y="14805"/>
                  <a:pt x="47921" y="119817"/>
                </a:cubicBezTo>
                <a:cubicBezTo>
                  <a:pt x="43928" y="143780"/>
                  <a:pt x="43623" y="168660"/>
                  <a:pt x="35941" y="191707"/>
                </a:cubicBezTo>
                <a:cubicBezTo>
                  <a:pt x="31388" y="205368"/>
                  <a:pt x="17652" y="214416"/>
                  <a:pt x="11980" y="227651"/>
                </a:cubicBezTo>
                <a:cubicBezTo>
                  <a:pt x="5494" y="242787"/>
                  <a:pt x="3993" y="259602"/>
                  <a:pt x="0" y="275578"/>
                </a:cubicBezTo>
                <a:cubicBezTo>
                  <a:pt x="3993" y="431340"/>
                  <a:pt x="6105" y="587161"/>
                  <a:pt x="11980" y="742863"/>
                </a:cubicBezTo>
                <a:cubicBezTo>
                  <a:pt x="12334" y="752251"/>
                  <a:pt x="28754" y="996879"/>
                  <a:pt x="35941" y="1030422"/>
                </a:cubicBezTo>
                <a:cubicBezTo>
                  <a:pt x="39683" y="1047886"/>
                  <a:pt x="51040" y="1062841"/>
                  <a:pt x="59901" y="1078349"/>
                </a:cubicBezTo>
                <a:cubicBezTo>
                  <a:pt x="82139" y="1117270"/>
                  <a:pt x="86766" y="1117199"/>
                  <a:pt x="119803" y="1150239"/>
                </a:cubicBezTo>
                <a:cubicBezTo>
                  <a:pt x="302321" y="1127421"/>
                  <a:pt x="165413" y="1169094"/>
                  <a:pt x="239607" y="1102312"/>
                </a:cubicBezTo>
                <a:cubicBezTo>
                  <a:pt x="269290" y="1075595"/>
                  <a:pt x="335449" y="1030422"/>
                  <a:pt x="335449" y="1030422"/>
                </a:cubicBezTo>
                <a:cubicBezTo>
                  <a:pt x="343436" y="1038410"/>
                  <a:pt x="349724" y="1048574"/>
                  <a:pt x="359410" y="1054386"/>
                </a:cubicBezTo>
                <a:cubicBezTo>
                  <a:pt x="407297" y="1083121"/>
                  <a:pt x="487209" y="1057713"/>
                  <a:pt x="527135" y="1054386"/>
                </a:cubicBezTo>
                <a:lnTo>
                  <a:pt x="682879" y="1042404"/>
                </a:lnTo>
                <a:cubicBezTo>
                  <a:pt x="690866" y="1030422"/>
                  <a:pt x="705644" y="1020809"/>
                  <a:pt x="706840" y="1006459"/>
                </a:cubicBezTo>
                <a:cubicBezTo>
                  <a:pt x="709843" y="970418"/>
                  <a:pt x="709824" y="931549"/>
                  <a:pt x="694860" y="898624"/>
                </a:cubicBezTo>
                <a:cubicBezTo>
                  <a:pt x="687470" y="882365"/>
                  <a:pt x="662083" y="884127"/>
                  <a:pt x="646938" y="874661"/>
                </a:cubicBezTo>
                <a:cubicBezTo>
                  <a:pt x="630006" y="864077"/>
                  <a:pt x="614991" y="850698"/>
                  <a:pt x="599017" y="838716"/>
                </a:cubicBezTo>
                <a:cubicBezTo>
                  <a:pt x="555698" y="665413"/>
                  <a:pt x="616188" y="921515"/>
                  <a:pt x="575056" y="455303"/>
                </a:cubicBezTo>
                <a:cubicBezTo>
                  <a:pt x="571016" y="409509"/>
                  <a:pt x="544313" y="375572"/>
                  <a:pt x="527135" y="335486"/>
                </a:cubicBezTo>
                <a:cubicBezTo>
                  <a:pt x="522160" y="323877"/>
                  <a:pt x="520130" y="311150"/>
                  <a:pt x="515155" y="299541"/>
                </a:cubicBezTo>
                <a:cubicBezTo>
                  <a:pt x="496916" y="256979"/>
                  <a:pt x="491296" y="251768"/>
                  <a:pt x="467233" y="215670"/>
                </a:cubicBezTo>
                <a:cubicBezTo>
                  <a:pt x="463240" y="203688"/>
                  <a:pt x="463142" y="189588"/>
                  <a:pt x="455253" y="179725"/>
                </a:cubicBezTo>
                <a:cubicBezTo>
                  <a:pt x="446259" y="168481"/>
                  <a:pt x="430555" y="164758"/>
                  <a:pt x="419312" y="155762"/>
                </a:cubicBezTo>
                <a:cubicBezTo>
                  <a:pt x="410492" y="148705"/>
                  <a:pt x="403338" y="139786"/>
                  <a:pt x="395351" y="131798"/>
                </a:cubicBezTo>
                <a:cubicBezTo>
                  <a:pt x="380845" y="88275"/>
                  <a:pt x="383371" y="108483"/>
                  <a:pt x="383371" y="7189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cxnSp>
        <p:nvCxnSpPr>
          <p:cNvPr id="1460" name="Google Shape;1460;p21"/>
          <p:cNvCxnSpPr/>
          <p:nvPr/>
        </p:nvCxnSpPr>
        <p:spPr>
          <a:xfrm>
            <a:off x="1371600" y="228600"/>
            <a:ext cx="685800" cy="3810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61" name="Google Shape;1461;p21"/>
          <p:cNvCxnSpPr/>
          <p:nvPr/>
        </p:nvCxnSpPr>
        <p:spPr>
          <a:xfrm flipH="1">
            <a:off x="3886200" y="1219200"/>
            <a:ext cx="1600200" cy="14478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62" name="Google Shape;1462;p21"/>
          <p:cNvCxnSpPr/>
          <p:nvPr/>
        </p:nvCxnSpPr>
        <p:spPr>
          <a:xfrm>
            <a:off x="533400" y="381000"/>
            <a:ext cx="1371600" cy="7620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63" name="Google Shape;1463;p21"/>
          <p:cNvCxnSpPr/>
          <p:nvPr/>
        </p:nvCxnSpPr>
        <p:spPr>
          <a:xfrm>
            <a:off x="1219200" y="1371600"/>
            <a:ext cx="1219200" cy="762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64" name="Google Shape;1464;p21"/>
          <p:cNvCxnSpPr/>
          <p:nvPr/>
        </p:nvCxnSpPr>
        <p:spPr>
          <a:xfrm flipH="1">
            <a:off x="4419600" y="609600"/>
            <a:ext cx="2133600" cy="20574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65" name="Google Shape;1465;p21"/>
          <p:cNvCxnSpPr/>
          <p:nvPr/>
        </p:nvCxnSpPr>
        <p:spPr>
          <a:xfrm flipH="1">
            <a:off x="4191000" y="990600"/>
            <a:ext cx="2667000" cy="19050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66" name="Google Shape;1466;p21"/>
          <p:cNvCxnSpPr/>
          <p:nvPr/>
        </p:nvCxnSpPr>
        <p:spPr>
          <a:xfrm flipH="1">
            <a:off x="4419600" y="914400"/>
            <a:ext cx="3048000" cy="21336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67" name="Google Shape;1467;p21"/>
          <p:cNvCxnSpPr>
            <a:stCxn id="1468" idx="3"/>
          </p:cNvCxnSpPr>
          <p:nvPr/>
        </p:nvCxnSpPr>
        <p:spPr>
          <a:xfrm rot="10800000" flipH="1">
            <a:off x="721787" y="4190989"/>
            <a:ext cx="878400" cy="8397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69" name="Google Shape;1469;p21"/>
          <p:cNvCxnSpPr/>
          <p:nvPr/>
        </p:nvCxnSpPr>
        <p:spPr>
          <a:xfrm>
            <a:off x="304800" y="1447800"/>
            <a:ext cx="533400" cy="9144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70" name="Google Shape;1470;p21"/>
          <p:cNvCxnSpPr/>
          <p:nvPr/>
        </p:nvCxnSpPr>
        <p:spPr>
          <a:xfrm rot="10800000">
            <a:off x="7696200" y="3810000"/>
            <a:ext cx="685800" cy="7620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71" name="Google Shape;1471;p21"/>
          <p:cNvCxnSpPr/>
          <p:nvPr/>
        </p:nvCxnSpPr>
        <p:spPr>
          <a:xfrm flipH="1">
            <a:off x="2286000" y="304800"/>
            <a:ext cx="228600" cy="4572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72" name="Google Shape;1472;p21"/>
          <p:cNvCxnSpPr/>
          <p:nvPr/>
        </p:nvCxnSpPr>
        <p:spPr>
          <a:xfrm flipH="1">
            <a:off x="2590800" y="838200"/>
            <a:ext cx="457200" cy="11430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73" name="Google Shape;1473;p21"/>
          <p:cNvCxnSpPr/>
          <p:nvPr/>
        </p:nvCxnSpPr>
        <p:spPr>
          <a:xfrm flipH="1">
            <a:off x="2362200" y="533400"/>
            <a:ext cx="1524000" cy="23622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74" name="Google Shape;1474;p21"/>
          <p:cNvCxnSpPr/>
          <p:nvPr/>
        </p:nvCxnSpPr>
        <p:spPr>
          <a:xfrm flipH="1">
            <a:off x="3352800" y="990600"/>
            <a:ext cx="685800" cy="14478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75" name="Google Shape;1475;p21"/>
          <p:cNvCxnSpPr/>
          <p:nvPr/>
        </p:nvCxnSpPr>
        <p:spPr>
          <a:xfrm flipH="1">
            <a:off x="3352800" y="990600"/>
            <a:ext cx="1752600" cy="19812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76" name="Google Shape;1476;p21"/>
          <p:cNvCxnSpPr/>
          <p:nvPr/>
        </p:nvCxnSpPr>
        <p:spPr>
          <a:xfrm flipH="1">
            <a:off x="4724400" y="152400"/>
            <a:ext cx="1447800" cy="5334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77" name="Google Shape;1477;p21"/>
          <p:cNvCxnSpPr>
            <a:endCxn id="1456" idx="25"/>
          </p:cNvCxnSpPr>
          <p:nvPr/>
        </p:nvCxnSpPr>
        <p:spPr>
          <a:xfrm rot="10800000" flipH="1">
            <a:off x="762000" y="3438600"/>
            <a:ext cx="1622100" cy="21240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78" name="Google Shape;1478;p21"/>
          <p:cNvCxnSpPr>
            <a:stCxn id="1479" idx="1"/>
          </p:cNvCxnSpPr>
          <p:nvPr/>
        </p:nvCxnSpPr>
        <p:spPr>
          <a:xfrm rot="10800000">
            <a:off x="4114800" y="4569012"/>
            <a:ext cx="3048000" cy="11445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80" name="Google Shape;1480;p21"/>
          <p:cNvCxnSpPr/>
          <p:nvPr/>
        </p:nvCxnSpPr>
        <p:spPr>
          <a:xfrm rot="10800000">
            <a:off x="4419600" y="4191000"/>
            <a:ext cx="2819400" cy="8382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81" name="Google Shape;1481;p21"/>
          <p:cNvCxnSpPr/>
          <p:nvPr/>
        </p:nvCxnSpPr>
        <p:spPr>
          <a:xfrm rot="10800000">
            <a:off x="4267200" y="5181600"/>
            <a:ext cx="2209800" cy="10668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82" name="Google Shape;1482;p21"/>
          <p:cNvCxnSpPr/>
          <p:nvPr/>
        </p:nvCxnSpPr>
        <p:spPr>
          <a:xfrm rot="10800000">
            <a:off x="4343400" y="5410200"/>
            <a:ext cx="381000" cy="9906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83" name="Google Shape;1483;p21"/>
          <p:cNvCxnSpPr/>
          <p:nvPr/>
        </p:nvCxnSpPr>
        <p:spPr>
          <a:xfrm rot="10800000" flipH="1">
            <a:off x="685800" y="4038601"/>
            <a:ext cx="1698289" cy="2362199"/>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84" name="Google Shape;1484;p21"/>
          <p:cNvCxnSpPr/>
          <p:nvPr/>
        </p:nvCxnSpPr>
        <p:spPr>
          <a:xfrm rot="10800000" flipH="1">
            <a:off x="1600200" y="3733801"/>
            <a:ext cx="1393489" cy="2285999"/>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85" name="Google Shape;1485;p21"/>
          <p:cNvCxnSpPr/>
          <p:nvPr/>
        </p:nvCxnSpPr>
        <p:spPr>
          <a:xfrm rot="10800000" flipH="1">
            <a:off x="2035511" y="3962401"/>
            <a:ext cx="1393489" cy="2285999"/>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86" name="Google Shape;1486;p21"/>
          <p:cNvCxnSpPr/>
          <p:nvPr/>
        </p:nvCxnSpPr>
        <p:spPr>
          <a:xfrm rot="10800000" flipH="1">
            <a:off x="2971800" y="4495801"/>
            <a:ext cx="479089" cy="1676399"/>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487" name="Google Shape;1487;p21"/>
          <p:cNvCxnSpPr/>
          <p:nvPr/>
        </p:nvCxnSpPr>
        <p:spPr>
          <a:xfrm rot="10800000">
            <a:off x="3810000" y="5334000"/>
            <a:ext cx="228600" cy="1143000"/>
          </a:xfrm>
          <a:prstGeom prst="straightConnector1">
            <a:avLst/>
          </a:prstGeom>
          <a:solidFill>
            <a:schemeClr val="accent1"/>
          </a:solidFill>
          <a:ln w="9525" cap="flat" cmpd="sng">
            <a:solidFill>
              <a:srgbClr val="0000FF"/>
            </a:solidFill>
            <a:prstDash val="solid"/>
            <a:round/>
            <a:headEnd type="none" w="sm" len="sm"/>
            <a:tailEnd type="stealth" w="med" len="med"/>
          </a:ln>
        </p:spPr>
      </p:cxnSp>
      <p:sp>
        <p:nvSpPr>
          <p:cNvPr id="1488" name="Google Shape;1488;p21"/>
          <p:cNvSpPr txBox="1"/>
          <p:nvPr/>
        </p:nvSpPr>
        <p:spPr>
          <a:xfrm>
            <a:off x="8229600" y="4572000"/>
            <a:ext cx="54373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a:ea typeface="Times"/>
                <a:cs typeface="Times"/>
                <a:sym typeface="Times"/>
              </a:rPr>
              <a:t>LGB</a:t>
            </a:r>
            <a:endParaRPr sz="1400" b="0" i="0" u="none" strike="noStrike" cap="none">
              <a:solidFill>
                <a:srgbClr val="000000"/>
              </a:solidFill>
              <a:latin typeface="Arial"/>
              <a:ea typeface="Arial"/>
              <a:cs typeface="Arial"/>
              <a:sym typeface="Arial"/>
            </a:endParaRPr>
          </a:p>
        </p:txBody>
      </p:sp>
      <p:sp>
        <p:nvSpPr>
          <p:cNvPr id="1489" name="Google Shape;1489;p21"/>
          <p:cNvSpPr txBox="1"/>
          <p:nvPr/>
        </p:nvSpPr>
        <p:spPr>
          <a:xfrm>
            <a:off x="3200400" y="0"/>
            <a:ext cx="1650850"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Ventroposterior</a:t>
            </a:r>
            <a:endParaRPr sz="1400" b="1" i="0" u="none" strike="noStrike" cap="none">
              <a:solidFill>
                <a:srgbClr val="FF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Lateral and medial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nuclei</a:t>
            </a:r>
            <a:endParaRPr sz="1400" b="0" i="0" u="none" strike="noStrike" cap="none">
              <a:solidFill>
                <a:srgbClr val="000000"/>
              </a:solidFill>
              <a:latin typeface="Arial"/>
              <a:ea typeface="Arial"/>
              <a:cs typeface="Arial"/>
              <a:sym typeface="Arial"/>
            </a:endParaRPr>
          </a:p>
        </p:txBody>
      </p:sp>
      <p:sp>
        <p:nvSpPr>
          <p:cNvPr id="1490" name="Google Shape;1490;p21"/>
          <p:cNvSpPr txBox="1"/>
          <p:nvPr/>
        </p:nvSpPr>
        <p:spPr>
          <a:xfrm>
            <a:off x="3886200" y="685800"/>
            <a:ext cx="992579"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Internal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Medullary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lamina</a:t>
            </a:r>
            <a:endParaRPr sz="1400" b="0" i="0" u="none" strike="noStrike" cap="none">
              <a:solidFill>
                <a:srgbClr val="000000"/>
              </a:solidFill>
              <a:latin typeface="Arial"/>
              <a:ea typeface="Arial"/>
              <a:cs typeface="Arial"/>
              <a:sym typeface="Arial"/>
            </a:endParaRPr>
          </a:p>
        </p:txBody>
      </p:sp>
      <p:sp>
        <p:nvSpPr>
          <p:cNvPr id="1491" name="Google Shape;1491;p21"/>
          <p:cNvSpPr txBox="1"/>
          <p:nvPr/>
        </p:nvSpPr>
        <p:spPr>
          <a:xfrm>
            <a:off x="4807466" y="533400"/>
            <a:ext cx="1288534"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Centromedian</a:t>
            </a:r>
            <a:endParaRPr sz="1400" b="1" i="0" u="none" strike="noStrike" cap="none">
              <a:solidFill>
                <a:srgbClr val="FF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nucleus</a:t>
            </a:r>
            <a:endParaRPr sz="1400" b="0" i="0" u="none" strike="noStrike" cap="none">
              <a:solidFill>
                <a:srgbClr val="000000"/>
              </a:solidFill>
              <a:latin typeface="Arial"/>
              <a:ea typeface="Arial"/>
              <a:cs typeface="Arial"/>
              <a:sym typeface="Arial"/>
            </a:endParaRPr>
          </a:p>
        </p:txBody>
      </p:sp>
      <p:sp>
        <p:nvSpPr>
          <p:cNvPr id="1492" name="Google Shape;1492;p21"/>
          <p:cNvSpPr txBox="1"/>
          <p:nvPr/>
        </p:nvSpPr>
        <p:spPr>
          <a:xfrm>
            <a:off x="6172200" y="11383"/>
            <a:ext cx="703287"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Fornix</a:t>
            </a:r>
            <a:endParaRPr sz="1400" b="0" i="0" u="none" strike="noStrike" cap="none">
              <a:solidFill>
                <a:srgbClr val="000000"/>
              </a:solidFill>
              <a:latin typeface="Arial"/>
              <a:ea typeface="Arial"/>
              <a:cs typeface="Arial"/>
              <a:sym typeface="Arial"/>
            </a:endParaRPr>
          </a:p>
        </p:txBody>
      </p:sp>
      <p:sp>
        <p:nvSpPr>
          <p:cNvPr id="1493" name="Google Shape;1493;p21"/>
          <p:cNvSpPr txBox="1"/>
          <p:nvPr/>
        </p:nvSpPr>
        <p:spPr>
          <a:xfrm>
            <a:off x="5334000" y="914400"/>
            <a:ext cx="1162034"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Dorsomedial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nucleus</a:t>
            </a:r>
            <a:endParaRPr sz="1400" b="0" i="0" u="none" strike="noStrike" cap="none">
              <a:solidFill>
                <a:srgbClr val="000000"/>
              </a:solidFill>
              <a:latin typeface="Arial"/>
              <a:ea typeface="Arial"/>
              <a:cs typeface="Arial"/>
              <a:sym typeface="Arial"/>
            </a:endParaRPr>
          </a:p>
        </p:txBody>
      </p:sp>
      <p:sp>
        <p:nvSpPr>
          <p:cNvPr id="1494" name="Google Shape;1494;p21"/>
          <p:cNvSpPr txBox="1"/>
          <p:nvPr/>
        </p:nvSpPr>
        <p:spPr>
          <a:xfrm>
            <a:off x="5791200" y="304800"/>
            <a:ext cx="137654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Stria medularis</a:t>
            </a:r>
            <a:endParaRPr sz="1400" b="1" i="0" u="none" strike="noStrike" cap="none">
              <a:solidFill>
                <a:srgbClr val="FF0000"/>
              </a:solidFill>
              <a:latin typeface="Times"/>
              <a:ea typeface="Times"/>
              <a:cs typeface="Times"/>
              <a:sym typeface="Times"/>
            </a:endParaRPr>
          </a:p>
        </p:txBody>
      </p:sp>
      <p:sp>
        <p:nvSpPr>
          <p:cNvPr id="1495" name="Google Shape;1495;p21"/>
          <p:cNvSpPr txBox="1"/>
          <p:nvPr/>
        </p:nvSpPr>
        <p:spPr>
          <a:xfrm>
            <a:off x="6400800" y="556736"/>
            <a:ext cx="1109348"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Habenulo</a:t>
            </a:r>
            <a:endParaRPr sz="1400" b="1" i="0" u="none" strike="noStrike" cap="none">
              <a:solidFill>
                <a:srgbClr val="FF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pedunclular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tract</a:t>
            </a:r>
            <a:endParaRPr sz="1400" b="0" i="0" u="none" strike="noStrike" cap="none">
              <a:solidFill>
                <a:srgbClr val="000000"/>
              </a:solidFill>
              <a:latin typeface="Arial"/>
              <a:ea typeface="Arial"/>
              <a:cs typeface="Arial"/>
              <a:sym typeface="Arial"/>
            </a:endParaRPr>
          </a:p>
        </p:txBody>
      </p:sp>
      <p:sp>
        <p:nvSpPr>
          <p:cNvPr id="1496" name="Google Shape;1496;p21"/>
          <p:cNvSpPr txBox="1"/>
          <p:nvPr/>
        </p:nvSpPr>
        <p:spPr>
          <a:xfrm>
            <a:off x="7391400" y="609600"/>
            <a:ext cx="101265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Habenular</a:t>
            </a:r>
            <a:endParaRPr sz="1400" b="1" i="0" u="none" strike="noStrike" cap="none">
              <a:solidFill>
                <a:srgbClr val="FF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nucleus</a:t>
            </a:r>
            <a:endParaRPr sz="1400" b="0" i="0" u="none" strike="noStrike" cap="none">
              <a:solidFill>
                <a:srgbClr val="000000"/>
              </a:solidFill>
              <a:latin typeface="Arial"/>
              <a:ea typeface="Arial"/>
              <a:cs typeface="Arial"/>
              <a:sym typeface="Arial"/>
            </a:endParaRPr>
          </a:p>
        </p:txBody>
      </p:sp>
      <p:sp>
        <p:nvSpPr>
          <p:cNvPr id="1468" name="Google Shape;1468;p21"/>
          <p:cNvSpPr txBox="1"/>
          <p:nvPr/>
        </p:nvSpPr>
        <p:spPr>
          <a:xfrm>
            <a:off x="152400" y="4876800"/>
            <a:ext cx="569387"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a:ea typeface="Times"/>
                <a:cs typeface="Times"/>
                <a:sym typeface="Times"/>
              </a:rPr>
              <a:t>OpTr</a:t>
            </a:r>
            <a:endParaRPr sz="1400" b="0" i="0" u="none" strike="noStrike" cap="none">
              <a:solidFill>
                <a:schemeClr val="dk1"/>
              </a:solidFill>
              <a:latin typeface="Times"/>
              <a:ea typeface="Times"/>
              <a:cs typeface="Times"/>
              <a:sym typeface="Times"/>
            </a:endParaRPr>
          </a:p>
        </p:txBody>
      </p:sp>
      <p:sp>
        <p:nvSpPr>
          <p:cNvPr id="1497" name="Google Shape;1497;p21"/>
          <p:cNvSpPr txBox="1"/>
          <p:nvPr/>
        </p:nvSpPr>
        <p:spPr>
          <a:xfrm>
            <a:off x="0" y="1143000"/>
            <a:ext cx="42832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a:ea typeface="Times"/>
                <a:cs typeface="Times"/>
                <a:sym typeface="Times"/>
              </a:rPr>
              <a:t>Put</a:t>
            </a:r>
            <a:endParaRPr sz="1400" b="0" i="0" u="none" strike="noStrike" cap="none">
              <a:solidFill>
                <a:srgbClr val="000000"/>
              </a:solidFill>
              <a:latin typeface="Arial"/>
              <a:ea typeface="Arial"/>
              <a:cs typeface="Arial"/>
              <a:sym typeface="Arial"/>
            </a:endParaRPr>
          </a:p>
        </p:txBody>
      </p:sp>
      <p:sp>
        <p:nvSpPr>
          <p:cNvPr id="1498" name="Google Shape;1498;p21"/>
          <p:cNvSpPr txBox="1"/>
          <p:nvPr/>
        </p:nvSpPr>
        <p:spPr>
          <a:xfrm>
            <a:off x="-14401" y="76200"/>
            <a:ext cx="915635"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Thalamic</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Reticular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nucleus</a:t>
            </a:r>
            <a:endParaRPr sz="1400" b="0" i="0" u="none" strike="noStrike" cap="none">
              <a:solidFill>
                <a:srgbClr val="000000"/>
              </a:solidFill>
              <a:latin typeface="Arial"/>
              <a:ea typeface="Arial"/>
              <a:cs typeface="Arial"/>
              <a:sym typeface="Arial"/>
            </a:endParaRPr>
          </a:p>
        </p:txBody>
      </p:sp>
      <p:sp>
        <p:nvSpPr>
          <p:cNvPr id="1499" name="Google Shape;1499;p21"/>
          <p:cNvSpPr txBox="1"/>
          <p:nvPr/>
        </p:nvSpPr>
        <p:spPr>
          <a:xfrm>
            <a:off x="914400" y="0"/>
            <a:ext cx="83303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Caudate</a:t>
            </a:r>
            <a:endParaRPr sz="1400" b="0" i="0" u="none" strike="noStrike" cap="none">
              <a:solidFill>
                <a:srgbClr val="000000"/>
              </a:solidFill>
              <a:latin typeface="Arial"/>
              <a:ea typeface="Arial"/>
              <a:cs typeface="Arial"/>
              <a:sym typeface="Arial"/>
            </a:endParaRPr>
          </a:p>
        </p:txBody>
      </p:sp>
      <p:sp>
        <p:nvSpPr>
          <p:cNvPr id="1500" name="Google Shape;1500;p21"/>
          <p:cNvSpPr txBox="1"/>
          <p:nvPr/>
        </p:nvSpPr>
        <p:spPr>
          <a:xfrm>
            <a:off x="1752600" y="0"/>
            <a:ext cx="142669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Stria Terminalis</a:t>
            </a:r>
            <a:endParaRPr sz="1400" b="1" i="0" u="none" strike="noStrike" cap="none">
              <a:solidFill>
                <a:srgbClr val="FF0000"/>
              </a:solidFill>
              <a:latin typeface="Times"/>
              <a:ea typeface="Times"/>
              <a:cs typeface="Times"/>
              <a:sym typeface="Times"/>
            </a:endParaRPr>
          </a:p>
        </p:txBody>
      </p:sp>
      <p:sp>
        <p:nvSpPr>
          <p:cNvPr id="1501" name="Google Shape;1501;p21"/>
          <p:cNvSpPr txBox="1"/>
          <p:nvPr/>
        </p:nvSpPr>
        <p:spPr>
          <a:xfrm>
            <a:off x="457200" y="914400"/>
            <a:ext cx="892467"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Lataeral</a:t>
            </a:r>
            <a:endParaRPr sz="1400" b="1" i="0" u="none" strike="noStrike" cap="none">
              <a:solidFill>
                <a:srgbClr val="FF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Posterior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nucleus</a:t>
            </a:r>
            <a:endParaRPr sz="1400" b="0" i="0" u="none" strike="noStrike" cap="none">
              <a:solidFill>
                <a:srgbClr val="000000"/>
              </a:solidFill>
              <a:latin typeface="Arial"/>
              <a:ea typeface="Arial"/>
              <a:cs typeface="Arial"/>
              <a:sym typeface="Arial"/>
            </a:endParaRPr>
          </a:p>
        </p:txBody>
      </p:sp>
      <p:sp>
        <p:nvSpPr>
          <p:cNvPr id="1502" name="Google Shape;1502;p21"/>
          <p:cNvSpPr txBox="1"/>
          <p:nvPr/>
        </p:nvSpPr>
        <p:spPr>
          <a:xfrm>
            <a:off x="2514600" y="457200"/>
            <a:ext cx="80021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a:ea typeface="Times"/>
                <a:cs typeface="Times"/>
                <a:sym typeface="Times"/>
              </a:rPr>
              <a:t>Pulvinar</a:t>
            </a:r>
            <a:endParaRPr sz="1400" b="0" i="0" u="none" strike="noStrike" cap="none">
              <a:solidFill>
                <a:schemeClr val="dk1"/>
              </a:solidFill>
              <a:latin typeface="Times"/>
              <a:ea typeface="Times"/>
              <a:cs typeface="Times"/>
              <a:sym typeface="Times"/>
            </a:endParaRPr>
          </a:p>
        </p:txBody>
      </p:sp>
      <p:sp>
        <p:nvSpPr>
          <p:cNvPr id="1503" name="Google Shape;1503;p21"/>
          <p:cNvSpPr txBox="1"/>
          <p:nvPr/>
        </p:nvSpPr>
        <p:spPr>
          <a:xfrm>
            <a:off x="7315200" y="4876800"/>
            <a:ext cx="1813317"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Habenulopeduncular</a:t>
            </a:r>
            <a:endParaRPr sz="1400" b="1" i="0" u="none" strike="noStrike" cap="none">
              <a:solidFill>
                <a:srgbClr val="FF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tract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a:ea typeface="Times"/>
                <a:cs typeface="Times"/>
                <a:sym typeface="Times"/>
              </a:rPr>
              <a:t>(again)</a:t>
            </a:r>
            <a:endParaRPr sz="1400" b="0" i="0" u="none" strike="noStrike" cap="none">
              <a:solidFill>
                <a:srgbClr val="000000"/>
              </a:solidFill>
              <a:latin typeface="Arial"/>
              <a:ea typeface="Arial"/>
              <a:cs typeface="Arial"/>
              <a:sym typeface="Arial"/>
            </a:endParaRPr>
          </a:p>
        </p:txBody>
      </p:sp>
      <p:sp>
        <p:nvSpPr>
          <p:cNvPr id="1479" name="Google Shape;1479;p21"/>
          <p:cNvSpPr txBox="1"/>
          <p:nvPr/>
        </p:nvSpPr>
        <p:spPr>
          <a:xfrm>
            <a:off x="7162800" y="5559623"/>
            <a:ext cx="613607"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a:ea typeface="Times"/>
                <a:cs typeface="Times"/>
                <a:sym typeface="Times"/>
              </a:rPr>
              <a:t>RuNu</a:t>
            </a:r>
            <a:endParaRPr sz="1400" b="0" i="0" u="none" strike="noStrike" cap="none">
              <a:solidFill>
                <a:schemeClr val="dk1"/>
              </a:solidFill>
              <a:latin typeface="Times"/>
              <a:ea typeface="Times"/>
              <a:cs typeface="Times"/>
              <a:sym typeface="Times"/>
            </a:endParaRPr>
          </a:p>
        </p:txBody>
      </p:sp>
      <p:sp>
        <p:nvSpPr>
          <p:cNvPr id="1504" name="Google Shape;1504;p21"/>
          <p:cNvSpPr txBox="1"/>
          <p:nvPr/>
        </p:nvSpPr>
        <p:spPr>
          <a:xfrm>
            <a:off x="6477000" y="6248400"/>
            <a:ext cx="186461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a:ea typeface="Times"/>
                <a:cs typeface="Times"/>
                <a:sym typeface="Times"/>
              </a:rPr>
              <a:t>Cerebellothalamic tract</a:t>
            </a:r>
            <a:endParaRPr sz="1400" b="0" i="0" u="none" strike="noStrike" cap="none">
              <a:solidFill>
                <a:srgbClr val="000000"/>
              </a:solidFill>
              <a:latin typeface="Arial"/>
              <a:ea typeface="Arial"/>
              <a:cs typeface="Arial"/>
              <a:sym typeface="Arial"/>
            </a:endParaRPr>
          </a:p>
        </p:txBody>
      </p:sp>
      <p:sp>
        <p:nvSpPr>
          <p:cNvPr id="1505" name="Google Shape;1505;p21"/>
          <p:cNvSpPr txBox="1"/>
          <p:nvPr/>
        </p:nvSpPr>
        <p:spPr>
          <a:xfrm>
            <a:off x="4495800" y="6400800"/>
            <a:ext cx="201211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Inerpeduncular nucleus</a:t>
            </a:r>
            <a:endParaRPr sz="1400" b="0" i="0" u="none" strike="noStrike" cap="none">
              <a:solidFill>
                <a:srgbClr val="000000"/>
              </a:solidFill>
              <a:latin typeface="Arial"/>
              <a:ea typeface="Arial"/>
              <a:cs typeface="Arial"/>
              <a:sym typeface="Arial"/>
            </a:endParaRPr>
          </a:p>
        </p:txBody>
      </p:sp>
      <p:sp>
        <p:nvSpPr>
          <p:cNvPr id="1506" name="Google Shape;1506;p21"/>
          <p:cNvSpPr txBox="1"/>
          <p:nvPr/>
        </p:nvSpPr>
        <p:spPr>
          <a:xfrm flipH="1">
            <a:off x="3810000" y="6400800"/>
            <a:ext cx="45719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a:ea typeface="Times"/>
                <a:cs typeface="Times"/>
                <a:sym typeface="Times"/>
              </a:rPr>
              <a:t>SN</a:t>
            </a:r>
            <a:endParaRPr sz="1400" b="0" i="0" u="none" strike="noStrike" cap="none">
              <a:solidFill>
                <a:srgbClr val="000000"/>
              </a:solidFill>
              <a:latin typeface="Arial"/>
              <a:ea typeface="Arial"/>
              <a:cs typeface="Arial"/>
              <a:sym typeface="Arial"/>
            </a:endParaRPr>
          </a:p>
        </p:txBody>
      </p:sp>
      <p:sp>
        <p:nvSpPr>
          <p:cNvPr id="1507" name="Google Shape;1507;p21"/>
          <p:cNvSpPr txBox="1"/>
          <p:nvPr/>
        </p:nvSpPr>
        <p:spPr>
          <a:xfrm>
            <a:off x="2590800" y="6172200"/>
            <a:ext cx="1152391"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Subthalamic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nucleus</a:t>
            </a:r>
            <a:endParaRPr sz="1400" b="0" i="0" u="none" strike="noStrike" cap="none">
              <a:solidFill>
                <a:srgbClr val="000000"/>
              </a:solidFill>
              <a:latin typeface="Arial"/>
              <a:ea typeface="Arial"/>
              <a:cs typeface="Arial"/>
              <a:sym typeface="Arial"/>
            </a:endParaRPr>
          </a:p>
        </p:txBody>
      </p:sp>
      <p:sp>
        <p:nvSpPr>
          <p:cNvPr id="1508" name="Google Shape;1508;p21"/>
          <p:cNvSpPr txBox="1"/>
          <p:nvPr/>
        </p:nvSpPr>
        <p:spPr>
          <a:xfrm>
            <a:off x="1219200" y="6248400"/>
            <a:ext cx="1554419"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a:ea typeface="Times"/>
                <a:cs typeface="Times"/>
                <a:sym typeface="Times"/>
              </a:rPr>
              <a:t>Ventral and dorsal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a:ea typeface="Times"/>
                <a:cs typeface="Times"/>
                <a:sym typeface="Times"/>
              </a:rPr>
              <a:t>Trigeminothalamic</a:t>
            </a:r>
            <a:endParaRPr sz="1400" b="0" i="0" u="none" strike="noStrike" cap="none">
              <a:solidFill>
                <a:schemeClr val="dk1"/>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a:ea typeface="Times"/>
                <a:cs typeface="Times"/>
                <a:sym typeface="Times"/>
              </a:rPr>
              <a:t>Tract</a:t>
            </a:r>
            <a:endParaRPr sz="1400" b="0" i="0" u="none" strike="noStrike" cap="none">
              <a:solidFill>
                <a:srgbClr val="000000"/>
              </a:solidFill>
              <a:latin typeface="Arial"/>
              <a:ea typeface="Arial"/>
              <a:cs typeface="Arial"/>
              <a:sym typeface="Arial"/>
            </a:endParaRPr>
          </a:p>
        </p:txBody>
      </p:sp>
      <p:sp>
        <p:nvSpPr>
          <p:cNvPr id="1509" name="Google Shape;1509;p21"/>
          <p:cNvSpPr txBox="1"/>
          <p:nvPr/>
        </p:nvSpPr>
        <p:spPr>
          <a:xfrm>
            <a:off x="1295400" y="6019800"/>
            <a:ext cx="45397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a:ea typeface="Times"/>
                <a:cs typeface="Times"/>
                <a:sym typeface="Times"/>
              </a:rPr>
              <a:t>ML</a:t>
            </a:r>
            <a:endParaRPr sz="1400" b="0" i="0" u="none" strike="noStrike" cap="none">
              <a:solidFill>
                <a:srgbClr val="000000"/>
              </a:solidFill>
              <a:latin typeface="Arial"/>
              <a:ea typeface="Arial"/>
              <a:cs typeface="Arial"/>
              <a:sym typeface="Arial"/>
            </a:endParaRPr>
          </a:p>
        </p:txBody>
      </p:sp>
      <p:sp>
        <p:nvSpPr>
          <p:cNvPr id="1510" name="Google Shape;1510;p21"/>
          <p:cNvSpPr txBox="1"/>
          <p:nvPr/>
        </p:nvSpPr>
        <p:spPr>
          <a:xfrm>
            <a:off x="35002" y="6019800"/>
            <a:ext cx="1132316"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Internal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Capsule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(post. Limb)</a:t>
            </a:r>
            <a:endParaRPr sz="1400" b="0" i="0" u="none" strike="noStrike" cap="none">
              <a:solidFill>
                <a:srgbClr val="000000"/>
              </a:solidFill>
              <a:latin typeface="Arial"/>
              <a:ea typeface="Arial"/>
              <a:cs typeface="Arial"/>
              <a:sym typeface="Arial"/>
            </a:endParaRPr>
          </a:p>
        </p:txBody>
      </p:sp>
      <p:sp>
        <p:nvSpPr>
          <p:cNvPr id="1511" name="Google Shape;1511;p21"/>
          <p:cNvSpPr txBox="1"/>
          <p:nvPr/>
        </p:nvSpPr>
        <p:spPr>
          <a:xfrm>
            <a:off x="8541" y="5334000"/>
            <a:ext cx="1546179"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External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Times"/>
                <a:ea typeface="Times"/>
                <a:cs typeface="Times"/>
                <a:sym typeface="Times"/>
              </a:rPr>
              <a:t>medullary lamina</a:t>
            </a:r>
            <a:endParaRPr sz="1400" b="0" i="0" u="none" strike="noStrike" cap="none">
              <a:solidFill>
                <a:srgbClr val="000000"/>
              </a:solidFill>
              <a:latin typeface="Arial"/>
              <a:ea typeface="Arial"/>
              <a:cs typeface="Arial"/>
              <a:sym typeface="Arial"/>
            </a:endParaRPr>
          </a:p>
        </p:txBody>
      </p:sp>
      <p:cxnSp>
        <p:nvCxnSpPr>
          <p:cNvPr id="1512" name="Google Shape;1512;p21"/>
          <p:cNvCxnSpPr/>
          <p:nvPr/>
        </p:nvCxnSpPr>
        <p:spPr>
          <a:xfrm rot="10800000" flipH="1">
            <a:off x="2819400" y="5257800"/>
            <a:ext cx="228600" cy="533400"/>
          </a:xfrm>
          <a:prstGeom prst="straightConnector1">
            <a:avLst/>
          </a:prstGeom>
          <a:solidFill>
            <a:schemeClr val="accent1"/>
          </a:solidFill>
          <a:ln w="9525" cap="flat" cmpd="sng">
            <a:solidFill>
              <a:srgbClr val="0000FF"/>
            </a:solidFill>
            <a:prstDash val="solid"/>
            <a:round/>
            <a:headEnd type="none" w="sm" len="sm"/>
            <a:tailEnd type="stealth" w="med" len="med"/>
          </a:ln>
        </p:spPr>
      </p:cxnSp>
      <p:sp>
        <p:nvSpPr>
          <p:cNvPr id="1513" name="Google Shape;1513;p21"/>
          <p:cNvSpPr txBox="1"/>
          <p:nvPr/>
        </p:nvSpPr>
        <p:spPr>
          <a:xfrm>
            <a:off x="2514600" y="5791200"/>
            <a:ext cx="441272"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Times"/>
                <a:ea typeface="Times"/>
                <a:cs typeface="Times"/>
                <a:sym typeface="Times"/>
              </a:rPr>
              <a:t>CC</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9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6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4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9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6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4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9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6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44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49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47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49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47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45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49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45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49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47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452"/>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48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472"/>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45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502"/>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477"/>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463"/>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448"/>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1501"/>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471"/>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450"/>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1500"/>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460"/>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1499"/>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462"/>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1451"/>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1498"/>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1469"/>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1436"/>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1497"/>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1467"/>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1435"/>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1468"/>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1456"/>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1511"/>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1483"/>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1437"/>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1510"/>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1440"/>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1484"/>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1509"/>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1485"/>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1508"/>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1486"/>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1441"/>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1507"/>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1487"/>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1438"/>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1506"/>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nodeType="clickEffect">
                                  <p:stCondLst>
                                    <p:cond delay="0"/>
                                  </p:stCondLst>
                                  <p:childTnLst>
                                    <p:set>
                                      <p:cBhvr>
                                        <p:cTn id="242" dur="1" fill="hold">
                                          <p:stCondLst>
                                            <p:cond delay="0"/>
                                          </p:stCondLst>
                                        </p:cTn>
                                        <p:tgtEl>
                                          <p:spTgt spid="1482"/>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nodeType="clickEffect">
                                  <p:stCondLst>
                                    <p:cond delay="0"/>
                                  </p:stCondLst>
                                  <p:childTnLst>
                                    <p:set>
                                      <p:cBhvr>
                                        <p:cTn id="246" dur="1" fill="hold">
                                          <p:stCondLst>
                                            <p:cond delay="0"/>
                                          </p:stCondLst>
                                        </p:cTn>
                                        <p:tgtEl>
                                          <p:spTgt spid="1457"/>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1505"/>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1481"/>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nodeType="clickEffect">
                                  <p:stCondLst>
                                    <p:cond delay="0"/>
                                  </p:stCondLst>
                                  <p:childTnLst>
                                    <p:set>
                                      <p:cBhvr>
                                        <p:cTn id="258" dur="1" fill="hold">
                                          <p:stCondLst>
                                            <p:cond delay="0"/>
                                          </p:stCondLst>
                                        </p:cTn>
                                        <p:tgtEl>
                                          <p:spTgt spid="1447"/>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nodeType="clickEffect">
                                  <p:stCondLst>
                                    <p:cond delay="0"/>
                                  </p:stCondLst>
                                  <p:childTnLst>
                                    <p:set>
                                      <p:cBhvr>
                                        <p:cTn id="262" dur="1" fill="hold">
                                          <p:stCondLst>
                                            <p:cond delay="0"/>
                                          </p:stCondLst>
                                        </p:cTn>
                                        <p:tgtEl>
                                          <p:spTgt spid="1504"/>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presetID="1" presetClass="entr" presetSubtype="0" fill="hold" nodeType="clickEffect">
                                  <p:stCondLst>
                                    <p:cond delay="0"/>
                                  </p:stCondLst>
                                  <p:childTnLst>
                                    <p:set>
                                      <p:cBhvr>
                                        <p:cTn id="266" dur="1" fill="hold">
                                          <p:stCondLst>
                                            <p:cond delay="0"/>
                                          </p:stCondLst>
                                        </p:cTn>
                                        <p:tgtEl>
                                          <p:spTgt spid="1478"/>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nodeType="clickEffect">
                                  <p:stCondLst>
                                    <p:cond delay="0"/>
                                  </p:stCondLst>
                                  <p:childTnLst>
                                    <p:set>
                                      <p:cBhvr>
                                        <p:cTn id="270" dur="1" fill="hold">
                                          <p:stCondLst>
                                            <p:cond delay="0"/>
                                          </p:stCondLst>
                                        </p:cTn>
                                        <p:tgtEl>
                                          <p:spTgt spid="1439"/>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nodeType="clickEffect">
                                  <p:stCondLst>
                                    <p:cond delay="0"/>
                                  </p:stCondLst>
                                  <p:childTnLst>
                                    <p:set>
                                      <p:cBhvr>
                                        <p:cTn id="274" dur="1" fill="hold">
                                          <p:stCondLst>
                                            <p:cond delay="0"/>
                                          </p:stCondLst>
                                        </p:cTn>
                                        <p:tgtEl>
                                          <p:spTgt spid="1479"/>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nodeType="clickEffect">
                                  <p:stCondLst>
                                    <p:cond delay="0"/>
                                  </p:stCondLst>
                                  <p:childTnLst>
                                    <p:set>
                                      <p:cBhvr>
                                        <p:cTn id="278" dur="1" fill="hold">
                                          <p:stCondLst>
                                            <p:cond delay="0"/>
                                          </p:stCondLst>
                                        </p:cTn>
                                        <p:tgtEl>
                                          <p:spTgt spid="1480"/>
                                        </p:tgtEl>
                                        <p:attrNameLst>
                                          <p:attrName>style.visibility</p:attrName>
                                        </p:attrNameLst>
                                      </p:cBhvr>
                                      <p:to>
                                        <p:strVal val="visible"/>
                                      </p:to>
                                    </p:set>
                                  </p:childTnLst>
                                </p:cTn>
                              </p:par>
                            </p:childTnLst>
                          </p:cTn>
                        </p:par>
                      </p:childTnLst>
                    </p:cTn>
                  </p:par>
                  <p:par>
                    <p:cTn id="279" fill="hold">
                      <p:stCondLst>
                        <p:cond delay="indefinite"/>
                      </p:stCondLst>
                      <p:childTnLst>
                        <p:par>
                          <p:cTn id="280" fill="hold">
                            <p:stCondLst>
                              <p:cond delay="0"/>
                            </p:stCondLst>
                            <p:childTnLst>
                              <p:par>
                                <p:cTn id="281" presetID="1" presetClass="entr" presetSubtype="0" fill="hold" nodeType="clickEffect">
                                  <p:stCondLst>
                                    <p:cond delay="0"/>
                                  </p:stCondLst>
                                  <p:childTnLst>
                                    <p:set>
                                      <p:cBhvr>
                                        <p:cTn id="282" dur="1" fill="hold">
                                          <p:stCondLst>
                                            <p:cond delay="0"/>
                                          </p:stCondLst>
                                        </p:cTn>
                                        <p:tgtEl>
                                          <p:spTgt spid="1446"/>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nodeType="clickEffect">
                                  <p:stCondLst>
                                    <p:cond delay="0"/>
                                  </p:stCondLst>
                                  <p:childTnLst>
                                    <p:set>
                                      <p:cBhvr>
                                        <p:cTn id="286" dur="1" fill="hold">
                                          <p:stCondLst>
                                            <p:cond delay="0"/>
                                          </p:stCondLst>
                                        </p:cTn>
                                        <p:tgtEl>
                                          <p:spTgt spid="1503"/>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nodeType="clickEffect">
                                  <p:stCondLst>
                                    <p:cond delay="0"/>
                                  </p:stCondLst>
                                  <p:childTnLst>
                                    <p:set>
                                      <p:cBhvr>
                                        <p:cTn id="290" dur="1" fill="hold">
                                          <p:stCondLst>
                                            <p:cond delay="0"/>
                                          </p:stCondLst>
                                        </p:cTn>
                                        <p:tgtEl>
                                          <p:spTgt spid="1470"/>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nodeType="clickEffect">
                                  <p:stCondLst>
                                    <p:cond delay="0"/>
                                  </p:stCondLst>
                                  <p:childTnLst>
                                    <p:set>
                                      <p:cBhvr>
                                        <p:cTn id="294" dur="1" fill="hold">
                                          <p:stCondLst>
                                            <p:cond delay="0"/>
                                          </p:stCondLst>
                                        </p:cTn>
                                        <p:tgtEl>
                                          <p:spTgt spid="1459"/>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presetID="1" presetClass="entr" presetSubtype="0" fill="hold" nodeType="clickEffect">
                                  <p:stCondLst>
                                    <p:cond delay="0"/>
                                  </p:stCondLst>
                                  <p:childTnLst>
                                    <p:set>
                                      <p:cBhvr>
                                        <p:cTn id="298" dur="1" fill="hold">
                                          <p:stCondLst>
                                            <p:cond delay="0"/>
                                          </p:stCondLst>
                                        </p:cTn>
                                        <p:tgtEl>
                                          <p:spTgt spid="1488"/>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presetSubtype="0" fill="hold" nodeType="clickEffect">
                                  <p:stCondLst>
                                    <p:cond delay="0"/>
                                  </p:stCondLst>
                                  <p:childTnLst>
                                    <p:set>
                                      <p:cBhvr>
                                        <p:cTn id="302" dur="1" fill="hold">
                                          <p:stCondLst>
                                            <p:cond delay="0"/>
                                          </p:stCondLst>
                                        </p:cTn>
                                        <p:tgtEl>
                                          <p:spTgt spid="1512"/>
                                        </p:tgtEl>
                                        <p:attrNameLst>
                                          <p:attrName>style.visibility</p:attrName>
                                        </p:attrNameLst>
                                      </p:cBhvr>
                                      <p:to>
                                        <p:strVal val="visible"/>
                                      </p:to>
                                    </p:set>
                                  </p:childTnLst>
                                </p:cTn>
                              </p:par>
                            </p:childTnLst>
                          </p:cTn>
                        </p:par>
                      </p:childTnLst>
                    </p:cTn>
                  </p:par>
                  <p:par>
                    <p:cTn id="303" fill="hold">
                      <p:stCondLst>
                        <p:cond delay="indefinite"/>
                      </p:stCondLst>
                      <p:childTnLst>
                        <p:par>
                          <p:cTn id="304" fill="hold">
                            <p:stCondLst>
                              <p:cond delay="0"/>
                            </p:stCondLst>
                            <p:childTnLst>
                              <p:par>
                                <p:cTn id="305" presetID="1" presetClass="entr" presetSubtype="0" fill="hold" nodeType="clickEffect">
                                  <p:stCondLst>
                                    <p:cond delay="0"/>
                                  </p:stCondLst>
                                  <p:childTnLst>
                                    <p:set>
                                      <p:cBhvr>
                                        <p:cTn id="306" dur="1" fill="hold">
                                          <p:stCondLst>
                                            <p:cond delay="0"/>
                                          </p:stCondLst>
                                        </p:cTn>
                                        <p:tgtEl>
                                          <p:spTgt spid="15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17"/>
        <p:cNvGrpSpPr/>
        <p:nvPr/>
      </p:nvGrpSpPr>
      <p:grpSpPr>
        <a:xfrm>
          <a:off x="0" y="0"/>
          <a:ext cx="0" cy="0"/>
          <a:chOff x="0" y="0"/>
          <a:chExt cx="0" cy="0"/>
        </a:xfrm>
      </p:grpSpPr>
      <p:pic>
        <p:nvPicPr>
          <p:cNvPr id="1518" name="Google Shape;1518;p22" descr="Plate 22.jpg                                                   00000158WD Passport                    00000000:"/>
          <p:cNvPicPr preferRelativeResize="0"/>
          <p:nvPr/>
        </p:nvPicPr>
        <p:blipFill rotWithShape="1">
          <a:blip r:embed="rId3">
            <a:alphaModFix/>
          </a:blip>
          <a:srcRect/>
          <a:stretch/>
        </p:blipFill>
        <p:spPr>
          <a:xfrm>
            <a:off x="457200" y="31750"/>
            <a:ext cx="8153400" cy="6729413"/>
          </a:xfrm>
          <a:prstGeom prst="rect">
            <a:avLst/>
          </a:prstGeom>
          <a:noFill/>
          <a:ln>
            <a:noFill/>
          </a:ln>
        </p:spPr>
      </p:pic>
      <p:sp>
        <p:nvSpPr>
          <p:cNvPr id="1519" name="Google Shape;1519;p22"/>
          <p:cNvSpPr/>
          <p:nvPr/>
        </p:nvSpPr>
        <p:spPr>
          <a:xfrm>
            <a:off x="2060620" y="11982"/>
            <a:ext cx="275765" cy="179724"/>
          </a:xfrm>
          <a:custGeom>
            <a:avLst/>
            <a:gdLst/>
            <a:ahLst/>
            <a:cxnLst/>
            <a:rect l="l" t="t" r="r" b="b"/>
            <a:pathLst>
              <a:path w="275765" h="179724" extrusionOk="0">
                <a:moveTo>
                  <a:pt x="0" y="47926"/>
                </a:moveTo>
                <a:cubicBezTo>
                  <a:pt x="3993" y="71889"/>
                  <a:pt x="3451" y="97069"/>
                  <a:pt x="11980" y="119816"/>
                </a:cubicBezTo>
                <a:cubicBezTo>
                  <a:pt x="15946" y="130393"/>
                  <a:pt x="26134" y="138175"/>
                  <a:pt x="35941" y="143780"/>
                </a:cubicBezTo>
                <a:cubicBezTo>
                  <a:pt x="97772" y="179116"/>
                  <a:pt x="140382" y="172197"/>
                  <a:pt x="215646" y="179724"/>
                </a:cubicBezTo>
                <a:cubicBezTo>
                  <a:pt x="231620" y="175730"/>
                  <a:pt x="250710" y="178029"/>
                  <a:pt x="263567" y="167743"/>
                </a:cubicBezTo>
                <a:cubicBezTo>
                  <a:pt x="273429" y="159853"/>
                  <a:pt x="276691" y="144376"/>
                  <a:pt x="275548" y="131798"/>
                </a:cubicBezTo>
                <a:cubicBezTo>
                  <a:pt x="267502" y="43284"/>
                  <a:pt x="270504" y="44899"/>
                  <a:pt x="215646" y="11981"/>
                </a:cubicBezTo>
                <a:cubicBezTo>
                  <a:pt x="207989" y="7386"/>
                  <a:pt x="199672" y="3994"/>
                  <a:pt x="191685"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520" name="Google Shape;1520;p22"/>
          <p:cNvSpPr/>
          <p:nvPr/>
        </p:nvSpPr>
        <p:spPr>
          <a:xfrm>
            <a:off x="2155354" y="177547"/>
            <a:ext cx="384480" cy="277971"/>
          </a:xfrm>
          <a:custGeom>
            <a:avLst/>
            <a:gdLst/>
            <a:ahLst/>
            <a:cxnLst/>
            <a:rect l="l" t="t" r="r" b="b"/>
            <a:pathLst>
              <a:path w="384480" h="277971" extrusionOk="0">
                <a:moveTo>
                  <a:pt x="13089" y="50104"/>
                </a:moveTo>
                <a:cubicBezTo>
                  <a:pt x="9095" y="70074"/>
                  <a:pt x="-3831" y="90256"/>
                  <a:pt x="1108" y="110013"/>
                </a:cubicBezTo>
                <a:cubicBezTo>
                  <a:pt x="5217" y="126451"/>
                  <a:pt x="22239" y="137729"/>
                  <a:pt x="37050" y="145958"/>
                </a:cubicBezTo>
                <a:cubicBezTo>
                  <a:pt x="144851" y="205853"/>
                  <a:pt x="73002" y="145964"/>
                  <a:pt x="144873" y="181903"/>
                </a:cubicBezTo>
                <a:cubicBezTo>
                  <a:pt x="160847" y="189891"/>
                  <a:pt x="176379" y="198830"/>
                  <a:pt x="192794" y="205866"/>
                </a:cubicBezTo>
                <a:cubicBezTo>
                  <a:pt x="216860" y="216181"/>
                  <a:pt x="252332" y="223748"/>
                  <a:pt x="276656" y="229829"/>
                </a:cubicBezTo>
                <a:cubicBezTo>
                  <a:pt x="297954" y="251130"/>
                  <a:pt x="314690" y="272920"/>
                  <a:pt x="348539" y="277756"/>
                </a:cubicBezTo>
                <a:cubicBezTo>
                  <a:pt x="361041" y="279542"/>
                  <a:pt x="372500" y="269768"/>
                  <a:pt x="384480" y="265774"/>
                </a:cubicBezTo>
                <a:cubicBezTo>
                  <a:pt x="368506" y="257786"/>
                  <a:pt x="352973" y="248847"/>
                  <a:pt x="336558" y="241811"/>
                </a:cubicBezTo>
                <a:cubicBezTo>
                  <a:pt x="324951" y="236836"/>
                  <a:pt x="311912" y="235477"/>
                  <a:pt x="300617" y="229829"/>
                </a:cubicBezTo>
                <a:cubicBezTo>
                  <a:pt x="287738" y="223389"/>
                  <a:pt x="276656" y="213854"/>
                  <a:pt x="264676" y="205866"/>
                </a:cubicBezTo>
                <a:cubicBezTo>
                  <a:pt x="260683" y="153945"/>
                  <a:pt x="272521" y="98256"/>
                  <a:pt x="252696" y="50104"/>
                </a:cubicBezTo>
                <a:cubicBezTo>
                  <a:pt x="225667" y="-15545"/>
                  <a:pt x="130365" y="2178"/>
                  <a:pt x="84971" y="2178"/>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521" name="Google Shape;1521;p22"/>
          <p:cNvSpPr/>
          <p:nvPr/>
        </p:nvSpPr>
        <p:spPr>
          <a:xfrm>
            <a:off x="2108541" y="567635"/>
            <a:ext cx="1294006" cy="1025925"/>
          </a:xfrm>
          <a:custGeom>
            <a:avLst/>
            <a:gdLst/>
            <a:ahLst/>
            <a:cxnLst/>
            <a:rect l="l" t="t" r="r" b="b"/>
            <a:pathLst>
              <a:path w="1294006" h="1025925" extrusionOk="0">
                <a:moveTo>
                  <a:pt x="742782" y="31448"/>
                </a:moveTo>
                <a:cubicBezTo>
                  <a:pt x="718821" y="23460"/>
                  <a:pt x="696149" y="8115"/>
                  <a:pt x="670900" y="7484"/>
                </a:cubicBezTo>
                <a:cubicBezTo>
                  <a:pt x="330962" y="-1016"/>
                  <a:pt x="385183" y="-10942"/>
                  <a:pt x="215646" y="31448"/>
                </a:cubicBezTo>
                <a:cubicBezTo>
                  <a:pt x="187160" y="116917"/>
                  <a:pt x="227553" y="13586"/>
                  <a:pt x="167725" y="103338"/>
                </a:cubicBezTo>
                <a:cubicBezTo>
                  <a:pt x="160720" y="113847"/>
                  <a:pt x="161393" y="127986"/>
                  <a:pt x="155745" y="139283"/>
                </a:cubicBezTo>
                <a:cubicBezTo>
                  <a:pt x="149306" y="152163"/>
                  <a:pt x="139771" y="163246"/>
                  <a:pt x="131784" y="175228"/>
                </a:cubicBezTo>
                <a:cubicBezTo>
                  <a:pt x="127944" y="190590"/>
                  <a:pt x="116419" y="241906"/>
                  <a:pt x="107823" y="259099"/>
                </a:cubicBezTo>
                <a:cubicBezTo>
                  <a:pt x="101384" y="271979"/>
                  <a:pt x="91850" y="283062"/>
                  <a:pt x="83863" y="295044"/>
                </a:cubicBezTo>
                <a:cubicBezTo>
                  <a:pt x="75876" y="326995"/>
                  <a:pt x="68949" y="359230"/>
                  <a:pt x="59902" y="390897"/>
                </a:cubicBezTo>
                <a:cubicBezTo>
                  <a:pt x="51915" y="418854"/>
                  <a:pt x="42600" y="446466"/>
                  <a:pt x="35941" y="474769"/>
                </a:cubicBezTo>
                <a:cubicBezTo>
                  <a:pt x="14487" y="565959"/>
                  <a:pt x="12162" y="593315"/>
                  <a:pt x="0" y="678457"/>
                </a:cubicBezTo>
                <a:cubicBezTo>
                  <a:pt x="3993" y="766323"/>
                  <a:pt x="1502" y="854724"/>
                  <a:pt x="11980" y="942054"/>
                </a:cubicBezTo>
                <a:cubicBezTo>
                  <a:pt x="13695" y="956351"/>
                  <a:pt x="24697" y="969003"/>
                  <a:pt x="35941" y="977999"/>
                </a:cubicBezTo>
                <a:cubicBezTo>
                  <a:pt x="43991" y="984440"/>
                  <a:pt x="116363" y="1000930"/>
                  <a:pt x="119804" y="1001962"/>
                </a:cubicBezTo>
                <a:cubicBezTo>
                  <a:pt x="143996" y="1009220"/>
                  <a:pt x="191686" y="1025925"/>
                  <a:pt x="191686" y="1025925"/>
                </a:cubicBezTo>
                <a:cubicBezTo>
                  <a:pt x="267561" y="1021931"/>
                  <a:pt x="344029" y="1024211"/>
                  <a:pt x="419312" y="1013944"/>
                </a:cubicBezTo>
                <a:cubicBezTo>
                  <a:pt x="480890" y="1005546"/>
                  <a:pt x="437430" y="983842"/>
                  <a:pt x="467234" y="954035"/>
                </a:cubicBezTo>
                <a:cubicBezTo>
                  <a:pt x="476163" y="945105"/>
                  <a:pt x="491195" y="946048"/>
                  <a:pt x="503175" y="942054"/>
                </a:cubicBezTo>
                <a:cubicBezTo>
                  <a:pt x="511162" y="930072"/>
                  <a:pt x="514256" y="912549"/>
                  <a:pt x="527135" y="906109"/>
                </a:cubicBezTo>
                <a:cubicBezTo>
                  <a:pt x="556589" y="891380"/>
                  <a:pt x="622978" y="882145"/>
                  <a:pt x="622978" y="882145"/>
                </a:cubicBezTo>
                <a:cubicBezTo>
                  <a:pt x="659699" y="896835"/>
                  <a:pt x="689458" y="903969"/>
                  <a:pt x="718821" y="930072"/>
                </a:cubicBezTo>
                <a:cubicBezTo>
                  <a:pt x="815795" y="1016281"/>
                  <a:pt x="752532" y="989236"/>
                  <a:pt x="826644" y="1013944"/>
                </a:cubicBezTo>
                <a:cubicBezTo>
                  <a:pt x="847146" y="1007109"/>
                  <a:pt x="885256" y="997907"/>
                  <a:pt x="898526" y="977999"/>
                </a:cubicBezTo>
                <a:cubicBezTo>
                  <a:pt x="907660" y="964297"/>
                  <a:pt x="904020" y="945208"/>
                  <a:pt x="910506" y="930072"/>
                </a:cubicBezTo>
                <a:cubicBezTo>
                  <a:pt x="916178" y="916836"/>
                  <a:pt x="928028" y="907007"/>
                  <a:pt x="934467" y="894127"/>
                </a:cubicBezTo>
                <a:cubicBezTo>
                  <a:pt x="944044" y="874971"/>
                  <a:pt x="953308" y="828176"/>
                  <a:pt x="958428" y="810255"/>
                </a:cubicBezTo>
                <a:cubicBezTo>
                  <a:pt x="961897" y="798111"/>
                  <a:pt x="964760" y="785607"/>
                  <a:pt x="970408" y="774310"/>
                </a:cubicBezTo>
                <a:cubicBezTo>
                  <a:pt x="976847" y="761430"/>
                  <a:pt x="986382" y="750347"/>
                  <a:pt x="994369" y="738365"/>
                </a:cubicBezTo>
                <a:cubicBezTo>
                  <a:pt x="1012475" y="665931"/>
                  <a:pt x="1001141" y="706066"/>
                  <a:pt x="1030310" y="618549"/>
                </a:cubicBezTo>
                <a:cubicBezTo>
                  <a:pt x="1034303" y="606567"/>
                  <a:pt x="1030309" y="586598"/>
                  <a:pt x="1042290" y="582604"/>
                </a:cubicBezTo>
                <a:cubicBezTo>
                  <a:pt x="1078311" y="570595"/>
                  <a:pt x="1083207" y="572466"/>
                  <a:pt x="1114172" y="546659"/>
                </a:cubicBezTo>
                <a:cubicBezTo>
                  <a:pt x="1127188" y="535811"/>
                  <a:pt x="1137097" y="521562"/>
                  <a:pt x="1150113" y="510714"/>
                </a:cubicBezTo>
                <a:cubicBezTo>
                  <a:pt x="1161174" y="501495"/>
                  <a:pt x="1174811" y="495747"/>
                  <a:pt x="1186054" y="486751"/>
                </a:cubicBezTo>
                <a:cubicBezTo>
                  <a:pt x="1194874" y="479694"/>
                  <a:pt x="1200329" y="468599"/>
                  <a:pt x="1210015" y="462787"/>
                </a:cubicBezTo>
                <a:cubicBezTo>
                  <a:pt x="1220844" y="456289"/>
                  <a:pt x="1233976" y="454800"/>
                  <a:pt x="1245956" y="450806"/>
                </a:cubicBezTo>
                <a:cubicBezTo>
                  <a:pt x="1257936" y="442818"/>
                  <a:pt x="1273910" y="438823"/>
                  <a:pt x="1281897" y="426842"/>
                </a:cubicBezTo>
                <a:cubicBezTo>
                  <a:pt x="1298135" y="402482"/>
                  <a:pt x="1297950" y="341484"/>
                  <a:pt x="1281897" y="319007"/>
                </a:cubicBezTo>
                <a:cubicBezTo>
                  <a:pt x="1271517" y="304474"/>
                  <a:pt x="1249482" y="303905"/>
                  <a:pt x="1233976" y="295044"/>
                </a:cubicBezTo>
                <a:cubicBezTo>
                  <a:pt x="1221474" y="287900"/>
                  <a:pt x="1209096" y="280300"/>
                  <a:pt x="1198035" y="271081"/>
                </a:cubicBezTo>
                <a:cubicBezTo>
                  <a:pt x="1185019" y="260233"/>
                  <a:pt x="1175468" y="245539"/>
                  <a:pt x="1162094" y="235136"/>
                </a:cubicBezTo>
                <a:cubicBezTo>
                  <a:pt x="1162084" y="235128"/>
                  <a:pt x="1072247" y="175231"/>
                  <a:pt x="1054271" y="163246"/>
                </a:cubicBezTo>
                <a:cubicBezTo>
                  <a:pt x="1034695" y="150194"/>
                  <a:pt x="972877" y="108155"/>
                  <a:pt x="958428" y="103338"/>
                </a:cubicBezTo>
                <a:lnTo>
                  <a:pt x="922487" y="91356"/>
                </a:lnTo>
                <a:lnTo>
                  <a:pt x="359411" y="103338"/>
                </a:lnTo>
                <a:cubicBezTo>
                  <a:pt x="346792" y="103843"/>
                  <a:pt x="335721" y="112256"/>
                  <a:pt x="323469" y="115319"/>
                </a:cubicBezTo>
                <a:cubicBezTo>
                  <a:pt x="269280" y="128868"/>
                  <a:pt x="278618" y="127301"/>
                  <a:pt x="239607" y="127301"/>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522" name="Google Shape;1522;p22"/>
          <p:cNvSpPr/>
          <p:nvPr/>
        </p:nvSpPr>
        <p:spPr>
          <a:xfrm>
            <a:off x="2204384" y="1593560"/>
            <a:ext cx="1078272" cy="1713377"/>
          </a:xfrm>
          <a:custGeom>
            <a:avLst/>
            <a:gdLst/>
            <a:ahLst/>
            <a:cxnLst/>
            <a:rect l="l" t="t" r="r" b="b"/>
            <a:pathLst>
              <a:path w="1078272" h="1713377" extrusionOk="0">
                <a:moveTo>
                  <a:pt x="599017" y="1713377"/>
                </a:moveTo>
                <a:cubicBezTo>
                  <a:pt x="579050" y="1701395"/>
                  <a:pt x="559943" y="1687847"/>
                  <a:pt x="539116" y="1677432"/>
                </a:cubicBezTo>
                <a:cubicBezTo>
                  <a:pt x="527821" y="1671784"/>
                  <a:pt x="514469" y="1671098"/>
                  <a:pt x="503174" y="1665450"/>
                </a:cubicBezTo>
                <a:cubicBezTo>
                  <a:pt x="424786" y="1626252"/>
                  <a:pt x="510774" y="1658536"/>
                  <a:pt x="431292" y="1605542"/>
                </a:cubicBezTo>
                <a:cubicBezTo>
                  <a:pt x="420785" y="1598536"/>
                  <a:pt x="406390" y="1599693"/>
                  <a:pt x="395351" y="1593560"/>
                </a:cubicBezTo>
                <a:cubicBezTo>
                  <a:pt x="370178" y="1579573"/>
                  <a:pt x="347430" y="1561609"/>
                  <a:pt x="323469" y="1545634"/>
                </a:cubicBezTo>
                <a:cubicBezTo>
                  <a:pt x="311489" y="1537646"/>
                  <a:pt x="296167" y="1533190"/>
                  <a:pt x="287528" y="1521670"/>
                </a:cubicBezTo>
                <a:cubicBezTo>
                  <a:pt x="244810" y="1464707"/>
                  <a:pt x="265706" y="1487865"/>
                  <a:pt x="227626" y="1449780"/>
                </a:cubicBezTo>
                <a:cubicBezTo>
                  <a:pt x="199140" y="1364312"/>
                  <a:pt x="239533" y="1467644"/>
                  <a:pt x="179705" y="1377891"/>
                </a:cubicBezTo>
                <a:cubicBezTo>
                  <a:pt x="172700" y="1367382"/>
                  <a:pt x="173373" y="1353243"/>
                  <a:pt x="167725" y="1341946"/>
                </a:cubicBezTo>
                <a:cubicBezTo>
                  <a:pt x="161286" y="1329066"/>
                  <a:pt x="151751" y="1317983"/>
                  <a:pt x="143764" y="1306001"/>
                </a:cubicBezTo>
                <a:cubicBezTo>
                  <a:pt x="116231" y="1223395"/>
                  <a:pt x="137663" y="1251974"/>
                  <a:pt x="95843" y="1210147"/>
                </a:cubicBezTo>
                <a:cubicBezTo>
                  <a:pt x="91849" y="1182190"/>
                  <a:pt x="89400" y="1153969"/>
                  <a:pt x="83862" y="1126276"/>
                </a:cubicBezTo>
                <a:cubicBezTo>
                  <a:pt x="77404" y="1093981"/>
                  <a:pt x="59902" y="1030423"/>
                  <a:pt x="59902" y="1030423"/>
                </a:cubicBezTo>
                <a:cubicBezTo>
                  <a:pt x="55908" y="994478"/>
                  <a:pt x="53561" y="958312"/>
                  <a:pt x="47921" y="922588"/>
                </a:cubicBezTo>
                <a:cubicBezTo>
                  <a:pt x="41569" y="882357"/>
                  <a:pt x="30657" y="842947"/>
                  <a:pt x="23961" y="802771"/>
                </a:cubicBezTo>
                <a:cubicBezTo>
                  <a:pt x="7337" y="703024"/>
                  <a:pt x="15415" y="754931"/>
                  <a:pt x="0" y="647010"/>
                </a:cubicBezTo>
                <a:cubicBezTo>
                  <a:pt x="3993" y="447316"/>
                  <a:pt x="694" y="247342"/>
                  <a:pt x="11980" y="47927"/>
                </a:cubicBezTo>
                <a:cubicBezTo>
                  <a:pt x="12794" y="33550"/>
                  <a:pt x="23439" y="19127"/>
                  <a:pt x="35941" y="11982"/>
                </a:cubicBezTo>
                <a:cubicBezTo>
                  <a:pt x="53620" y="1878"/>
                  <a:pt x="75876" y="3994"/>
                  <a:pt x="95843" y="0"/>
                </a:cubicBezTo>
                <a:cubicBezTo>
                  <a:pt x="276766" y="7238"/>
                  <a:pt x="434196" y="6474"/>
                  <a:pt x="610998" y="35945"/>
                </a:cubicBezTo>
                <a:cubicBezTo>
                  <a:pt x="695337" y="50003"/>
                  <a:pt x="659835" y="40245"/>
                  <a:pt x="718821" y="59908"/>
                </a:cubicBezTo>
                <a:cubicBezTo>
                  <a:pt x="741106" y="82196"/>
                  <a:pt x="751630" y="89590"/>
                  <a:pt x="766742" y="119817"/>
                </a:cubicBezTo>
                <a:cubicBezTo>
                  <a:pt x="772390" y="131114"/>
                  <a:pt x="774729" y="143780"/>
                  <a:pt x="778722" y="155762"/>
                </a:cubicBezTo>
                <a:cubicBezTo>
                  <a:pt x="782716" y="271585"/>
                  <a:pt x="784504" y="387504"/>
                  <a:pt x="790703" y="503230"/>
                </a:cubicBezTo>
                <a:cubicBezTo>
                  <a:pt x="796487" y="611205"/>
                  <a:pt x="804874" y="719048"/>
                  <a:pt x="814663" y="826734"/>
                </a:cubicBezTo>
                <a:cubicBezTo>
                  <a:pt x="816862" y="850928"/>
                  <a:pt x="815012" y="877296"/>
                  <a:pt x="826644" y="898624"/>
                </a:cubicBezTo>
                <a:cubicBezTo>
                  <a:pt x="846669" y="935340"/>
                  <a:pt x="888574" y="959885"/>
                  <a:pt x="922487" y="982496"/>
                </a:cubicBezTo>
                <a:cubicBezTo>
                  <a:pt x="926480" y="994478"/>
                  <a:pt x="930998" y="1006297"/>
                  <a:pt x="934467" y="1018441"/>
                </a:cubicBezTo>
                <a:cubicBezTo>
                  <a:pt x="939587" y="1036363"/>
                  <a:pt x="948851" y="1083155"/>
                  <a:pt x="958428" y="1102312"/>
                </a:cubicBezTo>
                <a:cubicBezTo>
                  <a:pt x="964867" y="1115192"/>
                  <a:pt x="976540" y="1125098"/>
                  <a:pt x="982388" y="1138257"/>
                </a:cubicBezTo>
                <a:cubicBezTo>
                  <a:pt x="992646" y="1161340"/>
                  <a:pt x="988489" y="1192285"/>
                  <a:pt x="1006349" y="1210147"/>
                </a:cubicBezTo>
                <a:cubicBezTo>
                  <a:pt x="1028637" y="1232438"/>
                  <a:pt x="1039156" y="1239825"/>
                  <a:pt x="1054270" y="1270056"/>
                </a:cubicBezTo>
                <a:cubicBezTo>
                  <a:pt x="1059918" y="1281353"/>
                  <a:pt x="1062257" y="1294019"/>
                  <a:pt x="1066251" y="1306001"/>
                </a:cubicBezTo>
                <a:cubicBezTo>
                  <a:pt x="1068468" y="1334824"/>
                  <a:pt x="1098522" y="1541748"/>
                  <a:pt x="1054270" y="1581579"/>
                </a:cubicBezTo>
                <a:cubicBezTo>
                  <a:pt x="1030340" y="1603118"/>
                  <a:pt x="990375" y="1573591"/>
                  <a:pt x="958428" y="1569597"/>
                </a:cubicBezTo>
                <a:cubicBezTo>
                  <a:pt x="954434" y="1557615"/>
                  <a:pt x="955377" y="1542583"/>
                  <a:pt x="946447" y="1533652"/>
                </a:cubicBezTo>
                <a:cubicBezTo>
                  <a:pt x="926085" y="1513288"/>
                  <a:pt x="894927" y="1506090"/>
                  <a:pt x="874565" y="1485725"/>
                </a:cubicBezTo>
                <a:cubicBezTo>
                  <a:pt x="862585" y="1473743"/>
                  <a:pt x="852722" y="1459179"/>
                  <a:pt x="838624" y="1449780"/>
                </a:cubicBezTo>
                <a:cubicBezTo>
                  <a:pt x="828117" y="1442775"/>
                  <a:pt x="814663" y="1441793"/>
                  <a:pt x="802683" y="1437799"/>
                </a:cubicBezTo>
                <a:cubicBezTo>
                  <a:pt x="772394" y="1417605"/>
                  <a:pt x="766229" y="1408941"/>
                  <a:pt x="730801" y="1401854"/>
                </a:cubicBezTo>
                <a:cubicBezTo>
                  <a:pt x="722969" y="1400287"/>
                  <a:pt x="714827" y="1401854"/>
                  <a:pt x="706840" y="1401854"/>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523" name="Google Shape;1523;p22"/>
          <p:cNvSpPr/>
          <p:nvPr/>
        </p:nvSpPr>
        <p:spPr>
          <a:xfrm>
            <a:off x="4239295" y="1929047"/>
            <a:ext cx="277672" cy="397099"/>
          </a:xfrm>
          <a:custGeom>
            <a:avLst/>
            <a:gdLst/>
            <a:ahLst/>
            <a:cxnLst/>
            <a:rect l="l" t="t" r="r" b="b"/>
            <a:pathLst>
              <a:path w="277672" h="397099" extrusionOk="0">
                <a:moveTo>
                  <a:pt x="157492" y="0"/>
                </a:moveTo>
                <a:cubicBezTo>
                  <a:pt x="137525" y="15975"/>
                  <a:pt x="119275" y="34372"/>
                  <a:pt x="97591" y="47926"/>
                </a:cubicBezTo>
                <a:cubicBezTo>
                  <a:pt x="86882" y="54620"/>
                  <a:pt x="70579" y="50978"/>
                  <a:pt x="61650" y="59908"/>
                </a:cubicBezTo>
                <a:cubicBezTo>
                  <a:pt x="41287" y="80273"/>
                  <a:pt x="13728" y="131798"/>
                  <a:pt x="13728" y="131798"/>
                </a:cubicBezTo>
                <a:cubicBezTo>
                  <a:pt x="-5642" y="189917"/>
                  <a:pt x="-3480" y="165567"/>
                  <a:pt x="13728" y="251614"/>
                </a:cubicBezTo>
                <a:cubicBezTo>
                  <a:pt x="16205" y="263998"/>
                  <a:pt x="16779" y="278628"/>
                  <a:pt x="25709" y="287559"/>
                </a:cubicBezTo>
                <a:cubicBezTo>
                  <a:pt x="46071" y="307923"/>
                  <a:pt x="97591" y="335486"/>
                  <a:pt x="97591" y="335486"/>
                </a:cubicBezTo>
                <a:cubicBezTo>
                  <a:pt x="101584" y="347468"/>
                  <a:pt x="101682" y="361568"/>
                  <a:pt x="109571" y="371431"/>
                </a:cubicBezTo>
                <a:cubicBezTo>
                  <a:pt x="145687" y="416582"/>
                  <a:pt x="190731" y="389741"/>
                  <a:pt x="241355" y="383412"/>
                </a:cubicBezTo>
                <a:cubicBezTo>
                  <a:pt x="283942" y="355018"/>
                  <a:pt x="277296" y="373848"/>
                  <a:pt x="277296" y="335486"/>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524" name="Google Shape;1524;p22"/>
          <p:cNvSpPr/>
          <p:nvPr/>
        </p:nvSpPr>
        <p:spPr>
          <a:xfrm>
            <a:off x="3195351" y="1294019"/>
            <a:ext cx="1273319" cy="1988955"/>
          </a:xfrm>
          <a:custGeom>
            <a:avLst/>
            <a:gdLst/>
            <a:ahLst/>
            <a:cxnLst/>
            <a:rect l="l" t="t" r="r" b="b"/>
            <a:pathLst>
              <a:path w="1273319" h="1988955" extrusionOk="0">
                <a:moveTo>
                  <a:pt x="1117574" y="575119"/>
                </a:moveTo>
                <a:cubicBezTo>
                  <a:pt x="1101600" y="555150"/>
                  <a:pt x="1088765" y="532201"/>
                  <a:pt x="1069653" y="515211"/>
                </a:cubicBezTo>
                <a:cubicBezTo>
                  <a:pt x="1035703" y="485030"/>
                  <a:pt x="1011895" y="479981"/>
                  <a:pt x="973810" y="467284"/>
                </a:cubicBezTo>
                <a:cubicBezTo>
                  <a:pt x="965823" y="455302"/>
                  <a:pt x="960911" y="440558"/>
                  <a:pt x="949849" y="431339"/>
                </a:cubicBezTo>
                <a:cubicBezTo>
                  <a:pt x="930111" y="414889"/>
                  <a:pt x="890955" y="403718"/>
                  <a:pt x="865987" y="395394"/>
                </a:cubicBezTo>
                <a:cubicBezTo>
                  <a:pt x="755788" y="230079"/>
                  <a:pt x="870845" y="399801"/>
                  <a:pt x="782124" y="275578"/>
                </a:cubicBezTo>
                <a:cubicBezTo>
                  <a:pt x="773755" y="263860"/>
                  <a:pt x="768345" y="249816"/>
                  <a:pt x="758164" y="239633"/>
                </a:cubicBezTo>
                <a:cubicBezTo>
                  <a:pt x="747983" y="229451"/>
                  <a:pt x="733466" y="224666"/>
                  <a:pt x="722223" y="215670"/>
                </a:cubicBezTo>
                <a:cubicBezTo>
                  <a:pt x="713403" y="208613"/>
                  <a:pt x="705318" y="200527"/>
                  <a:pt x="698262" y="191706"/>
                </a:cubicBezTo>
                <a:cubicBezTo>
                  <a:pt x="689267" y="180461"/>
                  <a:pt x="685545" y="164757"/>
                  <a:pt x="674301" y="155761"/>
                </a:cubicBezTo>
                <a:cubicBezTo>
                  <a:pt x="664440" y="147872"/>
                  <a:pt x="650340" y="147774"/>
                  <a:pt x="638360" y="143780"/>
                </a:cubicBezTo>
                <a:cubicBezTo>
                  <a:pt x="630373" y="131798"/>
                  <a:pt x="620838" y="120715"/>
                  <a:pt x="614399" y="107835"/>
                </a:cubicBezTo>
                <a:cubicBezTo>
                  <a:pt x="608751" y="96538"/>
                  <a:pt x="611349" y="80821"/>
                  <a:pt x="602419" y="71890"/>
                </a:cubicBezTo>
                <a:cubicBezTo>
                  <a:pt x="593490" y="62960"/>
                  <a:pt x="578458" y="63902"/>
                  <a:pt x="566478" y="59908"/>
                </a:cubicBezTo>
                <a:cubicBezTo>
                  <a:pt x="562485" y="47926"/>
                  <a:pt x="564360" y="31853"/>
                  <a:pt x="554498" y="23963"/>
                </a:cubicBezTo>
                <a:cubicBezTo>
                  <a:pt x="541641" y="13676"/>
                  <a:pt x="522408" y="16505"/>
                  <a:pt x="506576" y="11981"/>
                </a:cubicBezTo>
                <a:cubicBezTo>
                  <a:pt x="494434" y="8511"/>
                  <a:pt x="482615" y="3994"/>
                  <a:pt x="470635" y="0"/>
                </a:cubicBezTo>
                <a:cubicBezTo>
                  <a:pt x="446674" y="3994"/>
                  <a:pt x="422020" y="5000"/>
                  <a:pt x="398753" y="11981"/>
                </a:cubicBezTo>
                <a:cubicBezTo>
                  <a:pt x="381647" y="17113"/>
                  <a:pt x="367554" y="29673"/>
                  <a:pt x="350832" y="35945"/>
                </a:cubicBezTo>
                <a:cubicBezTo>
                  <a:pt x="335415" y="41727"/>
                  <a:pt x="318884" y="43932"/>
                  <a:pt x="302910" y="47926"/>
                </a:cubicBezTo>
                <a:cubicBezTo>
                  <a:pt x="228890" y="121956"/>
                  <a:pt x="265600" y="90890"/>
                  <a:pt x="195087" y="143780"/>
                </a:cubicBezTo>
                <a:cubicBezTo>
                  <a:pt x="155921" y="261295"/>
                  <a:pt x="219420" y="95295"/>
                  <a:pt x="147166" y="203688"/>
                </a:cubicBezTo>
                <a:cubicBezTo>
                  <a:pt x="138032" y="217390"/>
                  <a:pt x="139917" y="235842"/>
                  <a:pt x="135186" y="251615"/>
                </a:cubicBezTo>
                <a:cubicBezTo>
                  <a:pt x="127929" y="275809"/>
                  <a:pt x="119212" y="299541"/>
                  <a:pt x="111225" y="323504"/>
                </a:cubicBezTo>
                <a:cubicBezTo>
                  <a:pt x="107231" y="335486"/>
                  <a:pt x="102307" y="347196"/>
                  <a:pt x="99244" y="359449"/>
                </a:cubicBezTo>
                <a:cubicBezTo>
                  <a:pt x="95251" y="375425"/>
                  <a:pt x="93750" y="392240"/>
                  <a:pt x="87264" y="407376"/>
                </a:cubicBezTo>
                <a:cubicBezTo>
                  <a:pt x="81592" y="420612"/>
                  <a:pt x="71290" y="431339"/>
                  <a:pt x="63303" y="443321"/>
                </a:cubicBezTo>
                <a:cubicBezTo>
                  <a:pt x="59310" y="471278"/>
                  <a:pt x="56861" y="499500"/>
                  <a:pt x="51323" y="527193"/>
                </a:cubicBezTo>
                <a:cubicBezTo>
                  <a:pt x="37813" y="594753"/>
                  <a:pt x="32593" y="607350"/>
                  <a:pt x="15382" y="658991"/>
                </a:cubicBezTo>
                <a:cubicBezTo>
                  <a:pt x="-2440" y="819409"/>
                  <a:pt x="-7652" y="815416"/>
                  <a:pt x="15382" y="1030422"/>
                </a:cubicBezTo>
                <a:cubicBezTo>
                  <a:pt x="18073" y="1055538"/>
                  <a:pt x="25333" y="1081294"/>
                  <a:pt x="39343" y="1102312"/>
                </a:cubicBezTo>
                <a:lnTo>
                  <a:pt x="87264" y="1174202"/>
                </a:lnTo>
                <a:cubicBezTo>
                  <a:pt x="91257" y="1194171"/>
                  <a:pt x="92805" y="1214790"/>
                  <a:pt x="99244" y="1234110"/>
                </a:cubicBezTo>
                <a:cubicBezTo>
                  <a:pt x="104892" y="1251055"/>
                  <a:pt x="118073" y="1264929"/>
                  <a:pt x="123205" y="1282037"/>
                </a:cubicBezTo>
                <a:cubicBezTo>
                  <a:pt x="130185" y="1305306"/>
                  <a:pt x="130422" y="1330105"/>
                  <a:pt x="135186" y="1353927"/>
                </a:cubicBezTo>
                <a:cubicBezTo>
                  <a:pt x="137745" y="1366722"/>
                  <a:pt x="151534" y="1422573"/>
                  <a:pt x="159146" y="1437798"/>
                </a:cubicBezTo>
                <a:cubicBezTo>
                  <a:pt x="169523" y="1458555"/>
                  <a:pt x="188496" y="1482848"/>
                  <a:pt x="207068" y="1497707"/>
                </a:cubicBezTo>
                <a:cubicBezTo>
                  <a:pt x="218311" y="1506703"/>
                  <a:pt x="232248" y="1512103"/>
                  <a:pt x="243009" y="1521670"/>
                </a:cubicBezTo>
                <a:cubicBezTo>
                  <a:pt x="268336" y="1544185"/>
                  <a:pt x="286696" y="1574761"/>
                  <a:pt x="314891" y="1593560"/>
                </a:cubicBezTo>
                <a:cubicBezTo>
                  <a:pt x="326871" y="1601548"/>
                  <a:pt x="339589" y="1608527"/>
                  <a:pt x="350832" y="1617523"/>
                </a:cubicBezTo>
                <a:cubicBezTo>
                  <a:pt x="359652" y="1624580"/>
                  <a:pt x="365394" y="1635221"/>
                  <a:pt x="374792" y="1641487"/>
                </a:cubicBezTo>
                <a:cubicBezTo>
                  <a:pt x="404397" y="1661226"/>
                  <a:pt x="426710" y="1666782"/>
                  <a:pt x="458655" y="1677432"/>
                </a:cubicBezTo>
                <a:cubicBezTo>
                  <a:pt x="470635" y="1689414"/>
                  <a:pt x="481580" y="1702529"/>
                  <a:pt x="494596" y="1713377"/>
                </a:cubicBezTo>
                <a:cubicBezTo>
                  <a:pt x="505657" y="1722596"/>
                  <a:pt x="521319" y="1726278"/>
                  <a:pt x="530537" y="1737340"/>
                </a:cubicBezTo>
                <a:cubicBezTo>
                  <a:pt x="541971" y="1751061"/>
                  <a:pt x="541869" y="1772636"/>
                  <a:pt x="554498" y="1785266"/>
                </a:cubicBezTo>
                <a:cubicBezTo>
                  <a:pt x="630047" y="1860823"/>
                  <a:pt x="602060" y="1815041"/>
                  <a:pt x="662321" y="1845175"/>
                </a:cubicBezTo>
                <a:cubicBezTo>
                  <a:pt x="675200" y="1851615"/>
                  <a:pt x="685383" y="1862698"/>
                  <a:pt x="698262" y="1869138"/>
                </a:cubicBezTo>
                <a:cubicBezTo>
                  <a:pt x="709557" y="1874786"/>
                  <a:pt x="722060" y="1877650"/>
                  <a:pt x="734203" y="1881120"/>
                </a:cubicBezTo>
                <a:cubicBezTo>
                  <a:pt x="752123" y="1886241"/>
                  <a:pt x="798910" y="1895505"/>
                  <a:pt x="818065" y="1905083"/>
                </a:cubicBezTo>
                <a:cubicBezTo>
                  <a:pt x="902292" y="1947201"/>
                  <a:pt x="792440" y="1918784"/>
                  <a:pt x="925888" y="1941028"/>
                </a:cubicBezTo>
                <a:cubicBezTo>
                  <a:pt x="937868" y="1949016"/>
                  <a:pt x="947916" y="1961281"/>
                  <a:pt x="961829" y="1964991"/>
                </a:cubicBezTo>
                <a:cubicBezTo>
                  <a:pt x="1008771" y="1977510"/>
                  <a:pt x="1105594" y="1988955"/>
                  <a:pt x="1105594" y="1988955"/>
                </a:cubicBezTo>
                <a:cubicBezTo>
                  <a:pt x="1125561" y="1984961"/>
                  <a:pt x="1147816" y="1987077"/>
                  <a:pt x="1165495" y="1976973"/>
                </a:cubicBezTo>
                <a:cubicBezTo>
                  <a:pt x="1199517" y="1957529"/>
                  <a:pt x="1198409" y="1876834"/>
                  <a:pt x="1201436" y="1857156"/>
                </a:cubicBezTo>
                <a:cubicBezTo>
                  <a:pt x="1209781" y="1802906"/>
                  <a:pt x="1219605" y="1756427"/>
                  <a:pt x="1225397" y="1701395"/>
                </a:cubicBezTo>
                <a:cubicBezTo>
                  <a:pt x="1230431" y="1653566"/>
                  <a:pt x="1232429" y="1605453"/>
                  <a:pt x="1237377" y="1557615"/>
                </a:cubicBezTo>
                <a:cubicBezTo>
                  <a:pt x="1244411" y="1489614"/>
                  <a:pt x="1254957" y="1421993"/>
                  <a:pt x="1261338" y="1353927"/>
                </a:cubicBezTo>
                <a:cubicBezTo>
                  <a:pt x="1266942" y="1294148"/>
                  <a:pt x="1269325" y="1234110"/>
                  <a:pt x="1273319" y="1174202"/>
                </a:cubicBezTo>
                <a:cubicBezTo>
                  <a:pt x="1265332" y="1050392"/>
                  <a:pt x="1259660" y="926410"/>
                  <a:pt x="1249358" y="802771"/>
                </a:cubicBezTo>
                <a:cubicBezTo>
                  <a:pt x="1247667" y="782476"/>
                  <a:pt x="1240725" y="762950"/>
                  <a:pt x="1237377" y="742862"/>
                </a:cubicBezTo>
                <a:cubicBezTo>
                  <a:pt x="1231859" y="709750"/>
                  <a:pt x="1230638" y="657492"/>
                  <a:pt x="1213417" y="623046"/>
                </a:cubicBezTo>
                <a:cubicBezTo>
                  <a:pt x="1206978" y="610166"/>
                  <a:pt x="1197443" y="599083"/>
                  <a:pt x="1189456" y="587101"/>
                </a:cubicBezTo>
                <a:cubicBezTo>
                  <a:pt x="1159344" y="496752"/>
                  <a:pt x="1203466" y="604614"/>
                  <a:pt x="1141535" y="527193"/>
                </a:cubicBezTo>
                <a:cubicBezTo>
                  <a:pt x="1133646" y="517330"/>
                  <a:pt x="1137131" y="501352"/>
                  <a:pt x="1129554" y="491248"/>
                </a:cubicBezTo>
                <a:cubicBezTo>
                  <a:pt x="1084907" y="431712"/>
                  <a:pt x="1071474" y="438035"/>
                  <a:pt x="1021731" y="395394"/>
                </a:cubicBezTo>
                <a:cubicBezTo>
                  <a:pt x="1008867" y="384367"/>
                  <a:pt x="997770" y="371431"/>
                  <a:pt x="985790" y="359449"/>
                </a:cubicBezTo>
                <a:cubicBezTo>
                  <a:pt x="981797" y="347467"/>
                  <a:pt x="981387" y="333608"/>
                  <a:pt x="973810" y="323504"/>
                </a:cubicBezTo>
                <a:cubicBezTo>
                  <a:pt x="927923" y="262314"/>
                  <a:pt x="930438" y="269106"/>
                  <a:pt x="877967" y="251615"/>
                </a:cubicBezTo>
                <a:cubicBezTo>
                  <a:pt x="869980" y="243627"/>
                  <a:pt x="864109" y="232703"/>
                  <a:pt x="854006" y="227651"/>
                </a:cubicBezTo>
                <a:cubicBezTo>
                  <a:pt x="831416" y="216355"/>
                  <a:pt x="806085" y="211676"/>
                  <a:pt x="782124" y="203688"/>
                </a:cubicBezTo>
                <a:cubicBezTo>
                  <a:pt x="770144" y="199694"/>
                  <a:pt x="756690" y="198712"/>
                  <a:pt x="746183" y="191706"/>
                </a:cubicBezTo>
                <a:lnTo>
                  <a:pt x="710242" y="167743"/>
                </a:lnTo>
                <a:cubicBezTo>
                  <a:pt x="702255" y="155761"/>
                  <a:pt x="697525" y="140794"/>
                  <a:pt x="686281" y="131798"/>
                </a:cubicBezTo>
                <a:cubicBezTo>
                  <a:pt x="676420" y="123908"/>
                  <a:pt x="662065" y="124507"/>
                  <a:pt x="650340" y="119816"/>
                </a:cubicBezTo>
                <a:cubicBezTo>
                  <a:pt x="642049" y="116499"/>
                  <a:pt x="634367" y="111829"/>
                  <a:pt x="626380" y="107835"/>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525" name="Google Shape;1525;p22"/>
          <p:cNvSpPr/>
          <p:nvPr/>
        </p:nvSpPr>
        <p:spPr>
          <a:xfrm>
            <a:off x="2430496" y="3211084"/>
            <a:ext cx="876120" cy="623046"/>
          </a:xfrm>
          <a:custGeom>
            <a:avLst/>
            <a:gdLst/>
            <a:ahLst/>
            <a:cxnLst/>
            <a:rect l="l" t="t" r="r" b="b"/>
            <a:pathLst>
              <a:path w="876120" h="623046" extrusionOk="0">
                <a:moveTo>
                  <a:pt x="313004" y="131798"/>
                </a:moveTo>
                <a:cubicBezTo>
                  <a:pt x="135111" y="25051"/>
                  <a:pt x="349141" y="145575"/>
                  <a:pt x="205180" y="83871"/>
                </a:cubicBezTo>
                <a:cubicBezTo>
                  <a:pt x="89349" y="34224"/>
                  <a:pt x="258897" y="82326"/>
                  <a:pt x="121318" y="47926"/>
                </a:cubicBezTo>
                <a:cubicBezTo>
                  <a:pt x="24544" y="58680"/>
                  <a:pt x="-37497" y="29190"/>
                  <a:pt x="25475" y="167743"/>
                </a:cubicBezTo>
                <a:cubicBezTo>
                  <a:pt x="32865" y="184002"/>
                  <a:pt x="56815" y="185073"/>
                  <a:pt x="73397" y="191706"/>
                </a:cubicBezTo>
                <a:cubicBezTo>
                  <a:pt x="96847" y="201087"/>
                  <a:pt x="121318" y="207681"/>
                  <a:pt x="145279" y="215669"/>
                </a:cubicBezTo>
                <a:cubicBezTo>
                  <a:pt x="157259" y="219663"/>
                  <a:pt x="170713" y="220645"/>
                  <a:pt x="181220" y="227651"/>
                </a:cubicBezTo>
                <a:cubicBezTo>
                  <a:pt x="193200" y="235639"/>
                  <a:pt x="204282" y="245174"/>
                  <a:pt x="217161" y="251614"/>
                </a:cubicBezTo>
                <a:cubicBezTo>
                  <a:pt x="228456" y="257262"/>
                  <a:pt x="242063" y="257462"/>
                  <a:pt x="253102" y="263596"/>
                </a:cubicBezTo>
                <a:cubicBezTo>
                  <a:pt x="325426" y="303781"/>
                  <a:pt x="308168" y="309588"/>
                  <a:pt x="372905" y="335486"/>
                </a:cubicBezTo>
                <a:cubicBezTo>
                  <a:pt x="396355" y="344867"/>
                  <a:pt x="444787" y="359449"/>
                  <a:pt x="444787" y="359449"/>
                </a:cubicBezTo>
                <a:cubicBezTo>
                  <a:pt x="513459" y="462467"/>
                  <a:pt x="422019" y="341233"/>
                  <a:pt x="504689" y="407376"/>
                </a:cubicBezTo>
                <a:cubicBezTo>
                  <a:pt x="515933" y="416372"/>
                  <a:pt x="516439" y="435689"/>
                  <a:pt x="528650" y="443321"/>
                </a:cubicBezTo>
                <a:cubicBezTo>
                  <a:pt x="550067" y="456708"/>
                  <a:pt x="576571" y="459296"/>
                  <a:pt x="600532" y="467284"/>
                </a:cubicBezTo>
                <a:lnTo>
                  <a:pt x="636473" y="479266"/>
                </a:lnTo>
                <a:lnTo>
                  <a:pt x="672414" y="491248"/>
                </a:lnTo>
                <a:cubicBezTo>
                  <a:pt x="746171" y="601892"/>
                  <a:pt x="652046" y="465783"/>
                  <a:pt x="720335" y="551156"/>
                </a:cubicBezTo>
                <a:cubicBezTo>
                  <a:pt x="729330" y="562401"/>
                  <a:pt x="734114" y="576918"/>
                  <a:pt x="744296" y="587101"/>
                </a:cubicBezTo>
                <a:cubicBezTo>
                  <a:pt x="767520" y="610327"/>
                  <a:pt x="786946" y="613301"/>
                  <a:pt x="816178" y="623046"/>
                </a:cubicBezTo>
                <a:cubicBezTo>
                  <a:pt x="832152" y="619052"/>
                  <a:pt x="852457" y="622707"/>
                  <a:pt x="864099" y="611064"/>
                </a:cubicBezTo>
                <a:cubicBezTo>
                  <a:pt x="891011" y="584149"/>
                  <a:pt x="864371" y="456299"/>
                  <a:pt x="864099" y="455303"/>
                </a:cubicBezTo>
                <a:cubicBezTo>
                  <a:pt x="861127" y="444405"/>
                  <a:pt x="848816" y="438571"/>
                  <a:pt x="840139" y="431339"/>
                </a:cubicBezTo>
                <a:cubicBezTo>
                  <a:pt x="824800" y="418555"/>
                  <a:pt x="808191" y="407376"/>
                  <a:pt x="792217" y="395394"/>
                </a:cubicBezTo>
                <a:cubicBezTo>
                  <a:pt x="779658" y="357711"/>
                  <a:pt x="782757" y="349147"/>
                  <a:pt x="744296" y="323504"/>
                </a:cubicBezTo>
                <a:cubicBezTo>
                  <a:pt x="733789" y="316499"/>
                  <a:pt x="720335" y="315517"/>
                  <a:pt x="708355" y="311523"/>
                </a:cubicBezTo>
                <a:cubicBezTo>
                  <a:pt x="670605" y="286353"/>
                  <a:pt x="678446" y="287026"/>
                  <a:pt x="636473" y="275578"/>
                </a:cubicBezTo>
                <a:cubicBezTo>
                  <a:pt x="604702" y="266912"/>
                  <a:pt x="540630" y="251614"/>
                  <a:pt x="540630" y="251614"/>
                </a:cubicBezTo>
                <a:cubicBezTo>
                  <a:pt x="528650" y="243626"/>
                  <a:pt x="517847" y="233499"/>
                  <a:pt x="504689" y="227651"/>
                </a:cubicBezTo>
                <a:cubicBezTo>
                  <a:pt x="481609" y="217392"/>
                  <a:pt x="432807" y="203688"/>
                  <a:pt x="432807" y="203688"/>
                </a:cubicBezTo>
                <a:cubicBezTo>
                  <a:pt x="416833" y="191706"/>
                  <a:pt x="402745" y="176674"/>
                  <a:pt x="384886" y="167743"/>
                </a:cubicBezTo>
                <a:cubicBezTo>
                  <a:pt x="370159" y="160379"/>
                  <a:pt x="352735" y="160493"/>
                  <a:pt x="336964" y="155761"/>
                </a:cubicBezTo>
                <a:cubicBezTo>
                  <a:pt x="312772" y="148503"/>
                  <a:pt x="289585" y="137925"/>
                  <a:pt x="265082" y="131798"/>
                </a:cubicBezTo>
                <a:cubicBezTo>
                  <a:pt x="204910" y="116753"/>
                  <a:pt x="232781" y="125023"/>
                  <a:pt x="181220" y="107835"/>
                </a:cubicBezTo>
                <a:cubicBezTo>
                  <a:pt x="120506" y="47114"/>
                  <a:pt x="199081" y="118552"/>
                  <a:pt x="121318" y="71890"/>
                </a:cubicBezTo>
                <a:cubicBezTo>
                  <a:pt x="111632" y="66078"/>
                  <a:pt x="107460" y="52978"/>
                  <a:pt x="97357" y="47926"/>
                </a:cubicBezTo>
                <a:cubicBezTo>
                  <a:pt x="17897" y="8192"/>
                  <a:pt x="25475" y="53409"/>
                  <a:pt x="25475"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526" name="Google Shape;1526;p22"/>
          <p:cNvSpPr/>
          <p:nvPr/>
        </p:nvSpPr>
        <p:spPr>
          <a:xfrm>
            <a:off x="2659637" y="3007396"/>
            <a:ext cx="1466735" cy="1270055"/>
          </a:xfrm>
          <a:custGeom>
            <a:avLst/>
            <a:gdLst/>
            <a:ahLst/>
            <a:cxnLst/>
            <a:rect l="l" t="t" r="r" b="b"/>
            <a:pathLst>
              <a:path w="1466735" h="1270055" extrusionOk="0">
                <a:moveTo>
                  <a:pt x="359410" y="0"/>
                </a:moveTo>
                <a:cubicBezTo>
                  <a:pt x="375384" y="23963"/>
                  <a:pt x="388896" y="49764"/>
                  <a:pt x="407332" y="71889"/>
                </a:cubicBezTo>
                <a:cubicBezTo>
                  <a:pt x="430007" y="99102"/>
                  <a:pt x="476254" y="148290"/>
                  <a:pt x="515155" y="167743"/>
                </a:cubicBezTo>
                <a:cubicBezTo>
                  <a:pt x="526450" y="173391"/>
                  <a:pt x="539116" y="175730"/>
                  <a:pt x="551096" y="179724"/>
                </a:cubicBezTo>
                <a:cubicBezTo>
                  <a:pt x="591167" y="219800"/>
                  <a:pt x="558101" y="189863"/>
                  <a:pt x="610998" y="227651"/>
                </a:cubicBezTo>
                <a:cubicBezTo>
                  <a:pt x="674462" y="272988"/>
                  <a:pt x="636535" y="256134"/>
                  <a:pt x="694860" y="275578"/>
                </a:cubicBezTo>
                <a:cubicBezTo>
                  <a:pt x="749608" y="357708"/>
                  <a:pt x="677574" y="260760"/>
                  <a:pt x="778723" y="347468"/>
                </a:cubicBezTo>
                <a:cubicBezTo>
                  <a:pt x="789655" y="356839"/>
                  <a:pt x="792502" y="373230"/>
                  <a:pt x="802683" y="383412"/>
                </a:cubicBezTo>
                <a:cubicBezTo>
                  <a:pt x="825909" y="406640"/>
                  <a:pt x="845330" y="409612"/>
                  <a:pt x="874565" y="419357"/>
                </a:cubicBezTo>
                <a:cubicBezTo>
                  <a:pt x="921368" y="466166"/>
                  <a:pt x="872256" y="424193"/>
                  <a:pt x="934467" y="455302"/>
                </a:cubicBezTo>
                <a:cubicBezTo>
                  <a:pt x="1027363" y="501755"/>
                  <a:pt x="916012" y="461133"/>
                  <a:pt x="1006349" y="491247"/>
                </a:cubicBezTo>
                <a:cubicBezTo>
                  <a:pt x="1014336" y="499235"/>
                  <a:pt x="1021490" y="508154"/>
                  <a:pt x="1030310" y="515211"/>
                </a:cubicBezTo>
                <a:cubicBezTo>
                  <a:pt x="1041553" y="524207"/>
                  <a:pt x="1058265" y="527193"/>
                  <a:pt x="1066251" y="539174"/>
                </a:cubicBezTo>
                <a:cubicBezTo>
                  <a:pt x="1075385" y="552876"/>
                  <a:pt x="1067388" y="574708"/>
                  <a:pt x="1078231" y="587101"/>
                </a:cubicBezTo>
                <a:cubicBezTo>
                  <a:pt x="1103213" y="615655"/>
                  <a:pt x="1147967" y="637486"/>
                  <a:pt x="1186054" y="647009"/>
                </a:cubicBezTo>
                <a:cubicBezTo>
                  <a:pt x="1205809" y="651948"/>
                  <a:pt x="1225989" y="654997"/>
                  <a:pt x="1245956" y="658991"/>
                </a:cubicBezTo>
                <a:cubicBezTo>
                  <a:pt x="1328345" y="713923"/>
                  <a:pt x="1290518" y="697809"/>
                  <a:pt x="1353779" y="718899"/>
                </a:cubicBezTo>
                <a:cubicBezTo>
                  <a:pt x="1409688" y="802770"/>
                  <a:pt x="1377739" y="774813"/>
                  <a:pt x="1437642" y="814752"/>
                </a:cubicBezTo>
                <a:cubicBezTo>
                  <a:pt x="1445629" y="826734"/>
                  <a:pt x="1460917" y="836314"/>
                  <a:pt x="1461602" y="850697"/>
                </a:cubicBezTo>
                <a:cubicBezTo>
                  <a:pt x="1468380" y="993046"/>
                  <a:pt x="1476921" y="1024578"/>
                  <a:pt x="1425661" y="1114293"/>
                </a:cubicBezTo>
                <a:cubicBezTo>
                  <a:pt x="1418517" y="1126796"/>
                  <a:pt x="1408845" y="1137735"/>
                  <a:pt x="1401701" y="1150238"/>
                </a:cubicBezTo>
                <a:cubicBezTo>
                  <a:pt x="1376396" y="1194527"/>
                  <a:pt x="1379975" y="1207912"/>
                  <a:pt x="1341799" y="1246092"/>
                </a:cubicBezTo>
                <a:cubicBezTo>
                  <a:pt x="1331618" y="1256274"/>
                  <a:pt x="1317838" y="1262067"/>
                  <a:pt x="1305858" y="1270055"/>
                </a:cubicBezTo>
                <a:cubicBezTo>
                  <a:pt x="1289884" y="1262067"/>
                  <a:pt x="1272796" y="1255999"/>
                  <a:pt x="1257937" y="1246092"/>
                </a:cubicBezTo>
                <a:cubicBezTo>
                  <a:pt x="1248538" y="1239826"/>
                  <a:pt x="1244079" y="1227180"/>
                  <a:pt x="1233976" y="1222128"/>
                </a:cubicBezTo>
                <a:cubicBezTo>
                  <a:pt x="1219249" y="1214764"/>
                  <a:pt x="1202028" y="1214141"/>
                  <a:pt x="1186054" y="1210147"/>
                </a:cubicBezTo>
                <a:lnTo>
                  <a:pt x="1114172" y="1138257"/>
                </a:lnTo>
                <a:cubicBezTo>
                  <a:pt x="1106185" y="1130269"/>
                  <a:pt x="1100928" y="1117865"/>
                  <a:pt x="1090212" y="1114293"/>
                </a:cubicBezTo>
                <a:lnTo>
                  <a:pt x="1054271" y="1102312"/>
                </a:lnTo>
                <a:cubicBezTo>
                  <a:pt x="1042291" y="1094324"/>
                  <a:pt x="1029391" y="1087567"/>
                  <a:pt x="1018330" y="1078348"/>
                </a:cubicBezTo>
                <a:cubicBezTo>
                  <a:pt x="1005314" y="1067500"/>
                  <a:pt x="997100" y="1050811"/>
                  <a:pt x="982389" y="1042404"/>
                </a:cubicBezTo>
                <a:cubicBezTo>
                  <a:pt x="968093" y="1034234"/>
                  <a:pt x="949884" y="1036204"/>
                  <a:pt x="934467" y="1030422"/>
                </a:cubicBezTo>
                <a:cubicBezTo>
                  <a:pt x="917745" y="1024151"/>
                  <a:pt x="902520" y="1014447"/>
                  <a:pt x="886546" y="1006459"/>
                </a:cubicBezTo>
                <a:cubicBezTo>
                  <a:pt x="878559" y="998471"/>
                  <a:pt x="868396" y="992182"/>
                  <a:pt x="862585" y="982495"/>
                </a:cubicBezTo>
                <a:cubicBezTo>
                  <a:pt x="833354" y="933771"/>
                  <a:pt x="872088" y="956053"/>
                  <a:pt x="826644" y="910605"/>
                </a:cubicBezTo>
                <a:cubicBezTo>
                  <a:pt x="816463" y="900423"/>
                  <a:pt x="802683" y="894630"/>
                  <a:pt x="790703" y="886642"/>
                </a:cubicBezTo>
                <a:cubicBezTo>
                  <a:pt x="782716" y="862679"/>
                  <a:pt x="778037" y="837345"/>
                  <a:pt x="766742" y="814752"/>
                </a:cubicBezTo>
                <a:cubicBezTo>
                  <a:pt x="758755" y="798776"/>
                  <a:pt x="749415" y="783409"/>
                  <a:pt x="742782" y="766825"/>
                </a:cubicBezTo>
                <a:cubicBezTo>
                  <a:pt x="733402" y="743372"/>
                  <a:pt x="726808" y="718899"/>
                  <a:pt x="718821" y="694936"/>
                </a:cubicBezTo>
                <a:cubicBezTo>
                  <a:pt x="714828" y="682954"/>
                  <a:pt x="713846" y="669500"/>
                  <a:pt x="706841" y="658991"/>
                </a:cubicBezTo>
                <a:cubicBezTo>
                  <a:pt x="698854" y="647009"/>
                  <a:pt x="692362" y="633883"/>
                  <a:pt x="682880" y="623046"/>
                </a:cubicBezTo>
                <a:cubicBezTo>
                  <a:pt x="633821" y="566972"/>
                  <a:pt x="635755" y="571656"/>
                  <a:pt x="587037" y="539174"/>
                </a:cubicBezTo>
                <a:cubicBezTo>
                  <a:pt x="571063" y="515211"/>
                  <a:pt x="563078" y="483260"/>
                  <a:pt x="539116" y="467284"/>
                </a:cubicBezTo>
                <a:cubicBezTo>
                  <a:pt x="527136" y="459296"/>
                  <a:pt x="516333" y="449170"/>
                  <a:pt x="503175" y="443321"/>
                </a:cubicBezTo>
                <a:cubicBezTo>
                  <a:pt x="480095" y="433062"/>
                  <a:pt x="455254" y="427345"/>
                  <a:pt x="431293" y="419357"/>
                </a:cubicBezTo>
                <a:lnTo>
                  <a:pt x="395352" y="407376"/>
                </a:lnTo>
                <a:cubicBezTo>
                  <a:pt x="383371" y="403382"/>
                  <a:pt x="371662" y="398457"/>
                  <a:pt x="359410" y="395394"/>
                </a:cubicBezTo>
                <a:cubicBezTo>
                  <a:pt x="299238" y="380349"/>
                  <a:pt x="327109" y="388619"/>
                  <a:pt x="275548" y="371431"/>
                </a:cubicBezTo>
                <a:cubicBezTo>
                  <a:pt x="263568" y="359449"/>
                  <a:pt x="250453" y="348503"/>
                  <a:pt x="239607" y="335486"/>
                </a:cubicBezTo>
                <a:cubicBezTo>
                  <a:pt x="230389" y="324423"/>
                  <a:pt x="226890" y="308537"/>
                  <a:pt x="215646" y="299541"/>
                </a:cubicBezTo>
                <a:cubicBezTo>
                  <a:pt x="205785" y="291651"/>
                  <a:pt x="191000" y="293207"/>
                  <a:pt x="179705" y="287559"/>
                </a:cubicBezTo>
                <a:cubicBezTo>
                  <a:pt x="160227" y="277819"/>
                  <a:pt x="109413" y="237151"/>
                  <a:pt x="95843" y="227651"/>
                </a:cubicBezTo>
                <a:cubicBezTo>
                  <a:pt x="72252" y="211135"/>
                  <a:pt x="23961" y="179724"/>
                  <a:pt x="23961" y="179724"/>
                </a:cubicBezTo>
                <a:cubicBezTo>
                  <a:pt x="10194" y="138421"/>
                  <a:pt x="20910" y="152710"/>
                  <a:pt x="0" y="131798"/>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527" name="Google Shape;1527;p22"/>
          <p:cNvSpPr/>
          <p:nvPr/>
        </p:nvSpPr>
        <p:spPr>
          <a:xfrm>
            <a:off x="3965495" y="4323060"/>
            <a:ext cx="479214" cy="1440116"/>
          </a:xfrm>
          <a:custGeom>
            <a:avLst/>
            <a:gdLst/>
            <a:ahLst/>
            <a:cxnLst/>
            <a:rect l="l" t="t" r="r" b="b"/>
            <a:pathLst>
              <a:path w="479214" h="1440116" extrusionOk="0">
                <a:moveTo>
                  <a:pt x="0" y="1332281"/>
                </a:moveTo>
                <a:cubicBezTo>
                  <a:pt x="19967" y="1348257"/>
                  <a:pt x="38626" y="1366022"/>
                  <a:pt x="59902" y="1380208"/>
                </a:cubicBezTo>
                <a:cubicBezTo>
                  <a:pt x="89509" y="1399948"/>
                  <a:pt x="111817" y="1405503"/>
                  <a:pt x="143764" y="1416153"/>
                </a:cubicBezTo>
                <a:cubicBezTo>
                  <a:pt x="175712" y="1412159"/>
                  <a:pt x="208545" y="1412643"/>
                  <a:pt x="239607" y="1404171"/>
                </a:cubicBezTo>
                <a:cubicBezTo>
                  <a:pt x="253499" y="1400382"/>
                  <a:pt x="263046" y="1387352"/>
                  <a:pt x="275548" y="1380208"/>
                </a:cubicBezTo>
                <a:cubicBezTo>
                  <a:pt x="291054" y="1371347"/>
                  <a:pt x="307495" y="1364233"/>
                  <a:pt x="323469" y="1356245"/>
                </a:cubicBezTo>
                <a:cubicBezTo>
                  <a:pt x="353584" y="1265895"/>
                  <a:pt x="312961" y="1377263"/>
                  <a:pt x="359410" y="1284355"/>
                </a:cubicBezTo>
                <a:cubicBezTo>
                  <a:pt x="365058" y="1273058"/>
                  <a:pt x="367397" y="1260392"/>
                  <a:pt x="371391" y="1248410"/>
                </a:cubicBezTo>
                <a:cubicBezTo>
                  <a:pt x="367397" y="1132587"/>
                  <a:pt x="366638" y="1016608"/>
                  <a:pt x="359410" y="900942"/>
                </a:cubicBezTo>
                <a:cubicBezTo>
                  <a:pt x="357043" y="863074"/>
                  <a:pt x="311749" y="817590"/>
                  <a:pt x="299509" y="793107"/>
                </a:cubicBezTo>
                <a:cubicBezTo>
                  <a:pt x="291522" y="777131"/>
                  <a:pt x="285929" y="759715"/>
                  <a:pt x="275548" y="745180"/>
                </a:cubicBezTo>
                <a:cubicBezTo>
                  <a:pt x="265700" y="731392"/>
                  <a:pt x="250453" y="722252"/>
                  <a:pt x="239607" y="709235"/>
                </a:cubicBezTo>
                <a:cubicBezTo>
                  <a:pt x="230389" y="698172"/>
                  <a:pt x="223633" y="685272"/>
                  <a:pt x="215646" y="673290"/>
                </a:cubicBezTo>
                <a:cubicBezTo>
                  <a:pt x="211653" y="661308"/>
                  <a:pt x="208641" y="648954"/>
                  <a:pt x="203666" y="637345"/>
                </a:cubicBezTo>
                <a:cubicBezTo>
                  <a:pt x="196631" y="620928"/>
                  <a:pt x="185352" y="606363"/>
                  <a:pt x="179705" y="589419"/>
                </a:cubicBezTo>
                <a:cubicBezTo>
                  <a:pt x="170756" y="562570"/>
                  <a:pt x="161774" y="481741"/>
                  <a:pt x="155744" y="457620"/>
                </a:cubicBezTo>
                <a:cubicBezTo>
                  <a:pt x="149618" y="433115"/>
                  <a:pt x="139771" y="409694"/>
                  <a:pt x="131784" y="385731"/>
                </a:cubicBezTo>
                <a:lnTo>
                  <a:pt x="119803" y="349786"/>
                </a:lnTo>
                <a:cubicBezTo>
                  <a:pt x="123797" y="313841"/>
                  <a:pt x="123939" y="277256"/>
                  <a:pt x="131784" y="241951"/>
                </a:cubicBezTo>
                <a:cubicBezTo>
                  <a:pt x="140003" y="204964"/>
                  <a:pt x="167725" y="134116"/>
                  <a:pt x="167725" y="134116"/>
                </a:cubicBezTo>
                <a:cubicBezTo>
                  <a:pt x="171718" y="102165"/>
                  <a:pt x="173946" y="69943"/>
                  <a:pt x="179705" y="38263"/>
                </a:cubicBezTo>
                <a:cubicBezTo>
                  <a:pt x="181964" y="25837"/>
                  <a:pt x="186710" y="-9291"/>
                  <a:pt x="191685" y="2318"/>
                </a:cubicBezTo>
                <a:cubicBezTo>
                  <a:pt x="207728" y="39755"/>
                  <a:pt x="207659" y="82195"/>
                  <a:pt x="215646" y="122134"/>
                </a:cubicBezTo>
                <a:cubicBezTo>
                  <a:pt x="219149" y="139648"/>
                  <a:pt x="231620" y="154085"/>
                  <a:pt x="239607" y="170061"/>
                </a:cubicBezTo>
                <a:cubicBezTo>
                  <a:pt x="259202" y="346439"/>
                  <a:pt x="235040" y="216267"/>
                  <a:pt x="275548" y="337804"/>
                </a:cubicBezTo>
                <a:cubicBezTo>
                  <a:pt x="290752" y="383422"/>
                  <a:pt x="282197" y="381277"/>
                  <a:pt x="299509" y="421676"/>
                </a:cubicBezTo>
                <a:cubicBezTo>
                  <a:pt x="320078" y="469674"/>
                  <a:pt x="324213" y="460595"/>
                  <a:pt x="335450" y="505547"/>
                </a:cubicBezTo>
                <a:cubicBezTo>
                  <a:pt x="340389" y="525304"/>
                  <a:pt x="343013" y="545575"/>
                  <a:pt x="347430" y="565455"/>
                </a:cubicBezTo>
                <a:cubicBezTo>
                  <a:pt x="351002" y="581530"/>
                  <a:pt x="355838" y="597307"/>
                  <a:pt x="359410" y="613382"/>
                </a:cubicBezTo>
                <a:cubicBezTo>
                  <a:pt x="364877" y="637984"/>
                  <a:pt x="370528" y="683546"/>
                  <a:pt x="383371" y="709235"/>
                </a:cubicBezTo>
                <a:cubicBezTo>
                  <a:pt x="389810" y="722115"/>
                  <a:pt x="399345" y="733198"/>
                  <a:pt x="407332" y="745180"/>
                </a:cubicBezTo>
                <a:cubicBezTo>
                  <a:pt x="415319" y="769143"/>
                  <a:pt x="426338" y="792301"/>
                  <a:pt x="431292" y="817070"/>
                </a:cubicBezTo>
                <a:cubicBezTo>
                  <a:pt x="435286" y="837039"/>
                  <a:pt x="439630" y="856942"/>
                  <a:pt x="443273" y="876978"/>
                </a:cubicBezTo>
                <a:cubicBezTo>
                  <a:pt x="450393" y="916142"/>
                  <a:pt x="457369" y="969318"/>
                  <a:pt x="467233" y="1008777"/>
                </a:cubicBezTo>
                <a:cubicBezTo>
                  <a:pt x="470296" y="1021030"/>
                  <a:pt x="475220" y="1032740"/>
                  <a:pt x="479214" y="1044722"/>
                </a:cubicBezTo>
                <a:cubicBezTo>
                  <a:pt x="456038" y="1346027"/>
                  <a:pt x="488189" y="1092699"/>
                  <a:pt x="443273" y="1272373"/>
                </a:cubicBezTo>
                <a:cubicBezTo>
                  <a:pt x="443170" y="1272785"/>
                  <a:pt x="425040" y="1350517"/>
                  <a:pt x="419312" y="1356245"/>
                </a:cubicBezTo>
                <a:cubicBezTo>
                  <a:pt x="398950" y="1376609"/>
                  <a:pt x="367792" y="1383806"/>
                  <a:pt x="347430" y="1404171"/>
                </a:cubicBezTo>
                <a:cubicBezTo>
                  <a:pt x="339443" y="1412159"/>
                  <a:pt x="333155" y="1422323"/>
                  <a:pt x="323469" y="1428135"/>
                </a:cubicBezTo>
                <a:cubicBezTo>
                  <a:pt x="312640" y="1434633"/>
                  <a:pt x="299508" y="1436122"/>
                  <a:pt x="287528" y="1440116"/>
                </a:cubicBezTo>
                <a:cubicBezTo>
                  <a:pt x="259574" y="1432128"/>
                  <a:pt x="232115" y="1422143"/>
                  <a:pt x="203666" y="1416153"/>
                </a:cubicBezTo>
                <a:cubicBezTo>
                  <a:pt x="156126" y="1406144"/>
                  <a:pt x="59902" y="1392190"/>
                  <a:pt x="59902" y="1392190"/>
                </a:cubicBezTo>
                <a:cubicBezTo>
                  <a:pt x="47922" y="1388196"/>
                  <a:pt x="23961" y="1392837"/>
                  <a:pt x="23961" y="1380208"/>
                </a:cubicBezTo>
                <a:cubicBezTo>
                  <a:pt x="23961" y="1367579"/>
                  <a:pt x="47351" y="1366831"/>
                  <a:pt x="59902" y="1368226"/>
                </a:cubicBezTo>
                <a:cubicBezTo>
                  <a:pt x="111225" y="1373929"/>
                  <a:pt x="130277" y="1391185"/>
                  <a:pt x="167725" y="1416153"/>
                </a:cubicBezTo>
                <a:cubicBezTo>
                  <a:pt x="219640" y="1408165"/>
                  <a:pt x="271843" y="1401871"/>
                  <a:pt x="323469" y="1392190"/>
                </a:cubicBezTo>
                <a:cubicBezTo>
                  <a:pt x="335881" y="1389862"/>
                  <a:pt x="349549" y="1388098"/>
                  <a:pt x="359410" y="1380208"/>
                </a:cubicBezTo>
                <a:cubicBezTo>
                  <a:pt x="370654" y="1371212"/>
                  <a:pt x="375384" y="1356245"/>
                  <a:pt x="383371" y="1344263"/>
                </a:cubicBezTo>
                <a:cubicBezTo>
                  <a:pt x="396917" y="1276522"/>
                  <a:pt x="395351" y="1304720"/>
                  <a:pt x="395351" y="1260391"/>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528" name="Google Shape;1528;p22"/>
          <p:cNvSpPr/>
          <p:nvPr/>
        </p:nvSpPr>
        <p:spPr>
          <a:xfrm>
            <a:off x="3819237" y="5020314"/>
            <a:ext cx="494553" cy="663363"/>
          </a:xfrm>
          <a:custGeom>
            <a:avLst/>
            <a:gdLst/>
            <a:ahLst/>
            <a:cxnLst/>
            <a:rect l="l" t="t" r="r" b="b"/>
            <a:pathLst>
              <a:path w="494553" h="663363" extrusionOk="0">
                <a:moveTo>
                  <a:pt x="433786" y="167743"/>
                </a:moveTo>
                <a:cubicBezTo>
                  <a:pt x="437780" y="147774"/>
                  <a:pt x="445767" y="128200"/>
                  <a:pt x="445767" y="107835"/>
                </a:cubicBezTo>
                <a:cubicBezTo>
                  <a:pt x="445767" y="95205"/>
                  <a:pt x="438761" y="83499"/>
                  <a:pt x="433786" y="71890"/>
                </a:cubicBezTo>
                <a:cubicBezTo>
                  <a:pt x="409466" y="15137"/>
                  <a:pt x="419786" y="30604"/>
                  <a:pt x="373885" y="0"/>
                </a:cubicBezTo>
                <a:cubicBezTo>
                  <a:pt x="325963" y="3994"/>
                  <a:pt x="277140" y="1904"/>
                  <a:pt x="230120" y="11981"/>
                </a:cubicBezTo>
                <a:cubicBezTo>
                  <a:pt x="219075" y="14348"/>
                  <a:pt x="215846" y="30133"/>
                  <a:pt x="206160" y="35945"/>
                </a:cubicBezTo>
                <a:cubicBezTo>
                  <a:pt x="195332" y="42443"/>
                  <a:pt x="182199" y="43932"/>
                  <a:pt x="170219" y="47926"/>
                </a:cubicBezTo>
                <a:cubicBezTo>
                  <a:pt x="100136" y="118017"/>
                  <a:pt x="133813" y="92169"/>
                  <a:pt x="74376" y="131798"/>
                </a:cubicBezTo>
                <a:cubicBezTo>
                  <a:pt x="50313" y="167896"/>
                  <a:pt x="44693" y="173107"/>
                  <a:pt x="26454" y="215669"/>
                </a:cubicBezTo>
                <a:cubicBezTo>
                  <a:pt x="21479" y="227278"/>
                  <a:pt x="18467" y="239632"/>
                  <a:pt x="14474" y="251614"/>
                </a:cubicBezTo>
                <a:cubicBezTo>
                  <a:pt x="220" y="365662"/>
                  <a:pt x="-9292" y="392504"/>
                  <a:pt x="14474" y="527192"/>
                </a:cubicBezTo>
                <a:cubicBezTo>
                  <a:pt x="16437" y="538316"/>
                  <a:pt x="30448" y="543168"/>
                  <a:pt x="38435" y="551156"/>
                </a:cubicBezTo>
                <a:cubicBezTo>
                  <a:pt x="73689" y="621673"/>
                  <a:pt x="45452" y="593434"/>
                  <a:pt x="134278" y="623046"/>
                </a:cubicBezTo>
                <a:lnTo>
                  <a:pt x="170219" y="635027"/>
                </a:lnTo>
                <a:cubicBezTo>
                  <a:pt x="178206" y="643015"/>
                  <a:pt x="182897" y="658427"/>
                  <a:pt x="194179" y="658991"/>
                </a:cubicBezTo>
                <a:cubicBezTo>
                  <a:pt x="359582" y="667262"/>
                  <a:pt x="352553" y="666103"/>
                  <a:pt x="445767" y="635027"/>
                </a:cubicBezTo>
                <a:lnTo>
                  <a:pt x="469727" y="563137"/>
                </a:lnTo>
                <a:lnTo>
                  <a:pt x="481708" y="527192"/>
                </a:lnTo>
                <a:cubicBezTo>
                  <a:pt x="491474" y="390449"/>
                  <a:pt x="504923" y="307046"/>
                  <a:pt x="481708" y="167743"/>
                </a:cubicBezTo>
                <a:cubicBezTo>
                  <a:pt x="479851" y="156601"/>
                  <a:pt x="465734" y="151767"/>
                  <a:pt x="457747" y="143779"/>
                </a:cubicBezTo>
                <a:cubicBezTo>
                  <a:pt x="436693" y="80611"/>
                  <a:pt x="459682" y="131724"/>
                  <a:pt x="409826" y="71890"/>
                </a:cubicBezTo>
                <a:cubicBezTo>
                  <a:pt x="400608" y="60827"/>
                  <a:pt x="394860" y="47190"/>
                  <a:pt x="385865" y="35945"/>
                </a:cubicBezTo>
                <a:cubicBezTo>
                  <a:pt x="378809" y="27124"/>
                  <a:pt x="361904" y="11981"/>
                  <a:pt x="361904" y="11981"/>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529" name="Google Shape;1529;p22"/>
          <p:cNvSpPr/>
          <p:nvPr/>
        </p:nvSpPr>
        <p:spPr>
          <a:xfrm>
            <a:off x="3802209" y="5020298"/>
            <a:ext cx="534677" cy="694952"/>
          </a:xfrm>
          <a:custGeom>
            <a:avLst/>
            <a:gdLst/>
            <a:ahLst/>
            <a:cxnLst/>
            <a:rect l="l" t="t" r="r" b="b"/>
            <a:pathLst>
              <a:path w="534677" h="694952" extrusionOk="0">
                <a:moveTo>
                  <a:pt x="390913" y="11997"/>
                </a:moveTo>
                <a:cubicBezTo>
                  <a:pt x="230907" y="38668"/>
                  <a:pt x="294280" y="24177"/>
                  <a:pt x="199227" y="47942"/>
                </a:cubicBezTo>
                <a:cubicBezTo>
                  <a:pt x="191240" y="55930"/>
                  <a:pt x="185369" y="66854"/>
                  <a:pt x="175266" y="71906"/>
                </a:cubicBezTo>
                <a:cubicBezTo>
                  <a:pt x="152676" y="83202"/>
                  <a:pt x="103384" y="95869"/>
                  <a:pt x="103384" y="95869"/>
                </a:cubicBezTo>
                <a:cubicBezTo>
                  <a:pt x="95397" y="107851"/>
                  <a:pt x="86567" y="119311"/>
                  <a:pt x="79423" y="131814"/>
                </a:cubicBezTo>
                <a:cubicBezTo>
                  <a:pt x="70562" y="147322"/>
                  <a:pt x="68092" y="167110"/>
                  <a:pt x="55463" y="179740"/>
                </a:cubicBezTo>
                <a:cubicBezTo>
                  <a:pt x="46534" y="188670"/>
                  <a:pt x="31502" y="187728"/>
                  <a:pt x="19522" y="191722"/>
                </a:cubicBezTo>
                <a:cubicBezTo>
                  <a:pt x="-12828" y="288778"/>
                  <a:pt x="674" y="233435"/>
                  <a:pt x="19522" y="431355"/>
                </a:cubicBezTo>
                <a:cubicBezTo>
                  <a:pt x="20425" y="440839"/>
                  <a:pt x="37140" y="502541"/>
                  <a:pt x="43482" y="515227"/>
                </a:cubicBezTo>
                <a:cubicBezTo>
                  <a:pt x="49921" y="528107"/>
                  <a:pt x="59456" y="539190"/>
                  <a:pt x="67443" y="551172"/>
                </a:cubicBezTo>
                <a:cubicBezTo>
                  <a:pt x="75335" y="574851"/>
                  <a:pt x="82270" y="606169"/>
                  <a:pt x="103384" y="623062"/>
                </a:cubicBezTo>
                <a:cubicBezTo>
                  <a:pt x="113245" y="630951"/>
                  <a:pt x="127345" y="631049"/>
                  <a:pt x="139325" y="635043"/>
                </a:cubicBezTo>
                <a:cubicBezTo>
                  <a:pt x="181145" y="676868"/>
                  <a:pt x="152569" y="655434"/>
                  <a:pt x="235168" y="682970"/>
                </a:cubicBezTo>
                <a:lnTo>
                  <a:pt x="271109" y="694952"/>
                </a:lnTo>
                <a:cubicBezTo>
                  <a:pt x="279184" y="693606"/>
                  <a:pt x="389497" y="676012"/>
                  <a:pt x="402893" y="670988"/>
                </a:cubicBezTo>
                <a:cubicBezTo>
                  <a:pt x="416375" y="665932"/>
                  <a:pt x="426854" y="655013"/>
                  <a:pt x="438834" y="647025"/>
                </a:cubicBezTo>
                <a:cubicBezTo>
                  <a:pt x="450814" y="631049"/>
                  <a:pt x="460656" y="613219"/>
                  <a:pt x="474775" y="599098"/>
                </a:cubicBezTo>
                <a:cubicBezTo>
                  <a:pt x="484956" y="588916"/>
                  <a:pt x="504869" y="588293"/>
                  <a:pt x="510716" y="575135"/>
                </a:cubicBezTo>
                <a:cubicBezTo>
                  <a:pt x="522185" y="549327"/>
                  <a:pt x="518402" y="519176"/>
                  <a:pt x="522696" y="491263"/>
                </a:cubicBezTo>
                <a:cubicBezTo>
                  <a:pt x="526390" y="467252"/>
                  <a:pt x="530683" y="443337"/>
                  <a:pt x="534677" y="419374"/>
                </a:cubicBezTo>
                <a:cubicBezTo>
                  <a:pt x="528422" y="356822"/>
                  <a:pt x="542390" y="307271"/>
                  <a:pt x="498736" y="263612"/>
                </a:cubicBezTo>
                <a:cubicBezTo>
                  <a:pt x="488555" y="253430"/>
                  <a:pt x="474775" y="247637"/>
                  <a:pt x="462795" y="239649"/>
                </a:cubicBezTo>
                <a:cubicBezTo>
                  <a:pt x="458801" y="227667"/>
                  <a:pt x="456462" y="215001"/>
                  <a:pt x="450814" y="203704"/>
                </a:cubicBezTo>
                <a:cubicBezTo>
                  <a:pt x="444375" y="190824"/>
                  <a:pt x="431774" y="181292"/>
                  <a:pt x="426854" y="167759"/>
                </a:cubicBezTo>
                <a:cubicBezTo>
                  <a:pt x="415600" y="136807"/>
                  <a:pt x="413306" y="103151"/>
                  <a:pt x="402893" y="71906"/>
                </a:cubicBezTo>
                <a:cubicBezTo>
                  <a:pt x="398900" y="59924"/>
                  <a:pt x="397410" y="46791"/>
                  <a:pt x="390913" y="35961"/>
                </a:cubicBezTo>
                <a:cubicBezTo>
                  <a:pt x="385102" y="26274"/>
                  <a:pt x="377055" y="17049"/>
                  <a:pt x="366952" y="11997"/>
                </a:cubicBezTo>
                <a:cubicBezTo>
                  <a:pt x="341055" y="-953"/>
                  <a:pt x="329214" y="16"/>
                  <a:pt x="307050" y="16"/>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530" name="Google Shape;1530;p22"/>
          <p:cNvSpPr/>
          <p:nvPr/>
        </p:nvSpPr>
        <p:spPr>
          <a:xfrm>
            <a:off x="3856313" y="5091342"/>
            <a:ext cx="218266" cy="288421"/>
          </a:xfrm>
          <a:custGeom>
            <a:avLst/>
            <a:gdLst/>
            <a:ahLst/>
            <a:cxnLst/>
            <a:rect l="l" t="t" r="r" b="b"/>
            <a:pathLst>
              <a:path w="218266" h="288421" extrusionOk="0">
                <a:moveTo>
                  <a:pt x="181064" y="48788"/>
                </a:moveTo>
                <a:cubicBezTo>
                  <a:pt x="165090" y="64764"/>
                  <a:pt x="133875" y="81897"/>
                  <a:pt x="109182" y="96715"/>
                </a:cubicBezTo>
                <a:cubicBezTo>
                  <a:pt x="72173" y="118923"/>
                  <a:pt x="62501" y="120265"/>
                  <a:pt x="25319" y="132660"/>
                </a:cubicBezTo>
                <a:cubicBezTo>
                  <a:pt x="17332" y="144642"/>
                  <a:pt x="2792" y="154277"/>
                  <a:pt x="1359" y="168605"/>
                </a:cubicBezTo>
                <a:cubicBezTo>
                  <a:pt x="-2694" y="209142"/>
                  <a:pt x="423" y="254311"/>
                  <a:pt x="37300" y="276440"/>
                </a:cubicBezTo>
                <a:cubicBezTo>
                  <a:pt x="48129" y="282938"/>
                  <a:pt x="61261" y="284427"/>
                  <a:pt x="73241" y="288421"/>
                </a:cubicBezTo>
                <a:cubicBezTo>
                  <a:pt x="93208" y="284427"/>
                  <a:pt x="118745" y="290839"/>
                  <a:pt x="133143" y="276440"/>
                </a:cubicBezTo>
                <a:cubicBezTo>
                  <a:pt x="142072" y="267510"/>
                  <a:pt x="101195" y="276439"/>
                  <a:pt x="97202" y="264458"/>
                </a:cubicBezTo>
                <a:cubicBezTo>
                  <a:pt x="90763" y="245138"/>
                  <a:pt x="94783" y="218951"/>
                  <a:pt x="109182" y="204550"/>
                </a:cubicBezTo>
                <a:cubicBezTo>
                  <a:pt x="127040" y="186689"/>
                  <a:pt x="181064" y="180586"/>
                  <a:pt x="181064" y="180586"/>
                </a:cubicBezTo>
                <a:cubicBezTo>
                  <a:pt x="201967" y="117869"/>
                  <a:pt x="237800" y="66419"/>
                  <a:pt x="205025" y="862"/>
                </a:cubicBezTo>
                <a:cubicBezTo>
                  <a:pt x="201453" y="-6282"/>
                  <a:pt x="197038" y="32812"/>
                  <a:pt x="181064" y="48788"/>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531" name="Google Shape;1531;p22"/>
          <p:cNvSpPr/>
          <p:nvPr/>
        </p:nvSpPr>
        <p:spPr>
          <a:xfrm>
            <a:off x="1809032" y="4085744"/>
            <a:ext cx="1025430" cy="851024"/>
          </a:xfrm>
          <a:custGeom>
            <a:avLst/>
            <a:gdLst/>
            <a:ahLst/>
            <a:cxnLst/>
            <a:rect l="l" t="t" r="r" b="b"/>
            <a:pathLst>
              <a:path w="1025430" h="851024" extrusionOk="0">
                <a:moveTo>
                  <a:pt x="922487" y="826735"/>
                </a:moveTo>
                <a:cubicBezTo>
                  <a:pt x="942454" y="834723"/>
                  <a:pt x="961099" y="853740"/>
                  <a:pt x="982389" y="850698"/>
                </a:cubicBezTo>
                <a:cubicBezTo>
                  <a:pt x="996644" y="848661"/>
                  <a:pt x="1006350" y="829153"/>
                  <a:pt x="1006350" y="814753"/>
                </a:cubicBezTo>
                <a:cubicBezTo>
                  <a:pt x="1006350" y="748214"/>
                  <a:pt x="987151" y="746038"/>
                  <a:pt x="946448" y="718900"/>
                </a:cubicBezTo>
                <a:cubicBezTo>
                  <a:pt x="918352" y="634601"/>
                  <a:pt x="960568" y="733021"/>
                  <a:pt x="886546" y="658992"/>
                </a:cubicBezTo>
                <a:cubicBezTo>
                  <a:pt x="877616" y="650061"/>
                  <a:pt x="881063" y="633877"/>
                  <a:pt x="874566" y="623047"/>
                </a:cubicBezTo>
                <a:cubicBezTo>
                  <a:pt x="868755" y="613360"/>
                  <a:pt x="858592" y="607071"/>
                  <a:pt x="850605" y="599083"/>
                </a:cubicBezTo>
                <a:cubicBezTo>
                  <a:pt x="846612" y="587101"/>
                  <a:pt x="844758" y="574179"/>
                  <a:pt x="838625" y="563138"/>
                </a:cubicBezTo>
                <a:cubicBezTo>
                  <a:pt x="824640" y="537962"/>
                  <a:pt x="790703" y="491248"/>
                  <a:pt x="790703" y="491248"/>
                </a:cubicBezTo>
                <a:cubicBezTo>
                  <a:pt x="786710" y="479266"/>
                  <a:pt x="786612" y="465166"/>
                  <a:pt x="778723" y="455303"/>
                </a:cubicBezTo>
                <a:cubicBezTo>
                  <a:pt x="769729" y="444059"/>
                  <a:pt x="753843" y="440559"/>
                  <a:pt x="742782" y="431340"/>
                </a:cubicBezTo>
                <a:cubicBezTo>
                  <a:pt x="729766" y="420492"/>
                  <a:pt x="719857" y="406243"/>
                  <a:pt x="706841" y="395395"/>
                </a:cubicBezTo>
                <a:cubicBezTo>
                  <a:pt x="695780" y="386176"/>
                  <a:pt x="682143" y="380428"/>
                  <a:pt x="670900" y="371432"/>
                </a:cubicBezTo>
                <a:cubicBezTo>
                  <a:pt x="631980" y="340292"/>
                  <a:pt x="659295" y="353034"/>
                  <a:pt x="622978" y="311524"/>
                </a:cubicBezTo>
                <a:cubicBezTo>
                  <a:pt x="604383" y="290271"/>
                  <a:pt x="589867" y="260546"/>
                  <a:pt x="563077" y="251615"/>
                </a:cubicBezTo>
                <a:lnTo>
                  <a:pt x="527136" y="239634"/>
                </a:lnTo>
                <a:cubicBezTo>
                  <a:pt x="519149" y="231646"/>
                  <a:pt x="511995" y="222727"/>
                  <a:pt x="503175" y="215670"/>
                </a:cubicBezTo>
                <a:cubicBezTo>
                  <a:pt x="491932" y="206674"/>
                  <a:pt x="477415" y="201889"/>
                  <a:pt x="467234" y="191707"/>
                </a:cubicBezTo>
                <a:cubicBezTo>
                  <a:pt x="423034" y="147503"/>
                  <a:pt x="466211" y="159074"/>
                  <a:pt x="407332" y="119817"/>
                </a:cubicBezTo>
                <a:cubicBezTo>
                  <a:pt x="396825" y="112811"/>
                  <a:pt x="383371" y="111829"/>
                  <a:pt x="371391" y="107835"/>
                </a:cubicBezTo>
                <a:cubicBezTo>
                  <a:pt x="363404" y="95853"/>
                  <a:pt x="359641" y="79522"/>
                  <a:pt x="347430" y="71890"/>
                </a:cubicBezTo>
                <a:cubicBezTo>
                  <a:pt x="326013" y="58503"/>
                  <a:pt x="296562" y="61938"/>
                  <a:pt x="275548" y="47927"/>
                </a:cubicBezTo>
                <a:cubicBezTo>
                  <a:pt x="263568" y="39939"/>
                  <a:pt x="252486" y="30404"/>
                  <a:pt x="239607" y="23964"/>
                </a:cubicBezTo>
                <a:cubicBezTo>
                  <a:pt x="210113" y="9215"/>
                  <a:pt x="159395" y="4603"/>
                  <a:pt x="131784" y="0"/>
                </a:cubicBezTo>
                <a:cubicBezTo>
                  <a:pt x="107823" y="3994"/>
                  <a:pt x="83721" y="7217"/>
                  <a:pt x="59902" y="11982"/>
                </a:cubicBezTo>
                <a:cubicBezTo>
                  <a:pt x="43756" y="15212"/>
                  <a:pt x="24838" y="13677"/>
                  <a:pt x="11981" y="23964"/>
                </a:cubicBezTo>
                <a:cubicBezTo>
                  <a:pt x="2119" y="31854"/>
                  <a:pt x="3994" y="47927"/>
                  <a:pt x="0" y="59909"/>
                </a:cubicBezTo>
                <a:cubicBezTo>
                  <a:pt x="17629" y="148057"/>
                  <a:pt x="686" y="102872"/>
                  <a:pt x="59902" y="191707"/>
                </a:cubicBezTo>
                <a:lnTo>
                  <a:pt x="59902" y="191707"/>
                </a:lnTo>
                <a:cubicBezTo>
                  <a:pt x="63896" y="203689"/>
                  <a:pt x="63994" y="217789"/>
                  <a:pt x="71883" y="227652"/>
                </a:cubicBezTo>
                <a:cubicBezTo>
                  <a:pt x="88773" y="248766"/>
                  <a:pt x="120088" y="255704"/>
                  <a:pt x="143765" y="263597"/>
                </a:cubicBezTo>
                <a:cubicBezTo>
                  <a:pt x="151752" y="279573"/>
                  <a:pt x="160690" y="295107"/>
                  <a:pt x="167725" y="311524"/>
                </a:cubicBezTo>
                <a:cubicBezTo>
                  <a:pt x="172700" y="323132"/>
                  <a:pt x="169198" y="340462"/>
                  <a:pt x="179706" y="347468"/>
                </a:cubicBezTo>
                <a:cubicBezTo>
                  <a:pt x="196648" y="358764"/>
                  <a:pt x="219640" y="355456"/>
                  <a:pt x="239607" y="359450"/>
                </a:cubicBezTo>
                <a:cubicBezTo>
                  <a:pt x="255581" y="367438"/>
                  <a:pt x="270807" y="377141"/>
                  <a:pt x="287529" y="383413"/>
                </a:cubicBezTo>
                <a:cubicBezTo>
                  <a:pt x="302946" y="389195"/>
                  <a:pt x="321154" y="387225"/>
                  <a:pt x="335450" y="395395"/>
                </a:cubicBezTo>
                <a:cubicBezTo>
                  <a:pt x="415302" y="441030"/>
                  <a:pt x="333328" y="417660"/>
                  <a:pt x="395352" y="467285"/>
                </a:cubicBezTo>
                <a:cubicBezTo>
                  <a:pt x="405213" y="475175"/>
                  <a:pt x="420254" y="473134"/>
                  <a:pt x="431293" y="479267"/>
                </a:cubicBezTo>
                <a:cubicBezTo>
                  <a:pt x="456466" y="493254"/>
                  <a:pt x="475855" y="518085"/>
                  <a:pt x="503175" y="527193"/>
                </a:cubicBezTo>
                <a:cubicBezTo>
                  <a:pt x="590677" y="556364"/>
                  <a:pt x="550554" y="545031"/>
                  <a:pt x="622978" y="563138"/>
                </a:cubicBezTo>
                <a:cubicBezTo>
                  <a:pt x="687090" y="627258"/>
                  <a:pt x="593319" y="538528"/>
                  <a:pt x="694861" y="611065"/>
                </a:cubicBezTo>
                <a:cubicBezTo>
                  <a:pt x="708648" y="620914"/>
                  <a:pt x="718822" y="635028"/>
                  <a:pt x="730802" y="647010"/>
                </a:cubicBezTo>
                <a:cubicBezTo>
                  <a:pt x="752100" y="710914"/>
                  <a:pt x="725476" y="662984"/>
                  <a:pt x="778723" y="694936"/>
                </a:cubicBezTo>
                <a:cubicBezTo>
                  <a:pt x="808362" y="712721"/>
                  <a:pt x="802159" y="730357"/>
                  <a:pt x="826644" y="754845"/>
                </a:cubicBezTo>
                <a:cubicBezTo>
                  <a:pt x="836825" y="765027"/>
                  <a:pt x="850605" y="770820"/>
                  <a:pt x="862585" y="778808"/>
                </a:cubicBezTo>
                <a:cubicBezTo>
                  <a:pt x="870572" y="790790"/>
                  <a:pt x="875302" y="805757"/>
                  <a:pt x="886546" y="814753"/>
                </a:cubicBezTo>
                <a:cubicBezTo>
                  <a:pt x="915874" y="838218"/>
                  <a:pt x="1004687" y="824986"/>
                  <a:pt x="1018330" y="814753"/>
                </a:cubicBezTo>
                <a:cubicBezTo>
                  <a:pt x="1034305" y="802771"/>
                  <a:pt x="1018330" y="774814"/>
                  <a:pt x="1018330" y="754845"/>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532" name="Google Shape;1532;p22"/>
          <p:cNvSpPr/>
          <p:nvPr/>
        </p:nvSpPr>
        <p:spPr>
          <a:xfrm>
            <a:off x="2514869" y="3534245"/>
            <a:ext cx="1282901" cy="1246435"/>
          </a:xfrm>
          <a:custGeom>
            <a:avLst/>
            <a:gdLst/>
            <a:ahLst/>
            <a:cxnLst/>
            <a:rect l="l" t="t" r="r" b="b"/>
            <a:pathLst>
              <a:path w="1282901" h="1246435" extrusionOk="0">
                <a:moveTo>
                  <a:pt x="84866" y="24307"/>
                </a:moveTo>
                <a:cubicBezTo>
                  <a:pt x="72886" y="44276"/>
                  <a:pt x="50149" y="60960"/>
                  <a:pt x="48925" y="84215"/>
                </a:cubicBezTo>
                <a:cubicBezTo>
                  <a:pt x="45957" y="140619"/>
                  <a:pt x="63071" y="196335"/>
                  <a:pt x="72886" y="251958"/>
                </a:cubicBezTo>
                <a:cubicBezTo>
                  <a:pt x="75081" y="264395"/>
                  <a:pt x="76977" y="278040"/>
                  <a:pt x="84866" y="287903"/>
                </a:cubicBezTo>
                <a:cubicBezTo>
                  <a:pt x="93860" y="299147"/>
                  <a:pt x="109564" y="302870"/>
                  <a:pt x="120807" y="311866"/>
                </a:cubicBezTo>
                <a:cubicBezTo>
                  <a:pt x="167793" y="349459"/>
                  <a:pt x="118293" y="327004"/>
                  <a:pt x="180709" y="347811"/>
                </a:cubicBezTo>
                <a:cubicBezTo>
                  <a:pt x="184702" y="359793"/>
                  <a:pt x="186192" y="372926"/>
                  <a:pt x="192689" y="383756"/>
                </a:cubicBezTo>
                <a:cubicBezTo>
                  <a:pt x="198500" y="393443"/>
                  <a:pt x="211599" y="397616"/>
                  <a:pt x="216650" y="407720"/>
                </a:cubicBezTo>
                <a:cubicBezTo>
                  <a:pt x="255332" y="485090"/>
                  <a:pt x="194636" y="432980"/>
                  <a:pt x="264572" y="479610"/>
                </a:cubicBezTo>
                <a:cubicBezTo>
                  <a:pt x="268565" y="491592"/>
                  <a:pt x="270904" y="504259"/>
                  <a:pt x="276552" y="515555"/>
                </a:cubicBezTo>
                <a:cubicBezTo>
                  <a:pt x="297929" y="558313"/>
                  <a:pt x="340648" y="591638"/>
                  <a:pt x="372395" y="623389"/>
                </a:cubicBezTo>
                <a:lnTo>
                  <a:pt x="432296" y="683298"/>
                </a:lnTo>
                <a:cubicBezTo>
                  <a:pt x="444276" y="691286"/>
                  <a:pt x="457176" y="698042"/>
                  <a:pt x="468237" y="707261"/>
                </a:cubicBezTo>
                <a:cubicBezTo>
                  <a:pt x="481253" y="718109"/>
                  <a:pt x="493332" y="730189"/>
                  <a:pt x="504178" y="743206"/>
                </a:cubicBezTo>
                <a:cubicBezTo>
                  <a:pt x="513396" y="754269"/>
                  <a:pt x="516895" y="770155"/>
                  <a:pt x="528139" y="779151"/>
                </a:cubicBezTo>
                <a:cubicBezTo>
                  <a:pt x="538000" y="787041"/>
                  <a:pt x="552100" y="787139"/>
                  <a:pt x="564080" y="791133"/>
                </a:cubicBezTo>
                <a:cubicBezTo>
                  <a:pt x="669084" y="896149"/>
                  <a:pt x="535885" y="767635"/>
                  <a:pt x="635962" y="851041"/>
                </a:cubicBezTo>
                <a:cubicBezTo>
                  <a:pt x="695789" y="900902"/>
                  <a:pt x="644681" y="877912"/>
                  <a:pt x="707844" y="898967"/>
                </a:cubicBezTo>
                <a:cubicBezTo>
                  <a:pt x="715831" y="906955"/>
                  <a:pt x="724749" y="914110"/>
                  <a:pt x="731805" y="922931"/>
                </a:cubicBezTo>
                <a:cubicBezTo>
                  <a:pt x="740800" y="934176"/>
                  <a:pt x="745584" y="948693"/>
                  <a:pt x="755766" y="958876"/>
                </a:cubicBezTo>
                <a:cubicBezTo>
                  <a:pt x="765947" y="969058"/>
                  <a:pt x="780646" y="973620"/>
                  <a:pt x="791707" y="982839"/>
                </a:cubicBezTo>
                <a:cubicBezTo>
                  <a:pt x="804723" y="993687"/>
                  <a:pt x="814784" y="1007756"/>
                  <a:pt x="827648" y="1018784"/>
                </a:cubicBezTo>
                <a:cubicBezTo>
                  <a:pt x="842808" y="1031780"/>
                  <a:pt x="861450" y="1040609"/>
                  <a:pt x="875569" y="1054729"/>
                </a:cubicBezTo>
                <a:cubicBezTo>
                  <a:pt x="940844" y="1120012"/>
                  <a:pt x="878806" y="1091754"/>
                  <a:pt x="947451" y="1114637"/>
                </a:cubicBezTo>
                <a:cubicBezTo>
                  <a:pt x="951445" y="1126619"/>
                  <a:pt x="950502" y="1141651"/>
                  <a:pt x="959432" y="1150582"/>
                </a:cubicBezTo>
                <a:cubicBezTo>
                  <a:pt x="968361" y="1159512"/>
                  <a:pt x="984078" y="1156916"/>
                  <a:pt x="995373" y="1162564"/>
                </a:cubicBezTo>
                <a:cubicBezTo>
                  <a:pt x="1044546" y="1187153"/>
                  <a:pt x="1018125" y="1180769"/>
                  <a:pt x="1055274" y="1210491"/>
                </a:cubicBezTo>
                <a:cubicBezTo>
                  <a:pt x="1088450" y="1237035"/>
                  <a:pt x="1089197" y="1233781"/>
                  <a:pt x="1127157" y="1246435"/>
                </a:cubicBezTo>
                <a:cubicBezTo>
                  <a:pt x="1175078" y="1242441"/>
                  <a:pt x="1224960" y="1248597"/>
                  <a:pt x="1270921" y="1234454"/>
                </a:cubicBezTo>
                <a:cubicBezTo>
                  <a:pt x="1282992" y="1230739"/>
                  <a:pt x="1282901" y="1211139"/>
                  <a:pt x="1282901" y="1198509"/>
                </a:cubicBezTo>
                <a:cubicBezTo>
                  <a:pt x="1282901" y="1125969"/>
                  <a:pt x="1274376" y="1121548"/>
                  <a:pt x="1246960" y="1066711"/>
                </a:cubicBezTo>
                <a:cubicBezTo>
                  <a:pt x="1228738" y="993814"/>
                  <a:pt x="1246556" y="1038746"/>
                  <a:pt x="1199039" y="970857"/>
                </a:cubicBezTo>
                <a:cubicBezTo>
                  <a:pt x="1182525" y="947263"/>
                  <a:pt x="1151117" y="898967"/>
                  <a:pt x="1151117" y="898967"/>
                </a:cubicBezTo>
                <a:cubicBezTo>
                  <a:pt x="1147798" y="882372"/>
                  <a:pt x="1138669" y="823837"/>
                  <a:pt x="1127157" y="803114"/>
                </a:cubicBezTo>
                <a:cubicBezTo>
                  <a:pt x="1114715" y="780716"/>
                  <a:pt x="1064234" y="708428"/>
                  <a:pt x="1043294" y="683298"/>
                </a:cubicBezTo>
                <a:cubicBezTo>
                  <a:pt x="1036063" y="674620"/>
                  <a:pt x="1026389" y="668155"/>
                  <a:pt x="1019333" y="659334"/>
                </a:cubicBezTo>
                <a:cubicBezTo>
                  <a:pt x="1010338" y="648089"/>
                  <a:pt x="1004591" y="634452"/>
                  <a:pt x="995373" y="623389"/>
                </a:cubicBezTo>
                <a:cubicBezTo>
                  <a:pt x="966547" y="588794"/>
                  <a:pt x="958831" y="587043"/>
                  <a:pt x="923491" y="563481"/>
                </a:cubicBezTo>
                <a:cubicBezTo>
                  <a:pt x="876865" y="493535"/>
                  <a:pt x="928974" y="554242"/>
                  <a:pt x="851609" y="515555"/>
                </a:cubicBezTo>
                <a:cubicBezTo>
                  <a:pt x="841506" y="510503"/>
                  <a:pt x="837047" y="497857"/>
                  <a:pt x="827648" y="491591"/>
                </a:cubicBezTo>
                <a:cubicBezTo>
                  <a:pt x="812788" y="481683"/>
                  <a:pt x="795232" y="476490"/>
                  <a:pt x="779726" y="467628"/>
                </a:cubicBezTo>
                <a:cubicBezTo>
                  <a:pt x="767224" y="460484"/>
                  <a:pt x="755765" y="451653"/>
                  <a:pt x="743785" y="443665"/>
                </a:cubicBezTo>
                <a:cubicBezTo>
                  <a:pt x="739792" y="431683"/>
                  <a:pt x="738302" y="418550"/>
                  <a:pt x="731805" y="407720"/>
                </a:cubicBezTo>
                <a:cubicBezTo>
                  <a:pt x="717862" y="384479"/>
                  <a:pt x="691495" y="376121"/>
                  <a:pt x="671903" y="359793"/>
                </a:cubicBezTo>
                <a:cubicBezTo>
                  <a:pt x="658887" y="348945"/>
                  <a:pt x="647942" y="335830"/>
                  <a:pt x="635962" y="323848"/>
                </a:cubicBezTo>
                <a:cubicBezTo>
                  <a:pt x="631969" y="311866"/>
                  <a:pt x="631871" y="297766"/>
                  <a:pt x="623982" y="287903"/>
                </a:cubicBezTo>
                <a:cubicBezTo>
                  <a:pt x="614988" y="276659"/>
                  <a:pt x="599284" y="272936"/>
                  <a:pt x="588041" y="263940"/>
                </a:cubicBezTo>
                <a:cubicBezTo>
                  <a:pt x="579221" y="256883"/>
                  <a:pt x="572900" y="247033"/>
                  <a:pt x="564080" y="239976"/>
                </a:cubicBezTo>
                <a:cubicBezTo>
                  <a:pt x="552837" y="230980"/>
                  <a:pt x="539856" y="224383"/>
                  <a:pt x="528139" y="216013"/>
                </a:cubicBezTo>
                <a:cubicBezTo>
                  <a:pt x="403939" y="127289"/>
                  <a:pt x="573617" y="242342"/>
                  <a:pt x="408336" y="132142"/>
                </a:cubicBezTo>
                <a:cubicBezTo>
                  <a:pt x="396356" y="124154"/>
                  <a:pt x="386055" y="112732"/>
                  <a:pt x="372395" y="108178"/>
                </a:cubicBezTo>
                <a:lnTo>
                  <a:pt x="336454" y="96197"/>
                </a:lnTo>
                <a:cubicBezTo>
                  <a:pt x="328467" y="88209"/>
                  <a:pt x="322596" y="77285"/>
                  <a:pt x="312493" y="72233"/>
                </a:cubicBezTo>
                <a:cubicBezTo>
                  <a:pt x="289903" y="60937"/>
                  <a:pt x="264572" y="56258"/>
                  <a:pt x="240611" y="48270"/>
                </a:cubicBezTo>
                <a:cubicBezTo>
                  <a:pt x="228631" y="44276"/>
                  <a:pt x="215177" y="43294"/>
                  <a:pt x="204670" y="36288"/>
                </a:cubicBezTo>
                <a:cubicBezTo>
                  <a:pt x="158222" y="5319"/>
                  <a:pt x="182389" y="16879"/>
                  <a:pt x="132788" y="343"/>
                </a:cubicBezTo>
                <a:cubicBezTo>
                  <a:pt x="45864" y="9037"/>
                  <a:pt x="11372" y="-24320"/>
                  <a:pt x="1004" y="48270"/>
                </a:cubicBezTo>
                <a:cubicBezTo>
                  <a:pt x="-1255" y="64085"/>
                  <a:pt x="1004" y="80221"/>
                  <a:pt x="1004" y="96197"/>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533" name="Google Shape;1533;p22"/>
          <p:cNvSpPr/>
          <p:nvPr/>
        </p:nvSpPr>
        <p:spPr>
          <a:xfrm>
            <a:off x="1868934" y="3570533"/>
            <a:ext cx="1928706" cy="1785267"/>
          </a:xfrm>
          <a:custGeom>
            <a:avLst/>
            <a:gdLst/>
            <a:ahLst/>
            <a:cxnLst/>
            <a:rect l="l" t="t" r="r" b="b"/>
            <a:pathLst>
              <a:path w="1928706" h="1785267" extrusionOk="0">
                <a:moveTo>
                  <a:pt x="610998" y="23964"/>
                </a:moveTo>
                <a:cubicBezTo>
                  <a:pt x="583044" y="27958"/>
                  <a:pt x="555218" y="32989"/>
                  <a:pt x="527135" y="35945"/>
                </a:cubicBezTo>
                <a:cubicBezTo>
                  <a:pt x="355756" y="53987"/>
                  <a:pt x="432937" y="31403"/>
                  <a:pt x="347430" y="59909"/>
                </a:cubicBezTo>
                <a:cubicBezTo>
                  <a:pt x="339443" y="71891"/>
                  <a:pt x="334714" y="86858"/>
                  <a:pt x="323470" y="95854"/>
                </a:cubicBezTo>
                <a:cubicBezTo>
                  <a:pt x="313609" y="103744"/>
                  <a:pt x="299953" y="105576"/>
                  <a:pt x="287528" y="107835"/>
                </a:cubicBezTo>
                <a:cubicBezTo>
                  <a:pt x="255851" y="113595"/>
                  <a:pt x="223508" y="114921"/>
                  <a:pt x="191686" y="119817"/>
                </a:cubicBezTo>
                <a:cubicBezTo>
                  <a:pt x="171560" y="122914"/>
                  <a:pt x="151751" y="127805"/>
                  <a:pt x="131784" y="131799"/>
                </a:cubicBezTo>
                <a:cubicBezTo>
                  <a:pt x="119804" y="139787"/>
                  <a:pt x="108722" y="149322"/>
                  <a:pt x="95843" y="155762"/>
                </a:cubicBezTo>
                <a:cubicBezTo>
                  <a:pt x="84548" y="161410"/>
                  <a:pt x="70731" y="161245"/>
                  <a:pt x="59902" y="167743"/>
                </a:cubicBezTo>
                <a:cubicBezTo>
                  <a:pt x="50216" y="173555"/>
                  <a:pt x="42997" y="182886"/>
                  <a:pt x="35941" y="191707"/>
                </a:cubicBezTo>
                <a:cubicBezTo>
                  <a:pt x="9400" y="224887"/>
                  <a:pt x="12654" y="225634"/>
                  <a:pt x="0" y="263597"/>
                </a:cubicBezTo>
                <a:cubicBezTo>
                  <a:pt x="16938" y="305946"/>
                  <a:pt x="20314" y="326317"/>
                  <a:pt x="47922" y="359450"/>
                </a:cubicBezTo>
                <a:cubicBezTo>
                  <a:pt x="90614" y="410686"/>
                  <a:pt x="72680" y="381654"/>
                  <a:pt x="119804" y="419358"/>
                </a:cubicBezTo>
                <a:cubicBezTo>
                  <a:pt x="205157" y="487650"/>
                  <a:pt x="69084" y="393530"/>
                  <a:pt x="179705" y="467285"/>
                </a:cubicBezTo>
                <a:cubicBezTo>
                  <a:pt x="223980" y="533704"/>
                  <a:pt x="178333" y="481166"/>
                  <a:pt x="239607" y="515211"/>
                </a:cubicBezTo>
                <a:cubicBezTo>
                  <a:pt x="264781" y="529198"/>
                  <a:pt x="287528" y="547162"/>
                  <a:pt x="311489" y="563138"/>
                </a:cubicBezTo>
                <a:cubicBezTo>
                  <a:pt x="323469" y="571126"/>
                  <a:pt x="333770" y="582547"/>
                  <a:pt x="347430" y="587101"/>
                </a:cubicBezTo>
                <a:cubicBezTo>
                  <a:pt x="432972" y="615619"/>
                  <a:pt x="398297" y="597054"/>
                  <a:pt x="455253" y="635028"/>
                </a:cubicBezTo>
                <a:cubicBezTo>
                  <a:pt x="459247" y="647010"/>
                  <a:pt x="458304" y="662042"/>
                  <a:pt x="467234" y="670973"/>
                </a:cubicBezTo>
                <a:cubicBezTo>
                  <a:pt x="476163" y="679903"/>
                  <a:pt x="491880" y="677307"/>
                  <a:pt x="503175" y="682955"/>
                </a:cubicBezTo>
                <a:cubicBezTo>
                  <a:pt x="516054" y="689395"/>
                  <a:pt x="527136" y="698930"/>
                  <a:pt x="539116" y="706918"/>
                </a:cubicBezTo>
                <a:cubicBezTo>
                  <a:pt x="543109" y="718900"/>
                  <a:pt x="547627" y="730719"/>
                  <a:pt x="551096" y="742863"/>
                </a:cubicBezTo>
                <a:cubicBezTo>
                  <a:pt x="555619" y="758697"/>
                  <a:pt x="553633" y="777299"/>
                  <a:pt x="563076" y="790790"/>
                </a:cubicBezTo>
                <a:cubicBezTo>
                  <a:pt x="580168" y="815209"/>
                  <a:pt x="634372" y="868377"/>
                  <a:pt x="670900" y="886643"/>
                </a:cubicBezTo>
                <a:cubicBezTo>
                  <a:pt x="682195" y="892291"/>
                  <a:pt x="694861" y="894630"/>
                  <a:pt x="706841" y="898624"/>
                </a:cubicBezTo>
                <a:cubicBezTo>
                  <a:pt x="727646" y="961048"/>
                  <a:pt x="705192" y="911540"/>
                  <a:pt x="742782" y="958533"/>
                </a:cubicBezTo>
                <a:cubicBezTo>
                  <a:pt x="751777" y="969778"/>
                  <a:pt x="755680" y="985259"/>
                  <a:pt x="766742" y="994478"/>
                </a:cubicBezTo>
                <a:cubicBezTo>
                  <a:pt x="780462" y="1005912"/>
                  <a:pt x="798690" y="1010453"/>
                  <a:pt x="814664" y="1018441"/>
                </a:cubicBezTo>
                <a:cubicBezTo>
                  <a:pt x="818657" y="1030423"/>
                  <a:pt x="818755" y="1044523"/>
                  <a:pt x="826644" y="1054386"/>
                </a:cubicBezTo>
                <a:cubicBezTo>
                  <a:pt x="843533" y="1075500"/>
                  <a:pt x="874849" y="1082438"/>
                  <a:pt x="898526" y="1090331"/>
                </a:cubicBezTo>
                <a:cubicBezTo>
                  <a:pt x="920492" y="1156232"/>
                  <a:pt x="897309" y="1097188"/>
                  <a:pt x="934467" y="1162221"/>
                </a:cubicBezTo>
                <a:cubicBezTo>
                  <a:pt x="973148" y="1229921"/>
                  <a:pt x="939684" y="1191401"/>
                  <a:pt x="982389" y="1234111"/>
                </a:cubicBezTo>
                <a:cubicBezTo>
                  <a:pt x="1047792" y="1364934"/>
                  <a:pt x="963268" y="1215680"/>
                  <a:pt x="1042290" y="1306001"/>
                </a:cubicBezTo>
                <a:cubicBezTo>
                  <a:pt x="1140127" y="1417827"/>
                  <a:pt x="1045287" y="1347938"/>
                  <a:pt x="1126153" y="1401854"/>
                </a:cubicBezTo>
                <a:cubicBezTo>
                  <a:pt x="1149476" y="1471832"/>
                  <a:pt x="1119884" y="1407566"/>
                  <a:pt x="1174074" y="1461762"/>
                </a:cubicBezTo>
                <a:cubicBezTo>
                  <a:pt x="1184256" y="1471945"/>
                  <a:pt x="1188817" y="1486644"/>
                  <a:pt x="1198035" y="1497707"/>
                </a:cubicBezTo>
                <a:cubicBezTo>
                  <a:pt x="1208881" y="1510724"/>
                  <a:pt x="1223130" y="1520635"/>
                  <a:pt x="1233976" y="1533652"/>
                </a:cubicBezTo>
                <a:cubicBezTo>
                  <a:pt x="1243194" y="1544715"/>
                  <a:pt x="1247101" y="1560114"/>
                  <a:pt x="1257937" y="1569597"/>
                </a:cubicBezTo>
                <a:cubicBezTo>
                  <a:pt x="1279609" y="1588562"/>
                  <a:pt x="1329819" y="1617524"/>
                  <a:pt x="1329819" y="1617524"/>
                </a:cubicBezTo>
                <a:cubicBezTo>
                  <a:pt x="1378112" y="1714123"/>
                  <a:pt x="1328955" y="1628427"/>
                  <a:pt x="1377740" y="1689414"/>
                </a:cubicBezTo>
                <a:cubicBezTo>
                  <a:pt x="1386735" y="1700659"/>
                  <a:pt x="1390639" y="1716140"/>
                  <a:pt x="1401701" y="1725359"/>
                </a:cubicBezTo>
                <a:cubicBezTo>
                  <a:pt x="1415420" y="1736793"/>
                  <a:pt x="1433040" y="1742689"/>
                  <a:pt x="1449622" y="1749322"/>
                </a:cubicBezTo>
                <a:cubicBezTo>
                  <a:pt x="1510420" y="1773644"/>
                  <a:pt x="1521248" y="1773234"/>
                  <a:pt x="1581406" y="1785267"/>
                </a:cubicBezTo>
                <a:cubicBezTo>
                  <a:pt x="1617347" y="1781273"/>
                  <a:pt x="1653487" y="1778784"/>
                  <a:pt x="1689229" y="1773285"/>
                </a:cubicBezTo>
                <a:cubicBezTo>
                  <a:pt x="1717174" y="1768985"/>
                  <a:pt x="1746249" y="1758271"/>
                  <a:pt x="1773092" y="1749322"/>
                </a:cubicBezTo>
                <a:cubicBezTo>
                  <a:pt x="1805040" y="1653465"/>
                  <a:pt x="1757117" y="1765298"/>
                  <a:pt x="1821013" y="1701395"/>
                </a:cubicBezTo>
                <a:cubicBezTo>
                  <a:pt x="1841376" y="1681030"/>
                  <a:pt x="1851656" y="1652545"/>
                  <a:pt x="1868934" y="1629505"/>
                </a:cubicBezTo>
                <a:lnTo>
                  <a:pt x="1904875" y="1581579"/>
                </a:lnTo>
                <a:cubicBezTo>
                  <a:pt x="1934425" y="1492923"/>
                  <a:pt x="1938801" y="1494628"/>
                  <a:pt x="1904875" y="1341946"/>
                </a:cubicBezTo>
                <a:cubicBezTo>
                  <a:pt x="1902136" y="1329618"/>
                  <a:pt x="1880914" y="1333958"/>
                  <a:pt x="1868934" y="1329964"/>
                </a:cubicBezTo>
                <a:cubicBezTo>
                  <a:pt x="1860947" y="1317982"/>
                  <a:pt x="1857184" y="1301651"/>
                  <a:pt x="1844974" y="1294019"/>
                </a:cubicBezTo>
                <a:cubicBezTo>
                  <a:pt x="1823557" y="1280632"/>
                  <a:pt x="1773092" y="1270056"/>
                  <a:pt x="1773092" y="1270056"/>
                </a:cubicBezTo>
                <a:cubicBezTo>
                  <a:pt x="1765105" y="1262068"/>
                  <a:pt x="1756187" y="1254913"/>
                  <a:pt x="1749131" y="1246092"/>
                </a:cubicBezTo>
                <a:cubicBezTo>
                  <a:pt x="1723874" y="1214517"/>
                  <a:pt x="1725818" y="1198598"/>
                  <a:pt x="1689229" y="1174203"/>
                </a:cubicBezTo>
                <a:cubicBezTo>
                  <a:pt x="1678722" y="1167197"/>
                  <a:pt x="1665268" y="1166215"/>
                  <a:pt x="1653288" y="1162221"/>
                </a:cubicBezTo>
                <a:cubicBezTo>
                  <a:pt x="1637314" y="1150239"/>
                  <a:pt x="1622703" y="1136184"/>
                  <a:pt x="1605367" y="1126276"/>
                </a:cubicBezTo>
                <a:cubicBezTo>
                  <a:pt x="1594403" y="1120010"/>
                  <a:pt x="1579933" y="1121300"/>
                  <a:pt x="1569426" y="1114294"/>
                </a:cubicBezTo>
                <a:cubicBezTo>
                  <a:pt x="1479689" y="1054463"/>
                  <a:pt x="1582999" y="1094855"/>
                  <a:pt x="1497544" y="1066368"/>
                </a:cubicBezTo>
                <a:cubicBezTo>
                  <a:pt x="1489557" y="1058380"/>
                  <a:pt x="1482982" y="1048670"/>
                  <a:pt x="1473583" y="1042404"/>
                </a:cubicBezTo>
                <a:cubicBezTo>
                  <a:pt x="1458723" y="1032496"/>
                  <a:pt x="1441167" y="1027303"/>
                  <a:pt x="1425661" y="1018441"/>
                </a:cubicBezTo>
                <a:cubicBezTo>
                  <a:pt x="1413159" y="1011297"/>
                  <a:pt x="1401700" y="1002466"/>
                  <a:pt x="1389720" y="994478"/>
                </a:cubicBezTo>
                <a:cubicBezTo>
                  <a:pt x="1378255" y="948613"/>
                  <a:pt x="1384625" y="939160"/>
                  <a:pt x="1341799" y="910606"/>
                </a:cubicBezTo>
                <a:cubicBezTo>
                  <a:pt x="1331292" y="903600"/>
                  <a:pt x="1316897" y="904757"/>
                  <a:pt x="1305858" y="898624"/>
                </a:cubicBezTo>
                <a:cubicBezTo>
                  <a:pt x="1280685" y="884637"/>
                  <a:pt x="1233976" y="850698"/>
                  <a:pt x="1233976" y="850698"/>
                </a:cubicBezTo>
                <a:cubicBezTo>
                  <a:pt x="1227449" y="831113"/>
                  <a:pt x="1217593" y="791033"/>
                  <a:pt x="1198035" y="778808"/>
                </a:cubicBezTo>
                <a:cubicBezTo>
                  <a:pt x="1176618" y="765421"/>
                  <a:pt x="1126153" y="754845"/>
                  <a:pt x="1126153" y="754845"/>
                </a:cubicBezTo>
                <a:cubicBezTo>
                  <a:pt x="1102192" y="738869"/>
                  <a:pt x="1081591" y="716026"/>
                  <a:pt x="1054271" y="706918"/>
                </a:cubicBezTo>
                <a:lnTo>
                  <a:pt x="982389" y="682955"/>
                </a:lnTo>
                <a:cubicBezTo>
                  <a:pt x="978395" y="670973"/>
                  <a:pt x="976056" y="658307"/>
                  <a:pt x="970408" y="647010"/>
                </a:cubicBezTo>
                <a:cubicBezTo>
                  <a:pt x="963969" y="634130"/>
                  <a:pt x="952120" y="624301"/>
                  <a:pt x="946448" y="611065"/>
                </a:cubicBezTo>
                <a:cubicBezTo>
                  <a:pt x="934821" y="583932"/>
                  <a:pt x="937053" y="553415"/>
                  <a:pt x="922487" y="527193"/>
                </a:cubicBezTo>
                <a:cubicBezTo>
                  <a:pt x="908502" y="502017"/>
                  <a:pt x="901887" y="464410"/>
                  <a:pt x="874566" y="455303"/>
                </a:cubicBezTo>
                <a:lnTo>
                  <a:pt x="838624" y="443322"/>
                </a:lnTo>
                <a:cubicBezTo>
                  <a:pt x="768542" y="373231"/>
                  <a:pt x="802219" y="399079"/>
                  <a:pt x="742782" y="359450"/>
                </a:cubicBezTo>
                <a:cubicBezTo>
                  <a:pt x="726808" y="335487"/>
                  <a:pt x="703966" y="314882"/>
                  <a:pt x="694860" y="287560"/>
                </a:cubicBezTo>
                <a:lnTo>
                  <a:pt x="670900" y="215670"/>
                </a:lnTo>
                <a:cubicBezTo>
                  <a:pt x="666907" y="203688"/>
                  <a:pt x="664567" y="191022"/>
                  <a:pt x="658919" y="179725"/>
                </a:cubicBezTo>
                <a:cubicBezTo>
                  <a:pt x="650932" y="163750"/>
                  <a:pt x="641592" y="148382"/>
                  <a:pt x="634959" y="131799"/>
                </a:cubicBezTo>
                <a:cubicBezTo>
                  <a:pt x="608361" y="65296"/>
                  <a:pt x="623916" y="70068"/>
                  <a:pt x="587037" y="23964"/>
                </a:cubicBezTo>
                <a:cubicBezTo>
                  <a:pt x="579981" y="15143"/>
                  <a:pt x="571063" y="7988"/>
                  <a:pt x="563076" y="0"/>
                </a:cubicBezTo>
                <a:cubicBezTo>
                  <a:pt x="515155" y="3994"/>
                  <a:pt x="466978" y="5626"/>
                  <a:pt x="419312" y="11982"/>
                </a:cubicBezTo>
                <a:cubicBezTo>
                  <a:pt x="406794" y="13651"/>
                  <a:pt x="395699" y="21224"/>
                  <a:pt x="383371" y="23964"/>
                </a:cubicBezTo>
                <a:cubicBezTo>
                  <a:pt x="359658" y="29234"/>
                  <a:pt x="335450" y="31951"/>
                  <a:pt x="311489" y="35945"/>
                </a:cubicBezTo>
                <a:cubicBezTo>
                  <a:pt x="271469" y="49287"/>
                  <a:pt x="272752" y="49880"/>
                  <a:pt x="227627" y="59909"/>
                </a:cubicBezTo>
                <a:cubicBezTo>
                  <a:pt x="140880" y="79188"/>
                  <a:pt x="196011" y="62460"/>
                  <a:pt x="131784" y="83872"/>
                </a:cubicBezTo>
                <a:cubicBezTo>
                  <a:pt x="127791" y="95854"/>
                  <a:pt x="125452" y="108520"/>
                  <a:pt x="119804" y="119817"/>
                </a:cubicBezTo>
                <a:cubicBezTo>
                  <a:pt x="113365" y="132697"/>
                  <a:pt x="99631" y="141870"/>
                  <a:pt x="95843" y="155762"/>
                </a:cubicBezTo>
                <a:cubicBezTo>
                  <a:pt x="83368" y="201510"/>
                  <a:pt x="83863" y="226122"/>
                  <a:pt x="83863" y="263597"/>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534" name="Google Shape;1534;p22"/>
          <p:cNvSpPr/>
          <p:nvPr/>
        </p:nvSpPr>
        <p:spPr>
          <a:xfrm>
            <a:off x="1853283" y="3349717"/>
            <a:ext cx="590708" cy="196853"/>
          </a:xfrm>
          <a:custGeom>
            <a:avLst/>
            <a:gdLst/>
            <a:ahLst/>
            <a:cxnLst/>
            <a:rect l="l" t="t" r="r" b="b"/>
            <a:pathLst>
              <a:path w="590708" h="196853" extrusionOk="0">
                <a:moveTo>
                  <a:pt x="590708" y="160908"/>
                </a:moveTo>
                <a:cubicBezTo>
                  <a:pt x="546780" y="156914"/>
                  <a:pt x="499231" y="166842"/>
                  <a:pt x="458924" y="148926"/>
                </a:cubicBezTo>
                <a:cubicBezTo>
                  <a:pt x="445766" y="143077"/>
                  <a:pt x="476446" y="125861"/>
                  <a:pt x="482885" y="112981"/>
                </a:cubicBezTo>
                <a:cubicBezTo>
                  <a:pt x="488533" y="101684"/>
                  <a:pt x="506846" y="81030"/>
                  <a:pt x="494865" y="77036"/>
                </a:cubicBezTo>
                <a:cubicBezTo>
                  <a:pt x="483720" y="73321"/>
                  <a:pt x="371718" y="96876"/>
                  <a:pt x="351101" y="101000"/>
                </a:cubicBezTo>
                <a:cubicBezTo>
                  <a:pt x="339121" y="112982"/>
                  <a:pt x="329871" y="128538"/>
                  <a:pt x="315160" y="136945"/>
                </a:cubicBezTo>
                <a:cubicBezTo>
                  <a:pt x="300864" y="145115"/>
                  <a:pt x="283070" y="144402"/>
                  <a:pt x="267238" y="148926"/>
                </a:cubicBezTo>
                <a:cubicBezTo>
                  <a:pt x="255095" y="152396"/>
                  <a:pt x="243277" y="156914"/>
                  <a:pt x="231297" y="160908"/>
                </a:cubicBezTo>
                <a:cubicBezTo>
                  <a:pt x="235291" y="144932"/>
                  <a:pt x="232992" y="125840"/>
                  <a:pt x="243278" y="112981"/>
                </a:cubicBezTo>
                <a:cubicBezTo>
                  <a:pt x="251166" y="103119"/>
                  <a:pt x="268391" y="107498"/>
                  <a:pt x="279219" y="101000"/>
                </a:cubicBezTo>
                <a:cubicBezTo>
                  <a:pt x="361442" y="51660"/>
                  <a:pt x="237308" y="98994"/>
                  <a:pt x="339121" y="65055"/>
                </a:cubicBezTo>
                <a:cubicBezTo>
                  <a:pt x="359088" y="45086"/>
                  <a:pt x="414685" y="-18350"/>
                  <a:pt x="399022" y="5147"/>
                </a:cubicBezTo>
                <a:cubicBezTo>
                  <a:pt x="391035" y="17128"/>
                  <a:pt x="386305" y="32095"/>
                  <a:pt x="375062" y="41091"/>
                </a:cubicBezTo>
                <a:cubicBezTo>
                  <a:pt x="365201" y="48981"/>
                  <a:pt x="350416" y="47425"/>
                  <a:pt x="339121" y="53073"/>
                </a:cubicBezTo>
                <a:cubicBezTo>
                  <a:pt x="326242" y="59513"/>
                  <a:pt x="314422" y="68040"/>
                  <a:pt x="303179" y="77036"/>
                </a:cubicBezTo>
                <a:cubicBezTo>
                  <a:pt x="294359" y="84093"/>
                  <a:pt x="289322" y="95948"/>
                  <a:pt x="279219" y="101000"/>
                </a:cubicBezTo>
                <a:cubicBezTo>
                  <a:pt x="256629" y="112296"/>
                  <a:pt x="228351" y="110952"/>
                  <a:pt x="207337" y="124963"/>
                </a:cubicBezTo>
                <a:cubicBezTo>
                  <a:pt x="195357" y="132951"/>
                  <a:pt x="182639" y="139930"/>
                  <a:pt x="171396" y="148926"/>
                </a:cubicBezTo>
                <a:cubicBezTo>
                  <a:pt x="162576" y="155983"/>
                  <a:pt x="157538" y="167838"/>
                  <a:pt x="147435" y="172890"/>
                </a:cubicBezTo>
                <a:cubicBezTo>
                  <a:pt x="124845" y="184186"/>
                  <a:pt x="75553" y="196853"/>
                  <a:pt x="75553" y="196853"/>
                </a:cubicBezTo>
                <a:cubicBezTo>
                  <a:pt x="182915" y="116323"/>
                  <a:pt x="193547" y="91733"/>
                  <a:pt x="147435" y="160908"/>
                </a:cubicBezTo>
                <a:lnTo>
                  <a:pt x="3671" y="148926"/>
                </a:lnTo>
                <a:cubicBezTo>
                  <a:pt x="-11812" y="142044"/>
                  <a:pt x="25825" y="122830"/>
                  <a:pt x="39612" y="112981"/>
                </a:cubicBezTo>
                <a:cubicBezTo>
                  <a:pt x="132318" y="46755"/>
                  <a:pt x="62339" y="114214"/>
                  <a:pt x="99514" y="77036"/>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535" name="Google Shape;1535;p22"/>
          <p:cNvSpPr/>
          <p:nvPr/>
        </p:nvSpPr>
        <p:spPr>
          <a:xfrm>
            <a:off x="1256851" y="635028"/>
            <a:ext cx="1091297" cy="2899560"/>
          </a:xfrm>
          <a:custGeom>
            <a:avLst/>
            <a:gdLst/>
            <a:ahLst/>
            <a:cxnLst/>
            <a:rect l="l" t="t" r="r" b="b"/>
            <a:pathLst>
              <a:path w="1091297" h="2899560" extrusionOk="0">
                <a:moveTo>
                  <a:pt x="564162" y="2899560"/>
                </a:moveTo>
                <a:cubicBezTo>
                  <a:pt x="534811" y="2850637"/>
                  <a:pt x="520564" y="2834096"/>
                  <a:pt x="504260" y="2779744"/>
                </a:cubicBezTo>
                <a:cubicBezTo>
                  <a:pt x="498409" y="2760238"/>
                  <a:pt x="496697" y="2739716"/>
                  <a:pt x="492280" y="2719836"/>
                </a:cubicBezTo>
                <a:cubicBezTo>
                  <a:pt x="488708" y="2703761"/>
                  <a:pt x="484293" y="2687885"/>
                  <a:pt x="480299" y="2671909"/>
                </a:cubicBezTo>
                <a:cubicBezTo>
                  <a:pt x="484293" y="2655933"/>
                  <a:pt x="482709" y="2637382"/>
                  <a:pt x="492280" y="2623982"/>
                </a:cubicBezTo>
                <a:cubicBezTo>
                  <a:pt x="503885" y="2607733"/>
                  <a:pt x="523953" y="2599644"/>
                  <a:pt x="540201" y="2588037"/>
                </a:cubicBezTo>
                <a:cubicBezTo>
                  <a:pt x="580842" y="2559004"/>
                  <a:pt x="567575" y="2566930"/>
                  <a:pt x="612083" y="2552092"/>
                </a:cubicBezTo>
                <a:cubicBezTo>
                  <a:pt x="620070" y="2540110"/>
                  <a:pt x="626826" y="2527210"/>
                  <a:pt x="636044" y="2516147"/>
                </a:cubicBezTo>
                <a:cubicBezTo>
                  <a:pt x="646890" y="2503130"/>
                  <a:pt x="671985" y="2497146"/>
                  <a:pt x="671985" y="2480202"/>
                </a:cubicBezTo>
                <a:cubicBezTo>
                  <a:pt x="671985" y="2465803"/>
                  <a:pt x="650322" y="2458102"/>
                  <a:pt x="636044" y="2456239"/>
                </a:cubicBezTo>
                <a:cubicBezTo>
                  <a:pt x="556747" y="2445895"/>
                  <a:pt x="476306" y="2448251"/>
                  <a:pt x="396437" y="2444257"/>
                </a:cubicBezTo>
                <a:cubicBezTo>
                  <a:pt x="372476" y="2372365"/>
                  <a:pt x="380463" y="2436271"/>
                  <a:pt x="420398" y="2396331"/>
                </a:cubicBezTo>
                <a:cubicBezTo>
                  <a:pt x="429328" y="2387400"/>
                  <a:pt x="428385" y="2372368"/>
                  <a:pt x="432378" y="2360386"/>
                </a:cubicBezTo>
                <a:cubicBezTo>
                  <a:pt x="420398" y="2348404"/>
                  <a:pt x="411148" y="2332848"/>
                  <a:pt x="396437" y="2324441"/>
                </a:cubicBezTo>
                <a:cubicBezTo>
                  <a:pt x="382141" y="2316271"/>
                  <a:pt x="364348" y="2316983"/>
                  <a:pt x="348516" y="2312459"/>
                </a:cubicBezTo>
                <a:cubicBezTo>
                  <a:pt x="336373" y="2308989"/>
                  <a:pt x="324555" y="2304472"/>
                  <a:pt x="312574" y="2300478"/>
                </a:cubicBezTo>
                <a:cubicBezTo>
                  <a:pt x="308581" y="2284502"/>
                  <a:pt x="303628" y="2268736"/>
                  <a:pt x="300594" y="2252551"/>
                </a:cubicBezTo>
                <a:cubicBezTo>
                  <a:pt x="291641" y="2204795"/>
                  <a:pt x="298360" y="2152230"/>
                  <a:pt x="276633" y="2108771"/>
                </a:cubicBezTo>
                <a:cubicBezTo>
                  <a:pt x="268646" y="2092795"/>
                  <a:pt x="258944" y="2077568"/>
                  <a:pt x="252673" y="2060844"/>
                </a:cubicBezTo>
                <a:cubicBezTo>
                  <a:pt x="244681" y="2039530"/>
                  <a:pt x="230382" y="1950129"/>
                  <a:pt x="216732" y="1941028"/>
                </a:cubicBezTo>
                <a:lnTo>
                  <a:pt x="180791" y="1917065"/>
                </a:lnTo>
                <a:cubicBezTo>
                  <a:pt x="168811" y="1901089"/>
                  <a:pt x="158969" y="1883259"/>
                  <a:pt x="144850" y="1869138"/>
                </a:cubicBezTo>
                <a:cubicBezTo>
                  <a:pt x="134669" y="1858956"/>
                  <a:pt x="115348" y="1858054"/>
                  <a:pt x="108909" y="1845175"/>
                </a:cubicBezTo>
                <a:cubicBezTo>
                  <a:pt x="98045" y="1823446"/>
                  <a:pt x="103908" y="1796554"/>
                  <a:pt x="96928" y="1773285"/>
                </a:cubicBezTo>
                <a:cubicBezTo>
                  <a:pt x="91796" y="1756177"/>
                  <a:pt x="80955" y="1741334"/>
                  <a:pt x="72968" y="1725358"/>
                </a:cubicBezTo>
                <a:cubicBezTo>
                  <a:pt x="54615" y="1541821"/>
                  <a:pt x="71062" y="1666950"/>
                  <a:pt x="49007" y="1545633"/>
                </a:cubicBezTo>
                <a:cubicBezTo>
                  <a:pt x="44662" y="1521731"/>
                  <a:pt x="42918" y="1497312"/>
                  <a:pt x="37026" y="1473743"/>
                </a:cubicBezTo>
                <a:cubicBezTo>
                  <a:pt x="30900" y="1449238"/>
                  <a:pt x="20323" y="1426047"/>
                  <a:pt x="13066" y="1401853"/>
                </a:cubicBezTo>
                <a:cubicBezTo>
                  <a:pt x="8335" y="1386080"/>
                  <a:pt x="5079" y="1369902"/>
                  <a:pt x="1085" y="1353927"/>
                </a:cubicBezTo>
                <a:cubicBezTo>
                  <a:pt x="5079" y="1321976"/>
                  <a:pt x="-9701" y="1280844"/>
                  <a:pt x="13066" y="1258074"/>
                </a:cubicBezTo>
                <a:cubicBezTo>
                  <a:pt x="30243" y="1240895"/>
                  <a:pt x="23620" y="1305711"/>
                  <a:pt x="25046" y="1329963"/>
                </a:cubicBezTo>
                <a:cubicBezTo>
                  <a:pt x="31616" y="1441670"/>
                  <a:pt x="27192" y="1553983"/>
                  <a:pt x="37026" y="1665450"/>
                </a:cubicBezTo>
                <a:cubicBezTo>
                  <a:pt x="38661" y="1683979"/>
                  <a:pt x="66160" y="1746048"/>
                  <a:pt x="72968" y="1773285"/>
                </a:cubicBezTo>
                <a:cubicBezTo>
                  <a:pt x="87687" y="1832170"/>
                  <a:pt x="73305" y="1809566"/>
                  <a:pt x="108909" y="1845175"/>
                </a:cubicBezTo>
                <a:cubicBezTo>
                  <a:pt x="116896" y="1869138"/>
                  <a:pt x="121573" y="1894472"/>
                  <a:pt x="132869" y="1917065"/>
                </a:cubicBezTo>
                <a:cubicBezTo>
                  <a:pt x="163269" y="1977871"/>
                  <a:pt x="146923" y="1950130"/>
                  <a:pt x="180791" y="2000936"/>
                </a:cubicBezTo>
                <a:cubicBezTo>
                  <a:pt x="208179" y="2083110"/>
                  <a:pt x="175833" y="1981106"/>
                  <a:pt x="204751" y="2096789"/>
                </a:cubicBezTo>
                <a:cubicBezTo>
                  <a:pt x="207814" y="2109042"/>
                  <a:pt x="213669" y="2120481"/>
                  <a:pt x="216732" y="2132734"/>
                </a:cubicBezTo>
                <a:cubicBezTo>
                  <a:pt x="221671" y="2152491"/>
                  <a:pt x="219605" y="2174428"/>
                  <a:pt x="228712" y="2192643"/>
                </a:cubicBezTo>
                <a:cubicBezTo>
                  <a:pt x="236289" y="2207798"/>
                  <a:pt x="254805" y="2214800"/>
                  <a:pt x="264653" y="2228588"/>
                </a:cubicBezTo>
                <a:cubicBezTo>
                  <a:pt x="275034" y="2243122"/>
                  <a:pt x="281579" y="2260097"/>
                  <a:pt x="288614" y="2276514"/>
                </a:cubicBezTo>
                <a:cubicBezTo>
                  <a:pt x="293589" y="2288123"/>
                  <a:pt x="291664" y="2303528"/>
                  <a:pt x="300594" y="2312459"/>
                </a:cubicBezTo>
                <a:cubicBezTo>
                  <a:pt x="309523" y="2321389"/>
                  <a:pt x="324110" y="2322182"/>
                  <a:pt x="336535" y="2324441"/>
                </a:cubicBezTo>
                <a:cubicBezTo>
                  <a:pt x="368212" y="2330201"/>
                  <a:pt x="400430" y="2332429"/>
                  <a:pt x="432378" y="2336423"/>
                </a:cubicBezTo>
                <a:cubicBezTo>
                  <a:pt x="436371" y="2364380"/>
                  <a:pt x="430644" y="2395607"/>
                  <a:pt x="444358" y="2420294"/>
                </a:cubicBezTo>
                <a:cubicBezTo>
                  <a:pt x="453031" y="2435907"/>
                  <a:pt x="475865" y="2437221"/>
                  <a:pt x="492280" y="2444257"/>
                </a:cubicBezTo>
                <a:cubicBezTo>
                  <a:pt x="543033" y="2466011"/>
                  <a:pt x="571491" y="2459613"/>
                  <a:pt x="636044" y="2468221"/>
                </a:cubicBezTo>
                <a:cubicBezTo>
                  <a:pt x="660122" y="2471432"/>
                  <a:pt x="683965" y="2476208"/>
                  <a:pt x="707926" y="2480202"/>
                </a:cubicBezTo>
                <a:cubicBezTo>
                  <a:pt x="703933" y="2492184"/>
                  <a:pt x="706223" y="2508806"/>
                  <a:pt x="695946" y="2516147"/>
                </a:cubicBezTo>
                <a:cubicBezTo>
                  <a:pt x="675394" y="2530829"/>
                  <a:pt x="646654" y="2528815"/>
                  <a:pt x="624064" y="2540111"/>
                </a:cubicBezTo>
                <a:cubicBezTo>
                  <a:pt x="563263" y="2570514"/>
                  <a:pt x="591002" y="2554167"/>
                  <a:pt x="540201" y="2588037"/>
                </a:cubicBezTo>
                <a:cubicBezTo>
                  <a:pt x="523267" y="2638845"/>
                  <a:pt x="495661" y="2705667"/>
                  <a:pt x="540201" y="2755780"/>
                </a:cubicBezTo>
                <a:cubicBezTo>
                  <a:pt x="544331" y="2760427"/>
                  <a:pt x="686848" y="2710129"/>
                  <a:pt x="695946" y="2707854"/>
                </a:cubicBezTo>
                <a:cubicBezTo>
                  <a:pt x="821447" y="2676474"/>
                  <a:pt x="727422" y="2696694"/>
                  <a:pt x="983474" y="2683891"/>
                </a:cubicBezTo>
                <a:cubicBezTo>
                  <a:pt x="995454" y="2679897"/>
                  <a:pt x="1008376" y="2678043"/>
                  <a:pt x="1019415" y="2671909"/>
                </a:cubicBezTo>
                <a:cubicBezTo>
                  <a:pt x="1044588" y="2657922"/>
                  <a:pt x="1091297" y="2623982"/>
                  <a:pt x="1091297" y="2623982"/>
                </a:cubicBezTo>
                <a:cubicBezTo>
                  <a:pt x="1078904" y="2562007"/>
                  <a:pt x="1083211" y="2544006"/>
                  <a:pt x="1031395" y="2492184"/>
                </a:cubicBezTo>
                <a:cubicBezTo>
                  <a:pt x="1008822" y="2469609"/>
                  <a:pt x="984838" y="2450322"/>
                  <a:pt x="971494" y="2420294"/>
                </a:cubicBezTo>
                <a:cubicBezTo>
                  <a:pt x="961236" y="2397211"/>
                  <a:pt x="955520" y="2372367"/>
                  <a:pt x="947533" y="2348404"/>
                </a:cubicBezTo>
                <a:cubicBezTo>
                  <a:pt x="943540" y="2336422"/>
                  <a:pt x="942558" y="2322968"/>
                  <a:pt x="935553" y="2312459"/>
                </a:cubicBezTo>
                <a:cubicBezTo>
                  <a:pt x="919579" y="2288496"/>
                  <a:pt x="911593" y="2256545"/>
                  <a:pt x="887631" y="2240569"/>
                </a:cubicBezTo>
                <a:cubicBezTo>
                  <a:pt x="805242" y="2185637"/>
                  <a:pt x="843069" y="2201751"/>
                  <a:pt x="779808" y="2180661"/>
                </a:cubicBezTo>
                <a:cubicBezTo>
                  <a:pt x="771821" y="2168679"/>
                  <a:pt x="759635" y="2158608"/>
                  <a:pt x="755847" y="2144716"/>
                </a:cubicBezTo>
                <a:cubicBezTo>
                  <a:pt x="746670" y="2111064"/>
                  <a:pt x="733445" y="1916773"/>
                  <a:pt x="731887" y="1905083"/>
                </a:cubicBezTo>
                <a:cubicBezTo>
                  <a:pt x="730218" y="1892564"/>
                  <a:pt x="723375" y="1881282"/>
                  <a:pt x="719906" y="1869138"/>
                </a:cubicBezTo>
                <a:cubicBezTo>
                  <a:pt x="715383" y="1853304"/>
                  <a:pt x="712258" y="1837098"/>
                  <a:pt x="707926" y="1821211"/>
                </a:cubicBezTo>
                <a:cubicBezTo>
                  <a:pt x="700276" y="1793160"/>
                  <a:pt x="691952" y="1765297"/>
                  <a:pt x="683965" y="1737340"/>
                </a:cubicBezTo>
                <a:cubicBezTo>
                  <a:pt x="679972" y="1681426"/>
                  <a:pt x="681200" y="1624891"/>
                  <a:pt x="671985" y="1569597"/>
                </a:cubicBezTo>
                <a:cubicBezTo>
                  <a:pt x="668608" y="1549330"/>
                  <a:pt x="636145" y="1503849"/>
                  <a:pt x="624064" y="1485725"/>
                </a:cubicBezTo>
                <a:cubicBezTo>
                  <a:pt x="597040" y="1377619"/>
                  <a:pt x="610517" y="1421116"/>
                  <a:pt x="588122" y="1353927"/>
                </a:cubicBezTo>
                <a:cubicBezTo>
                  <a:pt x="575994" y="1002157"/>
                  <a:pt x="568529" y="1025861"/>
                  <a:pt x="588122" y="682954"/>
                </a:cubicBezTo>
                <a:cubicBezTo>
                  <a:pt x="589516" y="658549"/>
                  <a:pt x="605071" y="546769"/>
                  <a:pt x="612083" y="515211"/>
                </a:cubicBezTo>
                <a:cubicBezTo>
                  <a:pt x="624127" y="461006"/>
                  <a:pt x="622178" y="495018"/>
                  <a:pt x="648024" y="443321"/>
                </a:cubicBezTo>
                <a:cubicBezTo>
                  <a:pt x="653672" y="432024"/>
                  <a:pt x="656011" y="419358"/>
                  <a:pt x="660005" y="407376"/>
                </a:cubicBezTo>
                <a:cubicBezTo>
                  <a:pt x="663998" y="331492"/>
                  <a:pt x="665675" y="255451"/>
                  <a:pt x="671985" y="179725"/>
                </a:cubicBezTo>
                <a:cubicBezTo>
                  <a:pt x="673676" y="159430"/>
                  <a:pt x="676815" y="138885"/>
                  <a:pt x="683965" y="119816"/>
                </a:cubicBezTo>
                <a:cubicBezTo>
                  <a:pt x="689021" y="106333"/>
                  <a:pt x="699939" y="95853"/>
                  <a:pt x="707926" y="83871"/>
                </a:cubicBezTo>
                <a:cubicBezTo>
                  <a:pt x="733150" y="8192"/>
                  <a:pt x="731887" y="37240"/>
                  <a:pt x="731887"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536" name="Google Shape;1536;p22"/>
          <p:cNvSpPr/>
          <p:nvPr/>
        </p:nvSpPr>
        <p:spPr>
          <a:xfrm>
            <a:off x="1916856" y="1030422"/>
            <a:ext cx="191685" cy="1677432"/>
          </a:xfrm>
          <a:custGeom>
            <a:avLst/>
            <a:gdLst/>
            <a:ahLst/>
            <a:cxnLst/>
            <a:rect l="l" t="t" r="r" b="b"/>
            <a:pathLst>
              <a:path w="191685" h="1677432" extrusionOk="0">
                <a:moveTo>
                  <a:pt x="191685" y="1677432"/>
                </a:moveTo>
                <a:cubicBezTo>
                  <a:pt x="163282" y="1506987"/>
                  <a:pt x="200522" y="1718677"/>
                  <a:pt x="155744" y="1509689"/>
                </a:cubicBezTo>
                <a:cubicBezTo>
                  <a:pt x="135355" y="1414532"/>
                  <a:pt x="160820" y="1463385"/>
                  <a:pt x="119803" y="1401854"/>
                </a:cubicBezTo>
                <a:cubicBezTo>
                  <a:pt x="115810" y="1389872"/>
                  <a:pt x="107823" y="1378539"/>
                  <a:pt x="107823" y="1365909"/>
                </a:cubicBezTo>
                <a:cubicBezTo>
                  <a:pt x="107823" y="1285651"/>
                  <a:pt x="113038" y="1278371"/>
                  <a:pt x="131783" y="1222129"/>
                </a:cubicBezTo>
                <a:cubicBezTo>
                  <a:pt x="94341" y="1072343"/>
                  <a:pt x="142189" y="1258552"/>
                  <a:pt x="107823" y="1138258"/>
                </a:cubicBezTo>
                <a:cubicBezTo>
                  <a:pt x="77744" y="1032970"/>
                  <a:pt x="102166" y="1109305"/>
                  <a:pt x="107823" y="1126276"/>
                </a:cubicBezTo>
                <a:cubicBezTo>
                  <a:pt x="111816" y="1110300"/>
                  <a:pt x="124534" y="1094122"/>
                  <a:pt x="119803" y="1078349"/>
                </a:cubicBezTo>
                <a:cubicBezTo>
                  <a:pt x="111528" y="1050764"/>
                  <a:pt x="71882" y="1006459"/>
                  <a:pt x="71882" y="1006459"/>
                </a:cubicBezTo>
                <a:cubicBezTo>
                  <a:pt x="75875" y="982496"/>
                  <a:pt x="66685" y="951748"/>
                  <a:pt x="83862" y="934569"/>
                </a:cubicBezTo>
                <a:cubicBezTo>
                  <a:pt x="94044" y="924386"/>
                  <a:pt x="93423" y="970514"/>
                  <a:pt x="107823" y="970514"/>
                </a:cubicBezTo>
                <a:cubicBezTo>
                  <a:pt x="120453" y="970514"/>
                  <a:pt x="115810" y="946551"/>
                  <a:pt x="119803" y="934569"/>
                </a:cubicBezTo>
                <a:cubicBezTo>
                  <a:pt x="115810" y="922588"/>
                  <a:pt x="110886" y="910877"/>
                  <a:pt x="107823" y="898625"/>
                </a:cubicBezTo>
                <a:cubicBezTo>
                  <a:pt x="102884" y="878868"/>
                  <a:pt x="102281" y="858036"/>
                  <a:pt x="95842" y="838716"/>
                </a:cubicBezTo>
                <a:cubicBezTo>
                  <a:pt x="94056" y="833358"/>
                  <a:pt x="83862" y="826735"/>
                  <a:pt x="83862" y="826735"/>
                </a:cubicBezTo>
                <a:cubicBezTo>
                  <a:pt x="87855" y="814753"/>
                  <a:pt x="95842" y="803420"/>
                  <a:pt x="95842" y="790790"/>
                </a:cubicBezTo>
                <a:cubicBezTo>
                  <a:pt x="95842" y="756916"/>
                  <a:pt x="69299" y="687187"/>
                  <a:pt x="59901" y="658991"/>
                </a:cubicBezTo>
                <a:cubicBezTo>
                  <a:pt x="63895" y="639022"/>
                  <a:pt x="73444" y="619388"/>
                  <a:pt x="71882" y="599083"/>
                </a:cubicBezTo>
                <a:cubicBezTo>
                  <a:pt x="69356" y="566246"/>
                  <a:pt x="56586" y="535004"/>
                  <a:pt x="47921" y="503230"/>
                </a:cubicBezTo>
                <a:cubicBezTo>
                  <a:pt x="44598" y="491045"/>
                  <a:pt x="42206" y="478251"/>
                  <a:pt x="35941" y="467285"/>
                </a:cubicBezTo>
                <a:cubicBezTo>
                  <a:pt x="26035" y="449947"/>
                  <a:pt x="11980" y="435334"/>
                  <a:pt x="0" y="419358"/>
                </a:cubicBezTo>
                <a:cubicBezTo>
                  <a:pt x="3993" y="399389"/>
                  <a:pt x="6622" y="379097"/>
                  <a:pt x="11980" y="359450"/>
                </a:cubicBezTo>
                <a:cubicBezTo>
                  <a:pt x="18625" y="335081"/>
                  <a:pt x="28684" y="311754"/>
                  <a:pt x="35941" y="287560"/>
                </a:cubicBezTo>
                <a:cubicBezTo>
                  <a:pt x="40672" y="271787"/>
                  <a:pt x="43928" y="255609"/>
                  <a:pt x="47921" y="239633"/>
                </a:cubicBezTo>
                <a:cubicBezTo>
                  <a:pt x="51914" y="251615"/>
                  <a:pt x="49393" y="282584"/>
                  <a:pt x="59901" y="275578"/>
                </a:cubicBezTo>
                <a:cubicBezTo>
                  <a:pt x="73436" y="266554"/>
                  <a:pt x="91311" y="185871"/>
                  <a:pt x="95842" y="167744"/>
                </a:cubicBezTo>
                <a:lnTo>
                  <a:pt x="83862" y="0"/>
                </a:ln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537" name="Google Shape;1537;p22"/>
          <p:cNvSpPr/>
          <p:nvPr/>
        </p:nvSpPr>
        <p:spPr>
          <a:xfrm>
            <a:off x="1365760" y="2671909"/>
            <a:ext cx="419312" cy="1222129"/>
          </a:xfrm>
          <a:custGeom>
            <a:avLst/>
            <a:gdLst/>
            <a:ahLst/>
            <a:cxnLst/>
            <a:rect l="l" t="t" r="r" b="b"/>
            <a:pathLst>
              <a:path w="419312" h="1222129" extrusionOk="0">
                <a:moveTo>
                  <a:pt x="0" y="0"/>
                </a:moveTo>
                <a:cubicBezTo>
                  <a:pt x="3993" y="267590"/>
                  <a:pt x="4751" y="535249"/>
                  <a:pt x="11980" y="802771"/>
                </a:cubicBezTo>
                <a:cubicBezTo>
                  <a:pt x="12993" y="840265"/>
                  <a:pt x="24863" y="895793"/>
                  <a:pt x="35941" y="934569"/>
                </a:cubicBezTo>
                <a:cubicBezTo>
                  <a:pt x="39410" y="946713"/>
                  <a:pt x="41424" y="959684"/>
                  <a:pt x="47921" y="970514"/>
                </a:cubicBezTo>
                <a:cubicBezTo>
                  <a:pt x="53732" y="980201"/>
                  <a:pt x="63895" y="986490"/>
                  <a:pt x="71882" y="994478"/>
                </a:cubicBezTo>
                <a:cubicBezTo>
                  <a:pt x="75875" y="1006460"/>
                  <a:pt x="78214" y="1019127"/>
                  <a:pt x="83862" y="1030423"/>
                </a:cubicBezTo>
                <a:cubicBezTo>
                  <a:pt x="90301" y="1043303"/>
                  <a:pt x="102151" y="1053132"/>
                  <a:pt x="107823" y="1066367"/>
                </a:cubicBezTo>
                <a:cubicBezTo>
                  <a:pt x="114309" y="1081503"/>
                  <a:pt x="111634" y="1099996"/>
                  <a:pt x="119803" y="1114294"/>
                </a:cubicBezTo>
                <a:cubicBezTo>
                  <a:pt x="128209" y="1129006"/>
                  <a:pt x="144898" y="1137222"/>
                  <a:pt x="155744" y="1150239"/>
                </a:cubicBezTo>
                <a:cubicBezTo>
                  <a:pt x="164962" y="1161302"/>
                  <a:pt x="169523" y="1176001"/>
                  <a:pt x="179705" y="1186184"/>
                </a:cubicBezTo>
                <a:cubicBezTo>
                  <a:pt x="207283" y="1213764"/>
                  <a:pt x="226906" y="1212962"/>
                  <a:pt x="263567" y="1222129"/>
                </a:cubicBezTo>
                <a:cubicBezTo>
                  <a:pt x="299508" y="1218135"/>
                  <a:pt x="335720" y="1216093"/>
                  <a:pt x="371390" y="1210147"/>
                </a:cubicBezTo>
                <a:cubicBezTo>
                  <a:pt x="383847" y="1208071"/>
                  <a:pt x="398402" y="1207096"/>
                  <a:pt x="407331" y="1198166"/>
                </a:cubicBezTo>
                <a:cubicBezTo>
                  <a:pt x="416261" y="1189235"/>
                  <a:pt x="415318" y="1174203"/>
                  <a:pt x="419312" y="1162221"/>
                </a:cubicBezTo>
                <a:cubicBezTo>
                  <a:pt x="414074" y="1088882"/>
                  <a:pt x="418600" y="1016304"/>
                  <a:pt x="395351" y="946551"/>
                </a:cubicBezTo>
                <a:cubicBezTo>
                  <a:pt x="388550" y="926147"/>
                  <a:pt x="379377" y="906612"/>
                  <a:pt x="371390" y="886643"/>
                </a:cubicBezTo>
                <a:cubicBezTo>
                  <a:pt x="367397" y="862680"/>
                  <a:pt x="362845" y="838803"/>
                  <a:pt x="359410" y="814753"/>
                </a:cubicBezTo>
                <a:cubicBezTo>
                  <a:pt x="354857" y="782877"/>
                  <a:pt x="352723" y="750661"/>
                  <a:pt x="347430" y="718899"/>
                </a:cubicBezTo>
                <a:cubicBezTo>
                  <a:pt x="341396" y="682694"/>
                  <a:pt x="322136" y="631027"/>
                  <a:pt x="311489" y="599083"/>
                </a:cubicBezTo>
                <a:cubicBezTo>
                  <a:pt x="307496" y="587101"/>
                  <a:pt x="306513" y="573647"/>
                  <a:pt x="299508" y="563138"/>
                </a:cubicBezTo>
                <a:cubicBezTo>
                  <a:pt x="291521" y="551156"/>
                  <a:pt x="284766" y="538256"/>
                  <a:pt x="275548" y="527193"/>
                </a:cubicBezTo>
                <a:cubicBezTo>
                  <a:pt x="198671" y="434930"/>
                  <a:pt x="275142" y="544555"/>
                  <a:pt x="215646" y="455303"/>
                </a:cubicBezTo>
                <a:cubicBezTo>
                  <a:pt x="211652" y="439327"/>
                  <a:pt x="213951" y="420235"/>
                  <a:pt x="203665" y="407376"/>
                </a:cubicBezTo>
                <a:cubicBezTo>
                  <a:pt x="195777" y="397514"/>
                  <a:pt x="175064" y="405672"/>
                  <a:pt x="167724" y="395395"/>
                </a:cubicBezTo>
                <a:cubicBezTo>
                  <a:pt x="153043" y="374840"/>
                  <a:pt x="151751" y="347468"/>
                  <a:pt x="143764" y="323505"/>
                </a:cubicBezTo>
                <a:cubicBezTo>
                  <a:pt x="139771" y="311523"/>
                  <a:pt x="134846" y="299813"/>
                  <a:pt x="131783" y="287560"/>
                </a:cubicBezTo>
                <a:cubicBezTo>
                  <a:pt x="127790" y="271584"/>
                  <a:pt x="127167" y="254362"/>
                  <a:pt x="119803" y="239633"/>
                </a:cubicBezTo>
                <a:cubicBezTo>
                  <a:pt x="106925" y="213873"/>
                  <a:pt x="80989" y="195065"/>
                  <a:pt x="71882" y="167743"/>
                </a:cubicBezTo>
                <a:cubicBezTo>
                  <a:pt x="67888" y="155761"/>
                  <a:pt x="67790" y="141661"/>
                  <a:pt x="59901" y="131798"/>
                </a:cubicBezTo>
                <a:cubicBezTo>
                  <a:pt x="50907" y="120554"/>
                  <a:pt x="35940" y="115823"/>
                  <a:pt x="23960" y="107835"/>
                </a:cubicBezTo>
                <a:cubicBezTo>
                  <a:pt x="10194" y="66532"/>
                  <a:pt x="20910" y="80821"/>
                  <a:pt x="0" y="59908"/>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538" name="Google Shape;1538;p22"/>
          <p:cNvSpPr/>
          <p:nvPr/>
        </p:nvSpPr>
        <p:spPr>
          <a:xfrm>
            <a:off x="1065403" y="2024900"/>
            <a:ext cx="456101" cy="1940707"/>
          </a:xfrm>
          <a:custGeom>
            <a:avLst/>
            <a:gdLst/>
            <a:ahLst/>
            <a:cxnLst/>
            <a:rect l="l" t="t" r="r" b="b"/>
            <a:pathLst>
              <a:path w="456101" h="1940707" extrusionOk="0">
                <a:moveTo>
                  <a:pt x="456101" y="1917065"/>
                </a:moveTo>
                <a:cubicBezTo>
                  <a:pt x="87394" y="1905170"/>
                  <a:pt x="60284" y="2027696"/>
                  <a:pt x="96691" y="1809230"/>
                </a:cubicBezTo>
                <a:cubicBezTo>
                  <a:pt x="99398" y="1792987"/>
                  <a:pt x="104678" y="1777279"/>
                  <a:pt x="108671" y="1761303"/>
                </a:cubicBezTo>
                <a:cubicBezTo>
                  <a:pt x="108346" y="1755122"/>
                  <a:pt x="96981" y="1471108"/>
                  <a:pt x="84710" y="1413835"/>
                </a:cubicBezTo>
                <a:cubicBezTo>
                  <a:pt x="80968" y="1396371"/>
                  <a:pt x="66397" y="1382852"/>
                  <a:pt x="60750" y="1365908"/>
                </a:cubicBezTo>
                <a:cubicBezTo>
                  <a:pt x="50336" y="1334664"/>
                  <a:pt x="42203" y="1302541"/>
                  <a:pt x="36789" y="1270055"/>
                </a:cubicBezTo>
                <a:lnTo>
                  <a:pt x="12828" y="1126275"/>
                </a:lnTo>
                <a:cubicBezTo>
                  <a:pt x="-2624" y="724471"/>
                  <a:pt x="-5853" y="811905"/>
                  <a:pt x="12828" y="335486"/>
                </a:cubicBezTo>
                <a:cubicBezTo>
                  <a:pt x="14556" y="291406"/>
                  <a:pt x="19554" y="247488"/>
                  <a:pt x="24809" y="203688"/>
                </a:cubicBezTo>
                <a:cubicBezTo>
                  <a:pt x="44120" y="42749"/>
                  <a:pt x="32348" y="85212"/>
                  <a:pt x="60750" y="0"/>
                </a:cubicBezTo>
                <a:cubicBezTo>
                  <a:pt x="89481" y="86204"/>
                  <a:pt x="54616" y="-21469"/>
                  <a:pt x="84710" y="83871"/>
                </a:cubicBezTo>
                <a:cubicBezTo>
                  <a:pt x="88179" y="96015"/>
                  <a:pt x="93222" y="107672"/>
                  <a:pt x="96691" y="119816"/>
                </a:cubicBezTo>
                <a:cubicBezTo>
                  <a:pt x="101809" y="137730"/>
                  <a:pt x="111076" y="184536"/>
                  <a:pt x="120651" y="203688"/>
                </a:cubicBezTo>
                <a:cubicBezTo>
                  <a:pt x="127090" y="216568"/>
                  <a:pt x="136625" y="227651"/>
                  <a:pt x="144612" y="239633"/>
                </a:cubicBezTo>
                <a:lnTo>
                  <a:pt x="168573" y="311523"/>
                </a:lnTo>
                <a:cubicBezTo>
                  <a:pt x="172566" y="323505"/>
                  <a:pt x="177490" y="335215"/>
                  <a:pt x="180553" y="347468"/>
                </a:cubicBezTo>
                <a:cubicBezTo>
                  <a:pt x="195596" y="407647"/>
                  <a:pt x="187326" y="379772"/>
                  <a:pt x="204514" y="431339"/>
                </a:cubicBezTo>
                <a:cubicBezTo>
                  <a:pt x="208507" y="463290"/>
                  <a:pt x="210735" y="495512"/>
                  <a:pt x="216494" y="527193"/>
                </a:cubicBezTo>
                <a:cubicBezTo>
                  <a:pt x="218753" y="539619"/>
                  <a:pt x="225005" y="550994"/>
                  <a:pt x="228474" y="563138"/>
                </a:cubicBezTo>
                <a:cubicBezTo>
                  <a:pt x="232997" y="578971"/>
                  <a:pt x="237005" y="594963"/>
                  <a:pt x="240455" y="611064"/>
                </a:cubicBezTo>
                <a:cubicBezTo>
                  <a:pt x="281248" y="801445"/>
                  <a:pt x="249039" y="669367"/>
                  <a:pt x="276396" y="778807"/>
                </a:cubicBezTo>
                <a:cubicBezTo>
                  <a:pt x="279864" y="979987"/>
                  <a:pt x="232814" y="1285245"/>
                  <a:pt x="300357" y="1521670"/>
                </a:cubicBezTo>
                <a:cubicBezTo>
                  <a:pt x="303826" y="1533814"/>
                  <a:pt x="308344" y="1545633"/>
                  <a:pt x="312337" y="1557615"/>
                </a:cubicBezTo>
                <a:cubicBezTo>
                  <a:pt x="316468" y="1590666"/>
                  <a:pt x="317828" y="1652469"/>
                  <a:pt x="336298" y="1689413"/>
                </a:cubicBezTo>
                <a:cubicBezTo>
                  <a:pt x="342737" y="1702293"/>
                  <a:pt x="351040" y="1714295"/>
                  <a:pt x="360258" y="1725358"/>
                </a:cubicBezTo>
                <a:cubicBezTo>
                  <a:pt x="371104" y="1738375"/>
                  <a:pt x="384219" y="1749321"/>
                  <a:pt x="396199" y="1761303"/>
                </a:cubicBezTo>
                <a:cubicBezTo>
                  <a:pt x="392206" y="1773285"/>
                  <a:pt x="396290" y="1793533"/>
                  <a:pt x="384219" y="1797248"/>
                </a:cubicBezTo>
                <a:cubicBezTo>
                  <a:pt x="333426" y="1812879"/>
                  <a:pt x="163624" y="1809230"/>
                  <a:pt x="108671" y="180923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539" name="Google Shape;1539;p22"/>
          <p:cNvSpPr/>
          <p:nvPr/>
        </p:nvSpPr>
        <p:spPr>
          <a:xfrm>
            <a:off x="371391" y="1174202"/>
            <a:ext cx="802683" cy="3750258"/>
          </a:xfrm>
          <a:custGeom>
            <a:avLst/>
            <a:gdLst/>
            <a:ahLst/>
            <a:cxnLst/>
            <a:rect l="l" t="t" r="r" b="b"/>
            <a:pathLst>
              <a:path w="802683" h="3750258" extrusionOk="0">
                <a:moveTo>
                  <a:pt x="802683" y="2719836"/>
                </a:moveTo>
                <a:cubicBezTo>
                  <a:pt x="798690" y="2787732"/>
                  <a:pt x="795666" y="2855692"/>
                  <a:pt x="790703" y="2923524"/>
                </a:cubicBezTo>
                <a:cubicBezTo>
                  <a:pt x="783685" y="3019453"/>
                  <a:pt x="790068" y="3117770"/>
                  <a:pt x="766742" y="3211084"/>
                </a:cubicBezTo>
                <a:cubicBezTo>
                  <a:pt x="750772" y="3274969"/>
                  <a:pt x="730949" y="3372615"/>
                  <a:pt x="694860" y="3426754"/>
                </a:cubicBezTo>
                <a:cubicBezTo>
                  <a:pt x="686873" y="3438736"/>
                  <a:pt x="678043" y="3450196"/>
                  <a:pt x="670899" y="3462699"/>
                </a:cubicBezTo>
                <a:cubicBezTo>
                  <a:pt x="645688" y="3506823"/>
                  <a:pt x="638097" y="3543430"/>
                  <a:pt x="599017" y="3582515"/>
                </a:cubicBezTo>
                <a:cubicBezTo>
                  <a:pt x="587037" y="3594497"/>
                  <a:pt x="573922" y="3605443"/>
                  <a:pt x="563076" y="3618460"/>
                </a:cubicBezTo>
                <a:cubicBezTo>
                  <a:pt x="553858" y="3629523"/>
                  <a:pt x="548333" y="3643342"/>
                  <a:pt x="539115" y="3654405"/>
                </a:cubicBezTo>
                <a:cubicBezTo>
                  <a:pt x="515262" y="3683032"/>
                  <a:pt x="462118" y="3728001"/>
                  <a:pt x="431292" y="3738277"/>
                </a:cubicBezTo>
                <a:lnTo>
                  <a:pt x="395351" y="3750258"/>
                </a:lnTo>
                <a:cubicBezTo>
                  <a:pt x="246743" y="3552094"/>
                  <a:pt x="382087" y="3751955"/>
                  <a:pt x="347430" y="3151176"/>
                </a:cubicBezTo>
                <a:cubicBezTo>
                  <a:pt x="344059" y="3092734"/>
                  <a:pt x="330524" y="3086342"/>
                  <a:pt x="299508" y="3055322"/>
                </a:cubicBezTo>
                <a:cubicBezTo>
                  <a:pt x="295515" y="3031359"/>
                  <a:pt x="296550" y="3005989"/>
                  <a:pt x="287528" y="2983432"/>
                </a:cubicBezTo>
                <a:cubicBezTo>
                  <a:pt x="280113" y="2964891"/>
                  <a:pt x="257072" y="2954706"/>
                  <a:pt x="251587" y="2935506"/>
                </a:cubicBezTo>
                <a:cubicBezTo>
                  <a:pt x="240561" y="2896912"/>
                  <a:pt x="244911" y="2855475"/>
                  <a:pt x="239607" y="2815689"/>
                </a:cubicBezTo>
                <a:cubicBezTo>
                  <a:pt x="226991" y="2721062"/>
                  <a:pt x="232923" y="2788952"/>
                  <a:pt x="215646" y="2719836"/>
                </a:cubicBezTo>
                <a:cubicBezTo>
                  <a:pt x="192423" y="2626930"/>
                  <a:pt x="219562" y="2691723"/>
                  <a:pt x="179705" y="2612001"/>
                </a:cubicBezTo>
                <a:cubicBezTo>
                  <a:pt x="175712" y="2596025"/>
                  <a:pt x="173506" y="2579493"/>
                  <a:pt x="167725" y="2564074"/>
                </a:cubicBezTo>
                <a:cubicBezTo>
                  <a:pt x="161454" y="2547350"/>
                  <a:pt x="146700" y="2533766"/>
                  <a:pt x="143764" y="2516148"/>
                </a:cubicBezTo>
                <a:cubicBezTo>
                  <a:pt x="134549" y="2460854"/>
                  <a:pt x="136083" y="2404297"/>
                  <a:pt x="131784" y="2348405"/>
                </a:cubicBezTo>
                <a:cubicBezTo>
                  <a:pt x="128096" y="2300454"/>
                  <a:pt x="126159" y="2252296"/>
                  <a:pt x="119803" y="2204625"/>
                </a:cubicBezTo>
                <a:cubicBezTo>
                  <a:pt x="118134" y="2192106"/>
                  <a:pt x="111146" y="2180865"/>
                  <a:pt x="107823" y="2168680"/>
                </a:cubicBezTo>
                <a:cubicBezTo>
                  <a:pt x="99158" y="2136906"/>
                  <a:pt x="94275" y="2104072"/>
                  <a:pt x="83862" y="2072827"/>
                </a:cubicBezTo>
                <a:cubicBezTo>
                  <a:pt x="79869" y="2060845"/>
                  <a:pt x="78379" y="2047712"/>
                  <a:pt x="71882" y="2036882"/>
                </a:cubicBezTo>
                <a:cubicBezTo>
                  <a:pt x="66071" y="2027195"/>
                  <a:pt x="55908" y="2020906"/>
                  <a:pt x="47921" y="2012918"/>
                </a:cubicBezTo>
                <a:cubicBezTo>
                  <a:pt x="4171" y="1837900"/>
                  <a:pt x="18107" y="1918158"/>
                  <a:pt x="0" y="1773285"/>
                </a:cubicBezTo>
                <a:cubicBezTo>
                  <a:pt x="7987" y="1641487"/>
                  <a:pt x="13834" y="1509542"/>
                  <a:pt x="23960" y="1377891"/>
                </a:cubicBezTo>
                <a:cubicBezTo>
                  <a:pt x="24394" y="1372253"/>
                  <a:pt x="43664" y="1257447"/>
                  <a:pt x="47921" y="1246092"/>
                </a:cubicBezTo>
                <a:cubicBezTo>
                  <a:pt x="52977" y="1232609"/>
                  <a:pt x="63895" y="1222129"/>
                  <a:pt x="71882" y="1210147"/>
                </a:cubicBezTo>
                <a:cubicBezTo>
                  <a:pt x="103572" y="1083369"/>
                  <a:pt x="60546" y="1232660"/>
                  <a:pt x="107823" y="1126276"/>
                </a:cubicBezTo>
                <a:cubicBezTo>
                  <a:pt x="118081" y="1103193"/>
                  <a:pt x="122404" y="1077839"/>
                  <a:pt x="131784" y="1054386"/>
                </a:cubicBezTo>
                <a:cubicBezTo>
                  <a:pt x="185052" y="921199"/>
                  <a:pt x="155846" y="970361"/>
                  <a:pt x="203666" y="898624"/>
                </a:cubicBezTo>
                <a:cubicBezTo>
                  <a:pt x="207659" y="874661"/>
                  <a:pt x="209754" y="850303"/>
                  <a:pt x="215646" y="826734"/>
                </a:cubicBezTo>
                <a:cubicBezTo>
                  <a:pt x="221772" y="802229"/>
                  <a:pt x="234654" y="779614"/>
                  <a:pt x="239607" y="754845"/>
                </a:cubicBezTo>
                <a:cubicBezTo>
                  <a:pt x="266063" y="622553"/>
                  <a:pt x="221884" y="676717"/>
                  <a:pt x="275548" y="623046"/>
                </a:cubicBezTo>
                <a:cubicBezTo>
                  <a:pt x="283781" y="581875"/>
                  <a:pt x="288230" y="554687"/>
                  <a:pt x="299508" y="515211"/>
                </a:cubicBezTo>
                <a:cubicBezTo>
                  <a:pt x="302977" y="503067"/>
                  <a:pt x="305841" y="490563"/>
                  <a:pt x="311489" y="479266"/>
                </a:cubicBezTo>
                <a:cubicBezTo>
                  <a:pt x="317928" y="466386"/>
                  <a:pt x="328554" y="455963"/>
                  <a:pt x="335449" y="443321"/>
                </a:cubicBezTo>
                <a:cubicBezTo>
                  <a:pt x="352678" y="411732"/>
                  <a:pt x="378526" y="346094"/>
                  <a:pt x="407332" y="311523"/>
                </a:cubicBezTo>
                <a:cubicBezTo>
                  <a:pt x="418178" y="298506"/>
                  <a:pt x="430257" y="286426"/>
                  <a:pt x="443273" y="275578"/>
                </a:cubicBezTo>
                <a:cubicBezTo>
                  <a:pt x="454334" y="266359"/>
                  <a:pt x="467234" y="259603"/>
                  <a:pt x="479214" y="251615"/>
                </a:cubicBezTo>
                <a:cubicBezTo>
                  <a:pt x="483207" y="235639"/>
                  <a:pt x="483025" y="217986"/>
                  <a:pt x="491194" y="203688"/>
                </a:cubicBezTo>
                <a:cubicBezTo>
                  <a:pt x="499600" y="188976"/>
                  <a:pt x="516289" y="180760"/>
                  <a:pt x="527135" y="167743"/>
                </a:cubicBezTo>
                <a:cubicBezTo>
                  <a:pt x="610532" y="67656"/>
                  <a:pt x="482037" y="200865"/>
                  <a:pt x="587037" y="95853"/>
                </a:cubicBezTo>
                <a:cubicBezTo>
                  <a:pt x="614569" y="13248"/>
                  <a:pt x="593137" y="41826"/>
                  <a:pt x="634958" y="0"/>
                </a:cubicBezTo>
                <a:cubicBezTo>
                  <a:pt x="638952" y="35945"/>
                  <a:pt x="641825" y="72032"/>
                  <a:pt x="646939" y="107835"/>
                </a:cubicBezTo>
                <a:cubicBezTo>
                  <a:pt x="649819" y="127995"/>
                  <a:pt x="655277" y="147707"/>
                  <a:pt x="658919" y="167743"/>
                </a:cubicBezTo>
                <a:cubicBezTo>
                  <a:pt x="663264" y="191645"/>
                  <a:pt x="666906" y="215670"/>
                  <a:pt x="670899" y="239633"/>
                </a:cubicBezTo>
                <a:cubicBezTo>
                  <a:pt x="662912" y="774814"/>
                  <a:pt x="657431" y="1310038"/>
                  <a:pt x="646939" y="1845175"/>
                </a:cubicBezTo>
                <a:cubicBezTo>
                  <a:pt x="637650" y="2318951"/>
                  <a:pt x="610466" y="1805433"/>
                  <a:pt x="658919" y="2516148"/>
                </a:cubicBezTo>
                <a:cubicBezTo>
                  <a:pt x="664645" y="2600140"/>
                  <a:pt x="663823" y="2585866"/>
                  <a:pt x="694860" y="2647946"/>
                </a:cubicBezTo>
                <a:cubicBezTo>
                  <a:pt x="698853" y="2663922"/>
                  <a:pt x="702317" y="2680039"/>
                  <a:pt x="706840" y="2695873"/>
                </a:cubicBezTo>
                <a:cubicBezTo>
                  <a:pt x="710309" y="2708017"/>
                  <a:pt x="715758" y="2719565"/>
                  <a:pt x="718821" y="2731818"/>
                </a:cubicBezTo>
                <a:cubicBezTo>
                  <a:pt x="737833" y="2807874"/>
                  <a:pt x="724934" y="2798081"/>
                  <a:pt x="754762" y="2887579"/>
                </a:cubicBezTo>
                <a:lnTo>
                  <a:pt x="778722" y="2959469"/>
                </a:ln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540" name="Google Shape;1540;p22"/>
          <p:cNvSpPr/>
          <p:nvPr/>
        </p:nvSpPr>
        <p:spPr>
          <a:xfrm>
            <a:off x="539677" y="3953946"/>
            <a:ext cx="2611154" cy="2719836"/>
          </a:xfrm>
          <a:custGeom>
            <a:avLst/>
            <a:gdLst/>
            <a:ahLst/>
            <a:cxnLst/>
            <a:rect l="l" t="t" r="r" b="b"/>
            <a:pathLst>
              <a:path w="2611154" h="2719836" extrusionOk="0">
                <a:moveTo>
                  <a:pt x="203105" y="994478"/>
                </a:moveTo>
                <a:cubicBezTo>
                  <a:pt x="191124" y="1014447"/>
                  <a:pt x="177010" y="1033283"/>
                  <a:pt x="167163" y="1054386"/>
                </a:cubicBezTo>
                <a:cubicBezTo>
                  <a:pt x="148974" y="1093366"/>
                  <a:pt x="119242" y="1174203"/>
                  <a:pt x="119242" y="1174203"/>
                </a:cubicBezTo>
                <a:cubicBezTo>
                  <a:pt x="115249" y="1202160"/>
                  <a:pt x="111666" y="1230179"/>
                  <a:pt x="107262" y="1258074"/>
                </a:cubicBezTo>
                <a:cubicBezTo>
                  <a:pt x="99685" y="1306067"/>
                  <a:pt x="87907" y="1353485"/>
                  <a:pt x="83301" y="1401854"/>
                </a:cubicBezTo>
                <a:cubicBezTo>
                  <a:pt x="75314" y="1485726"/>
                  <a:pt x="69789" y="1569868"/>
                  <a:pt x="59340" y="1653469"/>
                </a:cubicBezTo>
                <a:cubicBezTo>
                  <a:pt x="57774" y="1666001"/>
                  <a:pt x="53008" y="1678117"/>
                  <a:pt x="47360" y="1689414"/>
                </a:cubicBezTo>
                <a:cubicBezTo>
                  <a:pt x="40921" y="1702294"/>
                  <a:pt x="31386" y="1713377"/>
                  <a:pt x="23399" y="1725359"/>
                </a:cubicBezTo>
                <a:cubicBezTo>
                  <a:pt x="-11566" y="1830269"/>
                  <a:pt x="-3793" y="1792441"/>
                  <a:pt x="23399" y="2000937"/>
                </a:cubicBezTo>
                <a:cubicBezTo>
                  <a:pt x="25261" y="2015216"/>
                  <a:pt x="39373" y="2024900"/>
                  <a:pt x="47360" y="2036882"/>
                </a:cubicBezTo>
                <a:cubicBezTo>
                  <a:pt x="64979" y="2089747"/>
                  <a:pt x="47593" y="2062104"/>
                  <a:pt x="95281" y="2096790"/>
                </a:cubicBezTo>
                <a:cubicBezTo>
                  <a:pt x="127578" y="2120281"/>
                  <a:pt x="153238" y="2156050"/>
                  <a:pt x="191124" y="2168680"/>
                </a:cubicBezTo>
                <a:cubicBezTo>
                  <a:pt x="254385" y="2189770"/>
                  <a:pt x="216558" y="2173656"/>
                  <a:pt x="298947" y="2228588"/>
                </a:cubicBezTo>
                <a:lnTo>
                  <a:pt x="406770" y="2300478"/>
                </a:lnTo>
                <a:lnTo>
                  <a:pt x="442711" y="2324441"/>
                </a:lnTo>
                <a:cubicBezTo>
                  <a:pt x="470973" y="2366838"/>
                  <a:pt x="469403" y="2369573"/>
                  <a:pt x="514594" y="2408313"/>
                </a:cubicBezTo>
                <a:cubicBezTo>
                  <a:pt x="525526" y="2417684"/>
                  <a:pt x="539699" y="2422794"/>
                  <a:pt x="550535" y="2432276"/>
                </a:cubicBezTo>
                <a:cubicBezTo>
                  <a:pt x="571786" y="2450873"/>
                  <a:pt x="586940" y="2476519"/>
                  <a:pt x="610436" y="2492185"/>
                </a:cubicBezTo>
                <a:cubicBezTo>
                  <a:pt x="634397" y="2508160"/>
                  <a:pt x="661956" y="2519747"/>
                  <a:pt x="682318" y="2540111"/>
                </a:cubicBezTo>
                <a:cubicBezTo>
                  <a:pt x="694298" y="2552093"/>
                  <a:pt x="703548" y="2567649"/>
                  <a:pt x="718259" y="2576056"/>
                </a:cubicBezTo>
                <a:cubicBezTo>
                  <a:pt x="727372" y="2581264"/>
                  <a:pt x="822460" y="2599294"/>
                  <a:pt x="826083" y="2600019"/>
                </a:cubicBezTo>
                <a:cubicBezTo>
                  <a:pt x="939182" y="2656577"/>
                  <a:pt x="856389" y="2621047"/>
                  <a:pt x="1089650" y="2659928"/>
                </a:cubicBezTo>
                <a:lnTo>
                  <a:pt x="1161532" y="2671909"/>
                </a:lnTo>
                <a:cubicBezTo>
                  <a:pt x="1185493" y="2675903"/>
                  <a:pt x="1209310" y="2680878"/>
                  <a:pt x="1233414" y="2683891"/>
                </a:cubicBezTo>
                <a:cubicBezTo>
                  <a:pt x="1265362" y="2687885"/>
                  <a:pt x="1297455" y="2690851"/>
                  <a:pt x="1329257" y="2695873"/>
                </a:cubicBezTo>
                <a:cubicBezTo>
                  <a:pt x="1373359" y="2702837"/>
                  <a:pt x="1417113" y="2711848"/>
                  <a:pt x="1461041" y="2719836"/>
                </a:cubicBezTo>
                <a:cubicBezTo>
                  <a:pt x="1620779" y="2715842"/>
                  <a:pt x="1780837" y="2718725"/>
                  <a:pt x="1940255" y="2707854"/>
                </a:cubicBezTo>
                <a:cubicBezTo>
                  <a:pt x="1958073" y="2706639"/>
                  <a:pt x="1971454" y="2690162"/>
                  <a:pt x="1988176" y="2683891"/>
                </a:cubicBezTo>
                <a:cubicBezTo>
                  <a:pt x="2003593" y="2678109"/>
                  <a:pt x="2020124" y="2675903"/>
                  <a:pt x="2036098" y="2671909"/>
                </a:cubicBezTo>
                <a:cubicBezTo>
                  <a:pt x="2169220" y="2583152"/>
                  <a:pt x="2025884" y="2669639"/>
                  <a:pt x="2407488" y="2635964"/>
                </a:cubicBezTo>
                <a:cubicBezTo>
                  <a:pt x="2482546" y="2629341"/>
                  <a:pt x="2464333" y="2613530"/>
                  <a:pt x="2515312" y="2588038"/>
                </a:cubicBezTo>
                <a:cubicBezTo>
                  <a:pt x="2526607" y="2582390"/>
                  <a:pt x="2539273" y="2580050"/>
                  <a:pt x="2551253" y="2576056"/>
                </a:cubicBezTo>
                <a:cubicBezTo>
                  <a:pt x="2589223" y="2519094"/>
                  <a:pt x="2570661" y="2553771"/>
                  <a:pt x="2599174" y="2468221"/>
                </a:cubicBezTo>
                <a:lnTo>
                  <a:pt x="2611154" y="2432276"/>
                </a:lnTo>
                <a:cubicBezTo>
                  <a:pt x="2607161" y="2212612"/>
                  <a:pt x="2605828" y="1992884"/>
                  <a:pt x="2599174" y="1773285"/>
                </a:cubicBezTo>
                <a:cubicBezTo>
                  <a:pt x="2597838" y="1729191"/>
                  <a:pt x="2593432" y="1685158"/>
                  <a:pt x="2587194" y="1641487"/>
                </a:cubicBezTo>
                <a:cubicBezTo>
                  <a:pt x="2585408" y="1628984"/>
                  <a:pt x="2578682" y="1617686"/>
                  <a:pt x="2575213" y="1605542"/>
                </a:cubicBezTo>
                <a:cubicBezTo>
                  <a:pt x="2570690" y="1589708"/>
                  <a:pt x="2568440" y="1573237"/>
                  <a:pt x="2563233" y="1557615"/>
                </a:cubicBezTo>
                <a:cubicBezTo>
                  <a:pt x="2556317" y="1536864"/>
                  <a:pt x="2529227" y="1470656"/>
                  <a:pt x="2515312" y="1449781"/>
                </a:cubicBezTo>
                <a:cubicBezTo>
                  <a:pt x="2509047" y="1440382"/>
                  <a:pt x="2497616" y="1435216"/>
                  <a:pt x="2491351" y="1425817"/>
                </a:cubicBezTo>
                <a:cubicBezTo>
                  <a:pt x="2481444" y="1410956"/>
                  <a:pt x="2478547" y="1391838"/>
                  <a:pt x="2467390" y="1377891"/>
                </a:cubicBezTo>
                <a:cubicBezTo>
                  <a:pt x="2446222" y="1351428"/>
                  <a:pt x="2419469" y="1329964"/>
                  <a:pt x="2395508" y="1306001"/>
                </a:cubicBezTo>
                <a:lnTo>
                  <a:pt x="2359567" y="1270056"/>
                </a:lnTo>
                <a:cubicBezTo>
                  <a:pt x="2355574" y="1258074"/>
                  <a:pt x="2355476" y="1243974"/>
                  <a:pt x="2347587" y="1234111"/>
                </a:cubicBezTo>
                <a:cubicBezTo>
                  <a:pt x="2338593" y="1222867"/>
                  <a:pt x="2322482" y="1219630"/>
                  <a:pt x="2311646" y="1210147"/>
                </a:cubicBezTo>
                <a:cubicBezTo>
                  <a:pt x="2290395" y="1191550"/>
                  <a:pt x="2271711" y="1170208"/>
                  <a:pt x="2251744" y="1150239"/>
                </a:cubicBezTo>
                <a:cubicBezTo>
                  <a:pt x="2239764" y="1138257"/>
                  <a:pt x="2225201" y="1128392"/>
                  <a:pt x="2215803" y="1114294"/>
                </a:cubicBezTo>
                <a:cubicBezTo>
                  <a:pt x="2207816" y="1102312"/>
                  <a:pt x="2202024" y="1088532"/>
                  <a:pt x="2191842" y="1078349"/>
                </a:cubicBezTo>
                <a:cubicBezTo>
                  <a:pt x="2181661" y="1068167"/>
                  <a:pt x="2167881" y="1062374"/>
                  <a:pt x="2155901" y="1054386"/>
                </a:cubicBezTo>
                <a:cubicBezTo>
                  <a:pt x="2096905" y="965881"/>
                  <a:pt x="2131019" y="999777"/>
                  <a:pt x="2060058" y="946551"/>
                </a:cubicBezTo>
                <a:cubicBezTo>
                  <a:pt x="2048078" y="926582"/>
                  <a:pt x="2037651" y="905594"/>
                  <a:pt x="2024117" y="886643"/>
                </a:cubicBezTo>
                <a:cubicBezTo>
                  <a:pt x="2017552" y="877451"/>
                  <a:pt x="2006722" y="871871"/>
                  <a:pt x="2000157" y="862679"/>
                </a:cubicBezTo>
                <a:cubicBezTo>
                  <a:pt x="1986623" y="843728"/>
                  <a:pt x="1979370" y="820453"/>
                  <a:pt x="1964216" y="802771"/>
                </a:cubicBezTo>
                <a:cubicBezTo>
                  <a:pt x="1954846" y="791838"/>
                  <a:pt x="1939036" y="788375"/>
                  <a:pt x="1928275" y="778808"/>
                </a:cubicBezTo>
                <a:cubicBezTo>
                  <a:pt x="1866382" y="723786"/>
                  <a:pt x="1869295" y="708992"/>
                  <a:pt x="1808471" y="670973"/>
                </a:cubicBezTo>
                <a:cubicBezTo>
                  <a:pt x="1793327" y="661507"/>
                  <a:pt x="1776524" y="654998"/>
                  <a:pt x="1760550" y="647010"/>
                </a:cubicBezTo>
                <a:cubicBezTo>
                  <a:pt x="1752563" y="639022"/>
                  <a:pt x="1746972" y="627496"/>
                  <a:pt x="1736589" y="623046"/>
                </a:cubicBezTo>
                <a:cubicBezTo>
                  <a:pt x="1725939" y="618481"/>
                  <a:pt x="1609604" y="599883"/>
                  <a:pt x="1604805" y="599083"/>
                </a:cubicBezTo>
                <a:cubicBezTo>
                  <a:pt x="1474436" y="468700"/>
                  <a:pt x="1665750" y="647706"/>
                  <a:pt x="1520943" y="551156"/>
                </a:cubicBezTo>
                <a:cubicBezTo>
                  <a:pt x="1508962" y="543168"/>
                  <a:pt x="1507164" y="525394"/>
                  <a:pt x="1496982" y="515211"/>
                </a:cubicBezTo>
                <a:cubicBezTo>
                  <a:pt x="1486801" y="505029"/>
                  <a:pt x="1472102" y="500467"/>
                  <a:pt x="1461041" y="491248"/>
                </a:cubicBezTo>
                <a:cubicBezTo>
                  <a:pt x="1448025" y="480400"/>
                  <a:pt x="1435946" y="468320"/>
                  <a:pt x="1425100" y="455303"/>
                </a:cubicBezTo>
                <a:cubicBezTo>
                  <a:pt x="1415882" y="444240"/>
                  <a:pt x="1413120" y="427346"/>
                  <a:pt x="1401139" y="419358"/>
                </a:cubicBezTo>
                <a:cubicBezTo>
                  <a:pt x="1387439" y="410224"/>
                  <a:pt x="1369192" y="411371"/>
                  <a:pt x="1353218" y="407377"/>
                </a:cubicBezTo>
                <a:cubicBezTo>
                  <a:pt x="1330399" y="338909"/>
                  <a:pt x="1360065" y="395967"/>
                  <a:pt x="1305296" y="359450"/>
                </a:cubicBezTo>
                <a:cubicBezTo>
                  <a:pt x="1215553" y="299615"/>
                  <a:pt x="1318874" y="340014"/>
                  <a:pt x="1233414" y="311523"/>
                </a:cubicBezTo>
                <a:cubicBezTo>
                  <a:pt x="1225427" y="287560"/>
                  <a:pt x="1201467" y="263596"/>
                  <a:pt x="1209454" y="239633"/>
                </a:cubicBezTo>
                <a:cubicBezTo>
                  <a:pt x="1241095" y="144696"/>
                  <a:pt x="1229262" y="192659"/>
                  <a:pt x="1245395" y="95854"/>
                </a:cubicBezTo>
                <a:cubicBezTo>
                  <a:pt x="1241401" y="83872"/>
                  <a:pt x="1241303" y="69772"/>
                  <a:pt x="1233414" y="59909"/>
                </a:cubicBezTo>
                <a:cubicBezTo>
                  <a:pt x="1224419" y="48665"/>
                  <a:pt x="1210842" y="41293"/>
                  <a:pt x="1197473" y="35945"/>
                </a:cubicBezTo>
                <a:cubicBezTo>
                  <a:pt x="1170480" y="25146"/>
                  <a:pt x="1141457" y="20337"/>
                  <a:pt x="1113611" y="11982"/>
                </a:cubicBezTo>
                <a:cubicBezTo>
                  <a:pt x="1101515" y="8353"/>
                  <a:pt x="1089650" y="3994"/>
                  <a:pt x="1077670" y="0"/>
                </a:cubicBezTo>
                <a:cubicBezTo>
                  <a:pt x="1054183" y="2936"/>
                  <a:pt x="954856" y="12986"/>
                  <a:pt x="921925" y="23964"/>
                </a:cubicBezTo>
                <a:cubicBezTo>
                  <a:pt x="900843" y="30992"/>
                  <a:pt x="856842" y="56865"/>
                  <a:pt x="838063" y="71890"/>
                </a:cubicBezTo>
                <a:cubicBezTo>
                  <a:pt x="829243" y="78947"/>
                  <a:pt x="822089" y="87866"/>
                  <a:pt x="814102" y="95854"/>
                </a:cubicBezTo>
                <a:cubicBezTo>
                  <a:pt x="806115" y="111829"/>
                  <a:pt x="801575" y="130059"/>
                  <a:pt x="790142" y="143780"/>
                </a:cubicBezTo>
                <a:cubicBezTo>
                  <a:pt x="772278" y="165219"/>
                  <a:pt x="742790" y="171547"/>
                  <a:pt x="718259" y="179725"/>
                </a:cubicBezTo>
                <a:lnTo>
                  <a:pt x="694299" y="251615"/>
                </a:lnTo>
                <a:cubicBezTo>
                  <a:pt x="690306" y="263597"/>
                  <a:pt x="687966" y="276263"/>
                  <a:pt x="682318" y="287560"/>
                </a:cubicBezTo>
                <a:lnTo>
                  <a:pt x="658358" y="335487"/>
                </a:lnTo>
                <a:cubicBezTo>
                  <a:pt x="654364" y="399389"/>
                  <a:pt x="652747" y="463484"/>
                  <a:pt x="646377" y="527193"/>
                </a:cubicBezTo>
                <a:cubicBezTo>
                  <a:pt x="644739" y="543578"/>
                  <a:pt x="643531" y="561418"/>
                  <a:pt x="634397" y="575120"/>
                </a:cubicBezTo>
                <a:cubicBezTo>
                  <a:pt x="626411" y="587101"/>
                  <a:pt x="610436" y="591095"/>
                  <a:pt x="598456" y="599083"/>
                </a:cubicBezTo>
                <a:cubicBezTo>
                  <a:pt x="554768" y="730165"/>
                  <a:pt x="624442" y="531623"/>
                  <a:pt x="562515" y="670973"/>
                </a:cubicBezTo>
                <a:cubicBezTo>
                  <a:pt x="552257" y="694056"/>
                  <a:pt x="546541" y="718900"/>
                  <a:pt x="538554" y="742863"/>
                </a:cubicBezTo>
                <a:cubicBezTo>
                  <a:pt x="534561" y="754845"/>
                  <a:pt x="535504" y="769877"/>
                  <a:pt x="526574" y="778808"/>
                </a:cubicBezTo>
                <a:lnTo>
                  <a:pt x="490633" y="814753"/>
                </a:lnTo>
                <a:cubicBezTo>
                  <a:pt x="460523" y="905096"/>
                  <a:pt x="501138" y="793743"/>
                  <a:pt x="454692" y="886643"/>
                </a:cubicBezTo>
                <a:cubicBezTo>
                  <a:pt x="449044" y="897940"/>
                  <a:pt x="451641" y="913657"/>
                  <a:pt x="442711" y="922588"/>
                </a:cubicBezTo>
                <a:cubicBezTo>
                  <a:pt x="430083" y="935217"/>
                  <a:pt x="410296" y="937690"/>
                  <a:pt x="394790" y="946551"/>
                </a:cubicBezTo>
                <a:cubicBezTo>
                  <a:pt x="382288" y="953695"/>
                  <a:pt x="371728" y="964074"/>
                  <a:pt x="358849" y="970514"/>
                </a:cubicBezTo>
                <a:cubicBezTo>
                  <a:pt x="341661" y="979109"/>
                  <a:pt x="290342" y="990639"/>
                  <a:pt x="274987" y="994478"/>
                </a:cubicBezTo>
                <a:cubicBezTo>
                  <a:pt x="263007" y="1002466"/>
                  <a:pt x="252281" y="1012768"/>
                  <a:pt x="239046" y="1018441"/>
                </a:cubicBezTo>
                <a:cubicBezTo>
                  <a:pt x="130737" y="1064864"/>
                  <a:pt x="245415" y="994225"/>
                  <a:pt x="155183" y="1054386"/>
                </a:cubicBezTo>
                <a:cubicBezTo>
                  <a:pt x="141940" y="1094120"/>
                  <a:pt x="155833" y="1090331"/>
                  <a:pt x="131222" y="1090331"/>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541" name="Google Shape;1541;p22"/>
          <p:cNvSpPr/>
          <p:nvPr/>
        </p:nvSpPr>
        <p:spPr>
          <a:xfrm>
            <a:off x="7487717" y="4816625"/>
            <a:ext cx="1078231" cy="819558"/>
          </a:xfrm>
          <a:custGeom>
            <a:avLst/>
            <a:gdLst/>
            <a:ahLst/>
            <a:cxnLst/>
            <a:rect l="l" t="t" r="r" b="b"/>
            <a:pathLst>
              <a:path w="1078231" h="819558" extrusionOk="0">
                <a:moveTo>
                  <a:pt x="0" y="83872"/>
                </a:moveTo>
                <a:cubicBezTo>
                  <a:pt x="19967" y="71890"/>
                  <a:pt x="40527" y="60845"/>
                  <a:pt x="59902" y="47927"/>
                </a:cubicBezTo>
                <a:cubicBezTo>
                  <a:pt x="76516" y="36850"/>
                  <a:pt x="90487" y="21890"/>
                  <a:pt x="107823" y="11982"/>
                </a:cubicBezTo>
                <a:cubicBezTo>
                  <a:pt x="118787" y="5716"/>
                  <a:pt x="131784" y="3994"/>
                  <a:pt x="143764" y="0"/>
                </a:cubicBezTo>
                <a:cubicBezTo>
                  <a:pt x="163226" y="175164"/>
                  <a:pt x="116848" y="84775"/>
                  <a:pt x="227627" y="95854"/>
                </a:cubicBezTo>
                <a:cubicBezTo>
                  <a:pt x="245398" y="97631"/>
                  <a:pt x="259574" y="111829"/>
                  <a:pt x="275548" y="119817"/>
                </a:cubicBezTo>
                <a:cubicBezTo>
                  <a:pt x="283535" y="151768"/>
                  <a:pt x="274209" y="194585"/>
                  <a:pt x="299509" y="215670"/>
                </a:cubicBezTo>
                <a:cubicBezTo>
                  <a:pt x="314848" y="228454"/>
                  <a:pt x="328891" y="172308"/>
                  <a:pt x="347430" y="179725"/>
                </a:cubicBezTo>
                <a:cubicBezTo>
                  <a:pt x="366338" y="187289"/>
                  <a:pt x="352971" y="220314"/>
                  <a:pt x="359410" y="239634"/>
                </a:cubicBezTo>
                <a:cubicBezTo>
                  <a:pt x="365057" y="256578"/>
                  <a:pt x="375384" y="271585"/>
                  <a:pt x="383371" y="287560"/>
                </a:cubicBezTo>
                <a:cubicBezTo>
                  <a:pt x="395351" y="275578"/>
                  <a:pt x="406296" y="262463"/>
                  <a:pt x="419312" y="251615"/>
                </a:cubicBezTo>
                <a:cubicBezTo>
                  <a:pt x="500966" y="183563"/>
                  <a:pt x="457840" y="263869"/>
                  <a:pt x="467234" y="395395"/>
                </a:cubicBezTo>
                <a:cubicBezTo>
                  <a:pt x="479214" y="383413"/>
                  <a:pt x="489388" y="369299"/>
                  <a:pt x="503175" y="359450"/>
                </a:cubicBezTo>
                <a:cubicBezTo>
                  <a:pt x="529081" y="340944"/>
                  <a:pt x="557707" y="333283"/>
                  <a:pt x="587037" y="323505"/>
                </a:cubicBezTo>
                <a:cubicBezTo>
                  <a:pt x="590996" y="347265"/>
                  <a:pt x="603992" y="448297"/>
                  <a:pt x="622978" y="467285"/>
                </a:cubicBezTo>
                <a:cubicBezTo>
                  <a:pt x="631907" y="476215"/>
                  <a:pt x="646939" y="459297"/>
                  <a:pt x="658919" y="455303"/>
                </a:cubicBezTo>
                <a:cubicBezTo>
                  <a:pt x="729002" y="525394"/>
                  <a:pt x="695325" y="530878"/>
                  <a:pt x="754762" y="491248"/>
                </a:cubicBezTo>
                <a:cubicBezTo>
                  <a:pt x="762749" y="503230"/>
                  <a:pt x="778723" y="512793"/>
                  <a:pt x="778723" y="527193"/>
                </a:cubicBezTo>
                <a:cubicBezTo>
                  <a:pt x="778723" y="611412"/>
                  <a:pt x="717034" y="660779"/>
                  <a:pt x="790703" y="587102"/>
                </a:cubicBezTo>
                <a:cubicBezTo>
                  <a:pt x="794696" y="603077"/>
                  <a:pt x="799454" y="618881"/>
                  <a:pt x="802683" y="635028"/>
                </a:cubicBezTo>
                <a:cubicBezTo>
                  <a:pt x="807447" y="658850"/>
                  <a:pt x="795230" y="692341"/>
                  <a:pt x="814664" y="706918"/>
                </a:cubicBezTo>
                <a:cubicBezTo>
                  <a:pt x="824914" y="714606"/>
                  <a:pt x="871693" y="639336"/>
                  <a:pt x="874565" y="635028"/>
                </a:cubicBezTo>
                <a:cubicBezTo>
                  <a:pt x="909915" y="741083"/>
                  <a:pt x="853453" y="607411"/>
                  <a:pt x="922487" y="635028"/>
                </a:cubicBezTo>
                <a:cubicBezTo>
                  <a:pt x="959590" y="649871"/>
                  <a:pt x="935850" y="720282"/>
                  <a:pt x="958428" y="742863"/>
                </a:cubicBezTo>
                <a:cubicBezTo>
                  <a:pt x="970070" y="754506"/>
                  <a:pt x="990375" y="750851"/>
                  <a:pt x="1006349" y="754845"/>
                </a:cubicBezTo>
                <a:cubicBezTo>
                  <a:pt x="1002356" y="774814"/>
                  <a:pt x="977425" y="803456"/>
                  <a:pt x="994369" y="814753"/>
                </a:cubicBezTo>
                <a:cubicBezTo>
                  <a:pt x="1017864" y="830418"/>
                  <a:pt x="1078231" y="802771"/>
                  <a:pt x="1078231" y="802771"/>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542" name="Google Shape;1542;p22"/>
          <p:cNvSpPr txBox="1"/>
          <p:nvPr/>
        </p:nvSpPr>
        <p:spPr>
          <a:xfrm>
            <a:off x="3657600" y="1752600"/>
            <a:ext cx="494622"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Times"/>
                <a:ea typeface="Times"/>
                <a:cs typeface="Times"/>
                <a:sym typeface="Times"/>
              </a:rPr>
              <a:t>DM</a:t>
            </a:r>
            <a:endParaRPr sz="1400" b="0" i="0" u="none" strike="noStrike" cap="none">
              <a:solidFill>
                <a:srgbClr val="000000"/>
              </a:solidFill>
              <a:latin typeface="Arial"/>
              <a:ea typeface="Arial"/>
              <a:cs typeface="Arial"/>
              <a:sym typeface="Arial"/>
            </a:endParaRPr>
          </a:p>
        </p:txBody>
      </p:sp>
      <p:sp>
        <p:nvSpPr>
          <p:cNvPr id="1543" name="Google Shape;1543;p22"/>
          <p:cNvSpPr txBox="1"/>
          <p:nvPr/>
        </p:nvSpPr>
        <p:spPr>
          <a:xfrm>
            <a:off x="457200" y="3429000"/>
            <a:ext cx="851515" cy="7848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000000"/>
                </a:solidFill>
                <a:latin typeface="Times"/>
                <a:ea typeface="Times"/>
                <a:cs typeface="Times"/>
                <a:sym typeface="Times"/>
              </a:rPr>
              <a:t>Globus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000000"/>
                </a:solidFill>
                <a:latin typeface="Times"/>
                <a:ea typeface="Times"/>
                <a:cs typeface="Times"/>
                <a:sym typeface="Times"/>
              </a:rPr>
              <a:t>Pallidus</a:t>
            </a:r>
            <a:endParaRPr sz="1500" b="1" i="0" u="none" strike="noStrike" cap="none">
              <a:solidFill>
                <a:srgbClr val="00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000000"/>
                </a:solidFill>
                <a:latin typeface="Times"/>
                <a:ea typeface="Times"/>
                <a:cs typeface="Times"/>
                <a:sym typeface="Times"/>
              </a:rPr>
              <a:t>internal</a:t>
            </a:r>
            <a:endParaRPr sz="1400" b="0" i="0" u="none" strike="noStrike" cap="none">
              <a:solidFill>
                <a:srgbClr val="000000"/>
              </a:solidFill>
              <a:latin typeface="Arial"/>
              <a:ea typeface="Arial"/>
              <a:cs typeface="Arial"/>
              <a:sym typeface="Arial"/>
            </a:endParaRPr>
          </a:p>
        </p:txBody>
      </p:sp>
      <p:sp>
        <p:nvSpPr>
          <p:cNvPr id="1544" name="Google Shape;1544;p22"/>
          <p:cNvSpPr txBox="1"/>
          <p:nvPr/>
        </p:nvSpPr>
        <p:spPr>
          <a:xfrm>
            <a:off x="1219200" y="4495800"/>
            <a:ext cx="1050194" cy="5539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Lenticular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fasiculus</a:t>
            </a:r>
            <a:endParaRPr sz="1500" b="1" i="0" u="none" strike="noStrike" cap="none">
              <a:solidFill>
                <a:srgbClr val="FF0000"/>
              </a:solidFill>
              <a:latin typeface="Times"/>
              <a:ea typeface="Times"/>
              <a:cs typeface="Times"/>
              <a:sym typeface="Times"/>
            </a:endParaRPr>
          </a:p>
        </p:txBody>
      </p:sp>
      <p:sp>
        <p:nvSpPr>
          <p:cNvPr id="1545" name="Google Shape;1545;p22"/>
          <p:cNvSpPr txBox="1"/>
          <p:nvPr/>
        </p:nvSpPr>
        <p:spPr>
          <a:xfrm>
            <a:off x="3124200" y="990600"/>
            <a:ext cx="537264"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Times"/>
                <a:ea typeface="Times"/>
                <a:cs typeface="Times"/>
                <a:sym typeface="Times"/>
              </a:rPr>
              <a:t>IML</a:t>
            </a:r>
            <a:endParaRPr sz="1400" b="0" i="0" u="none" strike="noStrike" cap="none">
              <a:solidFill>
                <a:srgbClr val="000000"/>
              </a:solidFill>
              <a:latin typeface="Arial"/>
              <a:ea typeface="Arial"/>
              <a:cs typeface="Arial"/>
              <a:sym typeface="Arial"/>
            </a:endParaRPr>
          </a:p>
        </p:txBody>
      </p:sp>
      <p:sp>
        <p:nvSpPr>
          <p:cNvPr id="1546" name="Google Shape;1546;p22"/>
          <p:cNvSpPr txBox="1"/>
          <p:nvPr/>
        </p:nvSpPr>
        <p:spPr>
          <a:xfrm>
            <a:off x="2362200" y="2057400"/>
            <a:ext cx="441146"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Times"/>
                <a:ea typeface="Times"/>
                <a:cs typeface="Times"/>
                <a:sym typeface="Times"/>
              </a:rPr>
              <a:t>VL</a:t>
            </a:r>
            <a:endParaRPr sz="1400" b="0" i="0" u="none" strike="noStrike" cap="none">
              <a:solidFill>
                <a:srgbClr val="000000"/>
              </a:solidFill>
              <a:latin typeface="Arial"/>
              <a:ea typeface="Arial"/>
              <a:cs typeface="Arial"/>
              <a:sym typeface="Arial"/>
            </a:endParaRPr>
          </a:p>
        </p:txBody>
      </p:sp>
      <p:sp>
        <p:nvSpPr>
          <p:cNvPr id="1547" name="Google Shape;1547;p22"/>
          <p:cNvSpPr txBox="1"/>
          <p:nvPr/>
        </p:nvSpPr>
        <p:spPr>
          <a:xfrm>
            <a:off x="2819400" y="762000"/>
            <a:ext cx="409149"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Times"/>
                <a:ea typeface="Times"/>
                <a:cs typeface="Times"/>
                <a:sym typeface="Times"/>
              </a:rPr>
              <a:t>LP</a:t>
            </a:r>
            <a:endParaRPr sz="1400" b="0" i="0" u="none" strike="noStrike" cap="none">
              <a:solidFill>
                <a:srgbClr val="000000"/>
              </a:solidFill>
              <a:latin typeface="Arial"/>
              <a:ea typeface="Arial"/>
              <a:cs typeface="Arial"/>
              <a:sym typeface="Arial"/>
            </a:endParaRPr>
          </a:p>
        </p:txBody>
      </p:sp>
      <p:sp>
        <p:nvSpPr>
          <p:cNvPr id="1548" name="Google Shape;1548;p22"/>
          <p:cNvSpPr txBox="1"/>
          <p:nvPr/>
        </p:nvSpPr>
        <p:spPr>
          <a:xfrm>
            <a:off x="228600" y="228600"/>
            <a:ext cx="992579" cy="7848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Times"/>
                <a:ea typeface="Times"/>
                <a:cs typeface="Times"/>
                <a:sym typeface="Times"/>
              </a:rPr>
              <a:t>External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Times"/>
                <a:ea typeface="Times"/>
                <a:cs typeface="Times"/>
                <a:sym typeface="Times"/>
              </a:rPr>
              <a:t>Medullary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Times"/>
                <a:ea typeface="Times"/>
                <a:cs typeface="Times"/>
                <a:sym typeface="Times"/>
              </a:rPr>
              <a:t>lamina</a:t>
            </a:r>
            <a:endParaRPr sz="1400" b="0" i="0" u="none" strike="noStrike" cap="none">
              <a:solidFill>
                <a:srgbClr val="000000"/>
              </a:solidFill>
              <a:latin typeface="Arial"/>
              <a:ea typeface="Arial"/>
              <a:cs typeface="Arial"/>
              <a:sym typeface="Arial"/>
            </a:endParaRPr>
          </a:p>
        </p:txBody>
      </p:sp>
      <p:sp>
        <p:nvSpPr>
          <p:cNvPr id="1549" name="Google Shape;1549;p22"/>
          <p:cNvSpPr txBox="1"/>
          <p:nvPr/>
        </p:nvSpPr>
        <p:spPr>
          <a:xfrm>
            <a:off x="3352800" y="381000"/>
            <a:ext cx="1525365" cy="5539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Times"/>
                <a:ea typeface="Times"/>
                <a:cs typeface="Times"/>
                <a:sym typeface="Times"/>
              </a:rPr>
              <a:t>Thalamic</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Times"/>
                <a:ea typeface="Times"/>
                <a:cs typeface="Times"/>
                <a:sym typeface="Times"/>
              </a:rPr>
              <a:t>Reticular nucleus</a:t>
            </a:r>
            <a:endParaRPr sz="1400" b="0" i="0" u="none" strike="noStrike" cap="none">
              <a:solidFill>
                <a:srgbClr val="000000"/>
              </a:solidFill>
              <a:latin typeface="Arial"/>
              <a:ea typeface="Arial"/>
              <a:cs typeface="Arial"/>
              <a:sym typeface="Arial"/>
            </a:endParaRPr>
          </a:p>
        </p:txBody>
      </p:sp>
      <p:sp>
        <p:nvSpPr>
          <p:cNvPr id="1550" name="Google Shape;1550;p22"/>
          <p:cNvSpPr txBox="1"/>
          <p:nvPr/>
        </p:nvSpPr>
        <p:spPr>
          <a:xfrm>
            <a:off x="2819400" y="152400"/>
            <a:ext cx="1479892"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Stria terminalis</a:t>
            </a:r>
            <a:endParaRPr sz="1500" b="1" i="0" u="none" strike="noStrike" cap="none">
              <a:solidFill>
                <a:srgbClr val="FF0000"/>
              </a:solidFill>
              <a:latin typeface="Times"/>
              <a:ea typeface="Times"/>
              <a:cs typeface="Times"/>
              <a:sym typeface="Times"/>
            </a:endParaRPr>
          </a:p>
        </p:txBody>
      </p:sp>
      <p:sp>
        <p:nvSpPr>
          <p:cNvPr id="1551" name="Google Shape;1551;p22"/>
          <p:cNvSpPr txBox="1"/>
          <p:nvPr/>
        </p:nvSpPr>
        <p:spPr>
          <a:xfrm>
            <a:off x="3276600" y="-94565"/>
            <a:ext cx="1547438"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chemeClr val="dk1"/>
                </a:solidFill>
                <a:latin typeface="Times"/>
                <a:ea typeface="Times"/>
                <a:cs typeface="Times"/>
                <a:sym typeface="Times"/>
              </a:rPr>
              <a:t>Caudate nucleus</a:t>
            </a:r>
            <a:endParaRPr sz="1400" b="0" i="0" u="none" strike="noStrike" cap="none">
              <a:solidFill>
                <a:srgbClr val="000000"/>
              </a:solidFill>
              <a:latin typeface="Arial"/>
              <a:ea typeface="Arial"/>
              <a:cs typeface="Arial"/>
              <a:sym typeface="Arial"/>
            </a:endParaRPr>
          </a:p>
        </p:txBody>
      </p:sp>
      <p:cxnSp>
        <p:nvCxnSpPr>
          <p:cNvPr id="1552" name="Google Shape;1552;p22"/>
          <p:cNvCxnSpPr/>
          <p:nvPr/>
        </p:nvCxnSpPr>
        <p:spPr>
          <a:xfrm>
            <a:off x="838200" y="2971800"/>
            <a:ext cx="457200" cy="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553" name="Google Shape;1553;p22"/>
          <p:cNvCxnSpPr/>
          <p:nvPr/>
        </p:nvCxnSpPr>
        <p:spPr>
          <a:xfrm>
            <a:off x="762000" y="3200400"/>
            <a:ext cx="685800" cy="762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554" name="Google Shape;1554;p22"/>
          <p:cNvCxnSpPr/>
          <p:nvPr/>
        </p:nvCxnSpPr>
        <p:spPr>
          <a:xfrm rot="10800000" flipH="1">
            <a:off x="2819400" y="4724400"/>
            <a:ext cx="228600" cy="10668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555" name="Google Shape;1555;p22"/>
          <p:cNvCxnSpPr/>
          <p:nvPr/>
        </p:nvCxnSpPr>
        <p:spPr>
          <a:xfrm rot="10800000">
            <a:off x="3124200" y="4191000"/>
            <a:ext cx="304800" cy="21336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556" name="Google Shape;1556;p22"/>
          <p:cNvCxnSpPr/>
          <p:nvPr/>
        </p:nvCxnSpPr>
        <p:spPr>
          <a:xfrm flipH="1">
            <a:off x="3733800" y="3581400"/>
            <a:ext cx="381000" cy="2286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557" name="Google Shape;1557;p22"/>
          <p:cNvCxnSpPr/>
          <p:nvPr/>
        </p:nvCxnSpPr>
        <p:spPr>
          <a:xfrm flipH="1">
            <a:off x="4495800" y="381000"/>
            <a:ext cx="838200" cy="2286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558" name="Google Shape;1558;p22"/>
          <p:cNvCxnSpPr/>
          <p:nvPr/>
        </p:nvCxnSpPr>
        <p:spPr>
          <a:xfrm flipH="1">
            <a:off x="4343400" y="914400"/>
            <a:ext cx="762000" cy="12192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559" name="Google Shape;1559;p22"/>
          <p:cNvCxnSpPr/>
          <p:nvPr/>
        </p:nvCxnSpPr>
        <p:spPr>
          <a:xfrm flipH="1">
            <a:off x="3733800" y="2057400"/>
            <a:ext cx="228600" cy="2286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560" name="Google Shape;1560;p22"/>
          <p:cNvCxnSpPr/>
          <p:nvPr/>
        </p:nvCxnSpPr>
        <p:spPr>
          <a:xfrm>
            <a:off x="2438400" y="1828800"/>
            <a:ext cx="0" cy="2286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561" name="Google Shape;1561;p22"/>
          <p:cNvCxnSpPr/>
          <p:nvPr/>
        </p:nvCxnSpPr>
        <p:spPr>
          <a:xfrm flipH="1">
            <a:off x="2667000" y="990600"/>
            <a:ext cx="304800" cy="314186"/>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562" name="Google Shape;1562;p22"/>
          <p:cNvCxnSpPr/>
          <p:nvPr/>
        </p:nvCxnSpPr>
        <p:spPr>
          <a:xfrm>
            <a:off x="838200" y="457200"/>
            <a:ext cx="1219200" cy="9144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563" name="Google Shape;1563;p22"/>
          <p:cNvCxnSpPr>
            <a:endCxn id="1536" idx="26"/>
          </p:cNvCxnSpPr>
          <p:nvPr/>
        </p:nvCxnSpPr>
        <p:spPr>
          <a:xfrm flipH="1">
            <a:off x="2000700" y="609600"/>
            <a:ext cx="1352100" cy="4209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564" name="Google Shape;1564;p22"/>
          <p:cNvCxnSpPr/>
          <p:nvPr/>
        </p:nvCxnSpPr>
        <p:spPr>
          <a:xfrm rot="10800000">
            <a:off x="2209800" y="76200"/>
            <a:ext cx="1066800" cy="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565" name="Google Shape;1565;p22"/>
          <p:cNvCxnSpPr/>
          <p:nvPr/>
        </p:nvCxnSpPr>
        <p:spPr>
          <a:xfrm rot="10800000">
            <a:off x="2286000" y="304800"/>
            <a:ext cx="609600" cy="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566" name="Google Shape;1566;p22"/>
          <p:cNvCxnSpPr/>
          <p:nvPr/>
        </p:nvCxnSpPr>
        <p:spPr>
          <a:xfrm flipH="1">
            <a:off x="3200400" y="1295400"/>
            <a:ext cx="76200" cy="2286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567" name="Google Shape;1567;p22"/>
          <p:cNvCxnSpPr/>
          <p:nvPr/>
        </p:nvCxnSpPr>
        <p:spPr>
          <a:xfrm>
            <a:off x="3505200" y="7162800"/>
            <a:ext cx="1066800" cy="304800"/>
          </a:xfrm>
          <a:prstGeom prst="straightConnector1">
            <a:avLst/>
          </a:prstGeom>
          <a:solidFill>
            <a:schemeClr val="accent1"/>
          </a:solidFill>
          <a:ln w="9525" cap="flat" cmpd="sng">
            <a:solidFill>
              <a:srgbClr val="0000FF"/>
            </a:solidFill>
            <a:prstDash val="solid"/>
            <a:round/>
            <a:headEnd type="none" w="sm" len="sm"/>
            <a:tailEnd type="stealth" w="med" len="med"/>
          </a:ln>
        </p:spPr>
      </p:cxnSp>
      <p:sp>
        <p:nvSpPr>
          <p:cNvPr id="1568" name="Google Shape;1568;p22"/>
          <p:cNvSpPr txBox="1"/>
          <p:nvPr/>
        </p:nvSpPr>
        <p:spPr>
          <a:xfrm>
            <a:off x="0" y="2743200"/>
            <a:ext cx="1483662" cy="5539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000000"/>
                </a:solidFill>
                <a:latin typeface="Times"/>
                <a:ea typeface="Times"/>
                <a:cs typeface="Times"/>
                <a:sym typeface="Times"/>
              </a:rPr>
              <a:t>Globus Pallidus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000000"/>
                </a:solidFill>
                <a:latin typeface="Times"/>
                <a:ea typeface="Times"/>
                <a:cs typeface="Times"/>
                <a:sym typeface="Times"/>
              </a:rPr>
              <a:t>(external)</a:t>
            </a:r>
            <a:endParaRPr sz="1400" b="0" i="0" u="none" strike="noStrike" cap="none">
              <a:solidFill>
                <a:srgbClr val="000000"/>
              </a:solidFill>
              <a:latin typeface="Arial"/>
              <a:ea typeface="Arial"/>
              <a:cs typeface="Arial"/>
              <a:sym typeface="Arial"/>
            </a:endParaRPr>
          </a:p>
        </p:txBody>
      </p:sp>
      <p:sp>
        <p:nvSpPr>
          <p:cNvPr id="1569" name="Google Shape;1569;p22"/>
          <p:cNvSpPr txBox="1"/>
          <p:nvPr/>
        </p:nvSpPr>
        <p:spPr>
          <a:xfrm>
            <a:off x="1905000" y="5029200"/>
            <a:ext cx="595035"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Times"/>
                <a:ea typeface="Times"/>
                <a:cs typeface="Times"/>
                <a:sym typeface="Times"/>
              </a:rPr>
              <a:t>OpTr</a:t>
            </a:r>
            <a:endParaRPr sz="1500" b="0" i="0" u="none" strike="noStrike" cap="none">
              <a:solidFill>
                <a:schemeClr val="dk1"/>
              </a:solidFill>
              <a:latin typeface="Times"/>
              <a:ea typeface="Times"/>
              <a:cs typeface="Times"/>
              <a:sym typeface="Times"/>
            </a:endParaRPr>
          </a:p>
        </p:txBody>
      </p:sp>
      <p:sp>
        <p:nvSpPr>
          <p:cNvPr id="1570" name="Google Shape;1570;p22"/>
          <p:cNvSpPr txBox="1"/>
          <p:nvPr/>
        </p:nvSpPr>
        <p:spPr>
          <a:xfrm>
            <a:off x="2514600" y="5791200"/>
            <a:ext cx="441272"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Times"/>
                <a:ea typeface="Times"/>
                <a:cs typeface="Times"/>
                <a:sym typeface="Times"/>
              </a:rPr>
              <a:t>CC</a:t>
            </a:r>
            <a:endParaRPr sz="1400" b="0" i="0" u="none" strike="noStrike" cap="none">
              <a:solidFill>
                <a:srgbClr val="000000"/>
              </a:solidFill>
              <a:latin typeface="Arial"/>
              <a:ea typeface="Arial"/>
              <a:cs typeface="Arial"/>
              <a:sym typeface="Arial"/>
            </a:endParaRPr>
          </a:p>
        </p:txBody>
      </p:sp>
      <p:sp>
        <p:nvSpPr>
          <p:cNvPr id="1571" name="Google Shape;1571;p22"/>
          <p:cNvSpPr txBox="1"/>
          <p:nvPr/>
        </p:nvSpPr>
        <p:spPr>
          <a:xfrm>
            <a:off x="1066800" y="1752600"/>
            <a:ext cx="916913" cy="553998"/>
          </a:xfrm>
          <a:prstGeom prst="rect">
            <a:avLst/>
          </a:prstGeom>
          <a:solidFill>
            <a:srgbClr val="3CFF4A"/>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Times"/>
                <a:ea typeface="Times"/>
                <a:cs typeface="Times"/>
                <a:sym typeface="Times"/>
              </a:rPr>
              <a:t>Int Cap</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Times"/>
                <a:ea typeface="Times"/>
                <a:cs typeface="Times"/>
                <a:sym typeface="Times"/>
              </a:rPr>
              <a:t>Post limb</a:t>
            </a:r>
            <a:endParaRPr sz="1400" b="0" i="0" u="none" strike="noStrike" cap="none">
              <a:solidFill>
                <a:srgbClr val="000000"/>
              </a:solidFill>
              <a:latin typeface="Arial"/>
              <a:ea typeface="Arial"/>
              <a:cs typeface="Arial"/>
              <a:sym typeface="Arial"/>
            </a:endParaRPr>
          </a:p>
        </p:txBody>
      </p:sp>
      <p:sp>
        <p:nvSpPr>
          <p:cNvPr id="1572" name="Google Shape;1572;p22"/>
          <p:cNvSpPr txBox="1"/>
          <p:nvPr/>
        </p:nvSpPr>
        <p:spPr>
          <a:xfrm>
            <a:off x="2438400" y="6324600"/>
            <a:ext cx="1223412" cy="5539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Subthalamic</a:t>
            </a:r>
            <a:endParaRPr sz="1500" b="1" i="0" u="none" strike="noStrike" cap="none">
              <a:solidFill>
                <a:srgbClr val="FF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nucleus</a:t>
            </a:r>
            <a:endParaRPr sz="1400" b="0" i="0" u="none" strike="noStrike" cap="none">
              <a:solidFill>
                <a:srgbClr val="000000"/>
              </a:solidFill>
              <a:latin typeface="Arial"/>
              <a:ea typeface="Arial"/>
              <a:cs typeface="Arial"/>
              <a:sym typeface="Arial"/>
            </a:endParaRPr>
          </a:p>
        </p:txBody>
      </p:sp>
      <p:sp>
        <p:nvSpPr>
          <p:cNvPr id="1573" name="Google Shape;1573;p22"/>
          <p:cNvSpPr txBox="1"/>
          <p:nvPr/>
        </p:nvSpPr>
        <p:spPr>
          <a:xfrm>
            <a:off x="3581400" y="6324600"/>
            <a:ext cx="761747" cy="5539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Zona</a:t>
            </a:r>
            <a:endParaRPr sz="1500" b="1" i="0" u="none" strike="noStrike" cap="none">
              <a:solidFill>
                <a:srgbClr val="FF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incerta</a:t>
            </a:r>
            <a:endParaRPr sz="1500" b="1" i="0" u="none" strike="noStrike" cap="none">
              <a:solidFill>
                <a:srgbClr val="FF0000"/>
              </a:solidFill>
              <a:latin typeface="Times"/>
              <a:ea typeface="Times"/>
              <a:cs typeface="Times"/>
              <a:sym typeface="Times"/>
            </a:endParaRPr>
          </a:p>
        </p:txBody>
      </p:sp>
      <p:sp>
        <p:nvSpPr>
          <p:cNvPr id="1574" name="Google Shape;1574;p22"/>
          <p:cNvSpPr txBox="1"/>
          <p:nvPr/>
        </p:nvSpPr>
        <p:spPr>
          <a:xfrm>
            <a:off x="4114800" y="6400800"/>
            <a:ext cx="748923"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Fornix</a:t>
            </a:r>
            <a:endParaRPr sz="1400" b="0" i="0" u="none" strike="noStrike" cap="none">
              <a:solidFill>
                <a:srgbClr val="000000"/>
              </a:solidFill>
              <a:latin typeface="Arial"/>
              <a:ea typeface="Arial"/>
              <a:cs typeface="Arial"/>
              <a:sym typeface="Arial"/>
            </a:endParaRPr>
          </a:p>
        </p:txBody>
      </p:sp>
      <p:sp>
        <p:nvSpPr>
          <p:cNvPr id="1575" name="Google Shape;1575;p22"/>
          <p:cNvSpPr txBox="1"/>
          <p:nvPr/>
        </p:nvSpPr>
        <p:spPr>
          <a:xfrm>
            <a:off x="4800600" y="6400800"/>
            <a:ext cx="1069524" cy="5539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Mamillary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bodies</a:t>
            </a:r>
            <a:endParaRPr sz="1400" b="0" i="0" u="none" strike="noStrike" cap="none">
              <a:solidFill>
                <a:srgbClr val="000000"/>
              </a:solidFill>
              <a:latin typeface="Arial"/>
              <a:ea typeface="Arial"/>
              <a:cs typeface="Arial"/>
              <a:sym typeface="Arial"/>
            </a:endParaRPr>
          </a:p>
        </p:txBody>
      </p:sp>
      <p:sp>
        <p:nvSpPr>
          <p:cNvPr id="1576" name="Google Shape;1576;p22"/>
          <p:cNvSpPr txBox="1"/>
          <p:nvPr/>
        </p:nvSpPr>
        <p:spPr>
          <a:xfrm>
            <a:off x="5029200" y="5715000"/>
            <a:ext cx="1143000"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Mamillo</a:t>
            </a:r>
            <a:endParaRPr sz="1500" b="1" i="0" u="none" strike="noStrike" cap="none">
              <a:solidFill>
                <a:srgbClr val="FF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thalmic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tract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endParaRPr sz="1500" b="1" i="0" u="none" strike="noStrike" cap="none">
              <a:solidFill>
                <a:srgbClr val="FF0000"/>
              </a:solidFill>
              <a:latin typeface="Times"/>
              <a:ea typeface="Times"/>
              <a:cs typeface="Times"/>
              <a:sym typeface="Times"/>
            </a:endParaRPr>
          </a:p>
        </p:txBody>
      </p:sp>
      <p:sp>
        <p:nvSpPr>
          <p:cNvPr id="1577" name="Google Shape;1577;p22"/>
          <p:cNvSpPr txBox="1"/>
          <p:nvPr/>
        </p:nvSpPr>
        <p:spPr>
          <a:xfrm>
            <a:off x="5410200" y="5334000"/>
            <a:ext cx="1351652"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hypothalamus</a:t>
            </a:r>
            <a:endParaRPr sz="1400" b="0" i="0" u="none" strike="noStrike" cap="none">
              <a:solidFill>
                <a:srgbClr val="000000"/>
              </a:solidFill>
              <a:latin typeface="Arial"/>
              <a:ea typeface="Arial"/>
              <a:cs typeface="Arial"/>
              <a:sym typeface="Arial"/>
            </a:endParaRPr>
          </a:p>
        </p:txBody>
      </p:sp>
      <p:sp>
        <p:nvSpPr>
          <p:cNvPr id="1578" name="Google Shape;1578;p22"/>
          <p:cNvSpPr txBox="1"/>
          <p:nvPr/>
        </p:nvSpPr>
        <p:spPr>
          <a:xfrm>
            <a:off x="3810000" y="3276600"/>
            <a:ext cx="1736373"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Thalamic fasiculus</a:t>
            </a:r>
            <a:endParaRPr sz="1500" b="1" i="0" u="none" strike="noStrike" cap="none">
              <a:solidFill>
                <a:srgbClr val="FF0000"/>
              </a:solidFill>
              <a:latin typeface="Times"/>
              <a:ea typeface="Times"/>
              <a:cs typeface="Times"/>
              <a:sym typeface="Times"/>
            </a:endParaRPr>
          </a:p>
        </p:txBody>
      </p:sp>
      <p:sp>
        <p:nvSpPr>
          <p:cNvPr id="1579" name="Google Shape;1579;p22"/>
          <p:cNvSpPr txBox="1"/>
          <p:nvPr/>
        </p:nvSpPr>
        <p:spPr>
          <a:xfrm>
            <a:off x="5334000" y="228600"/>
            <a:ext cx="710451"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Times"/>
                <a:ea typeface="Times"/>
                <a:cs typeface="Times"/>
                <a:sym typeface="Times"/>
              </a:rPr>
              <a:t>Fornix</a:t>
            </a:r>
            <a:endParaRPr sz="1400" b="0" i="0" u="none" strike="noStrike" cap="none">
              <a:solidFill>
                <a:srgbClr val="000000"/>
              </a:solidFill>
              <a:latin typeface="Arial"/>
              <a:ea typeface="Arial"/>
              <a:cs typeface="Arial"/>
              <a:sym typeface="Arial"/>
            </a:endParaRPr>
          </a:p>
        </p:txBody>
      </p:sp>
      <p:sp>
        <p:nvSpPr>
          <p:cNvPr id="1580" name="Google Shape;1580;p22"/>
          <p:cNvSpPr txBox="1"/>
          <p:nvPr/>
        </p:nvSpPr>
        <p:spPr>
          <a:xfrm>
            <a:off x="4876800" y="609600"/>
            <a:ext cx="1408052"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Times"/>
                <a:ea typeface="Times"/>
                <a:cs typeface="Times"/>
                <a:sym typeface="Times"/>
              </a:rPr>
              <a:t>Stria medullaris</a:t>
            </a:r>
            <a:endParaRPr sz="1500" b="0" i="0" u="none" strike="noStrike" cap="none">
              <a:solidFill>
                <a:schemeClr val="dk1"/>
              </a:solidFill>
              <a:latin typeface="Times"/>
              <a:ea typeface="Times"/>
              <a:cs typeface="Times"/>
              <a:sym typeface="Times"/>
            </a:endParaRPr>
          </a:p>
        </p:txBody>
      </p:sp>
      <p:cxnSp>
        <p:nvCxnSpPr>
          <p:cNvPr id="1581" name="Google Shape;1581;p22"/>
          <p:cNvCxnSpPr/>
          <p:nvPr/>
        </p:nvCxnSpPr>
        <p:spPr>
          <a:xfrm rot="10800000">
            <a:off x="3200400" y="3657600"/>
            <a:ext cx="609600" cy="26670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582" name="Google Shape;1582;p22"/>
          <p:cNvCxnSpPr/>
          <p:nvPr/>
        </p:nvCxnSpPr>
        <p:spPr>
          <a:xfrm rot="10800000">
            <a:off x="3886200" y="5257800"/>
            <a:ext cx="381000" cy="10668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583" name="Google Shape;1583;p22"/>
          <p:cNvCxnSpPr/>
          <p:nvPr/>
        </p:nvCxnSpPr>
        <p:spPr>
          <a:xfrm rot="10800000">
            <a:off x="4114800" y="5486400"/>
            <a:ext cx="762000" cy="10668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584" name="Google Shape;1584;p22"/>
          <p:cNvCxnSpPr/>
          <p:nvPr/>
        </p:nvCxnSpPr>
        <p:spPr>
          <a:xfrm rot="10800000">
            <a:off x="4267200" y="4876800"/>
            <a:ext cx="762000" cy="10668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585" name="Google Shape;1585;p22"/>
          <p:cNvCxnSpPr/>
          <p:nvPr/>
        </p:nvCxnSpPr>
        <p:spPr>
          <a:xfrm rot="10800000">
            <a:off x="4343400" y="4572000"/>
            <a:ext cx="1143000" cy="11430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586" name="Google Shape;1586;p22"/>
          <p:cNvCxnSpPr/>
          <p:nvPr/>
        </p:nvCxnSpPr>
        <p:spPr>
          <a:xfrm rot="10800000">
            <a:off x="2209800" y="4419600"/>
            <a:ext cx="0" cy="6096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587" name="Google Shape;1587;p22"/>
          <p:cNvCxnSpPr>
            <a:endCxn id="1534" idx="6"/>
          </p:cNvCxnSpPr>
          <p:nvPr/>
        </p:nvCxnSpPr>
        <p:spPr>
          <a:xfrm rot="10800000" flipH="1">
            <a:off x="1600200" y="3498600"/>
            <a:ext cx="520200" cy="10734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588" name="Google Shape;1588;p22"/>
          <p:cNvCxnSpPr/>
          <p:nvPr/>
        </p:nvCxnSpPr>
        <p:spPr>
          <a:xfrm>
            <a:off x="1447800" y="1371600"/>
            <a:ext cx="152400" cy="3810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589" name="Google Shape;1589;p22"/>
          <p:cNvCxnSpPr/>
          <p:nvPr/>
        </p:nvCxnSpPr>
        <p:spPr>
          <a:xfrm>
            <a:off x="228600" y="1981200"/>
            <a:ext cx="533400" cy="2286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590" name="Google Shape;1590;p22"/>
          <p:cNvCxnSpPr/>
          <p:nvPr/>
        </p:nvCxnSpPr>
        <p:spPr>
          <a:xfrm rot="10800000" flipH="1">
            <a:off x="7162800" y="5181600"/>
            <a:ext cx="685800" cy="762000"/>
          </a:xfrm>
          <a:prstGeom prst="straightConnector1">
            <a:avLst/>
          </a:prstGeom>
          <a:solidFill>
            <a:schemeClr val="accent1"/>
          </a:solidFill>
          <a:ln w="9525" cap="flat" cmpd="sng">
            <a:solidFill>
              <a:srgbClr val="0000FF"/>
            </a:solidFill>
            <a:prstDash val="solid"/>
            <a:round/>
            <a:headEnd type="none" w="sm" len="sm"/>
            <a:tailEnd type="stealth" w="med" len="med"/>
          </a:ln>
        </p:spPr>
      </p:cxnSp>
      <p:cxnSp>
        <p:nvCxnSpPr>
          <p:cNvPr id="1591" name="Google Shape;1591;p22"/>
          <p:cNvCxnSpPr/>
          <p:nvPr/>
        </p:nvCxnSpPr>
        <p:spPr>
          <a:xfrm rot="10800000" flipH="1">
            <a:off x="1143000" y="5486400"/>
            <a:ext cx="381000" cy="304800"/>
          </a:xfrm>
          <a:prstGeom prst="straightConnector1">
            <a:avLst/>
          </a:prstGeom>
          <a:solidFill>
            <a:schemeClr val="accent1"/>
          </a:solidFill>
          <a:ln w="9525" cap="flat" cmpd="sng">
            <a:solidFill>
              <a:srgbClr val="0000FF"/>
            </a:solidFill>
            <a:prstDash val="solid"/>
            <a:round/>
            <a:headEnd type="none" w="sm" len="sm"/>
            <a:tailEnd type="stealth" w="med" len="med"/>
          </a:ln>
        </p:spPr>
      </p:cxnSp>
      <p:sp>
        <p:nvSpPr>
          <p:cNvPr id="1592" name="Google Shape;1592;p22"/>
          <p:cNvSpPr txBox="1"/>
          <p:nvPr/>
        </p:nvSpPr>
        <p:spPr>
          <a:xfrm>
            <a:off x="6858000" y="5867400"/>
            <a:ext cx="1428596" cy="5539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Lateral ventcle</a:t>
            </a:r>
            <a:endParaRPr sz="1500" b="1" i="0" u="none" strike="noStrike" cap="none">
              <a:solidFill>
                <a:srgbClr val="FF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Inferior horn</a:t>
            </a:r>
            <a:endParaRPr sz="1400" b="0" i="0" u="none" strike="noStrike" cap="none">
              <a:solidFill>
                <a:srgbClr val="000000"/>
              </a:solidFill>
              <a:latin typeface="Arial"/>
              <a:ea typeface="Arial"/>
              <a:cs typeface="Arial"/>
              <a:sym typeface="Arial"/>
            </a:endParaRPr>
          </a:p>
        </p:txBody>
      </p:sp>
      <p:sp>
        <p:nvSpPr>
          <p:cNvPr id="1593" name="Google Shape;1593;p22"/>
          <p:cNvSpPr txBox="1"/>
          <p:nvPr/>
        </p:nvSpPr>
        <p:spPr>
          <a:xfrm>
            <a:off x="685800" y="5791200"/>
            <a:ext cx="1864613"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Amygdaloid nuclues</a:t>
            </a:r>
            <a:endParaRPr sz="1500" b="1" i="0" u="none" strike="noStrike" cap="none">
              <a:solidFill>
                <a:srgbClr val="FF0000"/>
              </a:solidFill>
              <a:latin typeface="Times"/>
              <a:ea typeface="Times"/>
              <a:cs typeface="Times"/>
              <a:sym typeface="Times"/>
            </a:endParaRPr>
          </a:p>
        </p:txBody>
      </p:sp>
      <p:sp>
        <p:nvSpPr>
          <p:cNvPr id="1594" name="Google Shape;1594;p22"/>
          <p:cNvSpPr txBox="1"/>
          <p:nvPr/>
        </p:nvSpPr>
        <p:spPr>
          <a:xfrm>
            <a:off x="0" y="1676400"/>
            <a:ext cx="441272"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Times"/>
                <a:ea typeface="Times"/>
                <a:cs typeface="Times"/>
                <a:sym typeface="Times"/>
              </a:rPr>
              <a:t>Put</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6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5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6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4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6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4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56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5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54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56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52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54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55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52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52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54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56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54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558"/>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52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580"/>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557"/>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579"/>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556"/>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1526"/>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578"/>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585"/>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1577"/>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584"/>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1527"/>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576"/>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1529"/>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1575"/>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1582"/>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1530"/>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1574"/>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1581"/>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1525"/>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1573"/>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1555"/>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1532"/>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1572"/>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1554"/>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1533"/>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1570"/>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1588"/>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1535"/>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1571"/>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1587"/>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1534"/>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1544"/>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1586"/>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1531"/>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1569"/>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1552"/>
                                        </p:tgtEl>
                                        <p:attrNameLst>
                                          <p:attrName>style.visibility</p:attrName>
                                        </p:attrNameLst>
                                      </p:cBhvr>
                                      <p:to>
                                        <p:strVal val="visible"/>
                                      </p:to>
                                    </p:set>
                                  </p:childTnLst>
                                </p:cTn>
                              </p:par>
                              <p:par>
                                <p:cTn id="239" presetID="1" presetClass="entr" presetSubtype="0" fill="hold" nodeType="withEffect">
                                  <p:stCondLst>
                                    <p:cond delay="0"/>
                                  </p:stCondLst>
                                  <p:childTnLst>
                                    <p:set>
                                      <p:cBhvr>
                                        <p:cTn id="240" dur="1" fill="hold">
                                          <p:stCondLst>
                                            <p:cond delay="0"/>
                                          </p:stCondLst>
                                        </p:cTn>
                                        <p:tgtEl>
                                          <p:spTgt spid="1553"/>
                                        </p:tgtEl>
                                        <p:attrNameLst>
                                          <p:attrName>style.visibility</p:attrName>
                                        </p:attrNameLst>
                                      </p:cBhvr>
                                      <p:to>
                                        <p:strVal val="visible"/>
                                      </p:to>
                                    </p:set>
                                  </p:childTnLst>
                                </p:cTn>
                              </p:par>
                            </p:childTnLst>
                          </p:cTn>
                        </p:par>
                      </p:childTnLst>
                    </p:cTn>
                  </p:par>
                  <p:par>
                    <p:cTn id="241" fill="hold">
                      <p:stCondLst>
                        <p:cond delay="indefinite"/>
                      </p:stCondLst>
                      <p:childTnLst>
                        <p:par>
                          <p:cTn id="242" fill="hold">
                            <p:stCondLst>
                              <p:cond delay="0"/>
                            </p:stCondLst>
                            <p:childTnLst>
                              <p:par>
                                <p:cTn id="243" presetID="1" presetClass="entr" presetSubtype="0" fill="hold" nodeType="clickEffect">
                                  <p:stCondLst>
                                    <p:cond delay="0"/>
                                  </p:stCondLst>
                                  <p:childTnLst>
                                    <p:set>
                                      <p:cBhvr>
                                        <p:cTn id="244" dur="1" fill="hold">
                                          <p:stCondLst>
                                            <p:cond delay="0"/>
                                          </p:stCondLst>
                                        </p:cTn>
                                        <p:tgtEl>
                                          <p:spTgt spid="1538"/>
                                        </p:tgtEl>
                                        <p:attrNameLst>
                                          <p:attrName>style.visibility</p:attrName>
                                        </p:attrNameLst>
                                      </p:cBhvr>
                                      <p:to>
                                        <p:strVal val="visible"/>
                                      </p:to>
                                    </p:set>
                                  </p:childTnLst>
                                </p:cTn>
                              </p:par>
                              <p:par>
                                <p:cTn id="245" presetID="1" presetClass="entr" presetSubtype="0" fill="hold" nodeType="withEffect">
                                  <p:stCondLst>
                                    <p:cond delay="0"/>
                                  </p:stCondLst>
                                  <p:childTnLst>
                                    <p:set>
                                      <p:cBhvr>
                                        <p:cTn id="246" dur="1" fill="hold">
                                          <p:stCondLst>
                                            <p:cond delay="0"/>
                                          </p:stCondLst>
                                        </p:cTn>
                                        <p:tgtEl>
                                          <p:spTgt spid="1537"/>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1543"/>
                                        </p:tgtEl>
                                        <p:attrNameLst>
                                          <p:attrName>style.visibility</p:attrName>
                                        </p:attrNameLst>
                                      </p:cBhvr>
                                      <p:to>
                                        <p:strVal val="visible"/>
                                      </p:to>
                                    </p:set>
                                  </p:childTnLst>
                                </p:cTn>
                              </p:par>
                              <p:par>
                                <p:cTn id="251" presetID="1" presetClass="entr" presetSubtype="0" fill="hold" nodeType="withEffect">
                                  <p:stCondLst>
                                    <p:cond delay="0"/>
                                  </p:stCondLst>
                                  <p:childTnLst>
                                    <p:set>
                                      <p:cBhvr>
                                        <p:cTn id="252" dur="1" fill="hold">
                                          <p:stCondLst>
                                            <p:cond delay="0"/>
                                          </p:stCondLst>
                                        </p:cTn>
                                        <p:tgtEl>
                                          <p:spTgt spid="1568"/>
                                        </p:tgtEl>
                                        <p:attrNameLst>
                                          <p:attrName>style.visibility</p:attrName>
                                        </p:attrNameLst>
                                      </p:cBhvr>
                                      <p:to>
                                        <p:strVal val="visible"/>
                                      </p:to>
                                    </p:set>
                                  </p:childTnLst>
                                </p:cTn>
                              </p:par>
                            </p:childTnLst>
                          </p:cTn>
                        </p:par>
                      </p:childTnLst>
                    </p:cTn>
                  </p:par>
                  <p:par>
                    <p:cTn id="253" fill="hold">
                      <p:stCondLst>
                        <p:cond delay="indefinite"/>
                      </p:stCondLst>
                      <p:childTnLst>
                        <p:par>
                          <p:cTn id="254" fill="hold">
                            <p:stCondLst>
                              <p:cond delay="0"/>
                            </p:stCondLst>
                            <p:childTnLst>
                              <p:par>
                                <p:cTn id="255" presetID="1" presetClass="entr" presetSubtype="0" fill="hold" nodeType="clickEffect">
                                  <p:stCondLst>
                                    <p:cond delay="0"/>
                                  </p:stCondLst>
                                  <p:childTnLst>
                                    <p:set>
                                      <p:cBhvr>
                                        <p:cTn id="256" dur="1" fill="hold">
                                          <p:stCondLst>
                                            <p:cond delay="0"/>
                                          </p:stCondLst>
                                        </p:cTn>
                                        <p:tgtEl>
                                          <p:spTgt spid="1589"/>
                                        </p:tgtEl>
                                        <p:attrNameLst>
                                          <p:attrName>style.visibility</p:attrName>
                                        </p:attrNameLst>
                                      </p:cBhvr>
                                      <p:to>
                                        <p:strVal val="visible"/>
                                      </p:to>
                                    </p:set>
                                  </p:childTnLst>
                                </p:cTn>
                              </p:par>
                            </p:childTnLst>
                          </p:cTn>
                        </p:par>
                      </p:childTnLst>
                    </p:cTn>
                  </p:par>
                  <p:par>
                    <p:cTn id="257" fill="hold">
                      <p:stCondLst>
                        <p:cond delay="indefinite"/>
                      </p:stCondLst>
                      <p:childTnLst>
                        <p:par>
                          <p:cTn id="258" fill="hold">
                            <p:stCondLst>
                              <p:cond delay="0"/>
                            </p:stCondLst>
                            <p:childTnLst>
                              <p:par>
                                <p:cTn id="259" presetID="1" presetClass="entr" presetSubtype="0" fill="hold" nodeType="clickEffect">
                                  <p:stCondLst>
                                    <p:cond delay="0"/>
                                  </p:stCondLst>
                                  <p:childTnLst>
                                    <p:set>
                                      <p:cBhvr>
                                        <p:cTn id="260" dur="1" fill="hold">
                                          <p:stCondLst>
                                            <p:cond delay="0"/>
                                          </p:stCondLst>
                                        </p:cTn>
                                        <p:tgtEl>
                                          <p:spTgt spid="1594"/>
                                        </p:tgtEl>
                                        <p:attrNameLst>
                                          <p:attrName>style.visibility</p:attrName>
                                        </p:attrNameLst>
                                      </p:cBhvr>
                                      <p:to>
                                        <p:strVal val="visible"/>
                                      </p:to>
                                    </p:set>
                                  </p:childTnLst>
                                </p:cTn>
                              </p:par>
                            </p:childTnLst>
                          </p:cTn>
                        </p:par>
                      </p:childTnLst>
                    </p:cTn>
                  </p:par>
                  <p:par>
                    <p:cTn id="261" fill="hold">
                      <p:stCondLst>
                        <p:cond delay="indefinite"/>
                      </p:stCondLst>
                      <p:childTnLst>
                        <p:par>
                          <p:cTn id="262" fill="hold">
                            <p:stCondLst>
                              <p:cond delay="0"/>
                            </p:stCondLst>
                            <p:childTnLst>
                              <p:par>
                                <p:cTn id="263" presetID="1" presetClass="entr" presetSubtype="0" fill="hold" nodeType="clickEffect">
                                  <p:stCondLst>
                                    <p:cond delay="0"/>
                                  </p:stCondLst>
                                  <p:childTnLst>
                                    <p:set>
                                      <p:cBhvr>
                                        <p:cTn id="264" dur="1" fill="hold">
                                          <p:stCondLst>
                                            <p:cond delay="0"/>
                                          </p:stCondLst>
                                        </p:cTn>
                                        <p:tgtEl>
                                          <p:spTgt spid="1591"/>
                                        </p:tgtEl>
                                        <p:attrNameLst>
                                          <p:attrName>style.visibility</p:attrName>
                                        </p:attrNameLst>
                                      </p:cBhvr>
                                      <p:to>
                                        <p:strVal val="visible"/>
                                      </p:to>
                                    </p:set>
                                  </p:childTnLst>
                                </p:cTn>
                              </p:par>
                            </p:childTnLst>
                          </p:cTn>
                        </p:par>
                      </p:childTnLst>
                    </p:cTn>
                  </p:par>
                  <p:par>
                    <p:cTn id="265" fill="hold">
                      <p:stCondLst>
                        <p:cond delay="indefinite"/>
                      </p:stCondLst>
                      <p:childTnLst>
                        <p:par>
                          <p:cTn id="266" fill="hold">
                            <p:stCondLst>
                              <p:cond delay="0"/>
                            </p:stCondLst>
                            <p:childTnLst>
                              <p:par>
                                <p:cTn id="267" presetID="1" presetClass="entr" presetSubtype="0" fill="hold" nodeType="clickEffect">
                                  <p:stCondLst>
                                    <p:cond delay="0"/>
                                  </p:stCondLst>
                                  <p:childTnLst>
                                    <p:set>
                                      <p:cBhvr>
                                        <p:cTn id="268" dur="1" fill="hold">
                                          <p:stCondLst>
                                            <p:cond delay="0"/>
                                          </p:stCondLst>
                                        </p:cTn>
                                        <p:tgtEl>
                                          <p:spTgt spid="1540"/>
                                        </p:tgtEl>
                                        <p:attrNameLst>
                                          <p:attrName>style.visibility</p:attrName>
                                        </p:attrNameLst>
                                      </p:cBhvr>
                                      <p:to>
                                        <p:strVal val="visible"/>
                                      </p:to>
                                    </p:set>
                                  </p:childTnLst>
                                </p:cTn>
                              </p:par>
                            </p:childTnLst>
                          </p:cTn>
                        </p:par>
                      </p:childTnLst>
                    </p:cTn>
                  </p:par>
                  <p:par>
                    <p:cTn id="269" fill="hold">
                      <p:stCondLst>
                        <p:cond delay="indefinite"/>
                      </p:stCondLst>
                      <p:childTnLst>
                        <p:par>
                          <p:cTn id="270" fill="hold">
                            <p:stCondLst>
                              <p:cond delay="0"/>
                            </p:stCondLst>
                            <p:childTnLst>
                              <p:par>
                                <p:cTn id="271" presetID="1" presetClass="entr" presetSubtype="0" fill="hold" nodeType="clickEffect">
                                  <p:stCondLst>
                                    <p:cond delay="0"/>
                                  </p:stCondLst>
                                  <p:childTnLst>
                                    <p:set>
                                      <p:cBhvr>
                                        <p:cTn id="272" dur="1" fill="hold">
                                          <p:stCondLst>
                                            <p:cond delay="0"/>
                                          </p:stCondLst>
                                        </p:cTn>
                                        <p:tgtEl>
                                          <p:spTgt spid="1593"/>
                                        </p:tgtEl>
                                        <p:attrNameLst>
                                          <p:attrName>style.visibility</p:attrName>
                                        </p:attrNameLst>
                                      </p:cBhvr>
                                      <p:to>
                                        <p:strVal val="visible"/>
                                      </p:to>
                                    </p:set>
                                  </p:childTnLst>
                                </p:cTn>
                              </p:par>
                            </p:childTnLst>
                          </p:cTn>
                        </p:par>
                      </p:childTnLst>
                    </p:cTn>
                  </p:par>
                  <p:par>
                    <p:cTn id="273" fill="hold">
                      <p:stCondLst>
                        <p:cond delay="indefinite"/>
                      </p:stCondLst>
                      <p:childTnLst>
                        <p:par>
                          <p:cTn id="274" fill="hold">
                            <p:stCondLst>
                              <p:cond delay="0"/>
                            </p:stCondLst>
                            <p:childTnLst>
                              <p:par>
                                <p:cTn id="275" presetID="1" presetClass="entr" presetSubtype="0" fill="hold" nodeType="clickEffect">
                                  <p:stCondLst>
                                    <p:cond delay="0"/>
                                  </p:stCondLst>
                                  <p:childTnLst>
                                    <p:set>
                                      <p:cBhvr>
                                        <p:cTn id="276" dur="1" fill="hold">
                                          <p:stCondLst>
                                            <p:cond delay="0"/>
                                          </p:stCondLst>
                                        </p:cTn>
                                        <p:tgtEl>
                                          <p:spTgt spid="1590"/>
                                        </p:tgtEl>
                                        <p:attrNameLst>
                                          <p:attrName>style.visibility</p:attrName>
                                        </p:attrNameLst>
                                      </p:cBhvr>
                                      <p:to>
                                        <p:strVal val="visible"/>
                                      </p:to>
                                    </p:set>
                                  </p:childTnLst>
                                </p:cTn>
                              </p:par>
                            </p:childTnLst>
                          </p:cTn>
                        </p:par>
                      </p:childTnLst>
                    </p:cTn>
                  </p:par>
                  <p:par>
                    <p:cTn id="277" fill="hold">
                      <p:stCondLst>
                        <p:cond delay="indefinite"/>
                      </p:stCondLst>
                      <p:childTnLst>
                        <p:par>
                          <p:cTn id="278" fill="hold">
                            <p:stCondLst>
                              <p:cond delay="0"/>
                            </p:stCondLst>
                            <p:childTnLst>
                              <p:par>
                                <p:cTn id="279" presetID="1" presetClass="entr" presetSubtype="0" fill="hold" nodeType="clickEffect">
                                  <p:stCondLst>
                                    <p:cond delay="0"/>
                                  </p:stCondLst>
                                  <p:childTnLst>
                                    <p:set>
                                      <p:cBhvr>
                                        <p:cTn id="280" dur="1" fill="hold">
                                          <p:stCondLst>
                                            <p:cond delay="0"/>
                                          </p:stCondLst>
                                        </p:cTn>
                                        <p:tgtEl>
                                          <p:spTgt spid="1541"/>
                                        </p:tgtEl>
                                        <p:attrNameLst>
                                          <p:attrName>style.visibility</p:attrName>
                                        </p:attrNameLst>
                                      </p:cBhvr>
                                      <p:to>
                                        <p:strVal val="visible"/>
                                      </p:to>
                                    </p:set>
                                  </p:childTnLst>
                                </p:cTn>
                              </p:par>
                            </p:childTnLst>
                          </p:cTn>
                        </p:par>
                      </p:childTnLst>
                    </p:cTn>
                  </p:par>
                  <p:par>
                    <p:cTn id="281" fill="hold">
                      <p:stCondLst>
                        <p:cond delay="indefinite"/>
                      </p:stCondLst>
                      <p:childTnLst>
                        <p:par>
                          <p:cTn id="282" fill="hold">
                            <p:stCondLst>
                              <p:cond delay="0"/>
                            </p:stCondLst>
                            <p:childTnLst>
                              <p:par>
                                <p:cTn id="283" presetID="1" presetClass="entr" presetSubtype="0" fill="hold" nodeType="clickEffect">
                                  <p:stCondLst>
                                    <p:cond delay="0"/>
                                  </p:stCondLst>
                                  <p:childTnLst>
                                    <p:set>
                                      <p:cBhvr>
                                        <p:cTn id="284" dur="1" fill="hold">
                                          <p:stCondLst>
                                            <p:cond delay="0"/>
                                          </p:stCondLst>
                                        </p:cTn>
                                        <p:tgtEl>
                                          <p:spTgt spid="15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98"/>
        <p:cNvGrpSpPr/>
        <p:nvPr/>
      </p:nvGrpSpPr>
      <p:grpSpPr>
        <a:xfrm>
          <a:off x="0" y="0"/>
          <a:ext cx="0" cy="0"/>
          <a:chOff x="0" y="0"/>
          <a:chExt cx="0" cy="0"/>
        </a:xfrm>
      </p:grpSpPr>
      <p:pic>
        <p:nvPicPr>
          <p:cNvPr id="1599" name="Google Shape;1599;p23" descr="Plate 23.jpg                                                   00000158WD Passport                    00000000:"/>
          <p:cNvPicPr preferRelativeResize="0"/>
          <p:nvPr/>
        </p:nvPicPr>
        <p:blipFill rotWithShape="1">
          <a:blip r:embed="rId3">
            <a:alphaModFix/>
          </a:blip>
          <a:srcRect/>
          <a:stretch/>
        </p:blipFill>
        <p:spPr>
          <a:xfrm>
            <a:off x="914400" y="39688"/>
            <a:ext cx="7315200" cy="6778625"/>
          </a:xfrm>
          <a:prstGeom prst="rect">
            <a:avLst/>
          </a:prstGeom>
          <a:noFill/>
          <a:ln>
            <a:noFill/>
          </a:ln>
        </p:spPr>
      </p:pic>
      <p:sp>
        <p:nvSpPr>
          <p:cNvPr id="1600" name="Google Shape;1600;p23"/>
          <p:cNvSpPr txBox="1"/>
          <p:nvPr/>
        </p:nvSpPr>
        <p:spPr>
          <a:xfrm>
            <a:off x="3276600" y="5181600"/>
            <a:ext cx="665755"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HyTh</a:t>
            </a:r>
            <a:endParaRPr sz="1500" b="1" i="0" u="none" strike="noStrike" cap="none">
              <a:solidFill>
                <a:srgbClr val="3CFF4A"/>
              </a:solidFill>
              <a:latin typeface="Times"/>
              <a:ea typeface="Times"/>
              <a:cs typeface="Times"/>
              <a:sym typeface="Times"/>
            </a:endParaRPr>
          </a:p>
        </p:txBody>
      </p:sp>
      <p:sp>
        <p:nvSpPr>
          <p:cNvPr id="1601" name="Google Shape;1601;p23"/>
          <p:cNvSpPr/>
          <p:nvPr/>
        </p:nvSpPr>
        <p:spPr>
          <a:xfrm>
            <a:off x="2372109" y="47927"/>
            <a:ext cx="551489" cy="706917"/>
          </a:xfrm>
          <a:custGeom>
            <a:avLst/>
            <a:gdLst/>
            <a:ahLst/>
            <a:cxnLst/>
            <a:rect l="l" t="t" r="r" b="b"/>
            <a:pathLst>
              <a:path w="551489" h="706917" extrusionOk="0">
                <a:moveTo>
                  <a:pt x="0" y="23963"/>
                </a:moveTo>
                <a:cubicBezTo>
                  <a:pt x="3993" y="55914"/>
                  <a:pt x="6221" y="88136"/>
                  <a:pt x="11980" y="119816"/>
                </a:cubicBezTo>
                <a:cubicBezTo>
                  <a:pt x="14239" y="132242"/>
                  <a:pt x="16071" y="145898"/>
                  <a:pt x="23960" y="155761"/>
                </a:cubicBezTo>
                <a:cubicBezTo>
                  <a:pt x="32954" y="167005"/>
                  <a:pt x="47921" y="171736"/>
                  <a:pt x="59901" y="179724"/>
                </a:cubicBezTo>
                <a:cubicBezTo>
                  <a:pt x="63895" y="191706"/>
                  <a:pt x="66234" y="204372"/>
                  <a:pt x="71882" y="215669"/>
                </a:cubicBezTo>
                <a:cubicBezTo>
                  <a:pt x="96464" y="264837"/>
                  <a:pt x="90089" y="238431"/>
                  <a:pt x="119803" y="275578"/>
                </a:cubicBezTo>
                <a:cubicBezTo>
                  <a:pt x="128798" y="286823"/>
                  <a:pt x="135777" y="299541"/>
                  <a:pt x="143764" y="311523"/>
                </a:cubicBezTo>
                <a:cubicBezTo>
                  <a:pt x="151751" y="335486"/>
                  <a:pt x="153715" y="362395"/>
                  <a:pt x="167725" y="383413"/>
                </a:cubicBezTo>
                <a:cubicBezTo>
                  <a:pt x="175712" y="395395"/>
                  <a:pt x="185246" y="406478"/>
                  <a:pt x="191685" y="419358"/>
                </a:cubicBezTo>
                <a:cubicBezTo>
                  <a:pt x="197333" y="430655"/>
                  <a:pt x="198018" y="444006"/>
                  <a:pt x="203666" y="455303"/>
                </a:cubicBezTo>
                <a:cubicBezTo>
                  <a:pt x="221137" y="490248"/>
                  <a:pt x="252585" y="521700"/>
                  <a:pt x="287528" y="539174"/>
                </a:cubicBezTo>
                <a:cubicBezTo>
                  <a:pt x="298823" y="544822"/>
                  <a:pt x="311489" y="547162"/>
                  <a:pt x="323469" y="551156"/>
                </a:cubicBezTo>
                <a:cubicBezTo>
                  <a:pt x="382960" y="640401"/>
                  <a:pt x="306500" y="530791"/>
                  <a:pt x="383371" y="623046"/>
                </a:cubicBezTo>
                <a:cubicBezTo>
                  <a:pt x="413908" y="659694"/>
                  <a:pt x="396762" y="662280"/>
                  <a:pt x="443273" y="682954"/>
                </a:cubicBezTo>
                <a:cubicBezTo>
                  <a:pt x="466353" y="693213"/>
                  <a:pt x="515155" y="706917"/>
                  <a:pt x="515155" y="706917"/>
                </a:cubicBezTo>
                <a:cubicBezTo>
                  <a:pt x="527135" y="702923"/>
                  <a:pt x="548620" y="707319"/>
                  <a:pt x="551096" y="694936"/>
                </a:cubicBezTo>
                <a:cubicBezTo>
                  <a:pt x="554598" y="677422"/>
                  <a:pt x="533768" y="663593"/>
                  <a:pt x="527135" y="647009"/>
                </a:cubicBezTo>
                <a:cubicBezTo>
                  <a:pt x="517755" y="623556"/>
                  <a:pt x="511161" y="599082"/>
                  <a:pt x="503174" y="575119"/>
                </a:cubicBezTo>
                <a:lnTo>
                  <a:pt x="491194" y="539174"/>
                </a:lnTo>
                <a:cubicBezTo>
                  <a:pt x="487201" y="527192"/>
                  <a:pt x="482277" y="515482"/>
                  <a:pt x="479214" y="503229"/>
                </a:cubicBezTo>
                <a:cubicBezTo>
                  <a:pt x="475220" y="487254"/>
                  <a:pt x="473719" y="470439"/>
                  <a:pt x="467233" y="455303"/>
                </a:cubicBezTo>
                <a:cubicBezTo>
                  <a:pt x="461561" y="442068"/>
                  <a:pt x="449712" y="432238"/>
                  <a:pt x="443273" y="419358"/>
                </a:cubicBezTo>
                <a:cubicBezTo>
                  <a:pt x="412169" y="357143"/>
                  <a:pt x="454130" y="406255"/>
                  <a:pt x="407332" y="359449"/>
                </a:cubicBezTo>
                <a:cubicBezTo>
                  <a:pt x="403338" y="343474"/>
                  <a:pt x="397393" y="327863"/>
                  <a:pt x="395351" y="311523"/>
                </a:cubicBezTo>
                <a:cubicBezTo>
                  <a:pt x="389386" y="263802"/>
                  <a:pt x="391277" y="215182"/>
                  <a:pt x="383371" y="167743"/>
                </a:cubicBezTo>
                <a:cubicBezTo>
                  <a:pt x="379219" y="142827"/>
                  <a:pt x="367397" y="119816"/>
                  <a:pt x="359410" y="95853"/>
                </a:cubicBezTo>
                <a:lnTo>
                  <a:pt x="335449" y="23963"/>
                </a:lnTo>
                <a:lnTo>
                  <a:pt x="323469" y="0"/>
                </a:ln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02" name="Google Shape;1602;p23"/>
          <p:cNvSpPr txBox="1"/>
          <p:nvPr/>
        </p:nvSpPr>
        <p:spPr>
          <a:xfrm>
            <a:off x="5867400" y="4419600"/>
            <a:ext cx="1903085"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Lenticular fasciculus</a:t>
            </a:r>
            <a:endParaRPr sz="1400" b="0" i="0" u="none" strike="noStrike" cap="none">
              <a:solidFill>
                <a:srgbClr val="000000"/>
              </a:solidFill>
              <a:latin typeface="Arial"/>
              <a:ea typeface="Arial"/>
              <a:cs typeface="Arial"/>
              <a:sym typeface="Arial"/>
            </a:endParaRPr>
          </a:p>
        </p:txBody>
      </p:sp>
      <p:sp>
        <p:nvSpPr>
          <p:cNvPr id="1603" name="Google Shape;1603;p23"/>
          <p:cNvSpPr txBox="1"/>
          <p:nvPr/>
        </p:nvSpPr>
        <p:spPr>
          <a:xfrm>
            <a:off x="4114800" y="3581400"/>
            <a:ext cx="1659429"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Massa intermedia</a:t>
            </a:r>
            <a:endParaRPr sz="1500" b="1" i="0" u="none" strike="noStrike" cap="none">
              <a:solidFill>
                <a:srgbClr val="3CFF4A"/>
              </a:solidFill>
              <a:latin typeface="Times"/>
              <a:ea typeface="Times"/>
              <a:cs typeface="Times"/>
              <a:sym typeface="Times"/>
            </a:endParaRPr>
          </a:p>
        </p:txBody>
      </p:sp>
      <p:sp>
        <p:nvSpPr>
          <p:cNvPr id="1604" name="Google Shape;1604;p23"/>
          <p:cNvSpPr txBox="1"/>
          <p:nvPr/>
        </p:nvSpPr>
        <p:spPr>
          <a:xfrm>
            <a:off x="4953000" y="4038600"/>
            <a:ext cx="2198438"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Mammillothalamic tract</a:t>
            </a:r>
            <a:endParaRPr sz="1400" b="0" i="0" u="none" strike="noStrike" cap="none">
              <a:solidFill>
                <a:srgbClr val="000000"/>
              </a:solidFill>
              <a:latin typeface="Arial"/>
              <a:ea typeface="Arial"/>
              <a:cs typeface="Arial"/>
              <a:sym typeface="Arial"/>
            </a:endParaRPr>
          </a:p>
        </p:txBody>
      </p:sp>
      <p:sp>
        <p:nvSpPr>
          <p:cNvPr id="1605" name="Google Shape;1605;p23"/>
          <p:cNvSpPr txBox="1"/>
          <p:nvPr/>
        </p:nvSpPr>
        <p:spPr>
          <a:xfrm>
            <a:off x="5410200" y="3352800"/>
            <a:ext cx="710451"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ThFas</a:t>
            </a:r>
            <a:endParaRPr sz="1500" b="1" i="0" u="none" strike="noStrike" cap="none">
              <a:solidFill>
                <a:srgbClr val="3CFF4A"/>
              </a:solidFill>
              <a:latin typeface="Times"/>
              <a:ea typeface="Times"/>
              <a:cs typeface="Times"/>
              <a:sym typeface="Times"/>
            </a:endParaRPr>
          </a:p>
        </p:txBody>
      </p:sp>
      <p:sp>
        <p:nvSpPr>
          <p:cNvPr id="1606" name="Google Shape;1606;p23"/>
          <p:cNvSpPr txBox="1"/>
          <p:nvPr/>
        </p:nvSpPr>
        <p:spPr>
          <a:xfrm>
            <a:off x="990600" y="2362200"/>
            <a:ext cx="479618"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Put</a:t>
            </a:r>
            <a:endParaRPr sz="1400" b="0" i="0" u="none" strike="noStrike" cap="none">
              <a:solidFill>
                <a:srgbClr val="000000"/>
              </a:solidFill>
              <a:latin typeface="Arial"/>
              <a:ea typeface="Arial"/>
              <a:cs typeface="Arial"/>
              <a:sym typeface="Arial"/>
            </a:endParaRPr>
          </a:p>
        </p:txBody>
      </p:sp>
      <p:sp>
        <p:nvSpPr>
          <p:cNvPr id="1607" name="Google Shape;1607;p23"/>
          <p:cNvSpPr txBox="1"/>
          <p:nvPr/>
        </p:nvSpPr>
        <p:spPr>
          <a:xfrm>
            <a:off x="3962400" y="2362200"/>
            <a:ext cx="505141"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DM</a:t>
            </a:r>
            <a:endParaRPr sz="1400" b="0" i="0" u="none" strike="noStrike" cap="none">
              <a:solidFill>
                <a:srgbClr val="000000"/>
              </a:solidFill>
              <a:latin typeface="Arial"/>
              <a:ea typeface="Arial"/>
              <a:cs typeface="Arial"/>
              <a:sym typeface="Arial"/>
            </a:endParaRPr>
          </a:p>
        </p:txBody>
      </p:sp>
      <p:sp>
        <p:nvSpPr>
          <p:cNvPr id="1608" name="Google Shape;1608;p23"/>
          <p:cNvSpPr txBox="1"/>
          <p:nvPr/>
        </p:nvSpPr>
        <p:spPr>
          <a:xfrm>
            <a:off x="4556286" y="2496235"/>
            <a:ext cx="777714"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St Med</a:t>
            </a:r>
            <a:endParaRPr sz="1400" b="0" i="0" u="none" strike="noStrike" cap="none">
              <a:solidFill>
                <a:srgbClr val="000000"/>
              </a:solidFill>
              <a:latin typeface="Arial"/>
              <a:ea typeface="Arial"/>
              <a:cs typeface="Arial"/>
              <a:sym typeface="Arial"/>
            </a:endParaRPr>
          </a:p>
        </p:txBody>
      </p:sp>
      <p:sp>
        <p:nvSpPr>
          <p:cNvPr id="1609" name="Google Shape;1609;p23"/>
          <p:cNvSpPr txBox="1"/>
          <p:nvPr/>
        </p:nvSpPr>
        <p:spPr>
          <a:xfrm>
            <a:off x="3911589" y="5057001"/>
            <a:ext cx="355611"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3CFF4A"/>
                </a:solidFill>
                <a:latin typeface="Times"/>
                <a:ea typeface="Times"/>
                <a:cs typeface="Times"/>
                <a:sym typeface="Times"/>
              </a:rPr>
              <a:t>Fx</a:t>
            </a:r>
            <a:endParaRPr sz="1200" b="1" i="0" u="none" strike="noStrike" cap="none">
              <a:solidFill>
                <a:srgbClr val="3CFF4A"/>
              </a:solidFill>
              <a:latin typeface="Times"/>
              <a:ea typeface="Times"/>
              <a:cs typeface="Times"/>
              <a:sym typeface="Times"/>
            </a:endParaRPr>
          </a:p>
        </p:txBody>
      </p:sp>
      <p:sp>
        <p:nvSpPr>
          <p:cNvPr id="1610" name="Google Shape;1610;p23"/>
          <p:cNvSpPr txBox="1"/>
          <p:nvPr/>
        </p:nvSpPr>
        <p:spPr>
          <a:xfrm>
            <a:off x="4572000" y="1600200"/>
            <a:ext cx="402674"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Fx</a:t>
            </a:r>
            <a:endParaRPr sz="1500" b="1" i="0" u="none" strike="noStrike" cap="none">
              <a:solidFill>
                <a:srgbClr val="3CFF4A"/>
              </a:solidFill>
              <a:latin typeface="Times"/>
              <a:ea typeface="Times"/>
              <a:cs typeface="Times"/>
              <a:sym typeface="Times"/>
            </a:endParaRPr>
          </a:p>
        </p:txBody>
      </p:sp>
      <p:sp>
        <p:nvSpPr>
          <p:cNvPr id="1611" name="Google Shape;1611;p23"/>
          <p:cNvSpPr txBox="1"/>
          <p:nvPr/>
        </p:nvSpPr>
        <p:spPr>
          <a:xfrm>
            <a:off x="3662915" y="1371600"/>
            <a:ext cx="451885"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LD</a:t>
            </a:r>
            <a:endParaRPr sz="1400" b="0" i="0" u="none" strike="noStrike" cap="none">
              <a:solidFill>
                <a:srgbClr val="000000"/>
              </a:solidFill>
              <a:latin typeface="Arial"/>
              <a:ea typeface="Arial"/>
              <a:cs typeface="Arial"/>
              <a:sym typeface="Arial"/>
            </a:endParaRPr>
          </a:p>
        </p:txBody>
      </p:sp>
      <p:sp>
        <p:nvSpPr>
          <p:cNvPr id="1612" name="Google Shape;1612;p23"/>
          <p:cNvSpPr txBox="1"/>
          <p:nvPr/>
        </p:nvSpPr>
        <p:spPr>
          <a:xfrm>
            <a:off x="2819400" y="743635"/>
            <a:ext cx="681816"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St Ter</a:t>
            </a:r>
            <a:endParaRPr sz="1500" b="1" i="0" u="none" strike="noStrike" cap="none">
              <a:solidFill>
                <a:srgbClr val="3CFF4A"/>
              </a:solidFill>
              <a:latin typeface="Times"/>
              <a:ea typeface="Times"/>
              <a:cs typeface="Times"/>
              <a:sym typeface="Times"/>
            </a:endParaRPr>
          </a:p>
        </p:txBody>
      </p:sp>
      <p:sp>
        <p:nvSpPr>
          <p:cNvPr id="1613" name="Google Shape;1613;p23"/>
          <p:cNvSpPr txBox="1"/>
          <p:nvPr/>
        </p:nvSpPr>
        <p:spPr>
          <a:xfrm>
            <a:off x="2133600" y="17590"/>
            <a:ext cx="526744"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Cau</a:t>
            </a:r>
            <a:endParaRPr sz="1500" b="1" i="0" u="none" strike="noStrike" cap="none">
              <a:solidFill>
                <a:srgbClr val="3CFF4A"/>
              </a:solidFill>
              <a:latin typeface="Times"/>
              <a:ea typeface="Times"/>
              <a:cs typeface="Times"/>
              <a:sym typeface="Times"/>
            </a:endParaRPr>
          </a:p>
        </p:txBody>
      </p:sp>
      <p:sp>
        <p:nvSpPr>
          <p:cNvPr id="1614" name="Google Shape;1614;p23"/>
          <p:cNvSpPr/>
          <p:nvPr/>
        </p:nvSpPr>
        <p:spPr>
          <a:xfrm>
            <a:off x="2827031" y="766826"/>
            <a:ext cx="707171" cy="431340"/>
          </a:xfrm>
          <a:custGeom>
            <a:avLst/>
            <a:gdLst/>
            <a:ahLst/>
            <a:cxnLst/>
            <a:rect l="l" t="t" r="r" b="b"/>
            <a:pathLst>
              <a:path w="707171" h="431340" extrusionOk="0">
                <a:moveTo>
                  <a:pt x="180036" y="59908"/>
                </a:moveTo>
                <a:cubicBezTo>
                  <a:pt x="-26430" y="46143"/>
                  <a:pt x="-9256" y="-10796"/>
                  <a:pt x="12311" y="107835"/>
                </a:cubicBezTo>
                <a:cubicBezTo>
                  <a:pt x="16656" y="131737"/>
                  <a:pt x="13428" y="157996"/>
                  <a:pt x="24292" y="179725"/>
                </a:cubicBezTo>
                <a:cubicBezTo>
                  <a:pt x="36565" y="204274"/>
                  <a:pt x="76546" y="204764"/>
                  <a:pt x="96174" y="215670"/>
                </a:cubicBezTo>
                <a:cubicBezTo>
                  <a:pt x="285680" y="320962"/>
                  <a:pt x="36945" y="211901"/>
                  <a:pt x="263899" y="287560"/>
                </a:cubicBezTo>
                <a:lnTo>
                  <a:pt x="371722" y="323505"/>
                </a:lnTo>
                <a:lnTo>
                  <a:pt x="407663" y="335486"/>
                </a:lnTo>
                <a:cubicBezTo>
                  <a:pt x="415650" y="343474"/>
                  <a:pt x="421520" y="354398"/>
                  <a:pt x="431623" y="359450"/>
                </a:cubicBezTo>
                <a:cubicBezTo>
                  <a:pt x="498609" y="392947"/>
                  <a:pt x="472267" y="342616"/>
                  <a:pt x="551427" y="395395"/>
                </a:cubicBezTo>
                <a:cubicBezTo>
                  <a:pt x="604310" y="430654"/>
                  <a:pt x="573249" y="416534"/>
                  <a:pt x="647270" y="431340"/>
                </a:cubicBezTo>
                <a:cubicBezTo>
                  <a:pt x="643276" y="415364"/>
                  <a:pt x="630082" y="399035"/>
                  <a:pt x="635289" y="383413"/>
                </a:cubicBezTo>
                <a:cubicBezTo>
                  <a:pt x="641095" y="365994"/>
                  <a:pt x="693216" y="352120"/>
                  <a:pt x="707171" y="347468"/>
                </a:cubicBezTo>
                <a:cubicBezTo>
                  <a:pt x="683210" y="339480"/>
                  <a:pt x="653147" y="341366"/>
                  <a:pt x="635289" y="323505"/>
                </a:cubicBezTo>
                <a:cubicBezTo>
                  <a:pt x="599687" y="287897"/>
                  <a:pt x="622288" y="302281"/>
                  <a:pt x="563407" y="287560"/>
                </a:cubicBezTo>
                <a:cubicBezTo>
                  <a:pt x="521589" y="245735"/>
                  <a:pt x="550164" y="267169"/>
                  <a:pt x="467564" y="239633"/>
                </a:cubicBezTo>
                <a:lnTo>
                  <a:pt x="359741" y="203688"/>
                </a:lnTo>
                <a:cubicBezTo>
                  <a:pt x="347761" y="199694"/>
                  <a:pt x="334307" y="198712"/>
                  <a:pt x="323800" y="191706"/>
                </a:cubicBezTo>
                <a:cubicBezTo>
                  <a:pt x="195371" y="106078"/>
                  <a:pt x="390284" y="239427"/>
                  <a:pt x="251918" y="131798"/>
                </a:cubicBezTo>
                <a:cubicBezTo>
                  <a:pt x="229187" y="114117"/>
                  <a:pt x="200398" y="104237"/>
                  <a:pt x="180036" y="83872"/>
                </a:cubicBezTo>
                <a:cubicBezTo>
                  <a:pt x="147146" y="50978"/>
                  <a:pt x="166791" y="63480"/>
                  <a:pt x="120134" y="47927"/>
                </a:cubicBezTo>
                <a:cubicBezTo>
                  <a:pt x="112147" y="39939"/>
                  <a:pt x="106277" y="29015"/>
                  <a:pt x="96174" y="23963"/>
                </a:cubicBezTo>
                <a:cubicBezTo>
                  <a:pt x="73584" y="12667"/>
                  <a:pt x="24292" y="0"/>
                  <a:pt x="24292"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15" name="Google Shape;1615;p23"/>
          <p:cNvSpPr/>
          <p:nvPr/>
        </p:nvSpPr>
        <p:spPr>
          <a:xfrm>
            <a:off x="3474301" y="1138257"/>
            <a:ext cx="754762" cy="850698"/>
          </a:xfrm>
          <a:custGeom>
            <a:avLst/>
            <a:gdLst/>
            <a:ahLst/>
            <a:cxnLst/>
            <a:rect l="l" t="t" r="r" b="b"/>
            <a:pathLst>
              <a:path w="754762" h="850698" extrusionOk="0">
                <a:moveTo>
                  <a:pt x="215646" y="131798"/>
                </a:moveTo>
                <a:cubicBezTo>
                  <a:pt x="195679" y="127804"/>
                  <a:pt x="175389" y="125175"/>
                  <a:pt x="155744" y="119817"/>
                </a:cubicBezTo>
                <a:cubicBezTo>
                  <a:pt x="131377" y="113171"/>
                  <a:pt x="83862" y="95854"/>
                  <a:pt x="83862" y="95854"/>
                </a:cubicBezTo>
                <a:cubicBezTo>
                  <a:pt x="75875" y="87866"/>
                  <a:pt x="69587" y="77702"/>
                  <a:pt x="59901" y="71890"/>
                </a:cubicBezTo>
                <a:cubicBezTo>
                  <a:pt x="49072" y="65392"/>
                  <a:pt x="32889" y="68839"/>
                  <a:pt x="23960" y="59909"/>
                </a:cubicBezTo>
                <a:cubicBezTo>
                  <a:pt x="15030" y="50978"/>
                  <a:pt x="15973" y="35946"/>
                  <a:pt x="11980" y="23964"/>
                </a:cubicBezTo>
                <a:cubicBezTo>
                  <a:pt x="7987" y="35946"/>
                  <a:pt x="0" y="47279"/>
                  <a:pt x="0" y="59909"/>
                </a:cubicBezTo>
                <a:cubicBezTo>
                  <a:pt x="0" y="107325"/>
                  <a:pt x="36013" y="143889"/>
                  <a:pt x="59901" y="179725"/>
                </a:cubicBezTo>
                <a:lnTo>
                  <a:pt x="83862" y="215670"/>
                </a:lnTo>
                <a:cubicBezTo>
                  <a:pt x="112348" y="301139"/>
                  <a:pt x="71955" y="197808"/>
                  <a:pt x="131784" y="287560"/>
                </a:cubicBezTo>
                <a:cubicBezTo>
                  <a:pt x="149682" y="314410"/>
                  <a:pt x="139773" y="343480"/>
                  <a:pt x="155744" y="371432"/>
                </a:cubicBezTo>
                <a:cubicBezTo>
                  <a:pt x="164150" y="386144"/>
                  <a:pt x="179705" y="395395"/>
                  <a:pt x="191685" y="407377"/>
                </a:cubicBezTo>
                <a:cubicBezTo>
                  <a:pt x="195679" y="419359"/>
                  <a:pt x="198018" y="432025"/>
                  <a:pt x="203666" y="443322"/>
                </a:cubicBezTo>
                <a:cubicBezTo>
                  <a:pt x="210105" y="456201"/>
                  <a:pt x="221954" y="466031"/>
                  <a:pt x="227626" y="479266"/>
                </a:cubicBezTo>
                <a:cubicBezTo>
                  <a:pt x="234112" y="494402"/>
                  <a:pt x="232243" y="512464"/>
                  <a:pt x="239607" y="527193"/>
                </a:cubicBezTo>
                <a:cubicBezTo>
                  <a:pt x="249838" y="547657"/>
                  <a:pt x="291870" y="595804"/>
                  <a:pt x="311489" y="611065"/>
                </a:cubicBezTo>
                <a:cubicBezTo>
                  <a:pt x="334220" y="628746"/>
                  <a:pt x="359410" y="643016"/>
                  <a:pt x="383371" y="658991"/>
                </a:cubicBezTo>
                <a:lnTo>
                  <a:pt x="419312" y="682955"/>
                </a:lnTo>
                <a:cubicBezTo>
                  <a:pt x="427299" y="694937"/>
                  <a:pt x="431062" y="711268"/>
                  <a:pt x="443273" y="718900"/>
                </a:cubicBezTo>
                <a:cubicBezTo>
                  <a:pt x="464690" y="732287"/>
                  <a:pt x="492565" y="731567"/>
                  <a:pt x="515155" y="742863"/>
                </a:cubicBezTo>
                <a:cubicBezTo>
                  <a:pt x="531129" y="750851"/>
                  <a:pt x="546661" y="759790"/>
                  <a:pt x="563076" y="766826"/>
                </a:cubicBezTo>
                <a:cubicBezTo>
                  <a:pt x="574683" y="771801"/>
                  <a:pt x="587722" y="773160"/>
                  <a:pt x="599017" y="778808"/>
                </a:cubicBezTo>
                <a:cubicBezTo>
                  <a:pt x="611896" y="785248"/>
                  <a:pt x="622079" y="796331"/>
                  <a:pt x="634958" y="802771"/>
                </a:cubicBezTo>
                <a:cubicBezTo>
                  <a:pt x="646253" y="808419"/>
                  <a:pt x="659604" y="809105"/>
                  <a:pt x="670899" y="814753"/>
                </a:cubicBezTo>
                <a:cubicBezTo>
                  <a:pt x="763796" y="861206"/>
                  <a:pt x="652443" y="820581"/>
                  <a:pt x="742781" y="850698"/>
                </a:cubicBezTo>
                <a:cubicBezTo>
                  <a:pt x="746775" y="838716"/>
                  <a:pt x="754762" y="827383"/>
                  <a:pt x="754762" y="814753"/>
                </a:cubicBezTo>
                <a:cubicBezTo>
                  <a:pt x="754762" y="743189"/>
                  <a:pt x="745554" y="746578"/>
                  <a:pt x="730801" y="694936"/>
                </a:cubicBezTo>
                <a:cubicBezTo>
                  <a:pt x="726278" y="679103"/>
                  <a:pt x="727954" y="660712"/>
                  <a:pt x="718821" y="647010"/>
                </a:cubicBezTo>
                <a:cubicBezTo>
                  <a:pt x="703158" y="623512"/>
                  <a:pt x="658919" y="587101"/>
                  <a:pt x="658919" y="587101"/>
                </a:cubicBezTo>
                <a:cubicBezTo>
                  <a:pt x="621510" y="474867"/>
                  <a:pt x="682794" y="640870"/>
                  <a:pt x="610997" y="515211"/>
                </a:cubicBezTo>
                <a:cubicBezTo>
                  <a:pt x="602828" y="500913"/>
                  <a:pt x="606381" y="482014"/>
                  <a:pt x="599017" y="467285"/>
                </a:cubicBezTo>
                <a:cubicBezTo>
                  <a:pt x="571676" y="412597"/>
                  <a:pt x="536830" y="412496"/>
                  <a:pt x="515155" y="347468"/>
                </a:cubicBezTo>
                <a:cubicBezTo>
                  <a:pt x="511161" y="335486"/>
                  <a:pt x="511063" y="321386"/>
                  <a:pt x="503174" y="311523"/>
                </a:cubicBezTo>
                <a:cubicBezTo>
                  <a:pt x="494180" y="300279"/>
                  <a:pt x="478294" y="296779"/>
                  <a:pt x="467233" y="287560"/>
                </a:cubicBezTo>
                <a:cubicBezTo>
                  <a:pt x="454217" y="276712"/>
                  <a:pt x="443272" y="263597"/>
                  <a:pt x="431292" y="251615"/>
                </a:cubicBezTo>
                <a:cubicBezTo>
                  <a:pt x="427299" y="239633"/>
                  <a:pt x="429174" y="223560"/>
                  <a:pt x="419312" y="215670"/>
                </a:cubicBezTo>
                <a:cubicBezTo>
                  <a:pt x="406455" y="205383"/>
                  <a:pt x="386807" y="209470"/>
                  <a:pt x="371390" y="203688"/>
                </a:cubicBezTo>
                <a:cubicBezTo>
                  <a:pt x="336648" y="190658"/>
                  <a:pt x="317320" y="175625"/>
                  <a:pt x="287528" y="155762"/>
                </a:cubicBezTo>
                <a:cubicBezTo>
                  <a:pt x="283535" y="143780"/>
                  <a:pt x="284478" y="128748"/>
                  <a:pt x="275548" y="119817"/>
                </a:cubicBezTo>
                <a:cubicBezTo>
                  <a:pt x="266619" y="110887"/>
                  <a:pt x="250114" y="114841"/>
                  <a:pt x="239607" y="107835"/>
                </a:cubicBezTo>
                <a:cubicBezTo>
                  <a:pt x="225510" y="98436"/>
                  <a:pt x="215646" y="83872"/>
                  <a:pt x="203666" y="71890"/>
                </a:cubicBezTo>
                <a:cubicBezTo>
                  <a:pt x="191659" y="35867"/>
                  <a:pt x="197032" y="27467"/>
                  <a:pt x="155744" y="11982"/>
                </a:cubicBezTo>
                <a:cubicBezTo>
                  <a:pt x="136678" y="4831"/>
                  <a:pt x="95842" y="0"/>
                  <a:pt x="95842"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16" name="Google Shape;1616;p23"/>
          <p:cNvSpPr/>
          <p:nvPr/>
        </p:nvSpPr>
        <p:spPr>
          <a:xfrm>
            <a:off x="4049357" y="994477"/>
            <a:ext cx="1164270" cy="1485726"/>
          </a:xfrm>
          <a:custGeom>
            <a:avLst/>
            <a:gdLst/>
            <a:ahLst/>
            <a:cxnLst/>
            <a:rect l="l" t="t" r="r" b="b"/>
            <a:pathLst>
              <a:path w="1164270" h="1485726" extrusionOk="0">
                <a:moveTo>
                  <a:pt x="0" y="467285"/>
                </a:moveTo>
                <a:cubicBezTo>
                  <a:pt x="23961" y="487254"/>
                  <a:pt x="48409" y="506652"/>
                  <a:pt x="71882" y="527193"/>
                </a:cubicBezTo>
                <a:cubicBezTo>
                  <a:pt x="80383" y="534632"/>
                  <a:pt x="87023" y="544100"/>
                  <a:pt x="95843" y="551157"/>
                </a:cubicBezTo>
                <a:cubicBezTo>
                  <a:pt x="107086" y="560153"/>
                  <a:pt x="119804" y="567132"/>
                  <a:pt x="131784" y="575120"/>
                </a:cubicBezTo>
                <a:cubicBezTo>
                  <a:pt x="139771" y="587102"/>
                  <a:pt x="149306" y="598185"/>
                  <a:pt x="155745" y="611065"/>
                </a:cubicBezTo>
                <a:cubicBezTo>
                  <a:pt x="161393" y="622362"/>
                  <a:pt x="160720" y="636501"/>
                  <a:pt x="167725" y="647010"/>
                </a:cubicBezTo>
                <a:cubicBezTo>
                  <a:pt x="177123" y="661109"/>
                  <a:pt x="191686" y="670973"/>
                  <a:pt x="203666" y="682955"/>
                </a:cubicBezTo>
                <a:lnTo>
                  <a:pt x="227627" y="754845"/>
                </a:lnTo>
                <a:cubicBezTo>
                  <a:pt x="231620" y="766827"/>
                  <a:pt x="237531" y="778332"/>
                  <a:pt x="239607" y="790790"/>
                </a:cubicBezTo>
                <a:cubicBezTo>
                  <a:pt x="244946" y="822828"/>
                  <a:pt x="255198" y="889104"/>
                  <a:pt x="263568" y="922588"/>
                </a:cubicBezTo>
                <a:cubicBezTo>
                  <a:pt x="270064" y="948575"/>
                  <a:pt x="279987" y="974954"/>
                  <a:pt x="299509" y="994478"/>
                </a:cubicBezTo>
                <a:cubicBezTo>
                  <a:pt x="309690" y="1004660"/>
                  <a:pt x="323470" y="1010453"/>
                  <a:pt x="335450" y="1018441"/>
                </a:cubicBezTo>
                <a:cubicBezTo>
                  <a:pt x="354953" y="1076959"/>
                  <a:pt x="341671" y="1076275"/>
                  <a:pt x="443273" y="1042404"/>
                </a:cubicBezTo>
                <a:cubicBezTo>
                  <a:pt x="462216" y="1036089"/>
                  <a:pt x="476353" y="1019818"/>
                  <a:pt x="491195" y="1006459"/>
                </a:cubicBezTo>
                <a:cubicBezTo>
                  <a:pt x="516382" y="983788"/>
                  <a:pt x="530929" y="945287"/>
                  <a:pt x="563077" y="934570"/>
                </a:cubicBezTo>
                <a:cubicBezTo>
                  <a:pt x="612678" y="918034"/>
                  <a:pt x="588511" y="929594"/>
                  <a:pt x="634959" y="898625"/>
                </a:cubicBezTo>
                <a:cubicBezTo>
                  <a:pt x="650933" y="902619"/>
                  <a:pt x="678548" y="894721"/>
                  <a:pt x="682880" y="910606"/>
                </a:cubicBezTo>
                <a:cubicBezTo>
                  <a:pt x="704947" y="991527"/>
                  <a:pt x="680435" y="1016120"/>
                  <a:pt x="646939" y="1066368"/>
                </a:cubicBezTo>
                <a:cubicBezTo>
                  <a:pt x="594661" y="1223217"/>
                  <a:pt x="614261" y="1136019"/>
                  <a:pt x="634959" y="1425817"/>
                </a:cubicBezTo>
                <a:cubicBezTo>
                  <a:pt x="638995" y="1482326"/>
                  <a:pt x="639758" y="1471350"/>
                  <a:pt x="682880" y="1485726"/>
                </a:cubicBezTo>
                <a:cubicBezTo>
                  <a:pt x="722815" y="1481732"/>
                  <a:pt x="764325" y="1485548"/>
                  <a:pt x="802684" y="1473744"/>
                </a:cubicBezTo>
                <a:cubicBezTo>
                  <a:pt x="818878" y="1468761"/>
                  <a:pt x="825609" y="1448647"/>
                  <a:pt x="838625" y="1437799"/>
                </a:cubicBezTo>
                <a:cubicBezTo>
                  <a:pt x="849686" y="1428580"/>
                  <a:pt x="863730" y="1423318"/>
                  <a:pt x="874566" y="1413836"/>
                </a:cubicBezTo>
                <a:cubicBezTo>
                  <a:pt x="930630" y="1364774"/>
                  <a:pt x="925952" y="1366701"/>
                  <a:pt x="958428" y="1317982"/>
                </a:cubicBezTo>
                <a:cubicBezTo>
                  <a:pt x="962421" y="1306001"/>
                  <a:pt x="966939" y="1294181"/>
                  <a:pt x="970408" y="1282038"/>
                </a:cubicBezTo>
                <a:cubicBezTo>
                  <a:pt x="974932" y="1266204"/>
                  <a:pt x="975025" y="1248840"/>
                  <a:pt x="982389" y="1234111"/>
                </a:cubicBezTo>
                <a:cubicBezTo>
                  <a:pt x="995267" y="1208352"/>
                  <a:pt x="1021204" y="1189543"/>
                  <a:pt x="1030310" y="1162221"/>
                </a:cubicBezTo>
                <a:cubicBezTo>
                  <a:pt x="1058824" y="1076670"/>
                  <a:pt x="1040261" y="1111349"/>
                  <a:pt x="1078232" y="1054386"/>
                </a:cubicBezTo>
                <a:cubicBezTo>
                  <a:pt x="1080825" y="1044012"/>
                  <a:pt x="1094554" y="983883"/>
                  <a:pt x="1102192" y="970514"/>
                </a:cubicBezTo>
                <a:cubicBezTo>
                  <a:pt x="1112098" y="953176"/>
                  <a:pt x="1126153" y="938563"/>
                  <a:pt x="1138133" y="922588"/>
                </a:cubicBezTo>
                <a:cubicBezTo>
                  <a:pt x="1167300" y="835077"/>
                  <a:pt x="1186599" y="844571"/>
                  <a:pt x="1114173" y="862680"/>
                </a:cubicBezTo>
                <a:cubicBezTo>
                  <a:pt x="1063078" y="930813"/>
                  <a:pt x="1084545" y="891663"/>
                  <a:pt x="1054271" y="982496"/>
                </a:cubicBezTo>
                <a:cubicBezTo>
                  <a:pt x="1050278" y="994478"/>
                  <a:pt x="1052799" y="1011435"/>
                  <a:pt x="1042291" y="1018441"/>
                </a:cubicBezTo>
                <a:cubicBezTo>
                  <a:pt x="1030311" y="1026429"/>
                  <a:pt x="1019585" y="1036731"/>
                  <a:pt x="1006350" y="1042404"/>
                </a:cubicBezTo>
                <a:cubicBezTo>
                  <a:pt x="952606" y="1065439"/>
                  <a:pt x="969117" y="1043050"/>
                  <a:pt x="922487" y="1066368"/>
                </a:cubicBezTo>
                <a:cubicBezTo>
                  <a:pt x="909608" y="1072808"/>
                  <a:pt x="898526" y="1082343"/>
                  <a:pt x="886546" y="1090331"/>
                </a:cubicBezTo>
                <a:cubicBezTo>
                  <a:pt x="856434" y="1180680"/>
                  <a:pt x="900556" y="1072818"/>
                  <a:pt x="838625" y="1150239"/>
                </a:cubicBezTo>
                <a:cubicBezTo>
                  <a:pt x="830736" y="1160102"/>
                  <a:pt x="835574" y="1177253"/>
                  <a:pt x="826644" y="1186184"/>
                </a:cubicBezTo>
                <a:cubicBezTo>
                  <a:pt x="806282" y="1206548"/>
                  <a:pt x="754762" y="1234111"/>
                  <a:pt x="754762" y="1234111"/>
                </a:cubicBezTo>
                <a:cubicBezTo>
                  <a:pt x="746775" y="1222129"/>
                  <a:pt x="731998" y="1212516"/>
                  <a:pt x="730802" y="1198166"/>
                </a:cubicBezTo>
                <a:cubicBezTo>
                  <a:pt x="726445" y="1145872"/>
                  <a:pt x="738264" y="1053404"/>
                  <a:pt x="790703" y="1018441"/>
                </a:cubicBezTo>
                <a:lnTo>
                  <a:pt x="826644" y="994478"/>
                </a:lnTo>
                <a:cubicBezTo>
                  <a:pt x="855757" y="907135"/>
                  <a:pt x="848279" y="944692"/>
                  <a:pt x="826644" y="778808"/>
                </a:cubicBezTo>
                <a:cubicBezTo>
                  <a:pt x="822385" y="746150"/>
                  <a:pt x="802684" y="682955"/>
                  <a:pt x="802684" y="682955"/>
                </a:cubicBezTo>
                <a:cubicBezTo>
                  <a:pt x="778477" y="440872"/>
                  <a:pt x="804780" y="645516"/>
                  <a:pt x="778723" y="515212"/>
                </a:cubicBezTo>
                <a:cubicBezTo>
                  <a:pt x="757640" y="409781"/>
                  <a:pt x="778078" y="477330"/>
                  <a:pt x="754762" y="407377"/>
                </a:cubicBezTo>
                <a:cubicBezTo>
                  <a:pt x="758756" y="347469"/>
                  <a:pt x="757380" y="286959"/>
                  <a:pt x="766743" y="227652"/>
                </a:cubicBezTo>
                <a:cubicBezTo>
                  <a:pt x="769528" y="210010"/>
                  <a:pt x="789333" y="197533"/>
                  <a:pt x="790703" y="179725"/>
                </a:cubicBezTo>
                <a:cubicBezTo>
                  <a:pt x="793476" y="143665"/>
                  <a:pt x="785815" y="107354"/>
                  <a:pt x="778723" y="71890"/>
                </a:cubicBezTo>
                <a:cubicBezTo>
                  <a:pt x="773770" y="47121"/>
                  <a:pt x="754762" y="0"/>
                  <a:pt x="754762" y="0"/>
                </a:cubicBezTo>
                <a:cubicBezTo>
                  <a:pt x="743816" y="10948"/>
                  <a:pt x="707498" y="44139"/>
                  <a:pt x="706841" y="59909"/>
                </a:cubicBezTo>
                <a:cubicBezTo>
                  <a:pt x="701351" y="191668"/>
                  <a:pt x="715694" y="286502"/>
                  <a:pt x="730802" y="407377"/>
                </a:cubicBezTo>
                <a:cubicBezTo>
                  <a:pt x="726808" y="495242"/>
                  <a:pt x="729300" y="583643"/>
                  <a:pt x="718821" y="670973"/>
                </a:cubicBezTo>
                <a:cubicBezTo>
                  <a:pt x="716319" y="691824"/>
                  <a:pt x="668733" y="731085"/>
                  <a:pt x="658919" y="742863"/>
                </a:cubicBezTo>
                <a:cubicBezTo>
                  <a:pt x="649701" y="753926"/>
                  <a:pt x="647838" y="772368"/>
                  <a:pt x="634959" y="778808"/>
                </a:cubicBezTo>
                <a:cubicBezTo>
                  <a:pt x="605109" y="793734"/>
                  <a:pt x="505536" y="808368"/>
                  <a:pt x="467234" y="814753"/>
                </a:cubicBezTo>
                <a:cubicBezTo>
                  <a:pt x="457840" y="795963"/>
                  <a:pt x="436244" y="747814"/>
                  <a:pt x="419313" y="730881"/>
                </a:cubicBezTo>
                <a:cubicBezTo>
                  <a:pt x="409132" y="720699"/>
                  <a:pt x="397263" y="710707"/>
                  <a:pt x="383371" y="706918"/>
                </a:cubicBezTo>
                <a:cubicBezTo>
                  <a:pt x="352310" y="698446"/>
                  <a:pt x="319476" y="698930"/>
                  <a:pt x="287529" y="694936"/>
                </a:cubicBezTo>
                <a:cubicBezTo>
                  <a:pt x="251587" y="670972"/>
                  <a:pt x="247594" y="674966"/>
                  <a:pt x="227627" y="635028"/>
                </a:cubicBezTo>
                <a:cubicBezTo>
                  <a:pt x="221979" y="623731"/>
                  <a:pt x="224577" y="608014"/>
                  <a:pt x="215647" y="599083"/>
                </a:cubicBezTo>
                <a:cubicBezTo>
                  <a:pt x="195285" y="578719"/>
                  <a:pt x="143765" y="551157"/>
                  <a:pt x="143765" y="551157"/>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17" name="Google Shape;1617;p23"/>
          <p:cNvSpPr/>
          <p:nvPr/>
        </p:nvSpPr>
        <p:spPr>
          <a:xfrm>
            <a:off x="3977475" y="4960405"/>
            <a:ext cx="263568" cy="383413"/>
          </a:xfrm>
          <a:custGeom>
            <a:avLst/>
            <a:gdLst/>
            <a:ahLst/>
            <a:cxnLst/>
            <a:rect l="l" t="t" r="r" b="b"/>
            <a:pathLst>
              <a:path w="263568" h="383413" extrusionOk="0">
                <a:moveTo>
                  <a:pt x="179705" y="107835"/>
                </a:moveTo>
                <a:cubicBezTo>
                  <a:pt x="175712" y="87866"/>
                  <a:pt x="176832" y="66142"/>
                  <a:pt x="167725" y="47927"/>
                </a:cubicBezTo>
                <a:cubicBezTo>
                  <a:pt x="149777" y="12027"/>
                  <a:pt x="127792" y="10651"/>
                  <a:pt x="95843" y="0"/>
                </a:cubicBezTo>
                <a:cubicBezTo>
                  <a:pt x="79869" y="3994"/>
                  <a:pt x="57492" y="-1417"/>
                  <a:pt x="47922" y="11982"/>
                </a:cubicBezTo>
                <a:cubicBezTo>
                  <a:pt x="33803" y="31751"/>
                  <a:pt x="41211" y="60157"/>
                  <a:pt x="35941" y="83872"/>
                </a:cubicBezTo>
                <a:cubicBezTo>
                  <a:pt x="27674" y="121078"/>
                  <a:pt x="21542" y="123446"/>
                  <a:pt x="0" y="155762"/>
                </a:cubicBezTo>
                <a:cubicBezTo>
                  <a:pt x="18418" y="339954"/>
                  <a:pt x="-17894" y="232240"/>
                  <a:pt x="35941" y="299542"/>
                </a:cubicBezTo>
                <a:cubicBezTo>
                  <a:pt x="44936" y="310787"/>
                  <a:pt x="49066" y="326004"/>
                  <a:pt x="59902" y="335487"/>
                </a:cubicBezTo>
                <a:cubicBezTo>
                  <a:pt x="81574" y="354452"/>
                  <a:pt x="131784" y="383413"/>
                  <a:pt x="131784" y="383413"/>
                </a:cubicBezTo>
                <a:cubicBezTo>
                  <a:pt x="151751" y="379419"/>
                  <a:pt x="172620" y="378583"/>
                  <a:pt x="191686" y="371432"/>
                </a:cubicBezTo>
                <a:cubicBezTo>
                  <a:pt x="228245" y="357721"/>
                  <a:pt x="241171" y="329407"/>
                  <a:pt x="263568" y="299542"/>
                </a:cubicBezTo>
                <a:cubicBezTo>
                  <a:pt x="259575" y="287560"/>
                  <a:pt x="259477" y="273460"/>
                  <a:pt x="251588" y="263597"/>
                </a:cubicBezTo>
                <a:cubicBezTo>
                  <a:pt x="189654" y="186170"/>
                  <a:pt x="233782" y="294041"/>
                  <a:pt x="203666" y="203688"/>
                </a:cubicBezTo>
                <a:cubicBezTo>
                  <a:pt x="199673" y="171737"/>
                  <a:pt x="197446" y="139515"/>
                  <a:pt x="191686" y="107835"/>
                </a:cubicBezTo>
                <a:cubicBezTo>
                  <a:pt x="189427" y="95409"/>
                  <a:pt x="188635" y="80821"/>
                  <a:pt x="179705" y="71890"/>
                </a:cubicBezTo>
                <a:cubicBezTo>
                  <a:pt x="170776" y="62960"/>
                  <a:pt x="155744" y="63903"/>
                  <a:pt x="143764" y="59909"/>
                </a:cubicBezTo>
                <a:cubicBezTo>
                  <a:pt x="116980" y="33121"/>
                  <a:pt x="131100" y="35945"/>
                  <a:pt x="107823" y="35945"/>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18" name="Google Shape;1618;p23"/>
          <p:cNvSpPr/>
          <p:nvPr/>
        </p:nvSpPr>
        <p:spPr>
          <a:xfrm>
            <a:off x="4432728" y="2288496"/>
            <a:ext cx="168385" cy="528824"/>
          </a:xfrm>
          <a:custGeom>
            <a:avLst/>
            <a:gdLst/>
            <a:ahLst/>
            <a:cxnLst/>
            <a:rect l="l" t="t" r="r" b="b"/>
            <a:pathLst>
              <a:path w="168385" h="528824" extrusionOk="0">
                <a:moveTo>
                  <a:pt x="95843" y="203688"/>
                </a:moveTo>
                <a:cubicBezTo>
                  <a:pt x="83246" y="90295"/>
                  <a:pt x="115541" y="106008"/>
                  <a:pt x="35942" y="71890"/>
                </a:cubicBezTo>
                <a:cubicBezTo>
                  <a:pt x="24334" y="66915"/>
                  <a:pt x="11981" y="63902"/>
                  <a:pt x="0" y="59908"/>
                </a:cubicBezTo>
                <a:cubicBezTo>
                  <a:pt x="9744" y="89142"/>
                  <a:pt x="12718" y="108571"/>
                  <a:pt x="35942" y="131798"/>
                </a:cubicBezTo>
                <a:cubicBezTo>
                  <a:pt x="46123" y="141980"/>
                  <a:pt x="59903" y="147774"/>
                  <a:pt x="71883" y="155762"/>
                </a:cubicBezTo>
                <a:cubicBezTo>
                  <a:pt x="75876" y="167744"/>
                  <a:pt x="83863" y="179077"/>
                  <a:pt x="83863" y="191707"/>
                </a:cubicBezTo>
                <a:cubicBezTo>
                  <a:pt x="83863" y="235236"/>
                  <a:pt x="69023" y="301859"/>
                  <a:pt x="59902" y="347468"/>
                </a:cubicBezTo>
                <a:cubicBezTo>
                  <a:pt x="63896" y="395395"/>
                  <a:pt x="65527" y="443577"/>
                  <a:pt x="71883" y="491248"/>
                </a:cubicBezTo>
                <a:cubicBezTo>
                  <a:pt x="73552" y="503767"/>
                  <a:pt x="71882" y="523199"/>
                  <a:pt x="83863" y="527193"/>
                </a:cubicBezTo>
                <a:cubicBezTo>
                  <a:pt x="103181" y="533633"/>
                  <a:pt x="123798" y="519205"/>
                  <a:pt x="143765" y="515211"/>
                </a:cubicBezTo>
                <a:cubicBezTo>
                  <a:pt x="169070" y="439287"/>
                  <a:pt x="167725" y="453007"/>
                  <a:pt x="167725" y="323505"/>
                </a:cubicBezTo>
                <a:cubicBezTo>
                  <a:pt x="167725" y="267448"/>
                  <a:pt x="172624" y="209217"/>
                  <a:pt x="155745" y="155762"/>
                </a:cubicBezTo>
                <a:cubicBezTo>
                  <a:pt x="147242" y="128833"/>
                  <a:pt x="95843" y="95853"/>
                  <a:pt x="95843" y="95853"/>
                </a:cubicBezTo>
                <a:cubicBezTo>
                  <a:pt x="64817" y="2763"/>
                  <a:pt x="97382" y="36560"/>
                  <a:pt x="35942" y="11982"/>
                </a:cubicBezTo>
                <a:cubicBezTo>
                  <a:pt x="27651" y="8665"/>
                  <a:pt x="19968" y="3994"/>
                  <a:pt x="11981"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19" name="Google Shape;1619;p23"/>
          <p:cNvSpPr/>
          <p:nvPr/>
        </p:nvSpPr>
        <p:spPr>
          <a:xfrm>
            <a:off x="3582063" y="1910558"/>
            <a:ext cx="978121" cy="1564122"/>
          </a:xfrm>
          <a:custGeom>
            <a:avLst/>
            <a:gdLst/>
            <a:ahLst/>
            <a:cxnLst/>
            <a:rect l="l" t="t" r="r" b="b"/>
            <a:pathLst>
              <a:path w="978121" h="1564122" extrusionOk="0">
                <a:moveTo>
                  <a:pt x="886607" y="437846"/>
                </a:moveTo>
                <a:cubicBezTo>
                  <a:pt x="882613" y="417877"/>
                  <a:pt x="881776" y="397006"/>
                  <a:pt x="874626" y="377938"/>
                </a:cubicBezTo>
                <a:cubicBezTo>
                  <a:pt x="869570" y="364455"/>
                  <a:pt x="855218" y="355654"/>
                  <a:pt x="850665" y="341993"/>
                </a:cubicBezTo>
                <a:cubicBezTo>
                  <a:pt x="836196" y="298580"/>
                  <a:pt x="846781" y="248667"/>
                  <a:pt x="814724" y="210195"/>
                </a:cubicBezTo>
                <a:cubicBezTo>
                  <a:pt x="806640" y="200493"/>
                  <a:pt x="790763" y="202207"/>
                  <a:pt x="778783" y="198213"/>
                </a:cubicBezTo>
                <a:cubicBezTo>
                  <a:pt x="770796" y="186231"/>
                  <a:pt x="765004" y="172451"/>
                  <a:pt x="754823" y="162268"/>
                </a:cubicBezTo>
                <a:cubicBezTo>
                  <a:pt x="744642" y="152086"/>
                  <a:pt x="732040" y="144153"/>
                  <a:pt x="718882" y="138305"/>
                </a:cubicBezTo>
                <a:cubicBezTo>
                  <a:pt x="661927" y="112989"/>
                  <a:pt x="635393" y="112407"/>
                  <a:pt x="575117" y="102360"/>
                </a:cubicBezTo>
                <a:lnTo>
                  <a:pt x="503235" y="78397"/>
                </a:lnTo>
                <a:cubicBezTo>
                  <a:pt x="491255" y="74403"/>
                  <a:pt x="479545" y="69478"/>
                  <a:pt x="467294" y="66415"/>
                </a:cubicBezTo>
                <a:lnTo>
                  <a:pt x="419373" y="54433"/>
                </a:lnTo>
                <a:cubicBezTo>
                  <a:pt x="294225" y="-29007"/>
                  <a:pt x="376233" y="4710"/>
                  <a:pt x="155805" y="18489"/>
                </a:cubicBezTo>
                <a:cubicBezTo>
                  <a:pt x="143825" y="26477"/>
                  <a:pt x="128858" y="31208"/>
                  <a:pt x="119864" y="42452"/>
                </a:cubicBezTo>
                <a:cubicBezTo>
                  <a:pt x="73396" y="100543"/>
                  <a:pt x="150357" y="64238"/>
                  <a:pt x="71943" y="90378"/>
                </a:cubicBezTo>
                <a:cubicBezTo>
                  <a:pt x="41831" y="180727"/>
                  <a:pt x="82451" y="69360"/>
                  <a:pt x="36002" y="162268"/>
                </a:cubicBezTo>
                <a:cubicBezTo>
                  <a:pt x="23724" y="186828"/>
                  <a:pt x="16597" y="235341"/>
                  <a:pt x="12041" y="258122"/>
                </a:cubicBezTo>
                <a:cubicBezTo>
                  <a:pt x="806" y="437901"/>
                  <a:pt x="-8214" y="445390"/>
                  <a:pt x="12041" y="617571"/>
                </a:cubicBezTo>
                <a:cubicBezTo>
                  <a:pt x="13517" y="630114"/>
                  <a:pt x="20028" y="641534"/>
                  <a:pt x="24022" y="653516"/>
                </a:cubicBezTo>
                <a:cubicBezTo>
                  <a:pt x="28015" y="701443"/>
                  <a:pt x="30038" y="749575"/>
                  <a:pt x="36002" y="797296"/>
                </a:cubicBezTo>
                <a:cubicBezTo>
                  <a:pt x="38044" y="813636"/>
                  <a:pt x="43251" y="829450"/>
                  <a:pt x="47982" y="845223"/>
                </a:cubicBezTo>
                <a:cubicBezTo>
                  <a:pt x="55239" y="869417"/>
                  <a:pt x="63956" y="893150"/>
                  <a:pt x="71943" y="917113"/>
                </a:cubicBezTo>
                <a:cubicBezTo>
                  <a:pt x="75936" y="929095"/>
                  <a:pt x="76918" y="942549"/>
                  <a:pt x="83923" y="953058"/>
                </a:cubicBezTo>
                <a:lnTo>
                  <a:pt x="107884" y="989003"/>
                </a:lnTo>
                <a:cubicBezTo>
                  <a:pt x="137432" y="1107211"/>
                  <a:pt x="98048" y="984589"/>
                  <a:pt x="143825" y="1060893"/>
                </a:cubicBezTo>
                <a:cubicBezTo>
                  <a:pt x="150322" y="1071723"/>
                  <a:pt x="150157" y="1085542"/>
                  <a:pt x="155805" y="1096838"/>
                </a:cubicBezTo>
                <a:cubicBezTo>
                  <a:pt x="162244" y="1109718"/>
                  <a:pt x="171779" y="1120801"/>
                  <a:pt x="179766" y="1132782"/>
                </a:cubicBezTo>
                <a:cubicBezTo>
                  <a:pt x="207233" y="1215195"/>
                  <a:pt x="169665" y="1115105"/>
                  <a:pt x="227687" y="1216654"/>
                </a:cubicBezTo>
                <a:cubicBezTo>
                  <a:pt x="253668" y="1262126"/>
                  <a:pt x="221892" y="1246804"/>
                  <a:pt x="263628" y="1288544"/>
                </a:cubicBezTo>
                <a:cubicBezTo>
                  <a:pt x="310792" y="1335713"/>
                  <a:pt x="287957" y="1289035"/>
                  <a:pt x="323530" y="1336471"/>
                </a:cubicBezTo>
                <a:cubicBezTo>
                  <a:pt x="368054" y="1395843"/>
                  <a:pt x="358617" y="1403655"/>
                  <a:pt x="407393" y="1444306"/>
                </a:cubicBezTo>
                <a:cubicBezTo>
                  <a:pt x="418454" y="1453525"/>
                  <a:pt x="430099" y="1462597"/>
                  <a:pt x="443334" y="1468269"/>
                </a:cubicBezTo>
                <a:cubicBezTo>
                  <a:pt x="497087" y="1491308"/>
                  <a:pt x="480558" y="1468910"/>
                  <a:pt x="527196" y="1492232"/>
                </a:cubicBezTo>
                <a:cubicBezTo>
                  <a:pt x="540075" y="1498672"/>
                  <a:pt x="549902" y="1510522"/>
                  <a:pt x="563137" y="1516195"/>
                </a:cubicBezTo>
                <a:cubicBezTo>
                  <a:pt x="578271" y="1522682"/>
                  <a:pt x="595288" y="1523445"/>
                  <a:pt x="611059" y="1528177"/>
                </a:cubicBezTo>
                <a:cubicBezTo>
                  <a:pt x="732658" y="1564661"/>
                  <a:pt x="633666" y="1542283"/>
                  <a:pt x="742842" y="1564122"/>
                </a:cubicBezTo>
                <a:cubicBezTo>
                  <a:pt x="794757" y="1560128"/>
                  <a:pt x="846921" y="1558599"/>
                  <a:pt x="898587" y="1552140"/>
                </a:cubicBezTo>
                <a:cubicBezTo>
                  <a:pt x="911118" y="1550573"/>
                  <a:pt x="924667" y="1548048"/>
                  <a:pt x="934528" y="1540159"/>
                </a:cubicBezTo>
                <a:cubicBezTo>
                  <a:pt x="945772" y="1531163"/>
                  <a:pt x="950502" y="1516196"/>
                  <a:pt x="958489" y="1504214"/>
                </a:cubicBezTo>
                <a:cubicBezTo>
                  <a:pt x="994164" y="1397174"/>
                  <a:pt x="973130" y="1474890"/>
                  <a:pt x="958489" y="1240617"/>
                </a:cubicBezTo>
                <a:cubicBezTo>
                  <a:pt x="942220" y="980284"/>
                  <a:pt x="946508" y="1189352"/>
                  <a:pt x="946508" y="917113"/>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20" name="Google Shape;1620;p23"/>
          <p:cNvSpPr txBox="1"/>
          <p:nvPr/>
        </p:nvSpPr>
        <p:spPr>
          <a:xfrm>
            <a:off x="1371600" y="3048000"/>
            <a:ext cx="543739"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GPe</a:t>
            </a:r>
            <a:endParaRPr sz="1500" b="1" i="0" u="none" strike="noStrike" cap="none">
              <a:solidFill>
                <a:srgbClr val="3CFF4A"/>
              </a:solidFill>
              <a:latin typeface="Times"/>
              <a:ea typeface="Times"/>
              <a:cs typeface="Times"/>
              <a:sym typeface="Times"/>
            </a:endParaRPr>
          </a:p>
        </p:txBody>
      </p:sp>
      <p:sp>
        <p:nvSpPr>
          <p:cNvPr id="1621" name="Google Shape;1621;p23"/>
          <p:cNvSpPr txBox="1"/>
          <p:nvPr/>
        </p:nvSpPr>
        <p:spPr>
          <a:xfrm>
            <a:off x="1828800" y="3429000"/>
            <a:ext cx="505267"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GPi</a:t>
            </a:r>
            <a:endParaRPr sz="1500" b="1" i="0" u="none" strike="noStrike" cap="none">
              <a:solidFill>
                <a:srgbClr val="3CFF4A"/>
              </a:solidFill>
              <a:latin typeface="Times"/>
              <a:ea typeface="Times"/>
              <a:cs typeface="Times"/>
              <a:sym typeface="Times"/>
            </a:endParaRPr>
          </a:p>
        </p:txBody>
      </p:sp>
      <p:sp>
        <p:nvSpPr>
          <p:cNvPr id="1622" name="Google Shape;1622;p23"/>
          <p:cNvSpPr txBox="1"/>
          <p:nvPr/>
        </p:nvSpPr>
        <p:spPr>
          <a:xfrm>
            <a:off x="1295400" y="1447800"/>
            <a:ext cx="1200005" cy="5539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Int Cap</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(post. Limb)</a:t>
            </a:r>
            <a:endParaRPr sz="1400" b="0" i="0" u="none" strike="noStrike" cap="none">
              <a:solidFill>
                <a:srgbClr val="000000"/>
              </a:solidFill>
              <a:latin typeface="Arial"/>
              <a:ea typeface="Arial"/>
              <a:cs typeface="Arial"/>
              <a:sym typeface="Arial"/>
            </a:endParaRPr>
          </a:p>
        </p:txBody>
      </p:sp>
      <p:sp>
        <p:nvSpPr>
          <p:cNvPr id="1623" name="Google Shape;1623;p23"/>
          <p:cNvSpPr txBox="1"/>
          <p:nvPr/>
        </p:nvSpPr>
        <p:spPr>
          <a:xfrm>
            <a:off x="2737901" y="4191000"/>
            <a:ext cx="462499"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CC</a:t>
            </a:r>
            <a:endParaRPr sz="1400" b="0" i="0" u="none" strike="noStrike" cap="none">
              <a:solidFill>
                <a:srgbClr val="000000"/>
              </a:solidFill>
              <a:latin typeface="Arial"/>
              <a:ea typeface="Arial"/>
              <a:cs typeface="Arial"/>
              <a:sym typeface="Arial"/>
            </a:endParaRPr>
          </a:p>
        </p:txBody>
      </p:sp>
      <p:sp>
        <p:nvSpPr>
          <p:cNvPr id="1624" name="Google Shape;1624;p23"/>
          <p:cNvSpPr txBox="1"/>
          <p:nvPr/>
        </p:nvSpPr>
        <p:spPr>
          <a:xfrm>
            <a:off x="1600200" y="6324600"/>
            <a:ext cx="1646605"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Ansa Lenticularis</a:t>
            </a:r>
            <a:endParaRPr sz="1500" b="1" i="0" u="none" strike="noStrike" cap="none">
              <a:solidFill>
                <a:srgbClr val="3CFF4A"/>
              </a:solidFill>
              <a:latin typeface="Times"/>
              <a:ea typeface="Times"/>
              <a:cs typeface="Times"/>
              <a:sym typeface="Times"/>
            </a:endParaRPr>
          </a:p>
        </p:txBody>
      </p:sp>
      <p:sp>
        <p:nvSpPr>
          <p:cNvPr id="1625" name="Google Shape;1625;p23"/>
          <p:cNvSpPr txBox="1"/>
          <p:nvPr/>
        </p:nvSpPr>
        <p:spPr>
          <a:xfrm>
            <a:off x="152400" y="3276600"/>
            <a:ext cx="761747" cy="5539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Zona</a:t>
            </a:r>
            <a:endParaRPr sz="1500" b="1" i="0" u="none" strike="noStrike" cap="none">
              <a:solidFill>
                <a:srgbClr val="3CFF4A"/>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incerta</a:t>
            </a:r>
            <a:endParaRPr sz="1500" b="1" i="0" u="none" strike="noStrike" cap="none">
              <a:solidFill>
                <a:srgbClr val="3CFF4A"/>
              </a:solidFill>
              <a:latin typeface="Times"/>
              <a:ea typeface="Times"/>
              <a:cs typeface="Times"/>
              <a:sym typeface="Times"/>
            </a:endParaRPr>
          </a:p>
        </p:txBody>
      </p:sp>
      <p:sp>
        <p:nvSpPr>
          <p:cNvPr id="1626" name="Google Shape;1626;p23"/>
          <p:cNvSpPr txBox="1"/>
          <p:nvPr/>
        </p:nvSpPr>
        <p:spPr>
          <a:xfrm>
            <a:off x="2975030" y="1676400"/>
            <a:ext cx="453970"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VL</a:t>
            </a:r>
            <a:endParaRPr sz="1400" b="0" i="0" u="none" strike="noStrike" cap="none">
              <a:solidFill>
                <a:srgbClr val="000000"/>
              </a:solidFill>
              <a:latin typeface="Arial"/>
              <a:ea typeface="Arial"/>
              <a:cs typeface="Arial"/>
              <a:sym typeface="Arial"/>
            </a:endParaRPr>
          </a:p>
        </p:txBody>
      </p:sp>
      <p:sp>
        <p:nvSpPr>
          <p:cNvPr id="1627" name="Google Shape;1627;p23"/>
          <p:cNvSpPr txBox="1"/>
          <p:nvPr/>
        </p:nvSpPr>
        <p:spPr>
          <a:xfrm>
            <a:off x="152400" y="609600"/>
            <a:ext cx="966931" cy="7848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Thalamic</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Retiuclar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nucleus</a:t>
            </a:r>
            <a:endParaRPr sz="1400" b="0" i="0" u="none" strike="noStrike" cap="none">
              <a:solidFill>
                <a:srgbClr val="000000"/>
              </a:solidFill>
              <a:latin typeface="Arial"/>
              <a:ea typeface="Arial"/>
              <a:cs typeface="Arial"/>
              <a:sym typeface="Arial"/>
            </a:endParaRPr>
          </a:p>
        </p:txBody>
      </p:sp>
      <p:sp>
        <p:nvSpPr>
          <p:cNvPr id="1628" name="Google Shape;1628;p23"/>
          <p:cNvSpPr/>
          <p:nvPr/>
        </p:nvSpPr>
        <p:spPr>
          <a:xfrm>
            <a:off x="2240325" y="862679"/>
            <a:ext cx="646939" cy="2240570"/>
          </a:xfrm>
          <a:custGeom>
            <a:avLst/>
            <a:gdLst/>
            <a:ahLst/>
            <a:cxnLst/>
            <a:rect l="l" t="t" r="r" b="b"/>
            <a:pathLst>
              <a:path w="646939" h="2240570" extrusionOk="0">
                <a:moveTo>
                  <a:pt x="419312" y="0"/>
                </a:moveTo>
                <a:cubicBezTo>
                  <a:pt x="387364" y="3994"/>
                  <a:pt x="351613" y="-3655"/>
                  <a:pt x="323469" y="11982"/>
                </a:cubicBezTo>
                <a:cubicBezTo>
                  <a:pt x="309075" y="19980"/>
                  <a:pt x="316012" y="44075"/>
                  <a:pt x="311489" y="59908"/>
                </a:cubicBezTo>
                <a:cubicBezTo>
                  <a:pt x="305861" y="79608"/>
                  <a:pt x="294081" y="119441"/>
                  <a:pt x="275548" y="131798"/>
                </a:cubicBezTo>
                <a:cubicBezTo>
                  <a:pt x="261848" y="140932"/>
                  <a:pt x="243927" y="141451"/>
                  <a:pt x="227627" y="143780"/>
                </a:cubicBezTo>
                <a:cubicBezTo>
                  <a:pt x="187897" y="149457"/>
                  <a:pt x="147758" y="151768"/>
                  <a:pt x="107823" y="155762"/>
                </a:cubicBezTo>
                <a:cubicBezTo>
                  <a:pt x="103830" y="191707"/>
                  <a:pt x="101788" y="227923"/>
                  <a:pt x="95843" y="263597"/>
                </a:cubicBezTo>
                <a:cubicBezTo>
                  <a:pt x="93767" y="276055"/>
                  <a:pt x="87331" y="287398"/>
                  <a:pt x="83862" y="299542"/>
                </a:cubicBezTo>
                <a:cubicBezTo>
                  <a:pt x="79339" y="315375"/>
                  <a:pt x="74827" y="331267"/>
                  <a:pt x="71882" y="347468"/>
                </a:cubicBezTo>
                <a:cubicBezTo>
                  <a:pt x="66831" y="375254"/>
                  <a:pt x="71371" y="405532"/>
                  <a:pt x="59902" y="431340"/>
                </a:cubicBezTo>
                <a:cubicBezTo>
                  <a:pt x="54055" y="444498"/>
                  <a:pt x="35941" y="447315"/>
                  <a:pt x="23961" y="455303"/>
                </a:cubicBezTo>
                <a:cubicBezTo>
                  <a:pt x="-13301" y="567094"/>
                  <a:pt x="28607" y="409839"/>
                  <a:pt x="35941" y="527193"/>
                </a:cubicBezTo>
                <a:cubicBezTo>
                  <a:pt x="44540" y="664784"/>
                  <a:pt x="46849" y="648620"/>
                  <a:pt x="0" y="718900"/>
                </a:cubicBezTo>
                <a:cubicBezTo>
                  <a:pt x="7987" y="738869"/>
                  <a:pt x="16410" y="758670"/>
                  <a:pt x="23961" y="778808"/>
                </a:cubicBezTo>
                <a:cubicBezTo>
                  <a:pt x="28395" y="790634"/>
                  <a:pt x="27011" y="805822"/>
                  <a:pt x="35941" y="814753"/>
                </a:cubicBezTo>
                <a:cubicBezTo>
                  <a:pt x="44870" y="823683"/>
                  <a:pt x="59902" y="822740"/>
                  <a:pt x="71882" y="826734"/>
                </a:cubicBezTo>
                <a:cubicBezTo>
                  <a:pt x="83862" y="834722"/>
                  <a:pt x="98829" y="839454"/>
                  <a:pt x="107823" y="850698"/>
                </a:cubicBezTo>
                <a:cubicBezTo>
                  <a:pt x="117645" y="862978"/>
                  <a:pt x="131188" y="943571"/>
                  <a:pt x="131784" y="946551"/>
                </a:cubicBezTo>
                <a:cubicBezTo>
                  <a:pt x="127790" y="1070361"/>
                  <a:pt x="126313" y="1194278"/>
                  <a:pt x="119803" y="1317982"/>
                </a:cubicBezTo>
                <a:cubicBezTo>
                  <a:pt x="118319" y="1346184"/>
                  <a:pt x="105945" y="1373675"/>
                  <a:pt x="107823" y="1401854"/>
                </a:cubicBezTo>
                <a:cubicBezTo>
                  <a:pt x="110014" y="1434715"/>
                  <a:pt x="121371" y="1466462"/>
                  <a:pt x="131784" y="1497707"/>
                </a:cubicBezTo>
                <a:cubicBezTo>
                  <a:pt x="135777" y="1509689"/>
                  <a:pt x="137499" y="1522686"/>
                  <a:pt x="143764" y="1533652"/>
                </a:cubicBezTo>
                <a:cubicBezTo>
                  <a:pt x="153670" y="1550990"/>
                  <a:pt x="167725" y="1565603"/>
                  <a:pt x="179705" y="1581579"/>
                </a:cubicBezTo>
                <a:cubicBezTo>
                  <a:pt x="181303" y="1587974"/>
                  <a:pt x="196789" y="1655134"/>
                  <a:pt x="203666" y="1665450"/>
                </a:cubicBezTo>
                <a:cubicBezTo>
                  <a:pt x="213064" y="1679548"/>
                  <a:pt x="228761" y="1688378"/>
                  <a:pt x="239607" y="1701395"/>
                </a:cubicBezTo>
                <a:cubicBezTo>
                  <a:pt x="248825" y="1712458"/>
                  <a:pt x="255581" y="1725358"/>
                  <a:pt x="263568" y="1737340"/>
                </a:cubicBezTo>
                <a:cubicBezTo>
                  <a:pt x="295515" y="1833193"/>
                  <a:pt x="263568" y="1713377"/>
                  <a:pt x="263568" y="1809230"/>
                </a:cubicBezTo>
                <a:cubicBezTo>
                  <a:pt x="263568" y="1881231"/>
                  <a:pt x="260865" y="1954412"/>
                  <a:pt x="275548" y="2024900"/>
                </a:cubicBezTo>
                <a:cubicBezTo>
                  <a:pt x="281421" y="2053094"/>
                  <a:pt x="307495" y="2072827"/>
                  <a:pt x="323469" y="2096790"/>
                </a:cubicBezTo>
                <a:lnTo>
                  <a:pt x="347430" y="2132735"/>
                </a:lnTo>
                <a:cubicBezTo>
                  <a:pt x="351423" y="2144717"/>
                  <a:pt x="355941" y="2156536"/>
                  <a:pt x="359410" y="2168680"/>
                </a:cubicBezTo>
                <a:cubicBezTo>
                  <a:pt x="363933" y="2184513"/>
                  <a:pt x="364027" y="2201877"/>
                  <a:pt x="371391" y="2216606"/>
                </a:cubicBezTo>
                <a:cubicBezTo>
                  <a:pt x="376442" y="2226709"/>
                  <a:pt x="387364" y="2232582"/>
                  <a:pt x="395351" y="2240570"/>
                </a:cubicBezTo>
                <a:cubicBezTo>
                  <a:pt x="411325" y="2228588"/>
                  <a:pt x="425936" y="2214533"/>
                  <a:pt x="443273" y="2204625"/>
                </a:cubicBezTo>
                <a:cubicBezTo>
                  <a:pt x="454237" y="2198359"/>
                  <a:pt x="469353" y="2200533"/>
                  <a:pt x="479214" y="2192643"/>
                </a:cubicBezTo>
                <a:cubicBezTo>
                  <a:pt x="496722" y="2178635"/>
                  <a:pt x="517027" y="2123936"/>
                  <a:pt x="527135" y="2108772"/>
                </a:cubicBezTo>
                <a:cubicBezTo>
                  <a:pt x="533400" y="2099373"/>
                  <a:pt x="543109" y="2092796"/>
                  <a:pt x="551096" y="2084808"/>
                </a:cubicBezTo>
                <a:cubicBezTo>
                  <a:pt x="563076" y="2088802"/>
                  <a:pt x="578108" y="2087860"/>
                  <a:pt x="587037" y="2096790"/>
                </a:cubicBezTo>
                <a:cubicBezTo>
                  <a:pt x="595967" y="2105721"/>
                  <a:pt x="596758" y="2120309"/>
                  <a:pt x="599017" y="2132735"/>
                </a:cubicBezTo>
                <a:cubicBezTo>
                  <a:pt x="604777" y="2164415"/>
                  <a:pt x="597922" y="2199163"/>
                  <a:pt x="610998" y="2228588"/>
                </a:cubicBezTo>
                <a:cubicBezTo>
                  <a:pt x="616127" y="2240128"/>
                  <a:pt x="634959" y="2236576"/>
                  <a:pt x="646939" y="2240570"/>
                </a:cubicBezTo>
                <a:cubicBezTo>
                  <a:pt x="644653" y="2210853"/>
                  <a:pt x="648837" y="2100587"/>
                  <a:pt x="622978" y="2048863"/>
                </a:cubicBezTo>
                <a:cubicBezTo>
                  <a:pt x="616539" y="2035983"/>
                  <a:pt x="607004" y="2024900"/>
                  <a:pt x="599017" y="2012918"/>
                </a:cubicBezTo>
                <a:cubicBezTo>
                  <a:pt x="603011" y="2000936"/>
                  <a:pt x="610998" y="1989603"/>
                  <a:pt x="610998" y="1976973"/>
                </a:cubicBezTo>
                <a:cubicBezTo>
                  <a:pt x="610998" y="1956608"/>
                  <a:pt x="603434" y="1936945"/>
                  <a:pt x="599017" y="1917065"/>
                </a:cubicBezTo>
                <a:cubicBezTo>
                  <a:pt x="588987" y="1871926"/>
                  <a:pt x="588399" y="1873225"/>
                  <a:pt x="575057" y="1833193"/>
                </a:cubicBezTo>
                <a:cubicBezTo>
                  <a:pt x="571063" y="1753315"/>
                  <a:pt x="552271" y="1672804"/>
                  <a:pt x="563076" y="1593560"/>
                </a:cubicBezTo>
                <a:cubicBezTo>
                  <a:pt x="565489" y="1575864"/>
                  <a:pt x="618984" y="1585572"/>
                  <a:pt x="610998" y="1569597"/>
                </a:cubicBezTo>
                <a:cubicBezTo>
                  <a:pt x="593140" y="1533876"/>
                  <a:pt x="539115" y="1529657"/>
                  <a:pt x="515155" y="1497707"/>
                </a:cubicBezTo>
                <a:cubicBezTo>
                  <a:pt x="446434" y="1406068"/>
                  <a:pt x="507879" y="1493958"/>
                  <a:pt x="455253" y="1401854"/>
                </a:cubicBezTo>
                <a:cubicBezTo>
                  <a:pt x="448109" y="1389351"/>
                  <a:pt x="438187" y="1378551"/>
                  <a:pt x="431292" y="1365909"/>
                </a:cubicBezTo>
                <a:cubicBezTo>
                  <a:pt x="414188" y="1334548"/>
                  <a:pt x="408628" y="1295316"/>
                  <a:pt x="383371" y="1270056"/>
                </a:cubicBezTo>
                <a:lnTo>
                  <a:pt x="335450" y="1222129"/>
                </a:lnTo>
                <a:cubicBezTo>
                  <a:pt x="328925" y="1189503"/>
                  <a:pt x="309139" y="1085630"/>
                  <a:pt x="299509" y="1066368"/>
                </a:cubicBezTo>
                <a:cubicBezTo>
                  <a:pt x="291522" y="1050392"/>
                  <a:pt x="282583" y="1034858"/>
                  <a:pt x="275548" y="1018441"/>
                </a:cubicBezTo>
                <a:cubicBezTo>
                  <a:pt x="270573" y="1006832"/>
                  <a:pt x="250938" y="982496"/>
                  <a:pt x="263568" y="982496"/>
                </a:cubicBezTo>
                <a:cubicBezTo>
                  <a:pt x="277968" y="982496"/>
                  <a:pt x="277347" y="1008258"/>
                  <a:pt x="287528" y="1018441"/>
                </a:cubicBezTo>
                <a:cubicBezTo>
                  <a:pt x="310751" y="1041667"/>
                  <a:pt x="330179" y="1044641"/>
                  <a:pt x="359410" y="1054386"/>
                </a:cubicBezTo>
                <a:cubicBezTo>
                  <a:pt x="350201" y="1035965"/>
                  <a:pt x="326674" y="994551"/>
                  <a:pt x="323469" y="970514"/>
                </a:cubicBezTo>
                <a:cubicBezTo>
                  <a:pt x="317113" y="922843"/>
                  <a:pt x="318989" y="874238"/>
                  <a:pt x="311489" y="826734"/>
                </a:cubicBezTo>
                <a:cubicBezTo>
                  <a:pt x="306955" y="798014"/>
                  <a:pt x="294065" y="771194"/>
                  <a:pt x="287528" y="742863"/>
                </a:cubicBezTo>
                <a:cubicBezTo>
                  <a:pt x="282066" y="719191"/>
                  <a:pt x="280817" y="694688"/>
                  <a:pt x="275548" y="670973"/>
                </a:cubicBezTo>
                <a:cubicBezTo>
                  <a:pt x="272809" y="658644"/>
                  <a:pt x="267037" y="647172"/>
                  <a:pt x="263568" y="635028"/>
                </a:cubicBezTo>
                <a:cubicBezTo>
                  <a:pt x="259045" y="619194"/>
                  <a:pt x="255581" y="603077"/>
                  <a:pt x="251587" y="587101"/>
                </a:cubicBezTo>
                <a:cubicBezTo>
                  <a:pt x="255581" y="575119"/>
                  <a:pt x="251239" y="553896"/>
                  <a:pt x="263568" y="551156"/>
                </a:cubicBezTo>
                <a:cubicBezTo>
                  <a:pt x="304208" y="542124"/>
                  <a:pt x="355434" y="561812"/>
                  <a:pt x="395351" y="575120"/>
                </a:cubicBezTo>
                <a:cubicBezTo>
                  <a:pt x="399345" y="559144"/>
                  <a:pt x="407332" y="543660"/>
                  <a:pt x="407332" y="527193"/>
                </a:cubicBezTo>
                <a:cubicBezTo>
                  <a:pt x="407332" y="497821"/>
                  <a:pt x="391286" y="439042"/>
                  <a:pt x="383371" y="407376"/>
                </a:cubicBezTo>
                <a:cubicBezTo>
                  <a:pt x="387364" y="391401"/>
                  <a:pt x="378884" y="359450"/>
                  <a:pt x="395351" y="359450"/>
                </a:cubicBezTo>
                <a:cubicBezTo>
                  <a:pt x="431070" y="359450"/>
                  <a:pt x="491194" y="407376"/>
                  <a:pt x="491194" y="407376"/>
                </a:cubicBezTo>
                <a:cubicBezTo>
                  <a:pt x="499181" y="395395"/>
                  <a:pt x="509483" y="384667"/>
                  <a:pt x="515155" y="371432"/>
                </a:cubicBezTo>
                <a:cubicBezTo>
                  <a:pt x="530169" y="336396"/>
                  <a:pt x="518402" y="313718"/>
                  <a:pt x="551096" y="287560"/>
                </a:cubicBezTo>
                <a:cubicBezTo>
                  <a:pt x="560957" y="279670"/>
                  <a:pt x="575057" y="279572"/>
                  <a:pt x="587037" y="275578"/>
                </a:cubicBezTo>
                <a:cubicBezTo>
                  <a:pt x="591030" y="263596"/>
                  <a:pt x="599017" y="252263"/>
                  <a:pt x="599017" y="239633"/>
                </a:cubicBezTo>
                <a:cubicBezTo>
                  <a:pt x="599017" y="227003"/>
                  <a:pt x="589113" y="216146"/>
                  <a:pt x="587037" y="203688"/>
                </a:cubicBezTo>
                <a:cubicBezTo>
                  <a:pt x="585067" y="191869"/>
                  <a:pt x="587037" y="179725"/>
                  <a:pt x="587037" y="167743"/>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29" name="Google Shape;1629;p23"/>
          <p:cNvSpPr/>
          <p:nvPr/>
        </p:nvSpPr>
        <p:spPr>
          <a:xfrm>
            <a:off x="2887264" y="2923524"/>
            <a:ext cx="838624" cy="934569"/>
          </a:xfrm>
          <a:custGeom>
            <a:avLst/>
            <a:gdLst/>
            <a:ahLst/>
            <a:cxnLst/>
            <a:rect l="l" t="t" r="r" b="b"/>
            <a:pathLst>
              <a:path w="838624" h="934569" extrusionOk="0">
                <a:moveTo>
                  <a:pt x="0" y="239633"/>
                </a:moveTo>
                <a:cubicBezTo>
                  <a:pt x="50468" y="323756"/>
                  <a:pt x="19476" y="283075"/>
                  <a:pt x="95842" y="359450"/>
                </a:cubicBezTo>
                <a:cubicBezTo>
                  <a:pt x="140711" y="404325"/>
                  <a:pt x="115710" y="390037"/>
                  <a:pt x="167725" y="407376"/>
                </a:cubicBezTo>
                <a:lnTo>
                  <a:pt x="227626" y="467284"/>
                </a:lnTo>
                <a:cubicBezTo>
                  <a:pt x="235613" y="475272"/>
                  <a:pt x="245322" y="481849"/>
                  <a:pt x="251587" y="491248"/>
                </a:cubicBezTo>
                <a:lnTo>
                  <a:pt x="275548" y="527193"/>
                </a:lnTo>
                <a:cubicBezTo>
                  <a:pt x="279541" y="539175"/>
                  <a:pt x="278598" y="554207"/>
                  <a:pt x="287528" y="563138"/>
                </a:cubicBezTo>
                <a:cubicBezTo>
                  <a:pt x="296457" y="572068"/>
                  <a:pt x="312174" y="569471"/>
                  <a:pt x="323469" y="575119"/>
                </a:cubicBezTo>
                <a:cubicBezTo>
                  <a:pt x="407699" y="617239"/>
                  <a:pt x="297839" y="588821"/>
                  <a:pt x="431292" y="611064"/>
                </a:cubicBezTo>
                <a:cubicBezTo>
                  <a:pt x="462863" y="626852"/>
                  <a:pt x="496475" y="637345"/>
                  <a:pt x="515155" y="670973"/>
                </a:cubicBezTo>
                <a:cubicBezTo>
                  <a:pt x="527421" y="693054"/>
                  <a:pt x="531128" y="718900"/>
                  <a:pt x="539115" y="742863"/>
                </a:cubicBezTo>
                <a:cubicBezTo>
                  <a:pt x="543108" y="754845"/>
                  <a:pt x="539115" y="774814"/>
                  <a:pt x="551096" y="778808"/>
                </a:cubicBezTo>
                <a:cubicBezTo>
                  <a:pt x="575057" y="786796"/>
                  <a:pt x="601964" y="788760"/>
                  <a:pt x="622978" y="802771"/>
                </a:cubicBezTo>
                <a:cubicBezTo>
                  <a:pt x="705367" y="857703"/>
                  <a:pt x="667540" y="841589"/>
                  <a:pt x="730801" y="862679"/>
                </a:cubicBezTo>
                <a:cubicBezTo>
                  <a:pt x="738788" y="874661"/>
                  <a:pt x="743518" y="889628"/>
                  <a:pt x="754762" y="898624"/>
                </a:cubicBezTo>
                <a:cubicBezTo>
                  <a:pt x="764623" y="906514"/>
                  <a:pt x="779408" y="904958"/>
                  <a:pt x="790703" y="910606"/>
                </a:cubicBezTo>
                <a:cubicBezTo>
                  <a:pt x="803582" y="917046"/>
                  <a:pt x="814664" y="926581"/>
                  <a:pt x="826644" y="934569"/>
                </a:cubicBezTo>
                <a:cubicBezTo>
                  <a:pt x="830637" y="922587"/>
                  <a:pt x="838624" y="911254"/>
                  <a:pt x="838624" y="898624"/>
                </a:cubicBezTo>
                <a:cubicBezTo>
                  <a:pt x="838624" y="884948"/>
                  <a:pt x="824118" y="821683"/>
                  <a:pt x="814663" y="802771"/>
                </a:cubicBezTo>
                <a:cubicBezTo>
                  <a:pt x="808224" y="789891"/>
                  <a:pt x="801947" y="775822"/>
                  <a:pt x="790703" y="766826"/>
                </a:cubicBezTo>
                <a:cubicBezTo>
                  <a:pt x="780842" y="758936"/>
                  <a:pt x="766057" y="760492"/>
                  <a:pt x="754762" y="754844"/>
                </a:cubicBezTo>
                <a:cubicBezTo>
                  <a:pt x="729591" y="742257"/>
                  <a:pt x="699739" y="716616"/>
                  <a:pt x="682879" y="694936"/>
                </a:cubicBezTo>
                <a:cubicBezTo>
                  <a:pt x="665199" y="672202"/>
                  <a:pt x="650932" y="647009"/>
                  <a:pt x="634958" y="623046"/>
                </a:cubicBezTo>
                <a:lnTo>
                  <a:pt x="610997" y="587101"/>
                </a:lnTo>
                <a:cubicBezTo>
                  <a:pt x="595933" y="541902"/>
                  <a:pt x="592291" y="520465"/>
                  <a:pt x="551096" y="479266"/>
                </a:cubicBezTo>
                <a:cubicBezTo>
                  <a:pt x="539116" y="467284"/>
                  <a:pt x="526001" y="456338"/>
                  <a:pt x="515155" y="443321"/>
                </a:cubicBezTo>
                <a:cubicBezTo>
                  <a:pt x="465238" y="383414"/>
                  <a:pt x="521144" y="427344"/>
                  <a:pt x="455253" y="383413"/>
                </a:cubicBezTo>
                <a:cubicBezTo>
                  <a:pt x="447266" y="371431"/>
                  <a:pt x="440510" y="358531"/>
                  <a:pt x="431292" y="347468"/>
                </a:cubicBezTo>
                <a:cubicBezTo>
                  <a:pt x="412366" y="324755"/>
                  <a:pt x="386337" y="301025"/>
                  <a:pt x="359410" y="287560"/>
                </a:cubicBezTo>
                <a:cubicBezTo>
                  <a:pt x="348115" y="281912"/>
                  <a:pt x="335449" y="279572"/>
                  <a:pt x="323469" y="275578"/>
                </a:cubicBezTo>
                <a:cubicBezTo>
                  <a:pt x="285497" y="218614"/>
                  <a:pt x="304063" y="253296"/>
                  <a:pt x="275548" y="167743"/>
                </a:cubicBezTo>
                <a:cubicBezTo>
                  <a:pt x="271555" y="155761"/>
                  <a:pt x="270572" y="142307"/>
                  <a:pt x="263567" y="131798"/>
                </a:cubicBezTo>
                <a:cubicBezTo>
                  <a:pt x="255580" y="119816"/>
                  <a:pt x="246046" y="108733"/>
                  <a:pt x="239607" y="95853"/>
                </a:cubicBezTo>
                <a:cubicBezTo>
                  <a:pt x="233959" y="84556"/>
                  <a:pt x="236556" y="68839"/>
                  <a:pt x="227626" y="59908"/>
                </a:cubicBezTo>
                <a:cubicBezTo>
                  <a:pt x="218697" y="50978"/>
                  <a:pt x="203665" y="51921"/>
                  <a:pt x="191685" y="47927"/>
                </a:cubicBezTo>
                <a:lnTo>
                  <a:pt x="179705" y="0"/>
                </a:ln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30" name="Google Shape;1630;p23"/>
          <p:cNvSpPr/>
          <p:nvPr/>
        </p:nvSpPr>
        <p:spPr>
          <a:xfrm>
            <a:off x="3725888" y="3496010"/>
            <a:ext cx="240843" cy="362083"/>
          </a:xfrm>
          <a:custGeom>
            <a:avLst/>
            <a:gdLst/>
            <a:ahLst/>
            <a:cxnLst/>
            <a:rect l="l" t="t" r="r" b="b"/>
            <a:pathLst>
              <a:path w="240843" h="362083" extrusionOk="0">
                <a:moveTo>
                  <a:pt x="239607" y="350101"/>
                </a:moveTo>
                <a:cubicBezTo>
                  <a:pt x="239263" y="344947"/>
                  <a:pt x="238696" y="176240"/>
                  <a:pt x="215646" y="122450"/>
                </a:cubicBezTo>
                <a:cubicBezTo>
                  <a:pt x="209974" y="109214"/>
                  <a:pt x="201868" y="96688"/>
                  <a:pt x="191686" y="86505"/>
                </a:cubicBezTo>
                <a:cubicBezTo>
                  <a:pt x="181505" y="76323"/>
                  <a:pt x="167725" y="70530"/>
                  <a:pt x="155744" y="62542"/>
                </a:cubicBezTo>
                <a:cubicBezTo>
                  <a:pt x="151751" y="50560"/>
                  <a:pt x="150261" y="37427"/>
                  <a:pt x="143764" y="26597"/>
                </a:cubicBezTo>
                <a:cubicBezTo>
                  <a:pt x="116021" y="-19648"/>
                  <a:pt x="90530" y="6815"/>
                  <a:pt x="35941" y="14615"/>
                </a:cubicBezTo>
                <a:cubicBezTo>
                  <a:pt x="39934" y="26597"/>
                  <a:pt x="47921" y="37930"/>
                  <a:pt x="47921" y="50560"/>
                </a:cubicBezTo>
                <a:cubicBezTo>
                  <a:pt x="47921" y="77130"/>
                  <a:pt x="42706" y="156846"/>
                  <a:pt x="23961" y="194340"/>
                </a:cubicBezTo>
                <a:cubicBezTo>
                  <a:pt x="17522" y="207220"/>
                  <a:pt x="7987" y="218303"/>
                  <a:pt x="0" y="230285"/>
                </a:cubicBezTo>
                <a:cubicBezTo>
                  <a:pt x="23323" y="300263"/>
                  <a:pt x="-6269" y="235997"/>
                  <a:pt x="47921" y="290193"/>
                </a:cubicBezTo>
                <a:cubicBezTo>
                  <a:pt x="58103" y="300376"/>
                  <a:pt x="61700" y="315955"/>
                  <a:pt x="71882" y="326138"/>
                </a:cubicBezTo>
                <a:cubicBezTo>
                  <a:pt x="95106" y="349364"/>
                  <a:pt x="114532" y="352338"/>
                  <a:pt x="143764" y="362083"/>
                </a:cubicBezTo>
                <a:cubicBezTo>
                  <a:pt x="171718" y="358089"/>
                  <a:pt x="202371" y="362731"/>
                  <a:pt x="227627" y="350101"/>
                </a:cubicBezTo>
                <a:cubicBezTo>
                  <a:pt x="238923" y="344452"/>
                  <a:pt x="238350" y="326723"/>
                  <a:pt x="239607" y="314156"/>
                </a:cubicBezTo>
                <a:cubicBezTo>
                  <a:pt x="242388" y="286338"/>
                  <a:pt x="239607" y="258242"/>
                  <a:pt x="239607" y="230285"/>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31" name="Google Shape;1631;p23"/>
          <p:cNvSpPr/>
          <p:nvPr/>
        </p:nvSpPr>
        <p:spPr>
          <a:xfrm>
            <a:off x="4037377" y="3510625"/>
            <a:ext cx="503175" cy="540050"/>
          </a:xfrm>
          <a:custGeom>
            <a:avLst/>
            <a:gdLst/>
            <a:ahLst/>
            <a:cxnLst/>
            <a:rect l="l" t="t" r="r" b="b"/>
            <a:pathLst>
              <a:path w="503175" h="540050" extrusionOk="0">
                <a:moveTo>
                  <a:pt x="503175" y="155762"/>
                </a:moveTo>
                <a:cubicBezTo>
                  <a:pt x="498233" y="143405"/>
                  <a:pt x="474830" y="72961"/>
                  <a:pt x="455253" y="59908"/>
                </a:cubicBezTo>
                <a:cubicBezTo>
                  <a:pt x="441553" y="50774"/>
                  <a:pt x="423103" y="52659"/>
                  <a:pt x="407332" y="47927"/>
                </a:cubicBezTo>
                <a:cubicBezTo>
                  <a:pt x="329569" y="24595"/>
                  <a:pt x="352030" y="35017"/>
                  <a:pt x="299509" y="0"/>
                </a:cubicBezTo>
                <a:cubicBezTo>
                  <a:pt x="243601" y="3994"/>
                  <a:pt x="187451" y="5432"/>
                  <a:pt x="131784" y="11982"/>
                </a:cubicBezTo>
                <a:cubicBezTo>
                  <a:pt x="119242" y="13458"/>
                  <a:pt x="106672" y="17465"/>
                  <a:pt x="95843" y="23963"/>
                </a:cubicBezTo>
                <a:cubicBezTo>
                  <a:pt x="86157" y="29775"/>
                  <a:pt x="79869" y="39939"/>
                  <a:pt x="71882" y="47927"/>
                </a:cubicBezTo>
                <a:cubicBezTo>
                  <a:pt x="67889" y="59909"/>
                  <a:pt x="65550" y="72575"/>
                  <a:pt x="59902" y="83872"/>
                </a:cubicBezTo>
                <a:cubicBezTo>
                  <a:pt x="53463" y="96752"/>
                  <a:pt x="41789" y="106658"/>
                  <a:pt x="35941" y="119817"/>
                </a:cubicBezTo>
                <a:cubicBezTo>
                  <a:pt x="25683" y="142900"/>
                  <a:pt x="19967" y="167744"/>
                  <a:pt x="11980" y="191707"/>
                </a:cubicBezTo>
                <a:lnTo>
                  <a:pt x="0" y="227651"/>
                </a:lnTo>
                <a:cubicBezTo>
                  <a:pt x="783" y="230785"/>
                  <a:pt x="17709" y="303708"/>
                  <a:pt x="23961" y="311523"/>
                </a:cubicBezTo>
                <a:cubicBezTo>
                  <a:pt x="32955" y="322767"/>
                  <a:pt x="49066" y="326004"/>
                  <a:pt x="59902" y="335486"/>
                </a:cubicBezTo>
                <a:cubicBezTo>
                  <a:pt x="81153" y="354083"/>
                  <a:pt x="99836" y="375426"/>
                  <a:pt x="119803" y="395395"/>
                </a:cubicBezTo>
                <a:cubicBezTo>
                  <a:pt x="131783" y="407377"/>
                  <a:pt x="139671" y="425981"/>
                  <a:pt x="155745" y="431340"/>
                </a:cubicBezTo>
                <a:cubicBezTo>
                  <a:pt x="341183" y="493159"/>
                  <a:pt x="149662" y="422307"/>
                  <a:pt x="263568" y="479266"/>
                </a:cubicBezTo>
                <a:cubicBezTo>
                  <a:pt x="282718" y="488842"/>
                  <a:pt x="329516" y="498111"/>
                  <a:pt x="347430" y="503230"/>
                </a:cubicBezTo>
                <a:cubicBezTo>
                  <a:pt x="359572" y="506700"/>
                  <a:pt x="371229" y="511741"/>
                  <a:pt x="383371" y="515211"/>
                </a:cubicBezTo>
                <a:cubicBezTo>
                  <a:pt x="399203" y="519735"/>
                  <a:pt x="415461" y="522669"/>
                  <a:pt x="431293" y="527193"/>
                </a:cubicBezTo>
                <a:cubicBezTo>
                  <a:pt x="443436" y="530663"/>
                  <a:pt x="454777" y="537099"/>
                  <a:pt x="467234" y="539175"/>
                </a:cubicBezTo>
                <a:cubicBezTo>
                  <a:pt x="479051" y="541145"/>
                  <a:pt x="491195" y="539175"/>
                  <a:pt x="503175" y="539175"/>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32" name="Google Shape;1632;p23"/>
          <p:cNvSpPr/>
          <p:nvPr/>
        </p:nvSpPr>
        <p:spPr>
          <a:xfrm>
            <a:off x="2667000" y="1219199"/>
            <a:ext cx="1133815" cy="2075755"/>
          </a:xfrm>
          <a:custGeom>
            <a:avLst/>
            <a:gdLst/>
            <a:ahLst/>
            <a:cxnLst/>
            <a:rect l="l" t="t" r="r" b="b"/>
            <a:pathLst>
              <a:path w="1210015" h="2132926" extrusionOk="0">
                <a:moveTo>
                  <a:pt x="515155" y="1701587"/>
                </a:moveTo>
                <a:cubicBezTo>
                  <a:pt x="503175" y="1673630"/>
                  <a:pt x="490132" y="1646104"/>
                  <a:pt x="479214" y="1617715"/>
                </a:cubicBezTo>
                <a:cubicBezTo>
                  <a:pt x="470147" y="1594139"/>
                  <a:pt x="479217" y="1553814"/>
                  <a:pt x="455254" y="1545825"/>
                </a:cubicBezTo>
                <a:cubicBezTo>
                  <a:pt x="403693" y="1528635"/>
                  <a:pt x="431564" y="1536906"/>
                  <a:pt x="371391" y="1521862"/>
                </a:cubicBezTo>
                <a:cubicBezTo>
                  <a:pt x="356770" y="1477994"/>
                  <a:pt x="342205" y="1437355"/>
                  <a:pt x="335450" y="1390064"/>
                </a:cubicBezTo>
                <a:cubicBezTo>
                  <a:pt x="327526" y="1334594"/>
                  <a:pt x="338209" y="1237061"/>
                  <a:pt x="287529" y="1186375"/>
                </a:cubicBezTo>
                <a:cubicBezTo>
                  <a:pt x="277348" y="1176193"/>
                  <a:pt x="263568" y="1170400"/>
                  <a:pt x="251588" y="1162412"/>
                </a:cubicBezTo>
                <a:cubicBezTo>
                  <a:pt x="239608" y="1142443"/>
                  <a:pt x="229182" y="1121454"/>
                  <a:pt x="215647" y="1102504"/>
                </a:cubicBezTo>
                <a:cubicBezTo>
                  <a:pt x="189182" y="1065449"/>
                  <a:pt x="152146" y="1035398"/>
                  <a:pt x="131784" y="994669"/>
                </a:cubicBezTo>
                <a:cubicBezTo>
                  <a:pt x="123797" y="978693"/>
                  <a:pt x="114859" y="963159"/>
                  <a:pt x="107824" y="946742"/>
                </a:cubicBezTo>
                <a:cubicBezTo>
                  <a:pt x="102849" y="935133"/>
                  <a:pt x="101491" y="922094"/>
                  <a:pt x="95843" y="910797"/>
                </a:cubicBezTo>
                <a:cubicBezTo>
                  <a:pt x="89404" y="897917"/>
                  <a:pt x="79869" y="886834"/>
                  <a:pt x="71882" y="874852"/>
                </a:cubicBezTo>
                <a:cubicBezTo>
                  <a:pt x="29568" y="747892"/>
                  <a:pt x="85666" y="927021"/>
                  <a:pt x="47922" y="587293"/>
                </a:cubicBezTo>
                <a:cubicBezTo>
                  <a:pt x="45133" y="562188"/>
                  <a:pt x="31948" y="539366"/>
                  <a:pt x="23961" y="515403"/>
                </a:cubicBezTo>
                <a:lnTo>
                  <a:pt x="11981" y="479458"/>
                </a:lnTo>
                <a:lnTo>
                  <a:pt x="0" y="443513"/>
                </a:lnTo>
                <a:cubicBezTo>
                  <a:pt x="3994" y="403574"/>
                  <a:pt x="6305" y="363431"/>
                  <a:pt x="11981" y="323696"/>
                </a:cubicBezTo>
                <a:cubicBezTo>
                  <a:pt x="14310" y="307395"/>
                  <a:pt x="13675" y="288629"/>
                  <a:pt x="23961" y="275770"/>
                </a:cubicBezTo>
                <a:cubicBezTo>
                  <a:pt x="31849" y="265908"/>
                  <a:pt x="47922" y="267782"/>
                  <a:pt x="59902" y="263788"/>
                </a:cubicBezTo>
                <a:cubicBezTo>
                  <a:pt x="71882" y="251806"/>
                  <a:pt x="82827" y="238691"/>
                  <a:pt x="95843" y="227843"/>
                </a:cubicBezTo>
                <a:cubicBezTo>
                  <a:pt x="106904" y="218624"/>
                  <a:pt x="121603" y="214062"/>
                  <a:pt x="131784" y="203880"/>
                </a:cubicBezTo>
                <a:cubicBezTo>
                  <a:pt x="141966" y="193697"/>
                  <a:pt x="144501" y="176931"/>
                  <a:pt x="155745" y="167935"/>
                </a:cubicBezTo>
                <a:cubicBezTo>
                  <a:pt x="165606" y="160045"/>
                  <a:pt x="180647" y="162087"/>
                  <a:pt x="191686" y="155953"/>
                </a:cubicBezTo>
                <a:cubicBezTo>
                  <a:pt x="216859" y="141966"/>
                  <a:pt x="263568" y="108026"/>
                  <a:pt x="263568" y="108026"/>
                </a:cubicBezTo>
                <a:cubicBezTo>
                  <a:pt x="267561" y="88057"/>
                  <a:pt x="268398" y="67186"/>
                  <a:pt x="275548" y="48118"/>
                </a:cubicBezTo>
                <a:cubicBezTo>
                  <a:pt x="308367" y="-39410"/>
                  <a:pt x="387037" y="18009"/>
                  <a:pt x="479214" y="24155"/>
                </a:cubicBezTo>
                <a:lnTo>
                  <a:pt x="587037" y="60100"/>
                </a:lnTo>
                <a:lnTo>
                  <a:pt x="622978" y="72082"/>
                </a:lnTo>
                <a:lnTo>
                  <a:pt x="658919" y="84063"/>
                </a:lnTo>
                <a:cubicBezTo>
                  <a:pt x="670900" y="96045"/>
                  <a:pt x="681845" y="109160"/>
                  <a:pt x="694861" y="120008"/>
                </a:cubicBezTo>
                <a:cubicBezTo>
                  <a:pt x="705922" y="129227"/>
                  <a:pt x="720621" y="133789"/>
                  <a:pt x="730802" y="143971"/>
                </a:cubicBezTo>
                <a:cubicBezTo>
                  <a:pt x="740983" y="154154"/>
                  <a:pt x="745767" y="168671"/>
                  <a:pt x="754762" y="179916"/>
                </a:cubicBezTo>
                <a:cubicBezTo>
                  <a:pt x="761818" y="188737"/>
                  <a:pt x="771667" y="195059"/>
                  <a:pt x="778723" y="203880"/>
                </a:cubicBezTo>
                <a:cubicBezTo>
                  <a:pt x="787718" y="215125"/>
                  <a:pt x="792502" y="229642"/>
                  <a:pt x="802684" y="239825"/>
                </a:cubicBezTo>
                <a:cubicBezTo>
                  <a:pt x="812865" y="250007"/>
                  <a:pt x="826645" y="255800"/>
                  <a:pt x="838625" y="263788"/>
                </a:cubicBezTo>
                <a:cubicBezTo>
                  <a:pt x="846612" y="279764"/>
                  <a:pt x="853724" y="296207"/>
                  <a:pt x="862585" y="311715"/>
                </a:cubicBezTo>
                <a:cubicBezTo>
                  <a:pt x="869729" y="324218"/>
                  <a:pt x="880107" y="334780"/>
                  <a:pt x="886546" y="347660"/>
                </a:cubicBezTo>
                <a:cubicBezTo>
                  <a:pt x="936146" y="446872"/>
                  <a:pt x="853819" y="316538"/>
                  <a:pt x="922487" y="419550"/>
                </a:cubicBezTo>
                <a:cubicBezTo>
                  <a:pt x="926480" y="431531"/>
                  <a:pt x="926578" y="445632"/>
                  <a:pt x="934467" y="455494"/>
                </a:cubicBezTo>
                <a:cubicBezTo>
                  <a:pt x="943462" y="466738"/>
                  <a:pt x="963265" y="466955"/>
                  <a:pt x="970409" y="479458"/>
                </a:cubicBezTo>
                <a:cubicBezTo>
                  <a:pt x="980512" y="497140"/>
                  <a:pt x="977031" y="519719"/>
                  <a:pt x="982389" y="539366"/>
                </a:cubicBezTo>
                <a:cubicBezTo>
                  <a:pt x="1027989" y="706584"/>
                  <a:pt x="989143" y="525208"/>
                  <a:pt x="1018330" y="671164"/>
                </a:cubicBezTo>
                <a:cubicBezTo>
                  <a:pt x="1014337" y="703115"/>
                  <a:pt x="1012110" y="735337"/>
                  <a:pt x="1006350" y="767018"/>
                </a:cubicBezTo>
                <a:cubicBezTo>
                  <a:pt x="997784" y="814137"/>
                  <a:pt x="997050" y="793621"/>
                  <a:pt x="970409" y="826926"/>
                </a:cubicBezTo>
                <a:cubicBezTo>
                  <a:pt x="917858" y="892623"/>
                  <a:pt x="982254" y="836014"/>
                  <a:pt x="898526" y="898816"/>
                </a:cubicBezTo>
                <a:cubicBezTo>
                  <a:pt x="890539" y="922779"/>
                  <a:pt x="878718" y="945790"/>
                  <a:pt x="874566" y="970706"/>
                </a:cubicBezTo>
                <a:lnTo>
                  <a:pt x="850605" y="1114486"/>
                </a:lnTo>
                <a:cubicBezTo>
                  <a:pt x="854598" y="1210339"/>
                  <a:pt x="855750" y="1306353"/>
                  <a:pt x="862585" y="1402045"/>
                </a:cubicBezTo>
                <a:cubicBezTo>
                  <a:pt x="863758" y="1418470"/>
                  <a:pt x="869724" y="1434233"/>
                  <a:pt x="874566" y="1449972"/>
                </a:cubicBezTo>
                <a:cubicBezTo>
                  <a:pt x="889421" y="1498257"/>
                  <a:pt x="906514" y="1545825"/>
                  <a:pt x="922487" y="1593752"/>
                </a:cubicBezTo>
                <a:lnTo>
                  <a:pt x="946448" y="1665642"/>
                </a:lnTo>
                <a:cubicBezTo>
                  <a:pt x="950441" y="1677624"/>
                  <a:pt x="951423" y="1691078"/>
                  <a:pt x="958428" y="1701587"/>
                </a:cubicBezTo>
                <a:lnTo>
                  <a:pt x="982389" y="1737532"/>
                </a:lnTo>
                <a:cubicBezTo>
                  <a:pt x="993038" y="1769484"/>
                  <a:pt x="998589" y="1791789"/>
                  <a:pt x="1018330" y="1821403"/>
                </a:cubicBezTo>
                <a:cubicBezTo>
                  <a:pt x="1024595" y="1830802"/>
                  <a:pt x="1034304" y="1837379"/>
                  <a:pt x="1042291" y="1845367"/>
                </a:cubicBezTo>
                <a:cubicBezTo>
                  <a:pt x="1076230" y="1947194"/>
                  <a:pt x="1028896" y="1823038"/>
                  <a:pt x="1078232" y="1905275"/>
                </a:cubicBezTo>
                <a:cubicBezTo>
                  <a:pt x="1084729" y="1916105"/>
                  <a:pt x="1083207" y="1930711"/>
                  <a:pt x="1090212" y="1941220"/>
                </a:cubicBezTo>
                <a:cubicBezTo>
                  <a:pt x="1131562" y="2003253"/>
                  <a:pt x="1142172" y="1953340"/>
                  <a:pt x="1174074" y="2049055"/>
                </a:cubicBezTo>
                <a:cubicBezTo>
                  <a:pt x="1199821" y="2126303"/>
                  <a:pt x="1180175" y="2103083"/>
                  <a:pt x="1210015" y="2132926"/>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33" name="Google Shape;1633;p23"/>
          <p:cNvSpPr/>
          <p:nvPr/>
        </p:nvSpPr>
        <p:spPr>
          <a:xfrm>
            <a:off x="2707558" y="3067304"/>
            <a:ext cx="1069927" cy="959151"/>
          </a:xfrm>
          <a:custGeom>
            <a:avLst/>
            <a:gdLst/>
            <a:ahLst/>
            <a:cxnLst/>
            <a:rect l="l" t="t" r="r" b="b"/>
            <a:pathLst>
              <a:path w="1069927" h="959151" extrusionOk="0">
                <a:moveTo>
                  <a:pt x="203666" y="227651"/>
                </a:moveTo>
                <a:cubicBezTo>
                  <a:pt x="199673" y="199694"/>
                  <a:pt x="197224" y="171472"/>
                  <a:pt x="191686" y="143780"/>
                </a:cubicBezTo>
                <a:cubicBezTo>
                  <a:pt x="189209" y="131396"/>
                  <a:pt x="188636" y="116766"/>
                  <a:pt x="179706" y="107835"/>
                </a:cubicBezTo>
                <a:cubicBezTo>
                  <a:pt x="170777" y="98905"/>
                  <a:pt x="155060" y="101501"/>
                  <a:pt x="143765" y="95853"/>
                </a:cubicBezTo>
                <a:cubicBezTo>
                  <a:pt x="130886" y="89413"/>
                  <a:pt x="119067" y="80886"/>
                  <a:pt x="107824" y="71890"/>
                </a:cubicBezTo>
                <a:cubicBezTo>
                  <a:pt x="99004" y="64833"/>
                  <a:pt x="93549" y="53738"/>
                  <a:pt x="83863" y="47926"/>
                </a:cubicBezTo>
                <a:cubicBezTo>
                  <a:pt x="73034" y="41428"/>
                  <a:pt x="59902" y="39939"/>
                  <a:pt x="47922" y="35945"/>
                </a:cubicBezTo>
                <a:cubicBezTo>
                  <a:pt x="43929" y="47927"/>
                  <a:pt x="35942" y="59260"/>
                  <a:pt x="35942" y="71890"/>
                </a:cubicBezTo>
                <a:cubicBezTo>
                  <a:pt x="35942" y="92255"/>
                  <a:pt x="43505" y="111918"/>
                  <a:pt x="47922" y="131798"/>
                </a:cubicBezTo>
                <a:cubicBezTo>
                  <a:pt x="66650" y="216087"/>
                  <a:pt x="51868" y="145612"/>
                  <a:pt x="71883" y="215670"/>
                </a:cubicBezTo>
                <a:cubicBezTo>
                  <a:pt x="80255" y="244975"/>
                  <a:pt x="93587" y="314127"/>
                  <a:pt x="107824" y="335486"/>
                </a:cubicBezTo>
                <a:cubicBezTo>
                  <a:pt x="141182" y="385530"/>
                  <a:pt x="121603" y="361248"/>
                  <a:pt x="167725" y="407376"/>
                </a:cubicBezTo>
                <a:cubicBezTo>
                  <a:pt x="191050" y="477356"/>
                  <a:pt x="161455" y="413086"/>
                  <a:pt x="215647" y="467284"/>
                </a:cubicBezTo>
                <a:cubicBezTo>
                  <a:pt x="225828" y="477467"/>
                  <a:pt x="230612" y="491984"/>
                  <a:pt x="239607" y="503229"/>
                </a:cubicBezTo>
                <a:cubicBezTo>
                  <a:pt x="246663" y="512050"/>
                  <a:pt x="255581" y="519205"/>
                  <a:pt x="263568" y="527193"/>
                </a:cubicBezTo>
                <a:cubicBezTo>
                  <a:pt x="267561" y="539175"/>
                  <a:pt x="266618" y="554207"/>
                  <a:pt x="275548" y="563138"/>
                </a:cubicBezTo>
                <a:cubicBezTo>
                  <a:pt x="284477" y="572068"/>
                  <a:pt x="300194" y="569471"/>
                  <a:pt x="311489" y="575119"/>
                </a:cubicBezTo>
                <a:cubicBezTo>
                  <a:pt x="324368" y="581559"/>
                  <a:pt x="335450" y="591095"/>
                  <a:pt x="347431" y="599083"/>
                </a:cubicBezTo>
                <a:cubicBezTo>
                  <a:pt x="355418" y="611065"/>
                  <a:pt x="361210" y="624845"/>
                  <a:pt x="371391" y="635028"/>
                </a:cubicBezTo>
                <a:cubicBezTo>
                  <a:pt x="394615" y="658255"/>
                  <a:pt x="414041" y="661227"/>
                  <a:pt x="443273" y="670972"/>
                </a:cubicBezTo>
                <a:cubicBezTo>
                  <a:pt x="463240" y="690942"/>
                  <a:pt x="479679" y="715215"/>
                  <a:pt x="503175" y="730881"/>
                </a:cubicBezTo>
                <a:cubicBezTo>
                  <a:pt x="527136" y="746856"/>
                  <a:pt x="554695" y="758442"/>
                  <a:pt x="575057" y="778807"/>
                </a:cubicBezTo>
                <a:cubicBezTo>
                  <a:pt x="597344" y="801096"/>
                  <a:pt x="604731" y="811618"/>
                  <a:pt x="634959" y="826734"/>
                </a:cubicBezTo>
                <a:cubicBezTo>
                  <a:pt x="646254" y="832382"/>
                  <a:pt x="659605" y="833068"/>
                  <a:pt x="670900" y="838716"/>
                </a:cubicBezTo>
                <a:cubicBezTo>
                  <a:pt x="683779" y="845156"/>
                  <a:pt x="693683" y="856831"/>
                  <a:pt x="706841" y="862679"/>
                </a:cubicBezTo>
                <a:cubicBezTo>
                  <a:pt x="729921" y="872938"/>
                  <a:pt x="754762" y="878654"/>
                  <a:pt x="778723" y="886642"/>
                </a:cubicBezTo>
                <a:lnTo>
                  <a:pt x="814664" y="898624"/>
                </a:lnTo>
                <a:lnTo>
                  <a:pt x="850605" y="910606"/>
                </a:lnTo>
                <a:lnTo>
                  <a:pt x="886546" y="922587"/>
                </a:lnTo>
                <a:cubicBezTo>
                  <a:pt x="894533" y="930575"/>
                  <a:pt x="900821" y="940739"/>
                  <a:pt x="910507" y="946551"/>
                </a:cubicBezTo>
                <a:cubicBezTo>
                  <a:pt x="952536" y="971771"/>
                  <a:pt x="996268" y="952304"/>
                  <a:pt x="1042291" y="946551"/>
                </a:cubicBezTo>
                <a:cubicBezTo>
                  <a:pt x="1050278" y="922588"/>
                  <a:pt x="1080261" y="895679"/>
                  <a:pt x="1066251" y="874661"/>
                </a:cubicBezTo>
                <a:cubicBezTo>
                  <a:pt x="1058264" y="862679"/>
                  <a:pt x="1053352" y="847935"/>
                  <a:pt x="1042291" y="838716"/>
                </a:cubicBezTo>
                <a:cubicBezTo>
                  <a:pt x="1028571" y="827282"/>
                  <a:pt x="1010785" y="821788"/>
                  <a:pt x="994369" y="814752"/>
                </a:cubicBezTo>
                <a:cubicBezTo>
                  <a:pt x="953571" y="797265"/>
                  <a:pt x="935900" y="800661"/>
                  <a:pt x="886546" y="790789"/>
                </a:cubicBezTo>
                <a:cubicBezTo>
                  <a:pt x="774511" y="768379"/>
                  <a:pt x="894022" y="789663"/>
                  <a:pt x="802684" y="766826"/>
                </a:cubicBezTo>
                <a:lnTo>
                  <a:pt x="706841" y="742862"/>
                </a:lnTo>
                <a:cubicBezTo>
                  <a:pt x="698854" y="730880"/>
                  <a:pt x="693716" y="716400"/>
                  <a:pt x="682880" y="706917"/>
                </a:cubicBezTo>
                <a:cubicBezTo>
                  <a:pt x="661208" y="687952"/>
                  <a:pt x="634959" y="674966"/>
                  <a:pt x="610998" y="658991"/>
                </a:cubicBezTo>
                <a:cubicBezTo>
                  <a:pt x="599018" y="651003"/>
                  <a:pt x="585238" y="645210"/>
                  <a:pt x="575057" y="635028"/>
                </a:cubicBezTo>
                <a:cubicBezTo>
                  <a:pt x="567070" y="627040"/>
                  <a:pt x="561199" y="616116"/>
                  <a:pt x="551096" y="611064"/>
                </a:cubicBezTo>
                <a:cubicBezTo>
                  <a:pt x="536369" y="603700"/>
                  <a:pt x="519007" y="603607"/>
                  <a:pt x="503175" y="599083"/>
                </a:cubicBezTo>
                <a:cubicBezTo>
                  <a:pt x="491032" y="595613"/>
                  <a:pt x="478529" y="592749"/>
                  <a:pt x="467234" y="587101"/>
                </a:cubicBezTo>
                <a:cubicBezTo>
                  <a:pt x="437006" y="571985"/>
                  <a:pt x="429619" y="561463"/>
                  <a:pt x="407332" y="539174"/>
                </a:cubicBezTo>
                <a:cubicBezTo>
                  <a:pt x="403339" y="527192"/>
                  <a:pt x="403241" y="513092"/>
                  <a:pt x="395352" y="503229"/>
                </a:cubicBezTo>
                <a:cubicBezTo>
                  <a:pt x="378463" y="482115"/>
                  <a:pt x="347147" y="475177"/>
                  <a:pt x="323470" y="467284"/>
                </a:cubicBezTo>
                <a:cubicBezTo>
                  <a:pt x="315483" y="455302"/>
                  <a:pt x="308727" y="442402"/>
                  <a:pt x="299509" y="431339"/>
                </a:cubicBezTo>
                <a:cubicBezTo>
                  <a:pt x="222638" y="339084"/>
                  <a:pt x="299098" y="448694"/>
                  <a:pt x="239607" y="359449"/>
                </a:cubicBezTo>
                <a:cubicBezTo>
                  <a:pt x="231620" y="335486"/>
                  <a:pt x="233507" y="305422"/>
                  <a:pt x="215647" y="287560"/>
                </a:cubicBezTo>
                <a:cubicBezTo>
                  <a:pt x="181504" y="253413"/>
                  <a:pt x="197951" y="272995"/>
                  <a:pt x="167725" y="227651"/>
                </a:cubicBezTo>
                <a:lnTo>
                  <a:pt x="107824" y="47926"/>
                </a:lnTo>
                <a:cubicBezTo>
                  <a:pt x="103830" y="35944"/>
                  <a:pt x="107825" y="15975"/>
                  <a:pt x="95843" y="11981"/>
                </a:cubicBezTo>
                <a:lnTo>
                  <a:pt x="59902" y="0"/>
                </a:lnTo>
                <a:cubicBezTo>
                  <a:pt x="51915" y="11982"/>
                  <a:pt x="42381" y="23065"/>
                  <a:pt x="35942" y="35945"/>
                </a:cubicBezTo>
                <a:cubicBezTo>
                  <a:pt x="4138" y="99561"/>
                  <a:pt x="34669" y="95853"/>
                  <a:pt x="0" y="95853"/>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34" name="Google Shape;1634;p23"/>
          <p:cNvSpPr/>
          <p:nvPr/>
        </p:nvSpPr>
        <p:spPr>
          <a:xfrm>
            <a:off x="3221310" y="3889872"/>
            <a:ext cx="855727" cy="914772"/>
          </a:xfrm>
          <a:custGeom>
            <a:avLst/>
            <a:gdLst/>
            <a:ahLst/>
            <a:cxnLst/>
            <a:rect l="l" t="t" r="r" b="b"/>
            <a:pathLst>
              <a:path w="855727" h="914772" extrusionOk="0">
                <a:moveTo>
                  <a:pt x="1403" y="4166"/>
                </a:moveTo>
                <a:cubicBezTo>
                  <a:pt x="7393" y="14151"/>
                  <a:pt x="75316" y="89053"/>
                  <a:pt x="121207" y="112001"/>
                </a:cubicBezTo>
                <a:cubicBezTo>
                  <a:pt x="132502" y="117649"/>
                  <a:pt x="145853" y="118335"/>
                  <a:pt x="157148" y="123983"/>
                </a:cubicBezTo>
                <a:cubicBezTo>
                  <a:pt x="170027" y="130423"/>
                  <a:pt x="180210" y="141506"/>
                  <a:pt x="193089" y="147946"/>
                </a:cubicBezTo>
                <a:cubicBezTo>
                  <a:pt x="204384" y="153594"/>
                  <a:pt x="217991" y="153795"/>
                  <a:pt x="229030" y="159928"/>
                </a:cubicBezTo>
                <a:cubicBezTo>
                  <a:pt x="254203" y="173915"/>
                  <a:pt x="276951" y="191879"/>
                  <a:pt x="300912" y="207854"/>
                </a:cubicBezTo>
                <a:cubicBezTo>
                  <a:pt x="312892" y="215842"/>
                  <a:pt x="326672" y="221635"/>
                  <a:pt x="336853" y="231817"/>
                </a:cubicBezTo>
                <a:cubicBezTo>
                  <a:pt x="406565" y="301537"/>
                  <a:pt x="309206" y="201034"/>
                  <a:pt x="384775" y="291726"/>
                </a:cubicBezTo>
                <a:cubicBezTo>
                  <a:pt x="395621" y="304743"/>
                  <a:pt x="408736" y="315689"/>
                  <a:pt x="420716" y="327671"/>
                </a:cubicBezTo>
                <a:cubicBezTo>
                  <a:pt x="428703" y="343646"/>
                  <a:pt x="432047" y="362967"/>
                  <a:pt x="444676" y="375597"/>
                </a:cubicBezTo>
                <a:cubicBezTo>
                  <a:pt x="465038" y="395962"/>
                  <a:pt x="496196" y="403159"/>
                  <a:pt x="516558" y="423524"/>
                </a:cubicBezTo>
                <a:cubicBezTo>
                  <a:pt x="528538" y="435506"/>
                  <a:pt x="539483" y="448621"/>
                  <a:pt x="552499" y="459469"/>
                </a:cubicBezTo>
                <a:cubicBezTo>
                  <a:pt x="594712" y="494650"/>
                  <a:pt x="580712" y="469365"/>
                  <a:pt x="612401" y="507396"/>
                </a:cubicBezTo>
                <a:cubicBezTo>
                  <a:pt x="625184" y="522737"/>
                  <a:pt x="636892" y="538963"/>
                  <a:pt x="648342" y="555322"/>
                </a:cubicBezTo>
                <a:cubicBezTo>
                  <a:pt x="664856" y="578916"/>
                  <a:pt x="696264" y="627212"/>
                  <a:pt x="696264" y="627212"/>
                </a:cubicBezTo>
                <a:lnTo>
                  <a:pt x="720224" y="723065"/>
                </a:lnTo>
                <a:cubicBezTo>
                  <a:pt x="728821" y="757456"/>
                  <a:pt x="741586" y="813721"/>
                  <a:pt x="756165" y="842882"/>
                </a:cubicBezTo>
                <a:cubicBezTo>
                  <a:pt x="764152" y="858857"/>
                  <a:pt x="770219" y="875947"/>
                  <a:pt x="780126" y="890808"/>
                </a:cubicBezTo>
                <a:cubicBezTo>
                  <a:pt x="786391" y="900207"/>
                  <a:pt x="796100" y="906784"/>
                  <a:pt x="804087" y="914772"/>
                </a:cubicBezTo>
                <a:cubicBezTo>
                  <a:pt x="820061" y="910778"/>
                  <a:pt x="848015" y="918764"/>
                  <a:pt x="852008" y="902790"/>
                </a:cubicBezTo>
                <a:cubicBezTo>
                  <a:pt x="862706" y="859993"/>
                  <a:pt x="847694" y="814435"/>
                  <a:pt x="840028" y="770992"/>
                </a:cubicBezTo>
                <a:cubicBezTo>
                  <a:pt x="828384" y="705002"/>
                  <a:pt x="816493" y="699670"/>
                  <a:pt x="780126" y="651175"/>
                </a:cubicBezTo>
                <a:cubicBezTo>
                  <a:pt x="768265" y="615588"/>
                  <a:pt x="760682" y="571820"/>
                  <a:pt x="732205" y="543340"/>
                </a:cubicBezTo>
                <a:cubicBezTo>
                  <a:pt x="722024" y="533158"/>
                  <a:pt x="708244" y="527365"/>
                  <a:pt x="696264" y="519377"/>
                </a:cubicBezTo>
                <a:cubicBezTo>
                  <a:pt x="667657" y="433552"/>
                  <a:pt x="708555" y="531733"/>
                  <a:pt x="648342" y="459469"/>
                </a:cubicBezTo>
                <a:cubicBezTo>
                  <a:pt x="636908" y="445747"/>
                  <a:pt x="634762" y="426077"/>
                  <a:pt x="624381" y="411542"/>
                </a:cubicBezTo>
                <a:cubicBezTo>
                  <a:pt x="614533" y="397754"/>
                  <a:pt x="600420" y="387579"/>
                  <a:pt x="588440" y="375597"/>
                </a:cubicBezTo>
                <a:cubicBezTo>
                  <a:pt x="584447" y="363615"/>
                  <a:pt x="582108" y="350949"/>
                  <a:pt x="576460" y="339652"/>
                </a:cubicBezTo>
                <a:cubicBezTo>
                  <a:pt x="563875" y="314480"/>
                  <a:pt x="538236" y="284624"/>
                  <a:pt x="516558" y="267762"/>
                </a:cubicBezTo>
                <a:cubicBezTo>
                  <a:pt x="493827" y="250081"/>
                  <a:pt x="465038" y="240201"/>
                  <a:pt x="444676" y="219836"/>
                </a:cubicBezTo>
                <a:cubicBezTo>
                  <a:pt x="436689" y="211848"/>
                  <a:pt x="431098" y="200322"/>
                  <a:pt x="420716" y="195872"/>
                </a:cubicBezTo>
                <a:cubicBezTo>
                  <a:pt x="402000" y="187850"/>
                  <a:pt x="380569" y="188830"/>
                  <a:pt x="360814" y="183891"/>
                </a:cubicBezTo>
                <a:cubicBezTo>
                  <a:pt x="285918" y="165165"/>
                  <a:pt x="364222" y="181411"/>
                  <a:pt x="288932" y="147946"/>
                </a:cubicBezTo>
                <a:cubicBezTo>
                  <a:pt x="265852" y="137687"/>
                  <a:pt x="217050" y="123983"/>
                  <a:pt x="217050" y="123983"/>
                </a:cubicBezTo>
                <a:cubicBezTo>
                  <a:pt x="197135" y="104065"/>
                  <a:pt x="184353" y="88148"/>
                  <a:pt x="157148" y="76056"/>
                </a:cubicBezTo>
                <a:cubicBezTo>
                  <a:pt x="134068" y="65797"/>
                  <a:pt x="85266" y="52093"/>
                  <a:pt x="85266" y="52093"/>
                </a:cubicBezTo>
                <a:cubicBezTo>
                  <a:pt x="5954" y="-788"/>
                  <a:pt x="-4587" y="-5819"/>
                  <a:pt x="1403" y="4166"/>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35" name="Google Shape;1635;p23"/>
          <p:cNvSpPr/>
          <p:nvPr/>
        </p:nvSpPr>
        <p:spPr>
          <a:xfrm>
            <a:off x="2860291" y="4013855"/>
            <a:ext cx="1590290" cy="2228991"/>
          </a:xfrm>
          <a:custGeom>
            <a:avLst/>
            <a:gdLst/>
            <a:ahLst/>
            <a:cxnLst/>
            <a:rect l="l" t="t" r="r" b="b"/>
            <a:pathLst>
              <a:path w="1590290" h="2228991" extrusionOk="0">
                <a:moveTo>
                  <a:pt x="1117184" y="0"/>
                </a:moveTo>
                <a:cubicBezTo>
                  <a:pt x="1205040" y="3994"/>
                  <a:pt x="1293085" y="4967"/>
                  <a:pt x="1380752" y="11981"/>
                </a:cubicBezTo>
                <a:cubicBezTo>
                  <a:pt x="1393340" y="12988"/>
                  <a:pt x="1405398" y="18315"/>
                  <a:pt x="1416693" y="23963"/>
                </a:cubicBezTo>
                <a:cubicBezTo>
                  <a:pt x="1429572" y="30403"/>
                  <a:pt x="1440654" y="39938"/>
                  <a:pt x="1452634" y="47926"/>
                </a:cubicBezTo>
                <a:cubicBezTo>
                  <a:pt x="1475545" y="116669"/>
                  <a:pt x="1448206" y="52503"/>
                  <a:pt x="1500555" y="119816"/>
                </a:cubicBezTo>
                <a:cubicBezTo>
                  <a:pt x="1518235" y="142550"/>
                  <a:pt x="1548477" y="191706"/>
                  <a:pt x="1548477" y="191706"/>
                </a:cubicBezTo>
                <a:cubicBezTo>
                  <a:pt x="1552470" y="203688"/>
                  <a:pt x="1556988" y="215507"/>
                  <a:pt x="1560457" y="227651"/>
                </a:cubicBezTo>
                <a:cubicBezTo>
                  <a:pt x="1623110" y="446969"/>
                  <a:pt x="1568962" y="639173"/>
                  <a:pt x="1560457" y="898624"/>
                </a:cubicBezTo>
                <a:cubicBezTo>
                  <a:pt x="1559272" y="934771"/>
                  <a:pt x="1552702" y="970541"/>
                  <a:pt x="1548477" y="1006459"/>
                </a:cubicBezTo>
                <a:cubicBezTo>
                  <a:pt x="1515545" y="1286407"/>
                  <a:pt x="1558545" y="903844"/>
                  <a:pt x="1524516" y="1210147"/>
                </a:cubicBezTo>
                <a:cubicBezTo>
                  <a:pt x="1520523" y="1541639"/>
                  <a:pt x="1528118" y="1873474"/>
                  <a:pt x="1512536" y="2204624"/>
                </a:cubicBezTo>
                <a:cubicBezTo>
                  <a:pt x="1511859" y="2219007"/>
                  <a:pt x="1490714" y="2231411"/>
                  <a:pt x="1476595" y="2228587"/>
                </a:cubicBezTo>
                <a:cubicBezTo>
                  <a:pt x="1462475" y="2225763"/>
                  <a:pt x="1462816" y="2202825"/>
                  <a:pt x="1452634" y="2192642"/>
                </a:cubicBezTo>
                <a:cubicBezTo>
                  <a:pt x="1438515" y="2178522"/>
                  <a:pt x="1420687" y="2168679"/>
                  <a:pt x="1404713" y="2156698"/>
                </a:cubicBezTo>
                <a:cubicBezTo>
                  <a:pt x="1388739" y="2132735"/>
                  <a:pt x="1365897" y="2112130"/>
                  <a:pt x="1356791" y="2084808"/>
                </a:cubicBezTo>
                <a:cubicBezTo>
                  <a:pt x="1352798" y="2072826"/>
                  <a:pt x="1351308" y="2059693"/>
                  <a:pt x="1344811" y="2048863"/>
                </a:cubicBezTo>
                <a:cubicBezTo>
                  <a:pt x="1339000" y="2039176"/>
                  <a:pt x="1327906" y="2033720"/>
                  <a:pt x="1320850" y="2024899"/>
                </a:cubicBezTo>
                <a:cubicBezTo>
                  <a:pt x="1311855" y="2013654"/>
                  <a:pt x="1306107" y="2000017"/>
                  <a:pt x="1296889" y="1988954"/>
                </a:cubicBezTo>
                <a:cubicBezTo>
                  <a:pt x="1268062" y="1954358"/>
                  <a:pt x="1260348" y="1952609"/>
                  <a:pt x="1225007" y="1929046"/>
                </a:cubicBezTo>
                <a:cubicBezTo>
                  <a:pt x="1165523" y="1839808"/>
                  <a:pt x="1241971" y="1949403"/>
                  <a:pt x="1165106" y="1857156"/>
                </a:cubicBezTo>
                <a:cubicBezTo>
                  <a:pt x="1130411" y="1815518"/>
                  <a:pt x="1144707" y="1816356"/>
                  <a:pt x="1117184" y="1761303"/>
                </a:cubicBezTo>
                <a:cubicBezTo>
                  <a:pt x="1110745" y="1748423"/>
                  <a:pt x="1099072" y="1738517"/>
                  <a:pt x="1093224" y="1725358"/>
                </a:cubicBezTo>
                <a:cubicBezTo>
                  <a:pt x="1082966" y="1702275"/>
                  <a:pt x="1077250" y="1677431"/>
                  <a:pt x="1069263" y="1653468"/>
                </a:cubicBezTo>
                <a:cubicBezTo>
                  <a:pt x="1065270" y="1641486"/>
                  <a:pt x="1067791" y="1624529"/>
                  <a:pt x="1057283" y="1617523"/>
                </a:cubicBezTo>
                <a:lnTo>
                  <a:pt x="1021341" y="1593560"/>
                </a:lnTo>
                <a:cubicBezTo>
                  <a:pt x="1001374" y="1597554"/>
                  <a:pt x="967428" y="1586079"/>
                  <a:pt x="961440" y="1605541"/>
                </a:cubicBezTo>
                <a:cubicBezTo>
                  <a:pt x="959129" y="1613054"/>
                  <a:pt x="983344" y="1848579"/>
                  <a:pt x="985400" y="1869138"/>
                </a:cubicBezTo>
                <a:cubicBezTo>
                  <a:pt x="981407" y="1885113"/>
                  <a:pt x="988148" y="1909699"/>
                  <a:pt x="973420" y="1917064"/>
                </a:cubicBezTo>
                <a:cubicBezTo>
                  <a:pt x="952748" y="1927401"/>
                  <a:pt x="918214" y="1862792"/>
                  <a:pt x="913518" y="1857156"/>
                </a:cubicBezTo>
                <a:cubicBezTo>
                  <a:pt x="902672" y="1844139"/>
                  <a:pt x="888603" y="1834076"/>
                  <a:pt x="877577" y="1821211"/>
                </a:cubicBezTo>
                <a:cubicBezTo>
                  <a:pt x="850731" y="1789887"/>
                  <a:pt x="818933" y="1731977"/>
                  <a:pt x="781735" y="1713376"/>
                </a:cubicBezTo>
                <a:cubicBezTo>
                  <a:pt x="749787" y="1697401"/>
                  <a:pt x="715611" y="1685265"/>
                  <a:pt x="685892" y="1665450"/>
                </a:cubicBezTo>
                <a:cubicBezTo>
                  <a:pt x="661931" y="1649474"/>
                  <a:pt x="641330" y="1626631"/>
                  <a:pt x="614010" y="1617523"/>
                </a:cubicBezTo>
                <a:cubicBezTo>
                  <a:pt x="443164" y="1560569"/>
                  <a:pt x="620964" y="1617799"/>
                  <a:pt x="494206" y="1581578"/>
                </a:cubicBezTo>
                <a:cubicBezTo>
                  <a:pt x="482063" y="1578108"/>
                  <a:pt x="470448" y="1572919"/>
                  <a:pt x="458265" y="1569596"/>
                </a:cubicBezTo>
                <a:cubicBezTo>
                  <a:pt x="426495" y="1560930"/>
                  <a:pt x="362422" y="1545633"/>
                  <a:pt x="362422" y="1545633"/>
                </a:cubicBezTo>
                <a:cubicBezTo>
                  <a:pt x="318678" y="1516468"/>
                  <a:pt x="284992" y="1491862"/>
                  <a:pt x="230639" y="1473743"/>
                </a:cubicBezTo>
                <a:cubicBezTo>
                  <a:pt x="218659" y="1469749"/>
                  <a:pt x="206305" y="1466737"/>
                  <a:pt x="194698" y="1461762"/>
                </a:cubicBezTo>
                <a:cubicBezTo>
                  <a:pt x="91069" y="1417345"/>
                  <a:pt x="195122" y="1453914"/>
                  <a:pt x="110835" y="1425817"/>
                </a:cubicBezTo>
                <a:cubicBezTo>
                  <a:pt x="98855" y="1417829"/>
                  <a:pt x="87773" y="1408293"/>
                  <a:pt x="74894" y="1401853"/>
                </a:cubicBezTo>
                <a:cubicBezTo>
                  <a:pt x="63599" y="1396205"/>
                  <a:pt x="47882" y="1398802"/>
                  <a:pt x="38953" y="1389872"/>
                </a:cubicBezTo>
                <a:cubicBezTo>
                  <a:pt x="30023" y="1380941"/>
                  <a:pt x="33470" y="1364757"/>
                  <a:pt x="26973" y="1353927"/>
                </a:cubicBezTo>
                <a:cubicBezTo>
                  <a:pt x="21162" y="1344240"/>
                  <a:pt x="4609" y="1341146"/>
                  <a:pt x="3012" y="1329963"/>
                </a:cubicBezTo>
                <a:cubicBezTo>
                  <a:pt x="-3765" y="1282518"/>
                  <a:pt x="3012" y="1234110"/>
                  <a:pt x="3012" y="1186183"/>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36" name="Google Shape;1636;p23"/>
          <p:cNvSpPr/>
          <p:nvPr/>
        </p:nvSpPr>
        <p:spPr>
          <a:xfrm>
            <a:off x="1821013" y="3989891"/>
            <a:ext cx="2000718" cy="1138258"/>
          </a:xfrm>
          <a:custGeom>
            <a:avLst/>
            <a:gdLst/>
            <a:ahLst/>
            <a:cxnLst/>
            <a:rect l="l" t="t" r="r" b="b"/>
            <a:pathLst>
              <a:path w="2000718" h="1138258" extrusionOk="0">
                <a:moveTo>
                  <a:pt x="1485563" y="946551"/>
                </a:moveTo>
                <a:cubicBezTo>
                  <a:pt x="1272668" y="875578"/>
                  <a:pt x="1468987" y="955578"/>
                  <a:pt x="1305858" y="850698"/>
                </a:cubicBezTo>
                <a:cubicBezTo>
                  <a:pt x="1170666" y="763780"/>
                  <a:pt x="1256018" y="826015"/>
                  <a:pt x="1162093" y="790789"/>
                </a:cubicBezTo>
                <a:cubicBezTo>
                  <a:pt x="1109435" y="771040"/>
                  <a:pt x="1122468" y="768144"/>
                  <a:pt x="1078231" y="742863"/>
                </a:cubicBezTo>
                <a:cubicBezTo>
                  <a:pt x="1036780" y="719174"/>
                  <a:pt x="1034691" y="720360"/>
                  <a:pt x="994369" y="706918"/>
                </a:cubicBezTo>
                <a:cubicBezTo>
                  <a:pt x="991550" y="695642"/>
                  <a:pt x="978219" y="637107"/>
                  <a:pt x="970408" y="623046"/>
                </a:cubicBezTo>
                <a:cubicBezTo>
                  <a:pt x="956423" y="597870"/>
                  <a:pt x="946449" y="567132"/>
                  <a:pt x="922487" y="551156"/>
                </a:cubicBezTo>
                <a:cubicBezTo>
                  <a:pt x="871685" y="517286"/>
                  <a:pt x="899424" y="533633"/>
                  <a:pt x="838624" y="503230"/>
                </a:cubicBezTo>
                <a:cubicBezTo>
                  <a:pt x="830637" y="495242"/>
                  <a:pt x="823483" y="486323"/>
                  <a:pt x="814663" y="479266"/>
                </a:cubicBezTo>
                <a:cubicBezTo>
                  <a:pt x="794218" y="462908"/>
                  <a:pt x="753950" y="440022"/>
                  <a:pt x="730801" y="431340"/>
                </a:cubicBezTo>
                <a:cubicBezTo>
                  <a:pt x="715384" y="425558"/>
                  <a:pt x="698854" y="423352"/>
                  <a:pt x="682880" y="419358"/>
                </a:cubicBezTo>
                <a:cubicBezTo>
                  <a:pt x="670900" y="411370"/>
                  <a:pt x="657120" y="405577"/>
                  <a:pt x="646939" y="395395"/>
                </a:cubicBezTo>
                <a:cubicBezTo>
                  <a:pt x="636757" y="385212"/>
                  <a:pt x="635189" y="367082"/>
                  <a:pt x="622978" y="359450"/>
                </a:cubicBezTo>
                <a:cubicBezTo>
                  <a:pt x="601561" y="346063"/>
                  <a:pt x="551096" y="335487"/>
                  <a:pt x="551096" y="335487"/>
                </a:cubicBezTo>
                <a:cubicBezTo>
                  <a:pt x="543109" y="327499"/>
                  <a:pt x="536821" y="317335"/>
                  <a:pt x="527135" y="311523"/>
                </a:cubicBezTo>
                <a:cubicBezTo>
                  <a:pt x="516306" y="305025"/>
                  <a:pt x="500123" y="308472"/>
                  <a:pt x="491194" y="299542"/>
                </a:cubicBezTo>
                <a:cubicBezTo>
                  <a:pt x="482264" y="290611"/>
                  <a:pt x="485711" y="274427"/>
                  <a:pt x="479214" y="263597"/>
                </a:cubicBezTo>
                <a:cubicBezTo>
                  <a:pt x="473403" y="253910"/>
                  <a:pt x="463240" y="247621"/>
                  <a:pt x="455253" y="239633"/>
                </a:cubicBezTo>
                <a:cubicBezTo>
                  <a:pt x="417851" y="127411"/>
                  <a:pt x="479122" y="293386"/>
                  <a:pt x="407332" y="167743"/>
                </a:cubicBezTo>
                <a:cubicBezTo>
                  <a:pt x="399163" y="153445"/>
                  <a:pt x="399874" y="135650"/>
                  <a:pt x="395351" y="119817"/>
                </a:cubicBezTo>
                <a:cubicBezTo>
                  <a:pt x="391882" y="107673"/>
                  <a:pt x="389019" y="95169"/>
                  <a:pt x="383371" y="83872"/>
                </a:cubicBezTo>
                <a:cubicBezTo>
                  <a:pt x="374613" y="66355"/>
                  <a:pt x="331607" y="10852"/>
                  <a:pt x="323469" y="0"/>
                </a:cubicBezTo>
                <a:cubicBezTo>
                  <a:pt x="315482" y="7988"/>
                  <a:pt x="300755" y="12737"/>
                  <a:pt x="299508" y="23964"/>
                </a:cubicBezTo>
                <a:cubicBezTo>
                  <a:pt x="298977" y="28744"/>
                  <a:pt x="308954" y="122005"/>
                  <a:pt x="323469" y="143780"/>
                </a:cubicBezTo>
                <a:cubicBezTo>
                  <a:pt x="332867" y="157879"/>
                  <a:pt x="348564" y="166708"/>
                  <a:pt x="359410" y="179725"/>
                </a:cubicBezTo>
                <a:cubicBezTo>
                  <a:pt x="409327" y="239632"/>
                  <a:pt x="353421" y="195702"/>
                  <a:pt x="419312" y="239633"/>
                </a:cubicBezTo>
                <a:cubicBezTo>
                  <a:pt x="415319" y="255609"/>
                  <a:pt x="422060" y="280195"/>
                  <a:pt x="407332" y="287560"/>
                </a:cubicBezTo>
                <a:cubicBezTo>
                  <a:pt x="394897" y="293779"/>
                  <a:pt x="355758" y="245186"/>
                  <a:pt x="347430" y="239633"/>
                </a:cubicBezTo>
                <a:cubicBezTo>
                  <a:pt x="301002" y="208677"/>
                  <a:pt x="302781" y="226023"/>
                  <a:pt x="263567" y="191707"/>
                </a:cubicBezTo>
                <a:cubicBezTo>
                  <a:pt x="221927" y="155267"/>
                  <a:pt x="212660" y="130305"/>
                  <a:pt x="167725" y="107835"/>
                </a:cubicBezTo>
                <a:cubicBezTo>
                  <a:pt x="156430" y="102187"/>
                  <a:pt x="143764" y="99847"/>
                  <a:pt x="131784" y="95853"/>
                </a:cubicBezTo>
                <a:cubicBezTo>
                  <a:pt x="40584" y="126257"/>
                  <a:pt x="84669" y="124771"/>
                  <a:pt x="0" y="107835"/>
                </a:cubicBezTo>
                <a:cubicBezTo>
                  <a:pt x="30933" y="149084"/>
                  <a:pt x="64822" y="198982"/>
                  <a:pt x="107823" y="227652"/>
                </a:cubicBezTo>
                <a:cubicBezTo>
                  <a:pt x="119803" y="235640"/>
                  <a:pt x="132703" y="242396"/>
                  <a:pt x="143764" y="251615"/>
                </a:cubicBezTo>
                <a:cubicBezTo>
                  <a:pt x="156780" y="262463"/>
                  <a:pt x="164994" y="279153"/>
                  <a:pt x="179705" y="287560"/>
                </a:cubicBezTo>
                <a:cubicBezTo>
                  <a:pt x="194001" y="295730"/>
                  <a:pt x="211652" y="295548"/>
                  <a:pt x="227626" y="299542"/>
                </a:cubicBezTo>
                <a:cubicBezTo>
                  <a:pt x="239606" y="307530"/>
                  <a:pt x="250409" y="317657"/>
                  <a:pt x="263567" y="323505"/>
                </a:cubicBezTo>
                <a:cubicBezTo>
                  <a:pt x="359415" y="366108"/>
                  <a:pt x="326889" y="325786"/>
                  <a:pt x="431292" y="395395"/>
                </a:cubicBezTo>
                <a:cubicBezTo>
                  <a:pt x="455253" y="411370"/>
                  <a:pt x="482812" y="422956"/>
                  <a:pt x="503174" y="443321"/>
                </a:cubicBezTo>
                <a:cubicBezTo>
                  <a:pt x="511161" y="451309"/>
                  <a:pt x="517449" y="461473"/>
                  <a:pt x="527135" y="467285"/>
                </a:cubicBezTo>
                <a:cubicBezTo>
                  <a:pt x="537964" y="473783"/>
                  <a:pt x="551096" y="475272"/>
                  <a:pt x="563076" y="479266"/>
                </a:cubicBezTo>
                <a:cubicBezTo>
                  <a:pt x="616665" y="559658"/>
                  <a:pt x="553535" y="480892"/>
                  <a:pt x="622978" y="527193"/>
                </a:cubicBezTo>
                <a:cubicBezTo>
                  <a:pt x="637075" y="536592"/>
                  <a:pt x="645903" y="552290"/>
                  <a:pt x="658919" y="563138"/>
                </a:cubicBezTo>
                <a:cubicBezTo>
                  <a:pt x="710418" y="606059"/>
                  <a:pt x="676770" y="572065"/>
                  <a:pt x="730801" y="599083"/>
                </a:cubicBezTo>
                <a:cubicBezTo>
                  <a:pt x="743680" y="605523"/>
                  <a:pt x="753863" y="616606"/>
                  <a:pt x="766742" y="623046"/>
                </a:cubicBezTo>
                <a:cubicBezTo>
                  <a:pt x="778037" y="628694"/>
                  <a:pt x="791388" y="629380"/>
                  <a:pt x="802683" y="635028"/>
                </a:cubicBezTo>
                <a:cubicBezTo>
                  <a:pt x="895580" y="681481"/>
                  <a:pt x="784227" y="640856"/>
                  <a:pt x="874565" y="670973"/>
                </a:cubicBezTo>
                <a:cubicBezTo>
                  <a:pt x="882552" y="682955"/>
                  <a:pt x="887282" y="697922"/>
                  <a:pt x="898526" y="706918"/>
                </a:cubicBezTo>
                <a:cubicBezTo>
                  <a:pt x="908387" y="714808"/>
                  <a:pt x="923172" y="713252"/>
                  <a:pt x="934467" y="718900"/>
                </a:cubicBezTo>
                <a:cubicBezTo>
                  <a:pt x="947346" y="725340"/>
                  <a:pt x="957529" y="736423"/>
                  <a:pt x="970408" y="742863"/>
                </a:cubicBezTo>
                <a:cubicBezTo>
                  <a:pt x="981703" y="748511"/>
                  <a:pt x="995054" y="749197"/>
                  <a:pt x="1006349" y="754845"/>
                </a:cubicBezTo>
                <a:cubicBezTo>
                  <a:pt x="1099238" y="801294"/>
                  <a:pt x="987900" y="760677"/>
                  <a:pt x="1078231" y="790789"/>
                </a:cubicBezTo>
                <a:cubicBezTo>
                  <a:pt x="1122555" y="835118"/>
                  <a:pt x="1092791" y="808484"/>
                  <a:pt x="1174074" y="862679"/>
                </a:cubicBezTo>
                <a:cubicBezTo>
                  <a:pt x="1220525" y="893650"/>
                  <a:pt x="1196353" y="882089"/>
                  <a:pt x="1245956" y="898624"/>
                </a:cubicBezTo>
                <a:cubicBezTo>
                  <a:pt x="1257936" y="906612"/>
                  <a:pt x="1269018" y="916148"/>
                  <a:pt x="1281897" y="922588"/>
                </a:cubicBezTo>
                <a:cubicBezTo>
                  <a:pt x="1293192" y="928236"/>
                  <a:pt x="1307009" y="928071"/>
                  <a:pt x="1317838" y="934569"/>
                </a:cubicBezTo>
                <a:cubicBezTo>
                  <a:pt x="1394131" y="980350"/>
                  <a:pt x="1271530" y="940965"/>
                  <a:pt x="1389720" y="970514"/>
                </a:cubicBezTo>
                <a:cubicBezTo>
                  <a:pt x="1397707" y="978502"/>
                  <a:pt x="1404861" y="987421"/>
                  <a:pt x="1413681" y="994478"/>
                </a:cubicBezTo>
                <a:cubicBezTo>
                  <a:pt x="1424924" y="1003474"/>
                  <a:pt x="1439441" y="1008259"/>
                  <a:pt x="1449622" y="1018441"/>
                </a:cubicBezTo>
                <a:cubicBezTo>
                  <a:pt x="1459803" y="1028624"/>
                  <a:pt x="1462338" y="1045390"/>
                  <a:pt x="1473582" y="1054386"/>
                </a:cubicBezTo>
                <a:cubicBezTo>
                  <a:pt x="1483443" y="1062276"/>
                  <a:pt x="1497916" y="1061393"/>
                  <a:pt x="1509524" y="1066368"/>
                </a:cubicBezTo>
                <a:cubicBezTo>
                  <a:pt x="1656533" y="1129379"/>
                  <a:pt x="1473080" y="1054134"/>
                  <a:pt x="1593386" y="1114294"/>
                </a:cubicBezTo>
                <a:cubicBezTo>
                  <a:pt x="1622880" y="1129043"/>
                  <a:pt x="1673598" y="1133655"/>
                  <a:pt x="1701209" y="1138258"/>
                </a:cubicBezTo>
                <a:cubicBezTo>
                  <a:pt x="1781078" y="1134264"/>
                  <a:pt x="1861148" y="1133205"/>
                  <a:pt x="1940816" y="1126276"/>
                </a:cubicBezTo>
                <a:cubicBezTo>
                  <a:pt x="1953397" y="1125182"/>
                  <a:pt x="1967828" y="1123224"/>
                  <a:pt x="1976757" y="1114294"/>
                </a:cubicBezTo>
                <a:cubicBezTo>
                  <a:pt x="1985687" y="1105363"/>
                  <a:pt x="1984047" y="1090075"/>
                  <a:pt x="1988737" y="1078349"/>
                </a:cubicBezTo>
                <a:cubicBezTo>
                  <a:pt x="1992053" y="1070057"/>
                  <a:pt x="1996724" y="1062374"/>
                  <a:pt x="2000718" y="1054386"/>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37" name="Google Shape;1637;p23"/>
          <p:cNvSpPr/>
          <p:nvPr/>
        </p:nvSpPr>
        <p:spPr>
          <a:xfrm>
            <a:off x="2539239" y="3414772"/>
            <a:ext cx="1078826" cy="1377890"/>
          </a:xfrm>
          <a:custGeom>
            <a:avLst/>
            <a:gdLst/>
            <a:ahLst/>
            <a:cxnLst/>
            <a:rect l="l" t="t" r="r" b="b"/>
            <a:pathLst>
              <a:path w="1078826" h="1377890" extrusionOk="0">
                <a:moveTo>
                  <a:pt x="1078826" y="1306000"/>
                </a:moveTo>
                <a:cubicBezTo>
                  <a:pt x="1058859" y="1317982"/>
                  <a:pt x="1038670" y="1329602"/>
                  <a:pt x="1018924" y="1341945"/>
                </a:cubicBezTo>
                <a:cubicBezTo>
                  <a:pt x="1006714" y="1349577"/>
                  <a:pt x="995862" y="1359468"/>
                  <a:pt x="982983" y="1365908"/>
                </a:cubicBezTo>
                <a:cubicBezTo>
                  <a:pt x="971688" y="1371556"/>
                  <a:pt x="959022" y="1373896"/>
                  <a:pt x="947042" y="1377890"/>
                </a:cubicBezTo>
                <a:cubicBezTo>
                  <a:pt x="899856" y="1373957"/>
                  <a:pt x="764850" y="1364693"/>
                  <a:pt x="707435" y="1353927"/>
                </a:cubicBezTo>
                <a:cubicBezTo>
                  <a:pt x="583192" y="1330630"/>
                  <a:pt x="649025" y="1338949"/>
                  <a:pt x="575651" y="1317982"/>
                </a:cubicBezTo>
                <a:cubicBezTo>
                  <a:pt x="559819" y="1313458"/>
                  <a:pt x="543704" y="1309994"/>
                  <a:pt x="527730" y="1306000"/>
                </a:cubicBezTo>
                <a:cubicBezTo>
                  <a:pt x="431890" y="1242100"/>
                  <a:pt x="547696" y="1325968"/>
                  <a:pt x="467828" y="1246092"/>
                </a:cubicBezTo>
                <a:cubicBezTo>
                  <a:pt x="457647" y="1235910"/>
                  <a:pt x="442723" y="1231611"/>
                  <a:pt x="431887" y="1222129"/>
                </a:cubicBezTo>
                <a:cubicBezTo>
                  <a:pt x="410635" y="1203532"/>
                  <a:pt x="371985" y="1162220"/>
                  <a:pt x="371985" y="1162220"/>
                </a:cubicBezTo>
                <a:lnTo>
                  <a:pt x="348025" y="1090330"/>
                </a:lnTo>
                <a:cubicBezTo>
                  <a:pt x="334208" y="1048874"/>
                  <a:pt x="343455" y="1052100"/>
                  <a:pt x="300103" y="1030422"/>
                </a:cubicBezTo>
                <a:cubicBezTo>
                  <a:pt x="288808" y="1024774"/>
                  <a:pt x="276142" y="1022434"/>
                  <a:pt x="264162" y="1018440"/>
                </a:cubicBezTo>
                <a:cubicBezTo>
                  <a:pt x="234476" y="929372"/>
                  <a:pt x="266450" y="1034452"/>
                  <a:pt x="240202" y="850697"/>
                </a:cubicBezTo>
                <a:cubicBezTo>
                  <a:pt x="238416" y="838194"/>
                  <a:pt x="238729" y="821758"/>
                  <a:pt x="228221" y="814752"/>
                </a:cubicBezTo>
                <a:cubicBezTo>
                  <a:pt x="211279" y="803456"/>
                  <a:pt x="188286" y="806765"/>
                  <a:pt x="168319" y="802771"/>
                </a:cubicBezTo>
                <a:cubicBezTo>
                  <a:pt x="156339" y="794783"/>
                  <a:pt x="140009" y="791018"/>
                  <a:pt x="132378" y="778807"/>
                </a:cubicBezTo>
                <a:cubicBezTo>
                  <a:pt x="118992" y="757386"/>
                  <a:pt x="116405" y="730880"/>
                  <a:pt x="108418" y="706917"/>
                </a:cubicBezTo>
                <a:cubicBezTo>
                  <a:pt x="104425" y="694935"/>
                  <a:pt x="99500" y="683225"/>
                  <a:pt x="96437" y="670972"/>
                </a:cubicBezTo>
                <a:cubicBezTo>
                  <a:pt x="92444" y="654997"/>
                  <a:pt x="90943" y="638182"/>
                  <a:pt x="84457" y="623046"/>
                </a:cubicBezTo>
                <a:cubicBezTo>
                  <a:pt x="78785" y="609810"/>
                  <a:pt x="68483" y="599083"/>
                  <a:pt x="60496" y="587101"/>
                </a:cubicBezTo>
                <a:cubicBezTo>
                  <a:pt x="56503" y="571125"/>
                  <a:pt x="60159" y="550819"/>
                  <a:pt x="48516" y="539174"/>
                </a:cubicBezTo>
                <a:cubicBezTo>
                  <a:pt x="36874" y="527531"/>
                  <a:pt x="7080" y="542327"/>
                  <a:pt x="595" y="527193"/>
                </a:cubicBezTo>
                <a:cubicBezTo>
                  <a:pt x="-4043" y="516370"/>
                  <a:pt x="19783" y="426468"/>
                  <a:pt x="24555" y="407376"/>
                </a:cubicBezTo>
                <a:cubicBezTo>
                  <a:pt x="28549" y="331492"/>
                  <a:pt x="29657" y="255402"/>
                  <a:pt x="36536" y="179725"/>
                </a:cubicBezTo>
                <a:cubicBezTo>
                  <a:pt x="37679" y="167147"/>
                  <a:pt x="45193" y="155965"/>
                  <a:pt x="48516" y="143780"/>
                </a:cubicBezTo>
                <a:cubicBezTo>
                  <a:pt x="57181" y="112006"/>
                  <a:pt x="72477" y="47926"/>
                  <a:pt x="72477" y="47926"/>
                </a:cubicBezTo>
                <a:cubicBezTo>
                  <a:pt x="57672" y="3510"/>
                  <a:pt x="71792" y="17630"/>
                  <a:pt x="36536"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38" name="Google Shape;1638;p23"/>
          <p:cNvSpPr/>
          <p:nvPr/>
        </p:nvSpPr>
        <p:spPr>
          <a:xfrm>
            <a:off x="814664" y="964616"/>
            <a:ext cx="1713189" cy="2581954"/>
          </a:xfrm>
          <a:custGeom>
            <a:avLst/>
            <a:gdLst/>
            <a:ahLst/>
            <a:cxnLst/>
            <a:rect l="l" t="t" r="r" b="b"/>
            <a:pathLst>
              <a:path w="1713189" h="2581954" extrusionOk="0">
                <a:moveTo>
                  <a:pt x="1713189" y="2581954"/>
                </a:moveTo>
                <a:cubicBezTo>
                  <a:pt x="1689228" y="2577960"/>
                  <a:pt x="1661905" y="2582847"/>
                  <a:pt x="1641307" y="2569972"/>
                </a:cubicBezTo>
                <a:cubicBezTo>
                  <a:pt x="1626162" y="2560505"/>
                  <a:pt x="1626207" y="2537554"/>
                  <a:pt x="1617346" y="2522046"/>
                </a:cubicBezTo>
                <a:cubicBezTo>
                  <a:pt x="1610202" y="2509543"/>
                  <a:pt x="1599825" y="2498981"/>
                  <a:pt x="1593386" y="2486101"/>
                </a:cubicBezTo>
                <a:cubicBezTo>
                  <a:pt x="1562282" y="2423886"/>
                  <a:pt x="1604243" y="2472998"/>
                  <a:pt x="1557445" y="2426192"/>
                </a:cubicBezTo>
                <a:cubicBezTo>
                  <a:pt x="1553451" y="2402229"/>
                  <a:pt x="1550228" y="2378125"/>
                  <a:pt x="1545464" y="2354303"/>
                </a:cubicBezTo>
                <a:cubicBezTo>
                  <a:pt x="1538590" y="2319930"/>
                  <a:pt x="1535099" y="2296010"/>
                  <a:pt x="1509523" y="2270431"/>
                </a:cubicBezTo>
                <a:cubicBezTo>
                  <a:pt x="1499342" y="2260249"/>
                  <a:pt x="1485562" y="2254456"/>
                  <a:pt x="1473582" y="2246468"/>
                </a:cubicBezTo>
                <a:cubicBezTo>
                  <a:pt x="1444851" y="2160264"/>
                  <a:pt x="1479716" y="2267936"/>
                  <a:pt x="1449622" y="2162596"/>
                </a:cubicBezTo>
                <a:cubicBezTo>
                  <a:pt x="1446153" y="2150452"/>
                  <a:pt x="1448937" y="2132300"/>
                  <a:pt x="1437641" y="2126651"/>
                </a:cubicBezTo>
                <a:cubicBezTo>
                  <a:pt x="1412385" y="2114021"/>
                  <a:pt x="1381733" y="2118663"/>
                  <a:pt x="1353779" y="2114669"/>
                </a:cubicBezTo>
                <a:cubicBezTo>
                  <a:pt x="1345792" y="2090706"/>
                  <a:pt x="1333390" y="2067785"/>
                  <a:pt x="1329818" y="2042780"/>
                </a:cubicBezTo>
                <a:cubicBezTo>
                  <a:pt x="1325825" y="2014823"/>
                  <a:pt x="1322889" y="1986694"/>
                  <a:pt x="1317838" y="1958908"/>
                </a:cubicBezTo>
                <a:cubicBezTo>
                  <a:pt x="1311200" y="1922396"/>
                  <a:pt x="1307775" y="1893967"/>
                  <a:pt x="1269916" y="1875036"/>
                </a:cubicBezTo>
                <a:cubicBezTo>
                  <a:pt x="1251704" y="1865929"/>
                  <a:pt x="1229982" y="1867049"/>
                  <a:pt x="1210015" y="1863055"/>
                </a:cubicBezTo>
                <a:cubicBezTo>
                  <a:pt x="1198035" y="1851073"/>
                  <a:pt x="1188171" y="1836509"/>
                  <a:pt x="1174074" y="1827110"/>
                </a:cubicBezTo>
                <a:cubicBezTo>
                  <a:pt x="1163567" y="1820104"/>
                  <a:pt x="1147994" y="1823018"/>
                  <a:pt x="1138133" y="1815128"/>
                </a:cubicBezTo>
                <a:cubicBezTo>
                  <a:pt x="1126889" y="1806132"/>
                  <a:pt x="1122159" y="1791165"/>
                  <a:pt x="1114172" y="1779183"/>
                </a:cubicBezTo>
                <a:cubicBezTo>
                  <a:pt x="1110179" y="1767201"/>
                  <a:pt x="1105515" y="1755423"/>
                  <a:pt x="1102192" y="1743238"/>
                </a:cubicBezTo>
                <a:cubicBezTo>
                  <a:pt x="1093527" y="1711464"/>
                  <a:pt x="1096498" y="1674789"/>
                  <a:pt x="1078231" y="1647385"/>
                </a:cubicBezTo>
                <a:lnTo>
                  <a:pt x="1054270" y="1611440"/>
                </a:lnTo>
                <a:cubicBezTo>
                  <a:pt x="1046283" y="1483636"/>
                  <a:pt x="1040386" y="1355684"/>
                  <a:pt x="1030309" y="1228027"/>
                </a:cubicBezTo>
                <a:cubicBezTo>
                  <a:pt x="1026828" y="1183927"/>
                  <a:pt x="1016697" y="1135309"/>
                  <a:pt x="994368" y="1096229"/>
                </a:cubicBezTo>
                <a:cubicBezTo>
                  <a:pt x="988764" y="1086421"/>
                  <a:pt x="978395" y="1080253"/>
                  <a:pt x="970408" y="1072265"/>
                </a:cubicBezTo>
                <a:cubicBezTo>
                  <a:pt x="958428" y="1076259"/>
                  <a:pt x="945762" y="1078599"/>
                  <a:pt x="934467" y="1084247"/>
                </a:cubicBezTo>
                <a:cubicBezTo>
                  <a:pt x="921588" y="1090687"/>
                  <a:pt x="912729" y="1105842"/>
                  <a:pt x="898526" y="1108210"/>
                </a:cubicBezTo>
                <a:cubicBezTo>
                  <a:pt x="886069" y="1110286"/>
                  <a:pt x="874565" y="1100223"/>
                  <a:pt x="862585" y="1096229"/>
                </a:cubicBezTo>
                <a:cubicBezTo>
                  <a:pt x="844480" y="1023803"/>
                  <a:pt x="855808" y="1063915"/>
                  <a:pt x="826644" y="976412"/>
                </a:cubicBezTo>
                <a:cubicBezTo>
                  <a:pt x="818753" y="952737"/>
                  <a:pt x="811813" y="921412"/>
                  <a:pt x="790703" y="904522"/>
                </a:cubicBezTo>
                <a:cubicBezTo>
                  <a:pt x="780842" y="896632"/>
                  <a:pt x="766742" y="896535"/>
                  <a:pt x="754761" y="892541"/>
                </a:cubicBezTo>
                <a:cubicBezTo>
                  <a:pt x="750768" y="856596"/>
                  <a:pt x="756211" y="818286"/>
                  <a:pt x="742781" y="784706"/>
                </a:cubicBezTo>
                <a:cubicBezTo>
                  <a:pt x="738091" y="772980"/>
                  <a:pt x="718565" y="768034"/>
                  <a:pt x="706840" y="772724"/>
                </a:cubicBezTo>
                <a:cubicBezTo>
                  <a:pt x="693470" y="778072"/>
                  <a:pt x="690866" y="796687"/>
                  <a:pt x="682879" y="808669"/>
                </a:cubicBezTo>
                <a:cubicBezTo>
                  <a:pt x="621888" y="788336"/>
                  <a:pt x="664000" y="813025"/>
                  <a:pt x="634958" y="760742"/>
                </a:cubicBezTo>
                <a:cubicBezTo>
                  <a:pt x="620973" y="735566"/>
                  <a:pt x="587037" y="688852"/>
                  <a:pt x="587037" y="688852"/>
                </a:cubicBezTo>
                <a:cubicBezTo>
                  <a:pt x="583043" y="672877"/>
                  <a:pt x="575056" y="657393"/>
                  <a:pt x="575056" y="640926"/>
                </a:cubicBezTo>
                <a:cubicBezTo>
                  <a:pt x="575056" y="514221"/>
                  <a:pt x="579225" y="520583"/>
                  <a:pt x="610997" y="425256"/>
                </a:cubicBezTo>
                <a:cubicBezTo>
                  <a:pt x="614990" y="413274"/>
                  <a:pt x="612470" y="396317"/>
                  <a:pt x="622978" y="389311"/>
                </a:cubicBezTo>
                <a:cubicBezTo>
                  <a:pt x="634958" y="381323"/>
                  <a:pt x="645761" y="371197"/>
                  <a:pt x="658919" y="365348"/>
                </a:cubicBezTo>
                <a:cubicBezTo>
                  <a:pt x="681999" y="355089"/>
                  <a:pt x="709786" y="355395"/>
                  <a:pt x="730801" y="341384"/>
                </a:cubicBezTo>
                <a:lnTo>
                  <a:pt x="766742" y="317421"/>
                </a:lnTo>
                <a:cubicBezTo>
                  <a:pt x="810671" y="251521"/>
                  <a:pt x="766741" y="307437"/>
                  <a:pt x="826644" y="257513"/>
                </a:cubicBezTo>
                <a:cubicBezTo>
                  <a:pt x="839660" y="246665"/>
                  <a:pt x="848488" y="230967"/>
                  <a:pt x="862585" y="221568"/>
                </a:cubicBezTo>
                <a:cubicBezTo>
                  <a:pt x="882248" y="208458"/>
                  <a:pt x="961706" y="199055"/>
                  <a:pt x="970408" y="197605"/>
                </a:cubicBezTo>
                <a:cubicBezTo>
                  <a:pt x="1038612" y="129389"/>
                  <a:pt x="973549" y="183943"/>
                  <a:pt x="1174074" y="161660"/>
                </a:cubicBezTo>
                <a:cubicBezTo>
                  <a:pt x="1203833" y="158353"/>
                  <a:pt x="1222131" y="141600"/>
                  <a:pt x="1245956" y="125715"/>
                </a:cubicBezTo>
                <a:cubicBezTo>
                  <a:pt x="1249949" y="113733"/>
                  <a:pt x="1260413" y="102154"/>
                  <a:pt x="1257936" y="89770"/>
                </a:cubicBezTo>
                <a:cubicBezTo>
                  <a:pt x="1253237" y="66273"/>
                  <a:pt x="1213175" y="58872"/>
                  <a:pt x="1198034" y="53825"/>
                </a:cubicBezTo>
                <a:cubicBezTo>
                  <a:pt x="1190047" y="45837"/>
                  <a:pt x="1183472" y="36127"/>
                  <a:pt x="1174074" y="29861"/>
                </a:cubicBezTo>
                <a:cubicBezTo>
                  <a:pt x="1092936" y="-24237"/>
                  <a:pt x="1057789" y="10171"/>
                  <a:pt x="934467" y="17880"/>
                </a:cubicBezTo>
                <a:cubicBezTo>
                  <a:pt x="922487" y="25868"/>
                  <a:pt x="911405" y="35403"/>
                  <a:pt x="898526" y="41843"/>
                </a:cubicBezTo>
                <a:cubicBezTo>
                  <a:pt x="887231" y="47491"/>
                  <a:pt x="873092" y="46819"/>
                  <a:pt x="862585" y="53825"/>
                </a:cubicBezTo>
                <a:cubicBezTo>
                  <a:pt x="751689" y="127764"/>
                  <a:pt x="891090" y="52036"/>
                  <a:pt x="802683" y="125715"/>
                </a:cubicBezTo>
                <a:cubicBezTo>
                  <a:pt x="779180" y="145303"/>
                  <a:pt x="705225" y="166191"/>
                  <a:pt x="682879" y="173641"/>
                </a:cubicBezTo>
                <a:cubicBezTo>
                  <a:pt x="670899" y="177635"/>
                  <a:pt x="657445" y="178617"/>
                  <a:pt x="646938" y="185623"/>
                </a:cubicBezTo>
                <a:lnTo>
                  <a:pt x="610997" y="209586"/>
                </a:lnTo>
                <a:cubicBezTo>
                  <a:pt x="598513" y="247042"/>
                  <a:pt x="586406" y="293879"/>
                  <a:pt x="551096" y="317421"/>
                </a:cubicBezTo>
                <a:lnTo>
                  <a:pt x="479213" y="365348"/>
                </a:lnTo>
                <a:cubicBezTo>
                  <a:pt x="471226" y="377330"/>
                  <a:pt x="466497" y="392297"/>
                  <a:pt x="455253" y="401293"/>
                </a:cubicBezTo>
                <a:cubicBezTo>
                  <a:pt x="445392" y="409182"/>
                  <a:pt x="428241" y="404344"/>
                  <a:pt x="419312" y="413274"/>
                </a:cubicBezTo>
                <a:cubicBezTo>
                  <a:pt x="410382" y="422205"/>
                  <a:pt x="412979" y="437922"/>
                  <a:pt x="407331" y="449219"/>
                </a:cubicBezTo>
                <a:cubicBezTo>
                  <a:pt x="367998" y="527893"/>
                  <a:pt x="390314" y="433418"/>
                  <a:pt x="359410" y="557054"/>
                </a:cubicBezTo>
                <a:cubicBezTo>
                  <a:pt x="352713" y="583846"/>
                  <a:pt x="335138" y="659366"/>
                  <a:pt x="323469" y="676871"/>
                </a:cubicBezTo>
                <a:cubicBezTo>
                  <a:pt x="298506" y="714320"/>
                  <a:pt x="287648" y="729373"/>
                  <a:pt x="263567" y="772724"/>
                </a:cubicBezTo>
                <a:cubicBezTo>
                  <a:pt x="254894" y="788338"/>
                  <a:pt x="246642" y="804234"/>
                  <a:pt x="239607" y="820651"/>
                </a:cubicBezTo>
                <a:cubicBezTo>
                  <a:pt x="234632" y="832260"/>
                  <a:pt x="232060" y="844770"/>
                  <a:pt x="227626" y="856596"/>
                </a:cubicBezTo>
                <a:cubicBezTo>
                  <a:pt x="212443" y="897088"/>
                  <a:pt x="202559" y="914388"/>
                  <a:pt x="191685" y="952449"/>
                </a:cubicBezTo>
                <a:cubicBezTo>
                  <a:pt x="187162" y="968282"/>
                  <a:pt x="184228" y="984542"/>
                  <a:pt x="179705" y="1000375"/>
                </a:cubicBezTo>
                <a:cubicBezTo>
                  <a:pt x="170106" y="1033975"/>
                  <a:pt x="162016" y="1052302"/>
                  <a:pt x="143764" y="1084247"/>
                </a:cubicBezTo>
                <a:cubicBezTo>
                  <a:pt x="136620" y="1096750"/>
                  <a:pt x="126947" y="1107689"/>
                  <a:pt x="119803" y="1120192"/>
                </a:cubicBezTo>
                <a:cubicBezTo>
                  <a:pt x="110942" y="1135700"/>
                  <a:pt x="102877" y="1151702"/>
                  <a:pt x="95842" y="1168119"/>
                </a:cubicBezTo>
                <a:cubicBezTo>
                  <a:pt x="90867" y="1179728"/>
                  <a:pt x="90867" y="1193555"/>
                  <a:pt x="83862" y="1204064"/>
                </a:cubicBezTo>
                <a:cubicBezTo>
                  <a:pt x="74464" y="1218163"/>
                  <a:pt x="58767" y="1226992"/>
                  <a:pt x="47921" y="1240009"/>
                </a:cubicBezTo>
                <a:cubicBezTo>
                  <a:pt x="38703" y="1251072"/>
                  <a:pt x="31104" y="1263451"/>
                  <a:pt x="23960" y="1275954"/>
                </a:cubicBezTo>
                <a:cubicBezTo>
                  <a:pt x="15099" y="1291462"/>
                  <a:pt x="0" y="1323880"/>
                  <a:pt x="0" y="132388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39" name="Google Shape;1639;p23"/>
          <p:cNvSpPr/>
          <p:nvPr/>
        </p:nvSpPr>
        <p:spPr>
          <a:xfrm>
            <a:off x="1761111" y="3139194"/>
            <a:ext cx="886546" cy="1222129"/>
          </a:xfrm>
          <a:custGeom>
            <a:avLst/>
            <a:gdLst/>
            <a:ahLst/>
            <a:cxnLst/>
            <a:rect l="l" t="t" r="r" b="b"/>
            <a:pathLst>
              <a:path w="886546" h="1222129" extrusionOk="0">
                <a:moveTo>
                  <a:pt x="215646" y="0"/>
                </a:moveTo>
                <a:cubicBezTo>
                  <a:pt x="211653" y="27957"/>
                  <a:pt x="211096" y="56625"/>
                  <a:pt x="203666" y="83871"/>
                </a:cubicBezTo>
                <a:cubicBezTo>
                  <a:pt x="196651" y="109595"/>
                  <a:pt x="170758" y="145220"/>
                  <a:pt x="155745" y="167743"/>
                </a:cubicBezTo>
                <a:cubicBezTo>
                  <a:pt x="151751" y="183719"/>
                  <a:pt x="151128" y="200941"/>
                  <a:pt x="143764" y="215670"/>
                </a:cubicBezTo>
                <a:cubicBezTo>
                  <a:pt x="130886" y="241429"/>
                  <a:pt x="95843" y="287559"/>
                  <a:pt x="95843" y="287559"/>
                </a:cubicBezTo>
                <a:cubicBezTo>
                  <a:pt x="89765" y="311873"/>
                  <a:pt x="82192" y="347371"/>
                  <a:pt x="71882" y="371431"/>
                </a:cubicBezTo>
                <a:cubicBezTo>
                  <a:pt x="64847" y="387848"/>
                  <a:pt x="56782" y="403850"/>
                  <a:pt x="47921" y="419358"/>
                </a:cubicBezTo>
                <a:cubicBezTo>
                  <a:pt x="40777" y="431861"/>
                  <a:pt x="29809" y="442144"/>
                  <a:pt x="23961" y="455303"/>
                </a:cubicBezTo>
                <a:cubicBezTo>
                  <a:pt x="13703" y="478386"/>
                  <a:pt x="0" y="527193"/>
                  <a:pt x="0" y="527193"/>
                </a:cubicBezTo>
                <a:cubicBezTo>
                  <a:pt x="3993" y="611064"/>
                  <a:pt x="2708" y="695354"/>
                  <a:pt x="11980" y="778807"/>
                </a:cubicBezTo>
                <a:cubicBezTo>
                  <a:pt x="14769" y="803912"/>
                  <a:pt x="18081" y="832835"/>
                  <a:pt x="35941" y="850697"/>
                </a:cubicBezTo>
                <a:cubicBezTo>
                  <a:pt x="43928" y="858685"/>
                  <a:pt x="50216" y="868849"/>
                  <a:pt x="59902" y="874661"/>
                </a:cubicBezTo>
                <a:cubicBezTo>
                  <a:pt x="70731" y="881159"/>
                  <a:pt x="83863" y="882648"/>
                  <a:pt x="95843" y="886642"/>
                </a:cubicBezTo>
                <a:cubicBezTo>
                  <a:pt x="123797" y="882648"/>
                  <a:pt x="151661" y="877961"/>
                  <a:pt x="179705" y="874661"/>
                </a:cubicBezTo>
                <a:cubicBezTo>
                  <a:pt x="219564" y="869971"/>
                  <a:pt x="260403" y="871704"/>
                  <a:pt x="299509" y="862679"/>
                </a:cubicBezTo>
                <a:cubicBezTo>
                  <a:pt x="313539" y="859441"/>
                  <a:pt x="323470" y="846704"/>
                  <a:pt x="335450" y="838716"/>
                </a:cubicBezTo>
                <a:cubicBezTo>
                  <a:pt x="359364" y="766965"/>
                  <a:pt x="351094" y="808116"/>
                  <a:pt x="335450" y="682954"/>
                </a:cubicBezTo>
                <a:cubicBezTo>
                  <a:pt x="328107" y="624205"/>
                  <a:pt x="324382" y="614715"/>
                  <a:pt x="311489" y="563138"/>
                </a:cubicBezTo>
                <a:cubicBezTo>
                  <a:pt x="331314" y="721762"/>
                  <a:pt x="310824" y="608738"/>
                  <a:pt x="335450" y="694936"/>
                </a:cubicBezTo>
                <a:cubicBezTo>
                  <a:pt x="350157" y="746415"/>
                  <a:pt x="338966" y="738270"/>
                  <a:pt x="371391" y="778807"/>
                </a:cubicBezTo>
                <a:cubicBezTo>
                  <a:pt x="390903" y="803201"/>
                  <a:pt x="404600" y="808938"/>
                  <a:pt x="431293" y="826734"/>
                </a:cubicBezTo>
                <a:cubicBezTo>
                  <a:pt x="452591" y="858685"/>
                  <a:pt x="459263" y="873786"/>
                  <a:pt x="491194" y="898624"/>
                </a:cubicBezTo>
                <a:cubicBezTo>
                  <a:pt x="513925" y="916305"/>
                  <a:pt x="563076" y="946550"/>
                  <a:pt x="563076" y="946550"/>
                </a:cubicBezTo>
                <a:cubicBezTo>
                  <a:pt x="636835" y="1057199"/>
                  <a:pt x="542706" y="921083"/>
                  <a:pt x="610998" y="1006459"/>
                </a:cubicBezTo>
                <a:cubicBezTo>
                  <a:pt x="619993" y="1017704"/>
                  <a:pt x="625392" y="1031641"/>
                  <a:pt x="634958" y="1042404"/>
                </a:cubicBezTo>
                <a:cubicBezTo>
                  <a:pt x="657470" y="1067733"/>
                  <a:pt x="706841" y="1114294"/>
                  <a:pt x="706841" y="1114294"/>
                </a:cubicBezTo>
                <a:cubicBezTo>
                  <a:pt x="716585" y="1143529"/>
                  <a:pt x="719557" y="1162957"/>
                  <a:pt x="742782" y="1186184"/>
                </a:cubicBezTo>
                <a:cubicBezTo>
                  <a:pt x="752963" y="1196366"/>
                  <a:pt x="765844" y="1203707"/>
                  <a:pt x="778723" y="1210147"/>
                </a:cubicBezTo>
                <a:cubicBezTo>
                  <a:pt x="790018" y="1215795"/>
                  <a:pt x="802684" y="1218135"/>
                  <a:pt x="814664" y="1222129"/>
                </a:cubicBezTo>
                <a:cubicBezTo>
                  <a:pt x="830638" y="1218135"/>
                  <a:pt x="851870" y="1222649"/>
                  <a:pt x="862585" y="1210147"/>
                </a:cubicBezTo>
                <a:cubicBezTo>
                  <a:pt x="879022" y="1190968"/>
                  <a:pt x="886546" y="1138257"/>
                  <a:pt x="886546" y="1138257"/>
                </a:cubicBezTo>
                <a:cubicBezTo>
                  <a:pt x="882552" y="1122281"/>
                  <a:pt x="884851" y="1103189"/>
                  <a:pt x="874565" y="1090330"/>
                </a:cubicBezTo>
                <a:cubicBezTo>
                  <a:pt x="866677" y="1080468"/>
                  <a:pt x="849919" y="1083997"/>
                  <a:pt x="838624" y="1078349"/>
                </a:cubicBezTo>
                <a:cubicBezTo>
                  <a:pt x="825745" y="1071909"/>
                  <a:pt x="814663" y="1062373"/>
                  <a:pt x="802683" y="1054385"/>
                </a:cubicBezTo>
                <a:cubicBezTo>
                  <a:pt x="778622" y="1018289"/>
                  <a:pt x="773000" y="1013074"/>
                  <a:pt x="754762" y="970514"/>
                </a:cubicBezTo>
                <a:cubicBezTo>
                  <a:pt x="749787" y="958905"/>
                  <a:pt x="748915" y="945610"/>
                  <a:pt x="742782" y="934569"/>
                </a:cubicBezTo>
                <a:cubicBezTo>
                  <a:pt x="728797" y="909393"/>
                  <a:pt x="694860" y="862679"/>
                  <a:pt x="694860" y="862679"/>
                </a:cubicBezTo>
                <a:cubicBezTo>
                  <a:pt x="690867" y="798777"/>
                  <a:pt x="689582" y="734647"/>
                  <a:pt x="682880" y="670972"/>
                </a:cubicBezTo>
                <a:cubicBezTo>
                  <a:pt x="681558" y="658412"/>
                  <a:pt x="672975" y="647485"/>
                  <a:pt x="670899" y="635027"/>
                </a:cubicBezTo>
                <a:cubicBezTo>
                  <a:pt x="664954" y="599353"/>
                  <a:pt x="672349" y="560773"/>
                  <a:pt x="658919" y="527193"/>
                </a:cubicBezTo>
                <a:cubicBezTo>
                  <a:pt x="654229" y="515467"/>
                  <a:pt x="634958" y="519205"/>
                  <a:pt x="622978" y="515211"/>
                </a:cubicBezTo>
                <a:cubicBezTo>
                  <a:pt x="610998" y="503229"/>
                  <a:pt x="596435" y="493365"/>
                  <a:pt x="587037" y="479266"/>
                </a:cubicBezTo>
                <a:cubicBezTo>
                  <a:pt x="580032" y="468757"/>
                  <a:pt x="580705" y="454618"/>
                  <a:pt x="575057" y="443321"/>
                </a:cubicBezTo>
                <a:cubicBezTo>
                  <a:pt x="568618" y="430441"/>
                  <a:pt x="559083" y="419358"/>
                  <a:pt x="551096" y="407376"/>
                </a:cubicBezTo>
                <a:cubicBezTo>
                  <a:pt x="547256" y="392014"/>
                  <a:pt x="535731" y="340698"/>
                  <a:pt x="527135" y="323504"/>
                </a:cubicBezTo>
                <a:cubicBezTo>
                  <a:pt x="520696" y="310624"/>
                  <a:pt x="509023" y="300718"/>
                  <a:pt x="503175" y="287559"/>
                </a:cubicBezTo>
                <a:cubicBezTo>
                  <a:pt x="492917" y="264477"/>
                  <a:pt x="487201" y="239633"/>
                  <a:pt x="479214" y="215670"/>
                </a:cubicBezTo>
                <a:cubicBezTo>
                  <a:pt x="475221" y="203688"/>
                  <a:pt x="474239" y="190234"/>
                  <a:pt x="467234" y="179725"/>
                </a:cubicBezTo>
                <a:lnTo>
                  <a:pt x="443273" y="143780"/>
                </a:lnTo>
                <a:cubicBezTo>
                  <a:pt x="428767" y="100257"/>
                  <a:pt x="431293" y="120465"/>
                  <a:pt x="431293" y="83871"/>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40" name="Google Shape;1640;p23"/>
          <p:cNvSpPr/>
          <p:nvPr/>
        </p:nvSpPr>
        <p:spPr>
          <a:xfrm>
            <a:off x="1341799" y="2300478"/>
            <a:ext cx="587037" cy="1956084"/>
          </a:xfrm>
          <a:custGeom>
            <a:avLst/>
            <a:gdLst/>
            <a:ahLst/>
            <a:cxnLst/>
            <a:rect l="l" t="t" r="r" b="b"/>
            <a:pathLst>
              <a:path w="587037" h="1956084" extrusionOk="0">
                <a:moveTo>
                  <a:pt x="587037" y="850697"/>
                </a:moveTo>
                <a:cubicBezTo>
                  <a:pt x="579050" y="870667"/>
                  <a:pt x="570627" y="890467"/>
                  <a:pt x="563076" y="910606"/>
                </a:cubicBezTo>
                <a:cubicBezTo>
                  <a:pt x="558642" y="922432"/>
                  <a:pt x="556744" y="935254"/>
                  <a:pt x="551096" y="946551"/>
                </a:cubicBezTo>
                <a:cubicBezTo>
                  <a:pt x="544657" y="959431"/>
                  <a:pt x="535122" y="970514"/>
                  <a:pt x="527135" y="982496"/>
                </a:cubicBezTo>
                <a:cubicBezTo>
                  <a:pt x="523142" y="994478"/>
                  <a:pt x="521288" y="1007400"/>
                  <a:pt x="515155" y="1018441"/>
                </a:cubicBezTo>
                <a:cubicBezTo>
                  <a:pt x="501170" y="1043617"/>
                  <a:pt x="467233" y="1090330"/>
                  <a:pt x="467233" y="1090330"/>
                </a:cubicBezTo>
                <a:cubicBezTo>
                  <a:pt x="450022" y="1141971"/>
                  <a:pt x="444802" y="1154569"/>
                  <a:pt x="431292" y="1222129"/>
                </a:cubicBezTo>
                <a:cubicBezTo>
                  <a:pt x="427299" y="1242098"/>
                  <a:pt x="423891" y="1262194"/>
                  <a:pt x="419312" y="1282037"/>
                </a:cubicBezTo>
                <a:cubicBezTo>
                  <a:pt x="411907" y="1314128"/>
                  <a:pt x="395351" y="1377890"/>
                  <a:pt x="395351" y="1377890"/>
                </a:cubicBezTo>
                <a:cubicBezTo>
                  <a:pt x="391358" y="1413835"/>
                  <a:pt x="383371" y="1449559"/>
                  <a:pt x="383371" y="1485725"/>
                </a:cubicBezTo>
                <a:cubicBezTo>
                  <a:pt x="383371" y="1629467"/>
                  <a:pt x="385159" y="1575854"/>
                  <a:pt x="407332" y="1653468"/>
                </a:cubicBezTo>
                <a:cubicBezTo>
                  <a:pt x="443552" y="1780251"/>
                  <a:pt x="386319" y="1602403"/>
                  <a:pt x="443273" y="1773285"/>
                </a:cubicBezTo>
                <a:lnTo>
                  <a:pt x="455253" y="1809230"/>
                </a:lnTo>
                <a:cubicBezTo>
                  <a:pt x="432314" y="1946879"/>
                  <a:pt x="476100" y="1979633"/>
                  <a:pt x="347430" y="1941028"/>
                </a:cubicBezTo>
                <a:cubicBezTo>
                  <a:pt x="333638" y="1936890"/>
                  <a:pt x="323469" y="1925053"/>
                  <a:pt x="311489" y="1917065"/>
                </a:cubicBezTo>
                <a:cubicBezTo>
                  <a:pt x="302066" y="1888793"/>
                  <a:pt x="302957" y="1873603"/>
                  <a:pt x="275548" y="1857156"/>
                </a:cubicBezTo>
                <a:cubicBezTo>
                  <a:pt x="264719" y="1850658"/>
                  <a:pt x="251587" y="1849169"/>
                  <a:pt x="239607" y="1845175"/>
                </a:cubicBezTo>
                <a:cubicBezTo>
                  <a:pt x="227627" y="1837187"/>
                  <a:pt x="214727" y="1830430"/>
                  <a:pt x="203666" y="1821211"/>
                </a:cubicBezTo>
                <a:cubicBezTo>
                  <a:pt x="176637" y="1798684"/>
                  <a:pt x="160897" y="1779308"/>
                  <a:pt x="143764" y="1749322"/>
                </a:cubicBezTo>
                <a:cubicBezTo>
                  <a:pt x="134903" y="1733814"/>
                  <a:pt x="127790" y="1717371"/>
                  <a:pt x="119803" y="1701395"/>
                </a:cubicBezTo>
                <a:cubicBezTo>
                  <a:pt x="82368" y="1551633"/>
                  <a:pt x="130204" y="1737796"/>
                  <a:pt x="95843" y="1617523"/>
                </a:cubicBezTo>
                <a:cubicBezTo>
                  <a:pt x="91320" y="1601690"/>
                  <a:pt x="90348" y="1584733"/>
                  <a:pt x="83862" y="1569597"/>
                </a:cubicBezTo>
                <a:cubicBezTo>
                  <a:pt x="78190" y="1556362"/>
                  <a:pt x="67889" y="1545634"/>
                  <a:pt x="59902" y="1533652"/>
                </a:cubicBezTo>
                <a:cubicBezTo>
                  <a:pt x="51915" y="1493713"/>
                  <a:pt x="45818" y="1453349"/>
                  <a:pt x="35941" y="1413835"/>
                </a:cubicBezTo>
                <a:cubicBezTo>
                  <a:pt x="31948" y="1397860"/>
                  <a:pt x="27190" y="1382056"/>
                  <a:pt x="23961" y="1365909"/>
                </a:cubicBezTo>
                <a:cubicBezTo>
                  <a:pt x="2876" y="1260476"/>
                  <a:pt x="23315" y="1328028"/>
                  <a:pt x="0" y="1258074"/>
                </a:cubicBezTo>
                <a:cubicBezTo>
                  <a:pt x="3993" y="1210147"/>
                  <a:pt x="2549" y="1161453"/>
                  <a:pt x="11980" y="1114294"/>
                </a:cubicBezTo>
                <a:cubicBezTo>
                  <a:pt x="14804" y="1100174"/>
                  <a:pt x="31388" y="1092010"/>
                  <a:pt x="35941" y="1078349"/>
                </a:cubicBezTo>
                <a:cubicBezTo>
                  <a:pt x="49197" y="1038576"/>
                  <a:pt x="59027" y="873177"/>
                  <a:pt x="59902" y="862679"/>
                </a:cubicBezTo>
                <a:cubicBezTo>
                  <a:pt x="71882" y="870667"/>
                  <a:pt x="81724" y="889466"/>
                  <a:pt x="95843" y="886642"/>
                </a:cubicBezTo>
                <a:cubicBezTo>
                  <a:pt x="109963" y="883818"/>
                  <a:pt x="114747" y="864180"/>
                  <a:pt x="119803" y="850697"/>
                </a:cubicBezTo>
                <a:cubicBezTo>
                  <a:pt x="126953" y="831629"/>
                  <a:pt x="126845" y="810546"/>
                  <a:pt x="131784" y="790789"/>
                </a:cubicBezTo>
                <a:cubicBezTo>
                  <a:pt x="134847" y="778536"/>
                  <a:pt x="139771" y="766826"/>
                  <a:pt x="143764" y="754844"/>
                </a:cubicBezTo>
                <a:cubicBezTo>
                  <a:pt x="147757" y="670972"/>
                  <a:pt x="135381" y="584689"/>
                  <a:pt x="155744" y="503229"/>
                </a:cubicBezTo>
                <a:cubicBezTo>
                  <a:pt x="159737" y="487255"/>
                  <a:pt x="188939" y="522575"/>
                  <a:pt x="203666" y="515211"/>
                </a:cubicBezTo>
                <a:cubicBezTo>
                  <a:pt x="226538" y="503774"/>
                  <a:pt x="230638" y="469969"/>
                  <a:pt x="251587" y="455303"/>
                </a:cubicBezTo>
                <a:cubicBezTo>
                  <a:pt x="272278" y="440818"/>
                  <a:pt x="323469" y="431339"/>
                  <a:pt x="323469" y="431339"/>
                </a:cubicBezTo>
                <a:cubicBezTo>
                  <a:pt x="327463" y="403382"/>
                  <a:pt x="315482" y="367438"/>
                  <a:pt x="335450" y="347468"/>
                </a:cubicBezTo>
                <a:cubicBezTo>
                  <a:pt x="348079" y="334838"/>
                  <a:pt x="350222" y="410710"/>
                  <a:pt x="359410" y="395394"/>
                </a:cubicBezTo>
                <a:cubicBezTo>
                  <a:pt x="378016" y="364381"/>
                  <a:pt x="362620" y="322646"/>
                  <a:pt x="371391" y="287560"/>
                </a:cubicBezTo>
                <a:cubicBezTo>
                  <a:pt x="374883" y="273590"/>
                  <a:pt x="387364" y="263597"/>
                  <a:pt x="395351" y="251615"/>
                </a:cubicBezTo>
                <a:cubicBezTo>
                  <a:pt x="391358" y="235639"/>
                  <a:pt x="387894" y="219522"/>
                  <a:pt x="383371" y="203688"/>
                </a:cubicBezTo>
                <a:cubicBezTo>
                  <a:pt x="376355" y="179127"/>
                  <a:pt x="361193" y="144783"/>
                  <a:pt x="359410" y="119816"/>
                </a:cubicBezTo>
                <a:cubicBezTo>
                  <a:pt x="356565" y="79979"/>
                  <a:pt x="359410" y="39939"/>
                  <a:pt x="359410"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41" name="Google Shape;1641;p23"/>
          <p:cNvSpPr/>
          <p:nvPr/>
        </p:nvSpPr>
        <p:spPr>
          <a:xfrm>
            <a:off x="915664" y="1509689"/>
            <a:ext cx="581879" cy="2923523"/>
          </a:xfrm>
          <a:custGeom>
            <a:avLst/>
            <a:gdLst/>
            <a:ahLst/>
            <a:cxnLst/>
            <a:rect l="l" t="t" r="r" b="b"/>
            <a:pathLst>
              <a:path w="581879" h="2923523" extrusionOk="0">
                <a:moveTo>
                  <a:pt x="354253" y="2012918"/>
                </a:moveTo>
                <a:cubicBezTo>
                  <a:pt x="358246" y="2032887"/>
                  <a:pt x="360875" y="2053179"/>
                  <a:pt x="366233" y="2072826"/>
                </a:cubicBezTo>
                <a:cubicBezTo>
                  <a:pt x="372878" y="2097195"/>
                  <a:pt x="382207" y="2120753"/>
                  <a:pt x="390194" y="2144716"/>
                </a:cubicBezTo>
                <a:lnTo>
                  <a:pt x="426135" y="2252551"/>
                </a:lnTo>
                <a:lnTo>
                  <a:pt x="438115" y="2288496"/>
                </a:lnTo>
                <a:cubicBezTo>
                  <a:pt x="442109" y="2300478"/>
                  <a:pt x="447033" y="2312188"/>
                  <a:pt x="450096" y="2324441"/>
                </a:cubicBezTo>
                <a:cubicBezTo>
                  <a:pt x="468202" y="2396875"/>
                  <a:pt x="456868" y="2356740"/>
                  <a:pt x="486037" y="2444257"/>
                </a:cubicBezTo>
                <a:lnTo>
                  <a:pt x="498017" y="2480202"/>
                </a:lnTo>
                <a:cubicBezTo>
                  <a:pt x="502010" y="2492184"/>
                  <a:pt x="501067" y="2507216"/>
                  <a:pt x="509997" y="2516147"/>
                </a:cubicBezTo>
                <a:lnTo>
                  <a:pt x="533958" y="2540111"/>
                </a:lnTo>
                <a:lnTo>
                  <a:pt x="569899" y="2647945"/>
                </a:lnTo>
                <a:lnTo>
                  <a:pt x="581879" y="2683890"/>
                </a:lnTo>
                <a:cubicBezTo>
                  <a:pt x="577886" y="2715841"/>
                  <a:pt x="588363" y="2753364"/>
                  <a:pt x="569899" y="2779744"/>
                </a:cubicBezTo>
                <a:cubicBezTo>
                  <a:pt x="556856" y="2798379"/>
                  <a:pt x="486568" y="2800380"/>
                  <a:pt x="462076" y="2815689"/>
                </a:cubicBezTo>
                <a:cubicBezTo>
                  <a:pt x="430128" y="2835658"/>
                  <a:pt x="397580" y="2854697"/>
                  <a:pt x="366233" y="2875597"/>
                </a:cubicBezTo>
                <a:cubicBezTo>
                  <a:pt x="354253" y="2883585"/>
                  <a:pt x="343450" y="2893712"/>
                  <a:pt x="330292" y="2899560"/>
                </a:cubicBezTo>
                <a:cubicBezTo>
                  <a:pt x="307212" y="2909819"/>
                  <a:pt x="258410" y="2923523"/>
                  <a:pt x="258410" y="2923523"/>
                </a:cubicBezTo>
                <a:cubicBezTo>
                  <a:pt x="234085" y="2917441"/>
                  <a:pt x="198615" y="2909875"/>
                  <a:pt x="174548" y="2899560"/>
                </a:cubicBezTo>
                <a:cubicBezTo>
                  <a:pt x="70919" y="2855143"/>
                  <a:pt x="174973" y="2891715"/>
                  <a:pt x="90685" y="2863615"/>
                </a:cubicBezTo>
                <a:cubicBezTo>
                  <a:pt x="44894" y="2772024"/>
                  <a:pt x="84577" y="2863143"/>
                  <a:pt x="54744" y="2743799"/>
                </a:cubicBezTo>
                <a:cubicBezTo>
                  <a:pt x="48618" y="2719294"/>
                  <a:pt x="30783" y="2671909"/>
                  <a:pt x="30783" y="2671909"/>
                </a:cubicBezTo>
                <a:cubicBezTo>
                  <a:pt x="-19337" y="2371146"/>
                  <a:pt x="6823" y="2549990"/>
                  <a:pt x="6823" y="1881119"/>
                </a:cubicBezTo>
                <a:cubicBezTo>
                  <a:pt x="6823" y="1697357"/>
                  <a:pt x="14810" y="1513682"/>
                  <a:pt x="18803" y="1329963"/>
                </a:cubicBezTo>
                <a:cubicBezTo>
                  <a:pt x="9037" y="1066244"/>
                  <a:pt x="-2399" y="1010688"/>
                  <a:pt x="18803" y="766826"/>
                </a:cubicBezTo>
                <a:cubicBezTo>
                  <a:pt x="19897" y="754244"/>
                  <a:pt x="27720" y="743134"/>
                  <a:pt x="30783" y="730881"/>
                </a:cubicBezTo>
                <a:cubicBezTo>
                  <a:pt x="35722" y="711124"/>
                  <a:pt x="37406" y="690620"/>
                  <a:pt x="42764" y="670972"/>
                </a:cubicBezTo>
                <a:cubicBezTo>
                  <a:pt x="49409" y="646603"/>
                  <a:pt x="60598" y="623587"/>
                  <a:pt x="66724" y="599082"/>
                </a:cubicBezTo>
                <a:cubicBezTo>
                  <a:pt x="70718" y="583107"/>
                  <a:pt x="71341" y="565885"/>
                  <a:pt x="78705" y="551156"/>
                </a:cubicBezTo>
                <a:cubicBezTo>
                  <a:pt x="83756" y="541052"/>
                  <a:pt x="94679" y="535180"/>
                  <a:pt x="102666" y="527192"/>
                </a:cubicBezTo>
                <a:cubicBezTo>
                  <a:pt x="106659" y="515210"/>
                  <a:pt x="111323" y="503432"/>
                  <a:pt x="114646" y="491247"/>
                </a:cubicBezTo>
                <a:cubicBezTo>
                  <a:pt x="123311" y="459473"/>
                  <a:pt x="128194" y="426639"/>
                  <a:pt x="138607" y="395394"/>
                </a:cubicBezTo>
                <a:cubicBezTo>
                  <a:pt x="142600" y="383412"/>
                  <a:pt x="144939" y="370746"/>
                  <a:pt x="150587" y="359449"/>
                </a:cubicBezTo>
                <a:cubicBezTo>
                  <a:pt x="157026" y="346569"/>
                  <a:pt x="166561" y="335486"/>
                  <a:pt x="174548" y="323504"/>
                </a:cubicBezTo>
                <a:cubicBezTo>
                  <a:pt x="204660" y="233155"/>
                  <a:pt x="164040" y="344522"/>
                  <a:pt x="210489" y="251614"/>
                </a:cubicBezTo>
                <a:cubicBezTo>
                  <a:pt x="216137" y="240317"/>
                  <a:pt x="217243" y="227167"/>
                  <a:pt x="222469" y="215669"/>
                </a:cubicBezTo>
                <a:cubicBezTo>
                  <a:pt x="237249" y="183149"/>
                  <a:pt x="259094" y="153705"/>
                  <a:pt x="270390" y="119816"/>
                </a:cubicBezTo>
                <a:cubicBezTo>
                  <a:pt x="298488" y="35518"/>
                  <a:pt x="261918" y="139585"/>
                  <a:pt x="306331" y="35945"/>
                </a:cubicBezTo>
                <a:cubicBezTo>
                  <a:pt x="311306" y="24336"/>
                  <a:pt x="318312" y="0"/>
                  <a:pt x="318312"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42" name="Google Shape;1642;p23"/>
          <p:cNvSpPr txBox="1"/>
          <p:nvPr/>
        </p:nvSpPr>
        <p:spPr>
          <a:xfrm>
            <a:off x="1002902" y="5544235"/>
            <a:ext cx="1189392" cy="5539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Amygdaloid</a:t>
            </a:r>
            <a:endParaRPr sz="1500" b="1" i="0" u="none" strike="noStrike" cap="none">
              <a:solidFill>
                <a:srgbClr val="3CFF4A"/>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       nucleus</a:t>
            </a:r>
            <a:endParaRPr sz="1400" b="0" i="0" u="none" strike="noStrike" cap="none">
              <a:solidFill>
                <a:srgbClr val="000000"/>
              </a:solidFill>
              <a:latin typeface="Arial"/>
              <a:ea typeface="Arial"/>
              <a:cs typeface="Arial"/>
              <a:sym typeface="Arial"/>
            </a:endParaRPr>
          </a:p>
        </p:txBody>
      </p:sp>
      <p:sp>
        <p:nvSpPr>
          <p:cNvPr id="1643" name="Google Shape;1643;p23"/>
          <p:cNvSpPr txBox="1"/>
          <p:nvPr/>
        </p:nvSpPr>
        <p:spPr>
          <a:xfrm>
            <a:off x="3931230" y="6230035"/>
            <a:ext cx="640770"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OpTr</a:t>
            </a:r>
            <a:endParaRPr sz="1500" b="1" i="0" u="none" strike="noStrike" cap="none">
              <a:solidFill>
                <a:srgbClr val="3CFF4A"/>
              </a:solidFill>
              <a:latin typeface="Times"/>
              <a:ea typeface="Times"/>
              <a:cs typeface="Times"/>
              <a:sym typeface="Times"/>
            </a:endParaRPr>
          </a:p>
        </p:txBody>
      </p:sp>
      <p:sp>
        <p:nvSpPr>
          <p:cNvPr id="1644" name="Google Shape;1644;p23"/>
          <p:cNvSpPr txBox="1"/>
          <p:nvPr/>
        </p:nvSpPr>
        <p:spPr>
          <a:xfrm>
            <a:off x="-1899" y="4343400"/>
            <a:ext cx="1172116" cy="5539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Anterior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commissure</a:t>
            </a:r>
            <a:endParaRPr sz="1400" b="0" i="0" u="none" strike="noStrike" cap="none">
              <a:solidFill>
                <a:srgbClr val="000000"/>
              </a:solidFill>
              <a:latin typeface="Arial"/>
              <a:ea typeface="Arial"/>
              <a:cs typeface="Arial"/>
              <a:sym typeface="Arial"/>
            </a:endParaRPr>
          </a:p>
        </p:txBody>
      </p:sp>
      <p:sp>
        <p:nvSpPr>
          <p:cNvPr id="1645" name="Google Shape;1645;p23"/>
          <p:cNvSpPr/>
          <p:nvPr/>
        </p:nvSpPr>
        <p:spPr>
          <a:xfrm>
            <a:off x="1173867" y="4325378"/>
            <a:ext cx="551303" cy="479266"/>
          </a:xfrm>
          <a:custGeom>
            <a:avLst/>
            <a:gdLst/>
            <a:ahLst/>
            <a:cxnLst/>
            <a:rect l="l" t="t" r="r" b="b"/>
            <a:pathLst>
              <a:path w="551303" h="479266" extrusionOk="0">
                <a:moveTo>
                  <a:pt x="503382" y="71890"/>
                </a:moveTo>
                <a:cubicBezTo>
                  <a:pt x="327758" y="42615"/>
                  <a:pt x="509381" y="87204"/>
                  <a:pt x="395558" y="23963"/>
                </a:cubicBezTo>
                <a:cubicBezTo>
                  <a:pt x="373480" y="11696"/>
                  <a:pt x="323676" y="0"/>
                  <a:pt x="323676" y="0"/>
                </a:cubicBezTo>
                <a:cubicBezTo>
                  <a:pt x="263774" y="3994"/>
                  <a:pt x="202213" y="-2581"/>
                  <a:pt x="143971" y="11981"/>
                </a:cubicBezTo>
                <a:cubicBezTo>
                  <a:pt x="131719" y="15044"/>
                  <a:pt x="140921" y="38995"/>
                  <a:pt x="131991" y="47926"/>
                </a:cubicBezTo>
                <a:cubicBezTo>
                  <a:pt x="123062" y="56856"/>
                  <a:pt x="108030" y="55914"/>
                  <a:pt x="96050" y="59908"/>
                </a:cubicBezTo>
                <a:cubicBezTo>
                  <a:pt x="74962" y="123174"/>
                  <a:pt x="91074" y="85345"/>
                  <a:pt x="36148" y="167743"/>
                </a:cubicBezTo>
                <a:lnTo>
                  <a:pt x="12187" y="203688"/>
                </a:lnTo>
                <a:cubicBezTo>
                  <a:pt x="-4112" y="252592"/>
                  <a:pt x="-4013" y="230853"/>
                  <a:pt x="12187" y="287559"/>
                </a:cubicBezTo>
                <a:cubicBezTo>
                  <a:pt x="15656" y="299703"/>
                  <a:pt x="15238" y="314573"/>
                  <a:pt x="24168" y="323504"/>
                </a:cubicBezTo>
                <a:cubicBezTo>
                  <a:pt x="44530" y="343868"/>
                  <a:pt x="72089" y="355455"/>
                  <a:pt x="96050" y="371431"/>
                </a:cubicBezTo>
                <a:cubicBezTo>
                  <a:pt x="141391" y="401662"/>
                  <a:pt x="121809" y="385211"/>
                  <a:pt x="155952" y="419358"/>
                </a:cubicBezTo>
                <a:cubicBezTo>
                  <a:pt x="159945" y="431339"/>
                  <a:pt x="157656" y="447961"/>
                  <a:pt x="167932" y="455302"/>
                </a:cubicBezTo>
                <a:cubicBezTo>
                  <a:pt x="188484" y="469983"/>
                  <a:pt x="239814" y="479266"/>
                  <a:pt x="239814" y="479266"/>
                </a:cubicBezTo>
                <a:cubicBezTo>
                  <a:pt x="287735" y="475272"/>
                  <a:pt x="336145" y="475190"/>
                  <a:pt x="383578" y="467284"/>
                </a:cubicBezTo>
                <a:cubicBezTo>
                  <a:pt x="408491" y="463131"/>
                  <a:pt x="455460" y="443321"/>
                  <a:pt x="455460" y="443321"/>
                </a:cubicBezTo>
                <a:cubicBezTo>
                  <a:pt x="463447" y="431339"/>
                  <a:pt x="470203" y="418439"/>
                  <a:pt x="479421" y="407376"/>
                </a:cubicBezTo>
                <a:cubicBezTo>
                  <a:pt x="490267" y="394359"/>
                  <a:pt x="505964" y="385530"/>
                  <a:pt x="515362" y="371431"/>
                </a:cubicBezTo>
                <a:cubicBezTo>
                  <a:pt x="522367" y="360922"/>
                  <a:pt x="524603" y="347815"/>
                  <a:pt x="527342" y="335486"/>
                </a:cubicBezTo>
                <a:cubicBezTo>
                  <a:pt x="555455" y="208964"/>
                  <a:pt x="524334" y="308568"/>
                  <a:pt x="551303" y="227651"/>
                </a:cubicBezTo>
                <a:cubicBezTo>
                  <a:pt x="547310" y="179724"/>
                  <a:pt x="553465" y="129837"/>
                  <a:pt x="539323" y="83871"/>
                </a:cubicBezTo>
                <a:cubicBezTo>
                  <a:pt x="535610" y="71801"/>
                  <a:pt x="515524" y="75360"/>
                  <a:pt x="503382" y="71890"/>
                </a:cubicBezTo>
                <a:cubicBezTo>
                  <a:pt x="487550" y="67366"/>
                  <a:pt x="471534" y="63480"/>
                  <a:pt x="455460" y="59908"/>
                </a:cubicBezTo>
                <a:cubicBezTo>
                  <a:pt x="388150" y="44948"/>
                  <a:pt x="410475" y="62844"/>
                  <a:pt x="383578" y="35945"/>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46" name="Google Shape;1646;p23"/>
          <p:cNvSpPr/>
          <p:nvPr/>
        </p:nvSpPr>
        <p:spPr>
          <a:xfrm>
            <a:off x="2396069" y="982496"/>
            <a:ext cx="311865" cy="1857156"/>
          </a:xfrm>
          <a:custGeom>
            <a:avLst/>
            <a:gdLst/>
            <a:ahLst/>
            <a:cxnLst/>
            <a:rect l="l" t="t" r="r" b="b"/>
            <a:pathLst>
              <a:path w="311865" h="1857156" extrusionOk="0">
                <a:moveTo>
                  <a:pt x="311489" y="0"/>
                </a:moveTo>
                <a:cubicBezTo>
                  <a:pt x="247312" y="160464"/>
                  <a:pt x="346275" y="-64164"/>
                  <a:pt x="215647" y="131798"/>
                </a:cubicBezTo>
                <a:cubicBezTo>
                  <a:pt x="192088" y="167140"/>
                  <a:pt x="190336" y="174859"/>
                  <a:pt x="155745" y="203688"/>
                </a:cubicBezTo>
                <a:cubicBezTo>
                  <a:pt x="65070" y="279259"/>
                  <a:pt x="165551" y="181898"/>
                  <a:pt x="95843" y="251615"/>
                </a:cubicBezTo>
                <a:cubicBezTo>
                  <a:pt x="61904" y="353442"/>
                  <a:pt x="109238" y="229286"/>
                  <a:pt x="59902" y="311523"/>
                </a:cubicBezTo>
                <a:cubicBezTo>
                  <a:pt x="7889" y="398222"/>
                  <a:pt x="103372" y="292012"/>
                  <a:pt x="11981" y="383413"/>
                </a:cubicBezTo>
                <a:cubicBezTo>
                  <a:pt x="7987" y="395395"/>
                  <a:pt x="0" y="406728"/>
                  <a:pt x="0" y="419358"/>
                </a:cubicBezTo>
                <a:cubicBezTo>
                  <a:pt x="0" y="473829"/>
                  <a:pt x="5868" y="580662"/>
                  <a:pt x="23961" y="647009"/>
                </a:cubicBezTo>
                <a:cubicBezTo>
                  <a:pt x="30606" y="671378"/>
                  <a:pt x="39935" y="694936"/>
                  <a:pt x="47922" y="718899"/>
                </a:cubicBezTo>
                <a:lnTo>
                  <a:pt x="59902" y="754844"/>
                </a:lnTo>
                <a:lnTo>
                  <a:pt x="71883" y="790789"/>
                </a:lnTo>
                <a:cubicBezTo>
                  <a:pt x="75876" y="814752"/>
                  <a:pt x="79518" y="838777"/>
                  <a:pt x="83863" y="862679"/>
                </a:cubicBezTo>
                <a:cubicBezTo>
                  <a:pt x="87505" y="882715"/>
                  <a:pt x="94219" y="902287"/>
                  <a:pt x="95843" y="922587"/>
                </a:cubicBezTo>
                <a:cubicBezTo>
                  <a:pt x="126978" y="1311811"/>
                  <a:pt x="67983" y="1061260"/>
                  <a:pt x="131784" y="1210147"/>
                </a:cubicBezTo>
                <a:cubicBezTo>
                  <a:pt x="136759" y="1221756"/>
                  <a:pt x="136760" y="1235583"/>
                  <a:pt x="143765" y="1246092"/>
                </a:cubicBezTo>
                <a:cubicBezTo>
                  <a:pt x="153163" y="1260190"/>
                  <a:pt x="167726" y="1270055"/>
                  <a:pt x="179706" y="1282037"/>
                </a:cubicBezTo>
                <a:cubicBezTo>
                  <a:pt x="207181" y="1364475"/>
                  <a:pt x="176571" y="1264798"/>
                  <a:pt x="203666" y="1413835"/>
                </a:cubicBezTo>
                <a:cubicBezTo>
                  <a:pt x="205925" y="1426261"/>
                  <a:pt x="211653" y="1437798"/>
                  <a:pt x="215647" y="1449780"/>
                </a:cubicBezTo>
                <a:cubicBezTo>
                  <a:pt x="219640" y="1477737"/>
                  <a:pt x="222089" y="1505959"/>
                  <a:pt x="227627" y="1533652"/>
                </a:cubicBezTo>
                <a:cubicBezTo>
                  <a:pt x="230104" y="1546036"/>
                  <a:pt x="237348" y="1557171"/>
                  <a:pt x="239607" y="1569597"/>
                </a:cubicBezTo>
                <a:cubicBezTo>
                  <a:pt x="256744" y="1663861"/>
                  <a:pt x="247279" y="1675540"/>
                  <a:pt x="263568" y="1773285"/>
                </a:cubicBezTo>
                <a:cubicBezTo>
                  <a:pt x="265644" y="1785743"/>
                  <a:pt x="267659" y="1799367"/>
                  <a:pt x="275548" y="1809230"/>
                </a:cubicBezTo>
                <a:cubicBezTo>
                  <a:pt x="318135" y="1862470"/>
                  <a:pt x="311489" y="1805011"/>
                  <a:pt x="311489" y="1857156"/>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47" name="Google Shape;1647;p23"/>
          <p:cNvSpPr/>
          <p:nvPr/>
        </p:nvSpPr>
        <p:spPr>
          <a:xfrm>
            <a:off x="3851044" y="5739213"/>
            <a:ext cx="456193" cy="851887"/>
          </a:xfrm>
          <a:custGeom>
            <a:avLst/>
            <a:gdLst/>
            <a:ahLst/>
            <a:cxnLst/>
            <a:rect l="l" t="t" r="r" b="b"/>
            <a:pathLst>
              <a:path w="456193" h="851887" extrusionOk="0">
                <a:moveTo>
                  <a:pt x="114451" y="131798"/>
                </a:moveTo>
                <a:cubicBezTo>
                  <a:pt x="110458" y="111829"/>
                  <a:pt x="107829" y="91537"/>
                  <a:pt x="102471" y="71890"/>
                </a:cubicBezTo>
                <a:cubicBezTo>
                  <a:pt x="95826" y="47521"/>
                  <a:pt x="78510" y="0"/>
                  <a:pt x="78510" y="0"/>
                </a:cubicBezTo>
                <a:cubicBezTo>
                  <a:pt x="-45688" y="24843"/>
                  <a:pt x="9408" y="-6745"/>
                  <a:pt x="30588" y="215670"/>
                </a:cubicBezTo>
                <a:cubicBezTo>
                  <a:pt x="32149" y="232063"/>
                  <a:pt x="37838" y="247823"/>
                  <a:pt x="42569" y="263596"/>
                </a:cubicBezTo>
                <a:cubicBezTo>
                  <a:pt x="49827" y="287790"/>
                  <a:pt x="66530" y="335486"/>
                  <a:pt x="66530" y="335486"/>
                </a:cubicBezTo>
                <a:cubicBezTo>
                  <a:pt x="74517" y="479266"/>
                  <a:pt x="71707" y="624055"/>
                  <a:pt x="90490" y="766826"/>
                </a:cubicBezTo>
                <a:cubicBezTo>
                  <a:pt x="92368" y="781102"/>
                  <a:pt x="113273" y="784941"/>
                  <a:pt x="126431" y="790789"/>
                </a:cubicBezTo>
                <a:cubicBezTo>
                  <a:pt x="149511" y="801048"/>
                  <a:pt x="174352" y="806764"/>
                  <a:pt x="198313" y="814752"/>
                </a:cubicBezTo>
                <a:lnTo>
                  <a:pt x="234254" y="826734"/>
                </a:lnTo>
                <a:lnTo>
                  <a:pt x="270195" y="838716"/>
                </a:lnTo>
                <a:lnTo>
                  <a:pt x="306136" y="850697"/>
                </a:lnTo>
                <a:cubicBezTo>
                  <a:pt x="354058" y="846703"/>
                  <a:pt x="407686" y="861745"/>
                  <a:pt x="449901" y="838716"/>
                </a:cubicBezTo>
                <a:cubicBezTo>
                  <a:pt x="467779" y="828964"/>
                  <a:pt x="442337" y="798688"/>
                  <a:pt x="437920" y="778808"/>
                </a:cubicBezTo>
                <a:cubicBezTo>
                  <a:pt x="425026" y="720778"/>
                  <a:pt x="432820" y="741202"/>
                  <a:pt x="401979" y="694936"/>
                </a:cubicBezTo>
                <a:cubicBezTo>
                  <a:pt x="397986" y="678960"/>
                  <a:pt x="392944" y="663211"/>
                  <a:pt x="389999" y="647009"/>
                </a:cubicBezTo>
                <a:cubicBezTo>
                  <a:pt x="384948" y="619224"/>
                  <a:pt x="386133" y="590188"/>
                  <a:pt x="378019" y="563138"/>
                </a:cubicBezTo>
                <a:cubicBezTo>
                  <a:pt x="366150" y="523570"/>
                  <a:pt x="349839" y="532845"/>
                  <a:pt x="330097" y="503229"/>
                </a:cubicBezTo>
                <a:cubicBezTo>
                  <a:pt x="250121" y="383253"/>
                  <a:pt x="347399" y="515207"/>
                  <a:pt x="294156" y="419358"/>
                </a:cubicBezTo>
                <a:cubicBezTo>
                  <a:pt x="280171" y="394182"/>
                  <a:pt x="262209" y="371431"/>
                  <a:pt x="246235" y="347468"/>
                </a:cubicBezTo>
                <a:lnTo>
                  <a:pt x="222274" y="311523"/>
                </a:lnTo>
                <a:cubicBezTo>
                  <a:pt x="214287" y="287560"/>
                  <a:pt x="216173" y="257495"/>
                  <a:pt x="198313" y="239633"/>
                </a:cubicBezTo>
                <a:lnTo>
                  <a:pt x="126431" y="167743"/>
                </a:lnTo>
                <a:lnTo>
                  <a:pt x="102471" y="95853"/>
                </a:lnTo>
                <a:cubicBezTo>
                  <a:pt x="88705" y="54551"/>
                  <a:pt x="99420" y="68838"/>
                  <a:pt x="78510" y="47927"/>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48" name="Google Shape;1648;p23"/>
          <p:cNvSpPr/>
          <p:nvPr/>
        </p:nvSpPr>
        <p:spPr>
          <a:xfrm>
            <a:off x="934467" y="4457176"/>
            <a:ext cx="1821013" cy="1761303"/>
          </a:xfrm>
          <a:custGeom>
            <a:avLst/>
            <a:gdLst/>
            <a:ahLst/>
            <a:cxnLst/>
            <a:rect l="l" t="t" r="r" b="b"/>
            <a:pathLst>
              <a:path w="1821013" h="1761303" extrusionOk="0">
                <a:moveTo>
                  <a:pt x="0" y="0"/>
                </a:moveTo>
                <a:cubicBezTo>
                  <a:pt x="3993" y="235639"/>
                  <a:pt x="1744" y="471467"/>
                  <a:pt x="11980" y="706917"/>
                </a:cubicBezTo>
                <a:cubicBezTo>
                  <a:pt x="13749" y="747608"/>
                  <a:pt x="27954" y="786795"/>
                  <a:pt x="35941" y="826734"/>
                </a:cubicBezTo>
                <a:cubicBezTo>
                  <a:pt x="52683" y="910453"/>
                  <a:pt x="44575" y="866568"/>
                  <a:pt x="59902" y="958532"/>
                </a:cubicBezTo>
                <a:cubicBezTo>
                  <a:pt x="63895" y="1106306"/>
                  <a:pt x="56801" y="1254797"/>
                  <a:pt x="71882" y="1401853"/>
                </a:cubicBezTo>
                <a:cubicBezTo>
                  <a:pt x="73351" y="1416177"/>
                  <a:pt x="94031" y="1421679"/>
                  <a:pt x="107823" y="1425817"/>
                </a:cubicBezTo>
                <a:cubicBezTo>
                  <a:pt x="134870" y="1433932"/>
                  <a:pt x="163696" y="1434066"/>
                  <a:pt x="191686" y="1437798"/>
                </a:cubicBezTo>
                <a:lnTo>
                  <a:pt x="287528" y="1449780"/>
                </a:lnTo>
                <a:cubicBezTo>
                  <a:pt x="332721" y="1464847"/>
                  <a:pt x="354163" y="1468492"/>
                  <a:pt x="395352" y="1509688"/>
                </a:cubicBezTo>
                <a:cubicBezTo>
                  <a:pt x="403339" y="1517676"/>
                  <a:pt x="409209" y="1528600"/>
                  <a:pt x="419312" y="1533652"/>
                </a:cubicBezTo>
                <a:cubicBezTo>
                  <a:pt x="434039" y="1541016"/>
                  <a:pt x="451402" y="1541109"/>
                  <a:pt x="467234" y="1545633"/>
                </a:cubicBezTo>
                <a:cubicBezTo>
                  <a:pt x="479377" y="1549103"/>
                  <a:pt x="491032" y="1554145"/>
                  <a:pt x="503175" y="1557615"/>
                </a:cubicBezTo>
                <a:cubicBezTo>
                  <a:pt x="519007" y="1562139"/>
                  <a:pt x="535264" y="1565073"/>
                  <a:pt x="551096" y="1569597"/>
                </a:cubicBezTo>
                <a:cubicBezTo>
                  <a:pt x="563238" y="1573067"/>
                  <a:pt x="574709" y="1578838"/>
                  <a:pt x="587037" y="1581578"/>
                </a:cubicBezTo>
                <a:cubicBezTo>
                  <a:pt x="648158" y="1595162"/>
                  <a:pt x="703897" y="1597344"/>
                  <a:pt x="766742" y="1605542"/>
                </a:cubicBezTo>
                <a:cubicBezTo>
                  <a:pt x="822744" y="1612847"/>
                  <a:pt x="878760" y="1620219"/>
                  <a:pt x="934467" y="1629505"/>
                </a:cubicBezTo>
                <a:cubicBezTo>
                  <a:pt x="958428" y="1633499"/>
                  <a:pt x="982783" y="1635595"/>
                  <a:pt x="1006349" y="1641487"/>
                </a:cubicBezTo>
                <a:cubicBezTo>
                  <a:pt x="1030852" y="1647613"/>
                  <a:pt x="1054270" y="1657462"/>
                  <a:pt x="1078231" y="1665450"/>
                </a:cubicBezTo>
                <a:cubicBezTo>
                  <a:pt x="1090211" y="1669444"/>
                  <a:pt x="1101715" y="1675356"/>
                  <a:pt x="1114172" y="1677432"/>
                </a:cubicBezTo>
                <a:lnTo>
                  <a:pt x="1186054" y="1689413"/>
                </a:lnTo>
                <a:cubicBezTo>
                  <a:pt x="1263010" y="1715069"/>
                  <a:pt x="1229059" y="1705826"/>
                  <a:pt x="1365760" y="1725358"/>
                </a:cubicBezTo>
                <a:cubicBezTo>
                  <a:pt x="1428554" y="1734330"/>
                  <a:pt x="1460578" y="1738243"/>
                  <a:pt x="1521504" y="1749321"/>
                </a:cubicBezTo>
                <a:cubicBezTo>
                  <a:pt x="1541538" y="1752964"/>
                  <a:pt x="1561439" y="1757309"/>
                  <a:pt x="1581406" y="1761303"/>
                </a:cubicBezTo>
                <a:cubicBezTo>
                  <a:pt x="1609360" y="1757309"/>
                  <a:pt x="1640012" y="1761950"/>
                  <a:pt x="1665268" y="1749321"/>
                </a:cubicBezTo>
                <a:cubicBezTo>
                  <a:pt x="1676564" y="1743673"/>
                  <a:pt x="1677249" y="1726006"/>
                  <a:pt x="1677249" y="1713377"/>
                </a:cubicBezTo>
                <a:cubicBezTo>
                  <a:pt x="1677249" y="1621593"/>
                  <a:pt x="1685903" y="1636384"/>
                  <a:pt x="1629327" y="1617523"/>
                </a:cubicBezTo>
                <a:cubicBezTo>
                  <a:pt x="1598316" y="1586509"/>
                  <a:pt x="1564496" y="1547985"/>
                  <a:pt x="1521504" y="1533652"/>
                </a:cubicBezTo>
                <a:lnTo>
                  <a:pt x="1485563" y="1521670"/>
                </a:lnTo>
                <a:cubicBezTo>
                  <a:pt x="1473583" y="1509688"/>
                  <a:pt x="1462638" y="1496573"/>
                  <a:pt x="1449622" y="1485725"/>
                </a:cubicBezTo>
                <a:cubicBezTo>
                  <a:pt x="1438561" y="1476506"/>
                  <a:pt x="1423862" y="1471944"/>
                  <a:pt x="1413681" y="1461762"/>
                </a:cubicBezTo>
                <a:cubicBezTo>
                  <a:pt x="1403499" y="1451579"/>
                  <a:pt x="1399286" y="1436580"/>
                  <a:pt x="1389720" y="1425817"/>
                </a:cubicBezTo>
                <a:cubicBezTo>
                  <a:pt x="1367208" y="1400488"/>
                  <a:pt x="1317838" y="1353927"/>
                  <a:pt x="1317838" y="1353927"/>
                </a:cubicBezTo>
                <a:cubicBezTo>
                  <a:pt x="1321832" y="1329964"/>
                  <a:pt x="1313822" y="1300321"/>
                  <a:pt x="1329819" y="1282037"/>
                </a:cubicBezTo>
                <a:cubicBezTo>
                  <a:pt x="1346450" y="1263028"/>
                  <a:pt x="1376483" y="1259475"/>
                  <a:pt x="1401701" y="1258074"/>
                </a:cubicBezTo>
                <a:lnTo>
                  <a:pt x="1617347" y="1246092"/>
                </a:lnTo>
                <a:cubicBezTo>
                  <a:pt x="1621340" y="1234110"/>
                  <a:pt x="1629327" y="1222777"/>
                  <a:pt x="1629327" y="1210147"/>
                </a:cubicBezTo>
                <a:cubicBezTo>
                  <a:pt x="1629327" y="1185343"/>
                  <a:pt x="1605502" y="1156433"/>
                  <a:pt x="1593386" y="1138257"/>
                </a:cubicBezTo>
                <a:cubicBezTo>
                  <a:pt x="1563273" y="1047906"/>
                  <a:pt x="1607397" y="1155772"/>
                  <a:pt x="1545465" y="1078349"/>
                </a:cubicBezTo>
                <a:cubicBezTo>
                  <a:pt x="1537576" y="1068486"/>
                  <a:pt x="1542415" y="1051335"/>
                  <a:pt x="1533485" y="1042404"/>
                </a:cubicBezTo>
                <a:cubicBezTo>
                  <a:pt x="1513123" y="1022039"/>
                  <a:pt x="1485563" y="1010453"/>
                  <a:pt x="1461602" y="994477"/>
                </a:cubicBezTo>
                <a:cubicBezTo>
                  <a:pt x="1415154" y="963509"/>
                  <a:pt x="1439321" y="975068"/>
                  <a:pt x="1389720" y="958532"/>
                </a:cubicBezTo>
                <a:cubicBezTo>
                  <a:pt x="1365759" y="962526"/>
                  <a:pt x="1339564" y="959650"/>
                  <a:pt x="1317838" y="970514"/>
                </a:cubicBezTo>
                <a:cubicBezTo>
                  <a:pt x="1304959" y="976954"/>
                  <a:pt x="1305122" y="997463"/>
                  <a:pt x="1293878" y="1006459"/>
                </a:cubicBezTo>
                <a:cubicBezTo>
                  <a:pt x="1284017" y="1014349"/>
                  <a:pt x="1268976" y="1012308"/>
                  <a:pt x="1257937" y="1018441"/>
                </a:cubicBezTo>
                <a:cubicBezTo>
                  <a:pt x="1232763" y="1032428"/>
                  <a:pt x="1213374" y="1057259"/>
                  <a:pt x="1186054" y="1066367"/>
                </a:cubicBezTo>
                <a:lnTo>
                  <a:pt x="1114172" y="1090330"/>
                </a:lnTo>
                <a:cubicBezTo>
                  <a:pt x="1046283" y="1086336"/>
                  <a:pt x="977941" y="1087146"/>
                  <a:pt x="910506" y="1078349"/>
                </a:cubicBezTo>
                <a:cubicBezTo>
                  <a:pt x="885461" y="1075082"/>
                  <a:pt x="838624" y="1054385"/>
                  <a:pt x="838624" y="1054385"/>
                </a:cubicBezTo>
                <a:cubicBezTo>
                  <a:pt x="768541" y="984294"/>
                  <a:pt x="794386" y="1017974"/>
                  <a:pt x="754762" y="958532"/>
                </a:cubicBezTo>
                <a:cubicBezTo>
                  <a:pt x="758755" y="914599"/>
                  <a:pt x="757500" y="869869"/>
                  <a:pt x="766742" y="826734"/>
                </a:cubicBezTo>
                <a:cubicBezTo>
                  <a:pt x="769759" y="812654"/>
                  <a:pt x="781485" y="801852"/>
                  <a:pt x="790703" y="790789"/>
                </a:cubicBezTo>
                <a:cubicBezTo>
                  <a:pt x="809629" y="768076"/>
                  <a:pt x="835658" y="744346"/>
                  <a:pt x="862585" y="730881"/>
                </a:cubicBezTo>
                <a:cubicBezTo>
                  <a:pt x="888276" y="718034"/>
                  <a:pt x="933819" y="712386"/>
                  <a:pt x="958428" y="706917"/>
                </a:cubicBezTo>
                <a:cubicBezTo>
                  <a:pt x="974501" y="703345"/>
                  <a:pt x="990375" y="698930"/>
                  <a:pt x="1006349" y="694936"/>
                </a:cubicBezTo>
                <a:cubicBezTo>
                  <a:pt x="1158100" y="698930"/>
                  <a:pt x="1310150" y="696590"/>
                  <a:pt x="1461602" y="706917"/>
                </a:cubicBezTo>
                <a:cubicBezTo>
                  <a:pt x="1486801" y="708635"/>
                  <a:pt x="1508718" y="725927"/>
                  <a:pt x="1533485" y="730881"/>
                </a:cubicBezTo>
                <a:lnTo>
                  <a:pt x="1653288" y="754844"/>
                </a:lnTo>
                <a:cubicBezTo>
                  <a:pt x="1673255" y="758838"/>
                  <a:pt x="1692952" y="764577"/>
                  <a:pt x="1713190" y="766826"/>
                </a:cubicBezTo>
                <a:lnTo>
                  <a:pt x="1821013" y="778807"/>
                </a:ln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cxnSp>
        <p:nvCxnSpPr>
          <p:cNvPr id="1649" name="Google Shape;1649;p23"/>
          <p:cNvCxnSpPr>
            <a:stCxn id="1650" idx="1"/>
          </p:cNvCxnSpPr>
          <p:nvPr/>
        </p:nvCxnSpPr>
        <p:spPr>
          <a:xfrm rot="10800000">
            <a:off x="2743200" y="2590683"/>
            <a:ext cx="2743200" cy="542700"/>
          </a:xfrm>
          <a:prstGeom prst="straightConnector1">
            <a:avLst/>
          </a:prstGeom>
          <a:solidFill>
            <a:schemeClr val="accent1"/>
          </a:solidFill>
          <a:ln w="9525" cap="flat" cmpd="sng">
            <a:solidFill>
              <a:srgbClr val="3CFF4A"/>
            </a:solidFill>
            <a:prstDash val="solid"/>
            <a:round/>
            <a:headEnd type="none" w="sm" len="sm"/>
            <a:tailEnd type="stealth" w="med" len="med"/>
          </a:ln>
        </p:spPr>
      </p:cxnSp>
      <p:sp>
        <p:nvSpPr>
          <p:cNvPr id="1651" name="Google Shape;1651;p23"/>
          <p:cNvSpPr txBox="1"/>
          <p:nvPr/>
        </p:nvSpPr>
        <p:spPr>
          <a:xfrm>
            <a:off x="6705600" y="2895600"/>
            <a:ext cx="569387"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IML</a:t>
            </a:r>
            <a:endParaRPr sz="1400" b="0" i="0" u="none" strike="noStrike" cap="none">
              <a:solidFill>
                <a:srgbClr val="000000"/>
              </a:solidFill>
              <a:latin typeface="Arial"/>
              <a:ea typeface="Arial"/>
              <a:cs typeface="Arial"/>
              <a:sym typeface="Arial"/>
            </a:endParaRPr>
          </a:p>
        </p:txBody>
      </p:sp>
      <p:sp>
        <p:nvSpPr>
          <p:cNvPr id="1650" name="Google Shape;1650;p23"/>
          <p:cNvSpPr txBox="1"/>
          <p:nvPr/>
        </p:nvSpPr>
        <p:spPr>
          <a:xfrm>
            <a:off x="5486400" y="2971800"/>
            <a:ext cx="622831"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EML</a:t>
            </a:r>
            <a:endParaRPr sz="1400" b="0" i="0" u="none" strike="noStrike" cap="none">
              <a:solidFill>
                <a:srgbClr val="000000"/>
              </a:solidFill>
              <a:latin typeface="Arial"/>
              <a:ea typeface="Arial"/>
              <a:cs typeface="Arial"/>
              <a:sym typeface="Arial"/>
            </a:endParaRPr>
          </a:p>
        </p:txBody>
      </p:sp>
      <p:cxnSp>
        <p:nvCxnSpPr>
          <p:cNvPr id="1652" name="Google Shape;1652;p23"/>
          <p:cNvCxnSpPr/>
          <p:nvPr/>
        </p:nvCxnSpPr>
        <p:spPr>
          <a:xfrm rot="10800000">
            <a:off x="3657600" y="1828800"/>
            <a:ext cx="3048000" cy="1219200"/>
          </a:xfrm>
          <a:prstGeom prst="straightConnector1">
            <a:avLst/>
          </a:prstGeom>
          <a:solidFill>
            <a:schemeClr val="accent1"/>
          </a:solidFill>
          <a:ln w="9525" cap="flat" cmpd="sng">
            <a:solidFill>
              <a:srgbClr val="3CFF4A"/>
            </a:solidFill>
            <a:prstDash val="solid"/>
            <a:round/>
            <a:headEnd type="none" w="sm" len="sm"/>
            <a:tailEnd type="stealth" w="med" len="med"/>
          </a:ln>
        </p:spPr>
      </p:cxnSp>
      <p:cxnSp>
        <p:nvCxnSpPr>
          <p:cNvPr id="1653" name="Google Shape;1653;p23"/>
          <p:cNvCxnSpPr>
            <a:endCxn id="1646" idx="3"/>
          </p:cNvCxnSpPr>
          <p:nvPr/>
        </p:nvCxnSpPr>
        <p:spPr>
          <a:xfrm>
            <a:off x="1066800" y="914400"/>
            <a:ext cx="1425000" cy="319800"/>
          </a:xfrm>
          <a:prstGeom prst="straightConnector1">
            <a:avLst/>
          </a:prstGeom>
          <a:solidFill>
            <a:schemeClr val="accent1"/>
          </a:solidFill>
          <a:ln w="9525" cap="flat" cmpd="sng">
            <a:solidFill>
              <a:srgbClr val="3CFF4A"/>
            </a:solidFill>
            <a:prstDash val="solid"/>
            <a:round/>
            <a:headEnd type="none" w="sm" len="sm"/>
            <a:tailEnd type="stealth" w="med" len="med"/>
          </a:ln>
        </p:spPr>
      </p:cxnSp>
      <p:cxnSp>
        <p:nvCxnSpPr>
          <p:cNvPr id="1654" name="Google Shape;1654;p23"/>
          <p:cNvCxnSpPr>
            <a:endCxn id="1636" idx="6"/>
          </p:cNvCxnSpPr>
          <p:nvPr/>
        </p:nvCxnSpPr>
        <p:spPr>
          <a:xfrm rot="10800000" flipH="1">
            <a:off x="1905000" y="4541100"/>
            <a:ext cx="838500" cy="1783500"/>
          </a:xfrm>
          <a:prstGeom prst="straightConnector1">
            <a:avLst/>
          </a:prstGeom>
          <a:solidFill>
            <a:schemeClr val="accent1"/>
          </a:solidFill>
          <a:ln w="9525" cap="flat" cmpd="sng">
            <a:solidFill>
              <a:srgbClr val="3CFF4A"/>
            </a:solidFill>
            <a:prstDash val="solid"/>
            <a:round/>
            <a:headEnd type="none" w="sm" len="sm"/>
            <a:tailEnd type="stealth" w="med" len="med"/>
          </a:ln>
        </p:spPr>
      </p:cxnSp>
      <p:cxnSp>
        <p:nvCxnSpPr>
          <p:cNvPr id="1655" name="Google Shape;1655;p23"/>
          <p:cNvCxnSpPr/>
          <p:nvPr/>
        </p:nvCxnSpPr>
        <p:spPr>
          <a:xfrm rot="10800000">
            <a:off x="3733800" y="4267200"/>
            <a:ext cx="1981200" cy="304800"/>
          </a:xfrm>
          <a:prstGeom prst="straightConnector1">
            <a:avLst/>
          </a:prstGeom>
          <a:solidFill>
            <a:schemeClr val="accent1"/>
          </a:solidFill>
          <a:ln w="9525" cap="flat" cmpd="sng">
            <a:solidFill>
              <a:srgbClr val="3CFF4A"/>
            </a:solidFill>
            <a:prstDash val="solid"/>
            <a:round/>
            <a:headEnd type="none" w="sm" len="sm"/>
            <a:tailEnd type="stealth" w="med" len="med"/>
          </a:ln>
        </p:spPr>
      </p:cxnSp>
      <p:cxnSp>
        <p:nvCxnSpPr>
          <p:cNvPr id="1656" name="Google Shape;1656;p23"/>
          <p:cNvCxnSpPr/>
          <p:nvPr/>
        </p:nvCxnSpPr>
        <p:spPr>
          <a:xfrm rot="10800000">
            <a:off x="3200400" y="3352800"/>
            <a:ext cx="2133600" cy="152400"/>
          </a:xfrm>
          <a:prstGeom prst="straightConnector1">
            <a:avLst/>
          </a:prstGeom>
          <a:solidFill>
            <a:schemeClr val="accent1"/>
          </a:solidFill>
          <a:ln w="9525" cap="flat" cmpd="sng">
            <a:solidFill>
              <a:srgbClr val="3CFF4A"/>
            </a:solidFill>
            <a:prstDash val="solid"/>
            <a:round/>
            <a:headEnd type="none" w="sm" len="sm"/>
            <a:tailEnd type="stealth" w="med" len="med"/>
          </a:ln>
        </p:spPr>
      </p:cxnSp>
      <p:cxnSp>
        <p:nvCxnSpPr>
          <p:cNvPr id="1657" name="Google Shape;1657;p23"/>
          <p:cNvCxnSpPr>
            <a:stCxn id="1604" idx="1"/>
          </p:cNvCxnSpPr>
          <p:nvPr/>
        </p:nvCxnSpPr>
        <p:spPr>
          <a:xfrm rot="10800000">
            <a:off x="3886200" y="3733682"/>
            <a:ext cx="1066800" cy="466500"/>
          </a:xfrm>
          <a:prstGeom prst="straightConnector1">
            <a:avLst/>
          </a:prstGeom>
          <a:solidFill>
            <a:schemeClr val="accent1"/>
          </a:solidFill>
          <a:ln w="9525" cap="flat" cmpd="sng">
            <a:solidFill>
              <a:srgbClr val="3CFF4A"/>
            </a:solidFill>
            <a:prstDash val="solid"/>
            <a:round/>
            <a:headEnd type="none" w="sm" len="sm"/>
            <a:tailEnd type="stealth" w="med" len="med"/>
          </a:ln>
        </p:spPr>
      </p:cxnSp>
      <p:cxnSp>
        <p:nvCxnSpPr>
          <p:cNvPr id="1658" name="Google Shape;1658;p23"/>
          <p:cNvCxnSpPr/>
          <p:nvPr/>
        </p:nvCxnSpPr>
        <p:spPr>
          <a:xfrm>
            <a:off x="685800" y="3429000"/>
            <a:ext cx="2415712" cy="167311"/>
          </a:xfrm>
          <a:prstGeom prst="straightConnector1">
            <a:avLst/>
          </a:prstGeom>
          <a:solidFill>
            <a:schemeClr val="accent1"/>
          </a:solidFill>
          <a:ln w="9525" cap="flat" cmpd="sng">
            <a:solidFill>
              <a:srgbClr val="3CFF4A"/>
            </a:solidFill>
            <a:prstDash val="solid"/>
            <a:round/>
            <a:headEnd type="none" w="sm" len="sm"/>
            <a:tailEnd type="stealth"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61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60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0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6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60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61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61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63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62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64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65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62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63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62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637"/>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62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629"/>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656"/>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605"/>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633"/>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1658"/>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625"/>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630"/>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1657"/>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604"/>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1631"/>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603"/>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1636"/>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1654"/>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1624"/>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1639"/>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1621"/>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1640"/>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1620"/>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1641"/>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1606"/>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1645"/>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1644"/>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1648"/>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1642"/>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1635"/>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1600"/>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1647"/>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1643"/>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1649"/>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1652"/>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1650"/>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1651"/>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1634"/>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1655"/>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16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62"/>
        <p:cNvGrpSpPr/>
        <p:nvPr/>
      </p:nvGrpSpPr>
      <p:grpSpPr>
        <a:xfrm>
          <a:off x="0" y="0"/>
          <a:ext cx="0" cy="0"/>
          <a:chOff x="0" y="0"/>
          <a:chExt cx="0" cy="0"/>
        </a:xfrm>
      </p:grpSpPr>
      <p:pic>
        <p:nvPicPr>
          <p:cNvPr id="1663" name="Google Shape;1663;p24" descr="Plate 24.jpg                                                   00000158WD Passport                    00000000:"/>
          <p:cNvPicPr preferRelativeResize="0"/>
          <p:nvPr/>
        </p:nvPicPr>
        <p:blipFill rotWithShape="1">
          <a:blip r:embed="rId3">
            <a:alphaModFix/>
          </a:blip>
          <a:srcRect/>
          <a:stretch/>
        </p:blipFill>
        <p:spPr>
          <a:xfrm>
            <a:off x="1143000" y="49213"/>
            <a:ext cx="6858000" cy="6759575"/>
          </a:xfrm>
          <a:prstGeom prst="rect">
            <a:avLst/>
          </a:prstGeom>
          <a:noFill/>
          <a:ln>
            <a:noFill/>
          </a:ln>
        </p:spPr>
      </p:pic>
      <p:sp>
        <p:nvSpPr>
          <p:cNvPr id="1664" name="Google Shape;1664;p24"/>
          <p:cNvSpPr/>
          <p:nvPr/>
        </p:nvSpPr>
        <p:spPr>
          <a:xfrm>
            <a:off x="2285357" y="-35945"/>
            <a:ext cx="5094537" cy="1673630"/>
          </a:xfrm>
          <a:custGeom>
            <a:avLst/>
            <a:gdLst/>
            <a:ahLst/>
            <a:cxnLst/>
            <a:rect l="l" t="t" r="r" b="b"/>
            <a:pathLst>
              <a:path w="5094537" h="1673630" extrusionOk="0">
                <a:moveTo>
                  <a:pt x="110712" y="131798"/>
                </a:moveTo>
                <a:cubicBezTo>
                  <a:pt x="102725" y="151768"/>
                  <a:pt x="86752" y="170199"/>
                  <a:pt x="86752" y="191707"/>
                </a:cubicBezTo>
                <a:cubicBezTo>
                  <a:pt x="86752" y="227184"/>
                  <a:pt x="119338" y="268047"/>
                  <a:pt x="146653" y="287560"/>
                </a:cubicBezTo>
                <a:cubicBezTo>
                  <a:pt x="161186" y="297941"/>
                  <a:pt x="178601" y="303535"/>
                  <a:pt x="194575" y="311523"/>
                </a:cubicBezTo>
                <a:cubicBezTo>
                  <a:pt x="202562" y="323505"/>
                  <a:pt x="208354" y="337285"/>
                  <a:pt x="218536" y="347468"/>
                </a:cubicBezTo>
                <a:cubicBezTo>
                  <a:pt x="228717" y="357650"/>
                  <a:pt x="243234" y="362435"/>
                  <a:pt x="254477" y="371431"/>
                </a:cubicBezTo>
                <a:cubicBezTo>
                  <a:pt x="263297" y="378488"/>
                  <a:pt x="269617" y="388338"/>
                  <a:pt x="278437" y="395395"/>
                </a:cubicBezTo>
                <a:cubicBezTo>
                  <a:pt x="325561" y="433099"/>
                  <a:pt x="307627" y="404067"/>
                  <a:pt x="350319" y="455303"/>
                </a:cubicBezTo>
                <a:cubicBezTo>
                  <a:pt x="383296" y="494880"/>
                  <a:pt x="368945" y="492297"/>
                  <a:pt x="398241" y="539175"/>
                </a:cubicBezTo>
                <a:cubicBezTo>
                  <a:pt x="408823" y="556109"/>
                  <a:pt x="420063" y="572980"/>
                  <a:pt x="434182" y="587101"/>
                </a:cubicBezTo>
                <a:cubicBezTo>
                  <a:pt x="444363" y="597283"/>
                  <a:pt x="458880" y="602068"/>
                  <a:pt x="470123" y="611064"/>
                </a:cubicBezTo>
                <a:cubicBezTo>
                  <a:pt x="478943" y="618121"/>
                  <a:pt x="485407" y="627796"/>
                  <a:pt x="494084" y="635028"/>
                </a:cubicBezTo>
                <a:cubicBezTo>
                  <a:pt x="509423" y="647812"/>
                  <a:pt x="526845" y="657977"/>
                  <a:pt x="542005" y="670973"/>
                </a:cubicBezTo>
                <a:cubicBezTo>
                  <a:pt x="554869" y="682001"/>
                  <a:pt x="564930" y="696070"/>
                  <a:pt x="577946" y="706918"/>
                </a:cubicBezTo>
                <a:cubicBezTo>
                  <a:pt x="589007" y="716137"/>
                  <a:pt x="602826" y="721662"/>
                  <a:pt x="613887" y="730881"/>
                </a:cubicBezTo>
                <a:cubicBezTo>
                  <a:pt x="626903" y="741729"/>
                  <a:pt x="636812" y="755978"/>
                  <a:pt x="649828" y="766826"/>
                </a:cubicBezTo>
                <a:cubicBezTo>
                  <a:pt x="660889" y="776045"/>
                  <a:pt x="675008" y="781222"/>
                  <a:pt x="685769" y="790789"/>
                </a:cubicBezTo>
                <a:cubicBezTo>
                  <a:pt x="711096" y="813304"/>
                  <a:pt x="738855" y="834482"/>
                  <a:pt x="757651" y="862679"/>
                </a:cubicBezTo>
                <a:cubicBezTo>
                  <a:pt x="777944" y="893121"/>
                  <a:pt x="786805" y="911506"/>
                  <a:pt x="817553" y="934569"/>
                </a:cubicBezTo>
                <a:cubicBezTo>
                  <a:pt x="867959" y="972378"/>
                  <a:pt x="871586" y="961025"/>
                  <a:pt x="913396" y="994477"/>
                </a:cubicBezTo>
                <a:cubicBezTo>
                  <a:pt x="960382" y="1032071"/>
                  <a:pt x="910880" y="1009615"/>
                  <a:pt x="973297" y="1030422"/>
                </a:cubicBezTo>
                <a:cubicBezTo>
                  <a:pt x="985277" y="1046398"/>
                  <a:pt x="995119" y="1064228"/>
                  <a:pt x="1009238" y="1078349"/>
                </a:cubicBezTo>
                <a:cubicBezTo>
                  <a:pt x="1019419" y="1088531"/>
                  <a:pt x="1033463" y="1093942"/>
                  <a:pt x="1045180" y="1102312"/>
                </a:cubicBezTo>
                <a:cubicBezTo>
                  <a:pt x="1061428" y="1113919"/>
                  <a:pt x="1078260" y="1124898"/>
                  <a:pt x="1093101" y="1138257"/>
                </a:cubicBezTo>
                <a:cubicBezTo>
                  <a:pt x="1118288" y="1160928"/>
                  <a:pt x="1141022" y="1186184"/>
                  <a:pt x="1164983" y="1210147"/>
                </a:cubicBezTo>
                <a:cubicBezTo>
                  <a:pt x="1172970" y="1218135"/>
                  <a:pt x="1182679" y="1224712"/>
                  <a:pt x="1188944" y="1234111"/>
                </a:cubicBezTo>
                <a:cubicBezTo>
                  <a:pt x="1196931" y="1246093"/>
                  <a:pt x="1202723" y="1259873"/>
                  <a:pt x="1212904" y="1270056"/>
                </a:cubicBezTo>
                <a:cubicBezTo>
                  <a:pt x="1223085" y="1280238"/>
                  <a:pt x="1237128" y="1285649"/>
                  <a:pt x="1248845" y="1294019"/>
                </a:cubicBezTo>
                <a:cubicBezTo>
                  <a:pt x="1265093" y="1305626"/>
                  <a:pt x="1280409" y="1318512"/>
                  <a:pt x="1296767" y="1329964"/>
                </a:cubicBezTo>
                <a:cubicBezTo>
                  <a:pt x="1320358" y="1346480"/>
                  <a:pt x="1340711" y="1370905"/>
                  <a:pt x="1368649" y="1377890"/>
                </a:cubicBezTo>
                <a:cubicBezTo>
                  <a:pt x="1488987" y="1407979"/>
                  <a:pt x="1433257" y="1391441"/>
                  <a:pt x="1536374" y="1425817"/>
                </a:cubicBezTo>
                <a:lnTo>
                  <a:pt x="1572315" y="1437799"/>
                </a:lnTo>
                <a:lnTo>
                  <a:pt x="1608256" y="1449780"/>
                </a:lnTo>
                <a:cubicBezTo>
                  <a:pt x="1644352" y="1473847"/>
                  <a:pt x="1649556" y="1479464"/>
                  <a:pt x="1692118" y="1497707"/>
                </a:cubicBezTo>
                <a:cubicBezTo>
                  <a:pt x="1731651" y="1514652"/>
                  <a:pt x="1775041" y="1523503"/>
                  <a:pt x="1811922" y="1545634"/>
                </a:cubicBezTo>
                <a:cubicBezTo>
                  <a:pt x="1851856" y="1569597"/>
                  <a:pt x="1885233" y="1614789"/>
                  <a:pt x="1931725" y="1617524"/>
                </a:cubicBezTo>
                <a:cubicBezTo>
                  <a:pt x="2171491" y="1631629"/>
                  <a:pt x="2067801" y="1621994"/>
                  <a:pt x="2243214" y="1641487"/>
                </a:cubicBezTo>
                <a:cubicBezTo>
                  <a:pt x="2409884" y="1697049"/>
                  <a:pt x="2289859" y="1666460"/>
                  <a:pt x="2614605" y="1653468"/>
                </a:cubicBezTo>
                <a:cubicBezTo>
                  <a:pt x="2641438" y="1644523"/>
                  <a:pt x="2670537" y="1633802"/>
                  <a:pt x="2698467" y="1629505"/>
                </a:cubicBezTo>
                <a:cubicBezTo>
                  <a:pt x="2734209" y="1624006"/>
                  <a:pt x="2770350" y="1621518"/>
                  <a:pt x="2806291" y="1617524"/>
                </a:cubicBezTo>
                <a:cubicBezTo>
                  <a:pt x="2916220" y="1580876"/>
                  <a:pt x="2745094" y="1642136"/>
                  <a:pt x="2890153" y="1569597"/>
                </a:cubicBezTo>
                <a:cubicBezTo>
                  <a:pt x="2904880" y="1562233"/>
                  <a:pt x="2922303" y="1562347"/>
                  <a:pt x="2938074" y="1557615"/>
                </a:cubicBezTo>
                <a:cubicBezTo>
                  <a:pt x="2962266" y="1550357"/>
                  <a:pt x="2985190" y="1538606"/>
                  <a:pt x="3009956" y="1533652"/>
                </a:cubicBezTo>
                <a:cubicBezTo>
                  <a:pt x="3086004" y="1518440"/>
                  <a:pt x="3050103" y="1526609"/>
                  <a:pt x="3117780" y="1509689"/>
                </a:cubicBezTo>
                <a:cubicBezTo>
                  <a:pt x="3164923" y="1462538"/>
                  <a:pt x="3113959" y="1505290"/>
                  <a:pt x="3189662" y="1473744"/>
                </a:cubicBezTo>
                <a:cubicBezTo>
                  <a:pt x="3222633" y="1460005"/>
                  <a:pt x="3254876" y="1444196"/>
                  <a:pt x="3285504" y="1425817"/>
                </a:cubicBezTo>
                <a:cubicBezTo>
                  <a:pt x="3298111" y="1418252"/>
                  <a:pt x="3362910" y="1380660"/>
                  <a:pt x="3381347" y="1365909"/>
                </a:cubicBezTo>
                <a:cubicBezTo>
                  <a:pt x="3390167" y="1358852"/>
                  <a:pt x="3395909" y="1348211"/>
                  <a:pt x="3405308" y="1341945"/>
                </a:cubicBezTo>
                <a:cubicBezTo>
                  <a:pt x="3420167" y="1332038"/>
                  <a:pt x="3438085" y="1327448"/>
                  <a:pt x="3453229" y="1317982"/>
                </a:cubicBezTo>
                <a:cubicBezTo>
                  <a:pt x="3536119" y="1266170"/>
                  <a:pt x="3466482" y="1293594"/>
                  <a:pt x="3537092" y="1270056"/>
                </a:cubicBezTo>
                <a:cubicBezTo>
                  <a:pt x="3545079" y="1262068"/>
                  <a:pt x="3552016" y="1252870"/>
                  <a:pt x="3561052" y="1246092"/>
                </a:cubicBezTo>
                <a:cubicBezTo>
                  <a:pt x="3584090" y="1228812"/>
                  <a:pt x="3608974" y="1214142"/>
                  <a:pt x="3632935" y="1198166"/>
                </a:cubicBezTo>
                <a:cubicBezTo>
                  <a:pt x="3644915" y="1190178"/>
                  <a:pt x="3657357" y="1182842"/>
                  <a:pt x="3668876" y="1174202"/>
                </a:cubicBezTo>
                <a:cubicBezTo>
                  <a:pt x="3684850" y="1162220"/>
                  <a:pt x="3701873" y="1151524"/>
                  <a:pt x="3716797" y="1138257"/>
                </a:cubicBezTo>
                <a:cubicBezTo>
                  <a:pt x="3737902" y="1119495"/>
                  <a:pt x="3754649" y="1095991"/>
                  <a:pt x="3776699" y="1078349"/>
                </a:cubicBezTo>
                <a:cubicBezTo>
                  <a:pt x="3794882" y="1063801"/>
                  <a:pt x="3817225" y="1055322"/>
                  <a:pt x="3836600" y="1042404"/>
                </a:cubicBezTo>
                <a:cubicBezTo>
                  <a:pt x="3991402" y="939191"/>
                  <a:pt x="3752023" y="1084071"/>
                  <a:pt x="3956404" y="970514"/>
                </a:cubicBezTo>
                <a:cubicBezTo>
                  <a:pt x="3968991" y="963521"/>
                  <a:pt x="3981643" y="956184"/>
                  <a:pt x="3992345" y="946551"/>
                </a:cubicBezTo>
                <a:cubicBezTo>
                  <a:pt x="4021730" y="920102"/>
                  <a:pt x="4040846" y="880361"/>
                  <a:pt x="4076207" y="862679"/>
                </a:cubicBezTo>
                <a:cubicBezTo>
                  <a:pt x="4135424" y="833068"/>
                  <a:pt x="4107186" y="844364"/>
                  <a:pt x="4160070" y="826734"/>
                </a:cubicBezTo>
                <a:cubicBezTo>
                  <a:pt x="4172050" y="814752"/>
                  <a:pt x="4181913" y="800188"/>
                  <a:pt x="4196011" y="790789"/>
                </a:cubicBezTo>
                <a:cubicBezTo>
                  <a:pt x="4206518" y="783784"/>
                  <a:pt x="4220345" y="783783"/>
                  <a:pt x="4231952" y="778808"/>
                </a:cubicBezTo>
                <a:cubicBezTo>
                  <a:pt x="4248367" y="771772"/>
                  <a:pt x="4263291" y="761478"/>
                  <a:pt x="4279873" y="754844"/>
                </a:cubicBezTo>
                <a:cubicBezTo>
                  <a:pt x="4427933" y="695613"/>
                  <a:pt x="4287279" y="763122"/>
                  <a:pt x="4399677" y="706918"/>
                </a:cubicBezTo>
                <a:cubicBezTo>
                  <a:pt x="4446476" y="660111"/>
                  <a:pt x="4397369" y="702080"/>
                  <a:pt x="4459578" y="670973"/>
                </a:cubicBezTo>
                <a:cubicBezTo>
                  <a:pt x="4472457" y="664533"/>
                  <a:pt x="4482641" y="653449"/>
                  <a:pt x="4495520" y="647009"/>
                </a:cubicBezTo>
                <a:cubicBezTo>
                  <a:pt x="4506815" y="641361"/>
                  <a:pt x="4519854" y="640003"/>
                  <a:pt x="4531461" y="635028"/>
                </a:cubicBezTo>
                <a:cubicBezTo>
                  <a:pt x="4547876" y="627992"/>
                  <a:pt x="4562660" y="617336"/>
                  <a:pt x="4579382" y="611064"/>
                </a:cubicBezTo>
                <a:cubicBezTo>
                  <a:pt x="4622513" y="594888"/>
                  <a:pt x="4681409" y="594058"/>
                  <a:pt x="4723146" y="587101"/>
                </a:cubicBezTo>
                <a:cubicBezTo>
                  <a:pt x="4739388" y="584394"/>
                  <a:pt x="4754994" y="578691"/>
                  <a:pt x="4771068" y="575119"/>
                </a:cubicBezTo>
                <a:cubicBezTo>
                  <a:pt x="4790945" y="570701"/>
                  <a:pt x="4811324" y="568496"/>
                  <a:pt x="4830969" y="563138"/>
                </a:cubicBezTo>
                <a:cubicBezTo>
                  <a:pt x="4855336" y="556492"/>
                  <a:pt x="4902851" y="539175"/>
                  <a:pt x="4902851" y="539175"/>
                </a:cubicBezTo>
                <a:cubicBezTo>
                  <a:pt x="4934799" y="517873"/>
                  <a:pt x="4949898" y="511200"/>
                  <a:pt x="4974733" y="479266"/>
                </a:cubicBezTo>
                <a:cubicBezTo>
                  <a:pt x="4992413" y="456532"/>
                  <a:pt x="5022655" y="407376"/>
                  <a:pt x="5022655" y="407376"/>
                </a:cubicBezTo>
                <a:cubicBezTo>
                  <a:pt x="5052767" y="317027"/>
                  <a:pt x="5012147" y="428394"/>
                  <a:pt x="5058596" y="335486"/>
                </a:cubicBezTo>
                <a:cubicBezTo>
                  <a:pt x="5064244" y="324189"/>
                  <a:pt x="5065601" y="311150"/>
                  <a:pt x="5070576" y="299541"/>
                </a:cubicBezTo>
                <a:cubicBezTo>
                  <a:pt x="5077611" y="283124"/>
                  <a:pt x="5086550" y="267590"/>
                  <a:pt x="5094537" y="251615"/>
                </a:cubicBezTo>
                <a:cubicBezTo>
                  <a:pt x="5071131" y="111165"/>
                  <a:pt x="5115986" y="119098"/>
                  <a:pt x="5034635" y="95853"/>
                </a:cubicBezTo>
                <a:cubicBezTo>
                  <a:pt x="5018803" y="91329"/>
                  <a:pt x="5002688" y="87866"/>
                  <a:pt x="4986714" y="83872"/>
                </a:cubicBezTo>
                <a:lnTo>
                  <a:pt x="4411657" y="95853"/>
                </a:lnTo>
                <a:cubicBezTo>
                  <a:pt x="4383597" y="99030"/>
                  <a:pt x="4351755" y="155762"/>
                  <a:pt x="4351755" y="155762"/>
                </a:cubicBezTo>
                <a:cubicBezTo>
                  <a:pt x="4255912" y="147774"/>
                  <a:pt x="4159855" y="142045"/>
                  <a:pt x="4064227" y="131798"/>
                </a:cubicBezTo>
                <a:cubicBezTo>
                  <a:pt x="4047855" y="130044"/>
                  <a:pt x="4032580" y="122321"/>
                  <a:pt x="4016306" y="119817"/>
                </a:cubicBezTo>
                <a:cubicBezTo>
                  <a:pt x="3980564" y="114318"/>
                  <a:pt x="3944424" y="111829"/>
                  <a:pt x="3908483" y="107835"/>
                </a:cubicBezTo>
                <a:cubicBezTo>
                  <a:pt x="3873596" y="99112"/>
                  <a:pt x="3836157" y="88944"/>
                  <a:pt x="3800659" y="83872"/>
                </a:cubicBezTo>
                <a:cubicBezTo>
                  <a:pt x="3764860" y="78757"/>
                  <a:pt x="3728835" y="75319"/>
                  <a:pt x="3692836" y="71890"/>
                </a:cubicBezTo>
                <a:cubicBezTo>
                  <a:pt x="3464184" y="50111"/>
                  <a:pt x="3454547" y="57128"/>
                  <a:pt x="3141740" y="47927"/>
                </a:cubicBezTo>
                <a:cubicBezTo>
                  <a:pt x="3117779" y="39939"/>
                  <a:pt x="3094861" y="27535"/>
                  <a:pt x="3069858" y="23963"/>
                </a:cubicBezTo>
                <a:cubicBezTo>
                  <a:pt x="2946266" y="6306"/>
                  <a:pt x="3014094" y="14792"/>
                  <a:pt x="2866192" y="0"/>
                </a:cubicBezTo>
                <a:cubicBezTo>
                  <a:pt x="2858205" y="11982"/>
                  <a:pt x="2853476" y="26949"/>
                  <a:pt x="2842232" y="35945"/>
                </a:cubicBezTo>
                <a:cubicBezTo>
                  <a:pt x="2832371" y="43835"/>
                  <a:pt x="2818716" y="45668"/>
                  <a:pt x="2806291" y="47927"/>
                </a:cubicBezTo>
                <a:cubicBezTo>
                  <a:pt x="2774614" y="53687"/>
                  <a:pt x="2742270" y="55012"/>
                  <a:pt x="2710448" y="59908"/>
                </a:cubicBezTo>
                <a:cubicBezTo>
                  <a:pt x="2690322" y="63005"/>
                  <a:pt x="2670808" y="69864"/>
                  <a:pt x="2650546" y="71890"/>
                </a:cubicBezTo>
                <a:cubicBezTo>
                  <a:pt x="2590809" y="77864"/>
                  <a:pt x="2530743" y="79878"/>
                  <a:pt x="2470841" y="83872"/>
                </a:cubicBezTo>
                <a:cubicBezTo>
                  <a:pt x="2372170" y="116765"/>
                  <a:pt x="2423962" y="104263"/>
                  <a:pt x="2315096" y="119817"/>
                </a:cubicBezTo>
                <a:lnTo>
                  <a:pt x="1764000" y="107835"/>
                </a:lnTo>
                <a:lnTo>
                  <a:pt x="1428551" y="95853"/>
                </a:lnTo>
                <a:lnTo>
                  <a:pt x="997258" y="83872"/>
                </a:lnTo>
                <a:lnTo>
                  <a:pt x="38830" y="95853"/>
                </a:lnTo>
                <a:cubicBezTo>
                  <a:pt x="26205" y="96157"/>
                  <a:pt x="5365" y="95452"/>
                  <a:pt x="2889" y="107835"/>
                </a:cubicBezTo>
                <a:cubicBezTo>
                  <a:pt x="-4203" y="143299"/>
                  <a:pt x="2511" y="181681"/>
                  <a:pt x="14870" y="215670"/>
                </a:cubicBezTo>
                <a:cubicBezTo>
                  <a:pt x="19790" y="229202"/>
                  <a:pt x="37653" y="233785"/>
                  <a:pt x="50811" y="239633"/>
                </a:cubicBezTo>
                <a:cubicBezTo>
                  <a:pt x="73891" y="249892"/>
                  <a:pt x="122693" y="263596"/>
                  <a:pt x="122693" y="263596"/>
                </a:cubicBezTo>
                <a:cubicBezTo>
                  <a:pt x="130680" y="271584"/>
                  <a:pt x="139597" y="278739"/>
                  <a:pt x="146653" y="287560"/>
                </a:cubicBezTo>
                <a:cubicBezTo>
                  <a:pt x="155648" y="298805"/>
                  <a:pt x="160432" y="313322"/>
                  <a:pt x="170614" y="323505"/>
                </a:cubicBezTo>
                <a:cubicBezTo>
                  <a:pt x="180795" y="333687"/>
                  <a:pt x="194575" y="339480"/>
                  <a:pt x="206555" y="347468"/>
                </a:cubicBezTo>
                <a:cubicBezTo>
                  <a:pt x="232731" y="386736"/>
                  <a:pt x="216116" y="383413"/>
                  <a:pt x="242496" y="383413"/>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65" name="Google Shape;1665;p24"/>
          <p:cNvSpPr txBox="1"/>
          <p:nvPr/>
        </p:nvSpPr>
        <p:spPr>
          <a:xfrm>
            <a:off x="4114800" y="990600"/>
            <a:ext cx="1447800" cy="5539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Corupus callosum</a:t>
            </a:r>
            <a:endParaRPr sz="1400" b="0" i="0" u="none" strike="noStrike" cap="none">
              <a:solidFill>
                <a:srgbClr val="000000"/>
              </a:solidFill>
              <a:latin typeface="Arial"/>
              <a:ea typeface="Arial"/>
              <a:cs typeface="Arial"/>
              <a:sym typeface="Arial"/>
            </a:endParaRPr>
          </a:p>
        </p:txBody>
      </p:sp>
      <p:sp>
        <p:nvSpPr>
          <p:cNvPr id="1666" name="Google Shape;1666;p24"/>
          <p:cNvSpPr/>
          <p:nvPr/>
        </p:nvSpPr>
        <p:spPr>
          <a:xfrm>
            <a:off x="3869652" y="1641487"/>
            <a:ext cx="1666126" cy="910606"/>
          </a:xfrm>
          <a:custGeom>
            <a:avLst/>
            <a:gdLst/>
            <a:ahLst/>
            <a:cxnLst/>
            <a:rect l="l" t="t" r="r" b="b"/>
            <a:pathLst>
              <a:path w="1666126" h="910606" extrusionOk="0">
                <a:moveTo>
                  <a:pt x="431293" y="95853"/>
                </a:moveTo>
                <a:cubicBezTo>
                  <a:pt x="407332" y="99847"/>
                  <a:pt x="381137" y="96971"/>
                  <a:pt x="359411" y="107835"/>
                </a:cubicBezTo>
                <a:cubicBezTo>
                  <a:pt x="337253" y="118915"/>
                  <a:pt x="326435" y="173913"/>
                  <a:pt x="323470" y="191706"/>
                </a:cubicBezTo>
                <a:cubicBezTo>
                  <a:pt x="318177" y="223468"/>
                  <a:pt x="317249" y="255879"/>
                  <a:pt x="311489" y="287560"/>
                </a:cubicBezTo>
                <a:cubicBezTo>
                  <a:pt x="307158" y="311381"/>
                  <a:pt x="292601" y="342394"/>
                  <a:pt x="275548" y="359449"/>
                </a:cubicBezTo>
                <a:cubicBezTo>
                  <a:pt x="265367" y="369631"/>
                  <a:pt x="252486" y="376973"/>
                  <a:pt x="239607" y="383413"/>
                </a:cubicBezTo>
                <a:cubicBezTo>
                  <a:pt x="177105" y="414668"/>
                  <a:pt x="11881" y="406677"/>
                  <a:pt x="0" y="407376"/>
                </a:cubicBezTo>
                <a:cubicBezTo>
                  <a:pt x="7987" y="431339"/>
                  <a:pt x="11695" y="457185"/>
                  <a:pt x="23961" y="479266"/>
                </a:cubicBezTo>
                <a:cubicBezTo>
                  <a:pt x="32189" y="494078"/>
                  <a:pt x="49056" y="502194"/>
                  <a:pt x="59902" y="515211"/>
                </a:cubicBezTo>
                <a:cubicBezTo>
                  <a:pt x="106117" y="570675"/>
                  <a:pt x="58554" y="534595"/>
                  <a:pt x="119804" y="587101"/>
                </a:cubicBezTo>
                <a:cubicBezTo>
                  <a:pt x="134964" y="600097"/>
                  <a:pt x="152565" y="610050"/>
                  <a:pt x="167725" y="623046"/>
                </a:cubicBezTo>
                <a:cubicBezTo>
                  <a:pt x="180589" y="634074"/>
                  <a:pt x="190650" y="648143"/>
                  <a:pt x="203666" y="658991"/>
                </a:cubicBezTo>
                <a:cubicBezTo>
                  <a:pt x="303743" y="742397"/>
                  <a:pt x="170544" y="613883"/>
                  <a:pt x="275548" y="718899"/>
                </a:cubicBezTo>
                <a:cubicBezTo>
                  <a:pt x="282245" y="745691"/>
                  <a:pt x="299820" y="821211"/>
                  <a:pt x="311489" y="838716"/>
                </a:cubicBezTo>
                <a:cubicBezTo>
                  <a:pt x="319476" y="850698"/>
                  <a:pt x="324206" y="865665"/>
                  <a:pt x="335450" y="874661"/>
                </a:cubicBezTo>
                <a:cubicBezTo>
                  <a:pt x="345311" y="882550"/>
                  <a:pt x="359411" y="882648"/>
                  <a:pt x="371391" y="886642"/>
                </a:cubicBezTo>
                <a:cubicBezTo>
                  <a:pt x="379378" y="894630"/>
                  <a:pt x="384056" y="910606"/>
                  <a:pt x="395352" y="910606"/>
                </a:cubicBezTo>
                <a:cubicBezTo>
                  <a:pt x="494873" y="910606"/>
                  <a:pt x="464203" y="889673"/>
                  <a:pt x="515155" y="838716"/>
                </a:cubicBezTo>
                <a:cubicBezTo>
                  <a:pt x="525336" y="828534"/>
                  <a:pt x="539116" y="822740"/>
                  <a:pt x="551096" y="814752"/>
                </a:cubicBezTo>
                <a:cubicBezTo>
                  <a:pt x="555089" y="802770"/>
                  <a:pt x="558101" y="790416"/>
                  <a:pt x="563076" y="778807"/>
                </a:cubicBezTo>
                <a:cubicBezTo>
                  <a:pt x="570111" y="762390"/>
                  <a:pt x="585370" y="748664"/>
                  <a:pt x="587037" y="730881"/>
                </a:cubicBezTo>
                <a:cubicBezTo>
                  <a:pt x="597481" y="619469"/>
                  <a:pt x="591814" y="507062"/>
                  <a:pt x="599018" y="395394"/>
                </a:cubicBezTo>
                <a:cubicBezTo>
                  <a:pt x="599831" y="382791"/>
                  <a:pt x="608259" y="371778"/>
                  <a:pt x="610998" y="359449"/>
                </a:cubicBezTo>
                <a:cubicBezTo>
                  <a:pt x="616267" y="335734"/>
                  <a:pt x="618985" y="311523"/>
                  <a:pt x="622978" y="287560"/>
                </a:cubicBezTo>
                <a:cubicBezTo>
                  <a:pt x="641978" y="344565"/>
                  <a:pt x="638353" y="354705"/>
                  <a:pt x="670900" y="395394"/>
                </a:cubicBezTo>
                <a:cubicBezTo>
                  <a:pt x="677956" y="404215"/>
                  <a:pt x="686873" y="411370"/>
                  <a:pt x="694860" y="419358"/>
                </a:cubicBezTo>
                <a:cubicBezTo>
                  <a:pt x="723349" y="504830"/>
                  <a:pt x="682952" y="401492"/>
                  <a:pt x="742782" y="491248"/>
                </a:cubicBezTo>
                <a:cubicBezTo>
                  <a:pt x="749787" y="501757"/>
                  <a:pt x="749114" y="515896"/>
                  <a:pt x="754762" y="527193"/>
                </a:cubicBezTo>
                <a:cubicBezTo>
                  <a:pt x="774329" y="566331"/>
                  <a:pt x="807474" y="596685"/>
                  <a:pt x="850605" y="611064"/>
                </a:cubicBezTo>
                <a:lnTo>
                  <a:pt x="922487" y="635028"/>
                </a:lnTo>
                <a:cubicBezTo>
                  <a:pt x="946448" y="631034"/>
                  <a:pt x="972643" y="633910"/>
                  <a:pt x="994369" y="623046"/>
                </a:cubicBezTo>
                <a:cubicBezTo>
                  <a:pt x="1030088" y="605184"/>
                  <a:pt x="1056984" y="573310"/>
                  <a:pt x="1090212" y="551156"/>
                </a:cubicBezTo>
                <a:cubicBezTo>
                  <a:pt x="1102192" y="543168"/>
                  <a:pt x="1114910" y="536189"/>
                  <a:pt x="1126153" y="527193"/>
                </a:cubicBezTo>
                <a:cubicBezTo>
                  <a:pt x="1134973" y="520136"/>
                  <a:pt x="1143057" y="512050"/>
                  <a:pt x="1150113" y="503229"/>
                </a:cubicBezTo>
                <a:cubicBezTo>
                  <a:pt x="1159108" y="491984"/>
                  <a:pt x="1161863" y="474916"/>
                  <a:pt x="1174074" y="467284"/>
                </a:cubicBezTo>
                <a:cubicBezTo>
                  <a:pt x="1195491" y="453897"/>
                  <a:pt x="1223366" y="454617"/>
                  <a:pt x="1245956" y="443321"/>
                </a:cubicBezTo>
                <a:lnTo>
                  <a:pt x="1293878" y="419358"/>
                </a:lnTo>
                <a:cubicBezTo>
                  <a:pt x="1301865" y="411370"/>
                  <a:pt x="1308152" y="401206"/>
                  <a:pt x="1317838" y="395394"/>
                </a:cubicBezTo>
                <a:cubicBezTo>
                  <a:pt x="1328666" y="388896"/>
                  <a:pt x="1343918" y="391302"/>
                  <a:pt x="1353779" y="383413"/>
                </a:cubicBezTo>
                <a:cubicBezTo>
                  <a:pt x="1365023" y="374417"/>
                  <a:pt x="1367558" y="357651"/>
                  <a:pt x="1377740" y="347468"/>
                </a:cubicBezTo>
                <a:cubicBezTo>
                  <a:pt x="1387921" y="337286"/>
                  <a:pt x="1401701" y="331492"/>
                  <a:pt x="1413681" y="323504"/>
                </a:cubicBezTo>
                <a:cubicBezTo>
                  <a:pt x="1417674" y="311523"/>
                  <a:pt x="1419164" y="298390"/>
                  <a:pt x="1425661" y="287560"/>
                </a:cubicBezTo>
                <a:cubicBezTo>
                  <a:pt x="1436647" y="269249"/>
                  <a:pt x="1488480" y="235421"/>
                  <a:pt x="1497544" y="227651"/>
                </a:cubicBezTo>
                <a:cubicBezTo>
                  <a:pt x="1510408" y="216624"/>
                  <a:pt x="1522639" y="204723"/>
                  <a:pt x="1533485" y="191706"/>
                </a:cubicBezTo>
                <a:cubicBezTo>
                  <a:pt x="1542703" y="180643"/>
                  <a:pt x="1547264" y="165944"/>
                  <a:pt x="1557445" y="155761"/>
                </a:cubicBezTo>
                <a:cubicBezTo>
                  <a:pt x="1580668" y="132535"/>
                  <a:pt x="1600096" y="129561"/>
                  <a:pt x="1629327" y="119816"/>
                </a:cubicBezTo>
                <a:cubicBezTo>
                  <a:pt x="1633364" y="113761"/>
                  <a:pt x="1672354" y="62100"/>
                  <a:pt x="1665268" y="47926"/>
                </a:cubicBezTo>
                <a:cubicBezTo>
                  <a:pt x="1659621" y="36631"/>
                  <a:pt x="1641307" y="39939"/>
                  <a:pt x="1629327" y="35945"/>
                </a:cubicBezTo>
                <a:cubicBezTo>
                  <a:pt x="1605366" y="39939"/>
                  <a:pt x="1580489" y="40244"/>
                  <a:pt x="1557445" y="47926"/>
                </a:cubicBezTo>
                <a:cubicBezTo>
                  <a:pt x="1543785" y="52480"/>
                  <a:pt x="1534006" y="64745"/>
                  <a:pt x="1521504" y="71890"/>
                </a:cubicBezTo>
                <a:cubicBezTo>
                  <a:pt x="1505998" y="80752"/>
                  <a:pt x="1489557" y="87865"/>
                  <a:pt x="1473583" y="95853"/>
                </a:cubicBezTo>
                <a:cubicBezTo>
                  <a:pt x="1449622" y="119816"/>
                  <a:pt x="1429896" y="148944"/>
                  <a:pt x="1401701" y="167743"/>
                </a:cubicBezTo>
                <a:cubicBezTo>
                  <a:pt x="1356361" y="197972"/>
                  <a:pt x="1375941" y="181524"/>
                  <a:pt x="1341799" y="215670"/>
                </a:cubicBezTo>
                <a:cubicBezTo>
                  <a:pt x="1312065" y="213382"/>
                  <a:pt x="1201833" y="217569"/>
                  <a:pt x="1150113" y="191706"/>
                </a:cubicBezTo>
                <a:cubicBezTo>
                  <a:pt x="1137234" y="185266"/>
                  <a:pt x="1126152" y="175731"/>
                  <a:pt x="1114172" y="167743"/>
                </a:cubicBezTo>
                <a:cubicBezTo>
                  <a:pt x="1094207" y="107840"/>
                  <a:pt x="1110181" y="91859"/>
                  <a:pt x="1054271" y="83871"/>
                </a:cubicBezTo>
                <a:cubicBezTo>
                  <a:pt x="1010605" y="77632"/>
                  <a:pt x="966415" y="75884"/>
                  <a:pt x="922487" y="71890"/>
                </a:cubicBezTo>
                <a:cubicBezTo>
                  <a:pt x="910507" y="67896"/>
                  <a:pt x="897841" y="65556"/>
                  <a:pt x="886546" y="59908"/>
                </a:cubicBezTo>
                <a:cubicBezTo>
                  <a:pt x="873667" y="53468"/>
                  <a:pt x="864982" y="36744"/>
                  <a:pt x="850605" y="35945"/>
                </a:cubicBezTo>
                <a:cubicBezTo>
                  <a:pt x="790663" y="32614"/>
                  <a:pt x="730802" y="43932"/>
                  <a:pt x="670900" y="47926"/>
                </a:cubicBezTo>
                <a:cubicBezTo>
                  <a:pt x="600372" y="118462"/>
                  <a:pt x="654988" y="53270"/>
                  <a:pt x="634959" y="263596"/>
                </a:cubicBezTo>
                <a:cubicBezTo>
                  <a:pt x="633028" y="283869"/>
                  <a:pt x="626972" y="303535"/>
                  <a:pt x="622978" y="323504"/>
                </a:cubicBezTo>
                <a:cubicBezTo>
                  <a:pt x="614991" y="311523"/>
                  <a:pt x="603571" y="301220"/>
                  <a:pt x="599018" y="287560"/>
                </a:cubicBezTo>
                <a:cubicBezTo>
                  <a:pt x="587836" y="254009"/>
                  <a:pt x="577233" y="111085"/>
                  <a:pt x="575057" y="95853"/>
                </a:cubicBezTo>
                <a:cubicBezTo>
                  <a:pt x="572728" y="79551"/>
                  <a:pt x="573919" y="60319"/>
                  <a:pt x="563076" y="47926"/>
                </a:cubicBezTo>
                <a:cubicBezTo>
                  <a:pt x="544113" y="26252"/>
                  <a:pt x="491194" y="0"/>
                  <a:pt x="491194" y="0"/>
                </a:cubicBezTo>
                <a:cubicBezTo>
                  <a:pt x="471227" y="3994"/>
                  <a:pt x="445691" y="-2418"/>
                  <a:pt x="431293" y="11981"/>
                </a:cubicBezTo>
                <a:cubicBezTo>
                  <a:pt x="322989" y="120298"/>
                  <a:pt x="502365" y="36350"/>
                  <a:pt x="383371" y="95853"/>
                </a:cubicBezTo>
                <a:cubicBezTo>
                  <a:pt x="355982" y="109549"/>
                  <a:pt x="314876" y="112978"/>
                  <a:pt x="287528" y="119816"/>
                </a:cubicBezTo>
                <a:cubicBezTo>
                  <a:pt x="275277" y="122879"/>
                  <a:pt x="251587" y="131798"/>
                  <a:pt x="251587" y="131798"/>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67" name="Google Shape;1667;p24"/>
          <p:cNvSpPr txBox="1"/>
          <p:nvPr/>
        </p:nvSpPr>
        <p:spPr>
          <a:xfrm>
            <a:off x="4038600" y="1981200"/>
            <a:ext cx="1447800"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Fx</a:t>
            </a:r>
            <a:endParaRPr sz="1500" b="0" i="0" u="none" strike="noStrike" cap="none">
              <a:solidFill>
                <a:srgbClr val="3CFF4A"/>
              </a:solidFill>
              <a:latin typeface="Times"/>
              <a:ea typeface="Times"/>
              <a:cs typeface="Times"/>
              <a:sym typeface="Times"/>
            </a:endParaRPr>
          </a:p>
        </p:txBody>
      </p:sp>
      <p:sp>
        <p:nvSpPr>
          <p:cNvPr id="1668" name="Google Shape;1668;p24"/>
          <p:cNvSpPr/>
          <p:nvPr/>
        </p:nvSpPr>
        <p:spPr>
          <a:xfrm>
            <a:off x="1436616" y="598155"/>
            <a:ext cx="779748" cy="695864"/>
          </a:xfrm>
          <a:custGeom>
            <a:avLst/>
            <a:gdLst/>
            <a:ahLst/>
            <a:cxnLst/>
            <a:rect l="l" t="t" r="r" b="b"/>
            <a:pathLst>
              <a:path w="779748" h="695864" extrusionOk="0">
                <a:moveTo>
                  <a:pt x="204692" y="12909"/>
                </a:moveTo>
                <a:cubicBezTo>
                  <a:pt x="238636" y="16903"/>
                  <a:pt x="341104" y="14802"/>
                  <a:pt x="408357" y="24891"/>
                </a:cubicBezTo>
                <a:cubicBezTo>
                  <a:pt x="421644" y="26884"/>
                  <a:pt x="459263" y="60821"/>
                  <a:pt x="468259" y="72818"/>
                </a:cubicBezTo>
                <a:cubicBezTo>
                  <a:pt x="538142" y="166006"/>
                  <a:pt x="485232" y="124074"/>
                  <a:pt x="552122" y="168671"/>
                </a:cubicBezTo>
                <a:cubicBezTo>
                  <a:pt x="560109" y="192634"/>
                  <a:pt x="569956" y="216056"/>
                  <a:pt x="576082" y="240561"/>
                </a:cubicBezTo>
                <a:cubicBezTo>
                  <a:pt x="579919" y="255910"/>
                  <a:pt x="591452" y="307247"/>
                  <a:pt x="600043" y="324432"/>
                </a:cubicBezTo>
                <a:cubicBezTo>
                  <a:pt x="615155" y="354659"/>
                  <a:pt x="625679" y="362053"/>
                  <a:pt x="647964" y="384341"/>
                </a:cubicBezTo>
                <a:cubicBezTo>
                  <a:pt x="655951" y="408304"/>
                  <a:pt x="657915" y="435213"/>
                  <a:pt x="671925" y="456231"/>
                </a:cubicBezTo>
                <a:cubicBezTo>
                  <a:pt x="729753" y="542983"/>
                  <a:pt x="706967" y="502362"/>
                  <a:pt x="743807" y="576047"/>
                </a:cubicBezTo>
                <a:cubicBezTo>
                  <a:pt x="747801" y="596017"/>
                  <a:pt x="748638" y="616887"/>
                  <a:pt x="755788" y="635956"/>
                </a:cubicBezTo>
                <a:cubicBezTo>
                  <a:pt x="760843" y="649439"/>
                  <a:pt x="779748" y="657501"/>
                  <a:pt x="779748" y="671900"/>
                </a:cubicBezTo>
                <a:lnTo>
                  <a:pt x="755788" y="695864"/>
                </a:lnTo>
                <a:cubicBezTo>
                  <a:pt x="683906" y="691870"/>
                  <a:pt x="611810" y="690709"/>
                  <a:pt x="540141" y="683882"/>
                </a:cubicBezTo>
                <a:cubicBezTo>
                  <a:pt x="527569" y="682685"/>
                  <a:pt x="514061" y="679790"/>
                  <a:pt x="504200" y="671900"/>
                </a:cubicBezTo>
                <a:cubicBezTo>
                  <a:pt x="492957" y="662904"/>
                  <a:pt x="489235" y="647200"/>
                  <a:pt x="480240" y="635956"/>
                </a:cubicBezTo>
                <a:cubicBezTo>
                  <a:pt x="411954" y="550588"/>
                  <a:pt x="506070" y="686686"/>
                  <a:pt x="432318" y="576047"/>
                </a:cubicBezTo>
                <a:cubicBezTo>
                  <a:pt x="428325" y="564065"/>
                  <a:pt x="425986" y="551399"/>
                  <a:pt x="420338" y="540102"/>
                </a:cubicBezTo>
                <a:cubicBezTo>
                  <a:pt x="412977" y="525378"/>
                  <a:pt x="366638" y="463209"/>
                  <a:pt x="360436" y="456231"/>
                </a:cubicBezTo>
                <a:cubicBezTo>
                  <a:pt x="341676" y="435123"/>
                  <a:pt x="327324" y="405253"/>
                  <a:pt x="300534" y="396322"/>
                </a:cubicBezTo>
                <a:lnTo>
                  <a:pt x="228652" y="372359"/>
                </a:lnTo>
                <a:cubicBezTo>
                  <a:pt x="216672" y="368365"/>
                  <a:pt x="204962" y="363440"/>
                  <a:pt x="192711" y="360377"/>
                </a:cubicBezTo>
                <a:cubicBezTo>
                  <a:pt x="125035" y="343457"/>
                  <a:pt x="160936" y="351626"/>
                  <a:pt x="84888" y="336414"/>
                </a:cubicBezTo>
                <a:cubicBezTo>
                  <a:pt x="72908" y="328426"/>
                  <a:pt x="57941" y="323695"/>
                  <a:pt x="48947" y="312451"/>
                </a:cubicBezTo>
                <a:cubicBezTo>
                  <a:pt x="41058" y="302588"/>
                  <a:pt x="42615" y="287803"/>
                  <a:pt x="36967" y="276506"/>
                </a:cubicBezTo>
                <a:cubicBezTo>
                  <a:pt x="30528" y="263626"/>
                  <a:pt x="20993" y="252543"/>
                  <a:pt x="13006" y="240561"/>
                </a:cubicBezTo>
                <a:cubicBezTo>
                  <a:pt x="9013" y="228579"/>
                  <a:pt x="-3664" y="216342"/>
                  <a:pt x="1026" y="204616"/>
                </a:cubicBezTo>
                <a:cubicBezTo>
                  <a:pt x="6373" y="191247"/>
                  <a:pt x="25724" y="189649"/>
                  <a:pt x="36967" y="180653"/>
                </a:cubicBezTo>
                <a:cubicBezTo>
                  <a:pt x="45787" y="173596"/>
                  <a:pt x="52940" y="164677"/>
                  <a:pt x="60927" y="156689"/>
                </a:cubicBezTo>
                <a:cubicBezTo>
                  <a:pt x="64921" y="144707"/>
                  <a:pt x="65903" y="131253"/>
                  <a:pt x="72908" y="120744"/>
                </a:cubicBezTo>
                <a:cubicBezTo>
                  <a:pt x="91358" y="93067"/>
                  <a:pt x="118268" y="78519"/>
                  <a:pt x="144790" y="60836"/>
                </a:cubicBezTo>
                <a:cubicBezTo>
                  <a:pt x="161703" y="35465"/>
                  <a:pt x="171804" y="10325"/>
                  <a:pt x="204692" y="928"/>
                </a:cubicBezTo>
                <a:cubicBezTo>
                  <a:pt x="220051" y="-3461"/>
                  <a:pt x="170748" y="8915"/>
                  <a:pt x="204692" y="12909"/>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69" name="Google Shape;1669;p24"/>
          <p:cNvSpPr txBox="1"/>
          <p:nvPr/>
        </p:nvSpPr>
        <p:spPr>
          <a:xfrm>
            <a:off x="1524000" y="609601"/>
            <a:ext cx="762000"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Cau</a:t>
            </a:r>
            <a:endParaRPr sz="1500" b="0" i="0" u="none" strike="noStrike" cap="none">
              <a:solidFill>
                <a:srgbClr val="3CFF4A"/>
              </a:solidFill>
              <a:latin typeface="Times"/>
              <a:ea typeface="Times"/>
              <a:cs typeface="Times"/>
              <a:sym typeface="Times"/>
            </a:endParaRPr>
          </a:p>
        </p:txBody>
      </p:sp>
      <p:sp>
        <p:nvSpPr>
          <p:cNvPr id="1670" name="Google Shape;1670;p24"/>
          <p:cNvSpPr/>
          <p:nvPr/>
        </p:nvSpPr>
        <p:spPr>
          <a:xfrm>
            <a:off x="1952669" y="1246092"/>
            <a:ext cx="1536157" cy="529460"/>
          </a:xfrm>
          <a:custGeom>
            <a:avLst/>
            <a:gdLst/>
            <a:ahLst/>
            <a:cxnLst/>
            <a:rect l="l" t="t" r="r" b="b"/>
            <a:pathLst>
              <a:path w="1536157" h="529460" extrusionOk="0">
                <a:moveTo>
                  <a:pt x="323597" y="59908"/>
                </a:moveTo>
                <a:cubicBezTo>
                  <a:pt x="223761" y="63902"/>
                  <a:pt x="122925" y="57246"/>
                  <a:pt x="24088" y="71890"/>
                </a:cubicBezTo>
                <a:cubicBezTo>
                  <a:pt x="-11210" y="77120"/>
                  <a:pt x="-843" y="144660"/>
                  <a:pt x="12108" y="155762"/>
                </a:cubicBezTo>
                <a:cubicBezTo>
                  <a:pt x="26341" y="167963"/>
                  <a:pt x="107253" y="184661"/>
                  <a:pt x="131911" y="191707"/>
                </a:cubicBezTo>
                <a:cubicBezTo>
                  <a:pt x="144053" y="195177"/>
                  <a:pt x="155872" y="199694"/>
                  <a:pt x="167852" y="203688"/>
                </a:cubicBezTo>
                <a:cubicBezTo>
                  <a:pt x="175839" y="211676"/>
                  <a:pt x="184757" y="218831"/>
                  <a:pt x="191813" y="227652"/>
                </a:cubicBezTo>
                <a:cubicBezTo>
                  <a:pt x="200808" y="238897"/>
                  <a:pt x="205592" y="253414"/>
                  <a:pt x="215774" y="263597"/>
                </a:cubicBezTo>
                <a:cubicBezTo>
                  <a:pt x="225955" y="273779"/>
                  <a:pt x="239735" y="279572"/>
                  <a:pt x="251715" y="287560"/>
                </a:cubicBezTo>
                <a:cubicBezTo>
                  <a:pt x="278154" y="284622"/>
                  <a:pt x="381301" y="276311"/>
                  <a:pt x="419440" y="263597"/>
                </a:cubicBezTo>
                <a:cubicBezTo>
                  <a:pt x="436383" y="257949"/>
                  <a:pt x="451387" y="247621"/>
                  <a:pt x="467361" y="239633"/>
                </a:cubicBezTo>
                <a:cubicBezTo>
                  <a:pt x="507296" y="243627"/>
                  <a:pt x="548858" y="239643"/>
                  <a:pt x="587165" y="251615"/>
                </a:cubicBezTo>
                <a:cubicBezTo>
                  <a:pt x="614652" y="260206"/>
                  <a:pt x="635086" y="283566"/>
                  <a:pt x="659047" y="299542"/>
                </a:cubicBezTo>
                <a:cubicBezTo>
                  <a:pt x="671027" y="307530"/>
                  <a:pt x="681328" y="318951"/>
                  <a:pt x="694988" y="323505"/>
                </a:cubicBezTo>
                <a:lnTo>
                  <a:pt x="802811" y="359450"/>
                </a:lnTo>
                <a:cubicBezTo>
                  <a:pt x="814791" y="363444"/>
                  <a:pt x="826369" y="368954"/>
                  <a:pt x="838752" y="371431"/>
                </a:cubicBezTo>
                <a:lnTo>
                  <a:pt x="898654" y="383413"/>
                </a:lnTo>
                <a:cubicBezTo>
                  <a:pt x="922553" y="387759"/>
                  <a:pt x="946970" y="389503"/>
                  <a:pt x="970536" y="395395"/>
                </a:cubicBezTo>
                <a:cubicBezTo>
                  <a:pt x="995039" y="401521"/>
                  <a:pt x="1042418" y="419358"/>
                  <a:pt x="1042418" y="419358"/>
                </a:cubicBezTo>
                <a:cubicBezTo>
                  <a:pt x="1046411" y="395395"/>
                  <a:pt x="1039223" y="366439"/>
                  <a:pt x="1054398" y="347468"/>
                </a:cubicBezTo>
                <a:cubicBezTo>
                  <a:pt x="1062286" y="337606"/>
                  <a:pt x="1079044" y="353802"/>
                  <a:pt x="1090339" y="359450"/>
                </a:cubicBezTo>
                <a:cubicBezTo>
                  <a:pt x="1103218" y="365890"/>
                  <a:pt x="1113778" y="376269"/>
                  <a:pt x="1126280" y="383413"/>
                </a:cubicBezTo>
                <a:cubicBezTo>
                  <a:pt x="1141786" y="392275"/>
                  <a:pt x="1158228" y="399388"/>
                  <a:pt x="1174202" y="407376"/>
                </a:cubicBezTo>
                <a:cubicBezTo>
                  <a:pt x="1216011" y="393439"/>
                  <a:pt x="1219447" y="385689"/>
                  <a:pt x="1270044" y="407376"/>
                </a:cubicBezTo>
                <a:cubicBezTo>
                  <a:pt x="1280427" y="411826"/>
                  <a:pt x="1283902" y="426288"/>
                  <a:pt x="1294005" y="431340"/>
                </a:cubicBezTo>
                <a:cubicBezTo>
                  <a:pt x="1316595" y="442636"/>
                  <a:pt x="1341926" y="447315"/>
                  <a:pt x="1365887" y="455303"/>
                </a:cubicBezTo>
                <a:cubicBezTo>
                  <a:pt x="1417454" y="472494"/>
                  <a:pt x="1389569" y="464220"/>
                  <a:pt x="1449750" y="479266"/>
                </a:cubicBezTo>
                <a:cubicBezTo>
                  <a:pt x="1465724" y="487254"/>
                  <a:pt x="1482165" y="494368"/>
                  <a:pt x="1497671" y="503230"/>
                </a:cubicBezTo>
                <a:cubicBezTo>
                  <a:pt x="1510172" y="510375"/>
                  <a:pt x="1523431" y="537375"/>
                  <a:pt x="1533612" y="527193"/>
                </a:cubicBezTo>
                <a:cubicBezTo>
                  <a:pt x="1543793" y="517010"/>
                  <a:pt x="1520895" y="500244"/>
                  <a:pt x="1509651" y="491248"/>
                </a:cubicBezTo>
                <a:cubicBezTo>
                  <a:pt x="1499790" y="483358"/>
                  <a:pt x="1485853" y="482736"/>
                  <a:pt x="1473710" y="479266"/>
                </a:cubicBezTo>
                <a:cubicBezTo>
                  <a:pt x="1368408" y="449177"/>
                  <a:pt x="1476023" y="484032"/>
                  <a:pt x="1389848" y="455303"/>
                </a:cubicBezTo>
                <a:cubicBezTo>
                  <a:pt x="1321176" y="352285"/>
                  <a:pt x="1412616" y="473519"/>
                  <a:pt x="1329946" y="407376"/>
                </a:cubicBezTo>
                <a:cubicBezTo>
                  <a:pt x="1318702" y="398380"/>
                  <a:pt x="1318196" y="379063"/>
                  <a:pt x="1305985" y="371431"/>
                </a:cubicBezTo>
                <a:cubicBezTo>
                  <a:pt x="1284568" y="358044"/>
                  <a:pt x="1255117" y="361479"/>
                  <a:pt x="1234103" y="347468"/>
                </a:cubicBezTo>
                <a:cubicBezTo>
                  <a:pt x="1222123" y="339480"/>
                  <a:pt x="1212131" y="326998"/>
                  <a:pt x="1198162" y="323505"/>
                </a:cubicBezTo>
                <a:cubicBezTo>
                  <a:pt x="1163080" y="314733"/>
                  <a:pt x="1126280" y="315517"/>
                  <a:pt x="1090339" y="311523"/>
                </a:cubicBezTo>
                <a:cubicBezTo>
                  <a:pt x="1086346" y="287560"/>
                  <a:pt x="1089223" y="261363"/>
                  <a:pt x="1078359" y="239633"/>
                </a:cubicBezTo>
                <a:cubicBezTo>
                  <a:pt x="1071920" y="226754"/>
                  <a:pt x="1055576" y="221518"/>
                  <a:pt x="1042418" y="215670"/>
                </a:cubicBezTo>
                <a:cubicBezTo>
                  <a:pt x="1019338" y="205411"/>
                  <a:pt x="994497" y="199695"/>
                  <a:pt x="970536" y="191707"/>
                </a:cubicBezTo>
                <a:cubicBezTo>
                  <a:pt x="958556" y="187713"/>
                  <a:pt x="946846" y="182788"/>
                  <a:pt x="934595" y="179725"/>
                </a:cubicBezTo>
                <a:cubicBezTo>
                  <a:pt x="862173" y="161617"/>
                  <a:pt x="902289" y="172949"/>
                  <a:pt x="814791" y="143780"/>
                </a:cubicBezTo>
                <a:cubicBezTo>
                  <a:pt x="802811" y="139786"/>
                  <a:pt x="789357" y="138804"/>
                  <a:pt x="778850" y="131798"/>
                </a:cubicBezTo>
                <a:cubicBezTo>
                  <a:pt x="721894" y="93824"/>
                  <a:pt x="756570" y="112390"/>
                  <a:pt x="671027" y="83872"/>
                </a:cubicBezTo>
                <a:cubicBezTo>
                  <a:pt x="659047" y="79878"/>
                  <a:pt x="647663" y="73033"/>
                  <a:pt x="635086" y="71890"/>
                </a:cubicBezTo>
                <a:lnTo>
                  <a:pt x="503302" y="59908"/>
                </a:lnTo>
                <a:cubicBezTo>
                  <a:pt x="385112" y="30359"/>
                  <a:pt x="507713" y="69744"/>
                  <a:pt x="431420" y="23963"/>
                </a:cubicBezTo>
                <a:cubicBezTo>
                  <a:pt x="419147" y="16598"/>
                  <a:pt x="356505" y="2237"/>
                  <a:pt x="347558" y="0"/>
                </a:cubicBezTo>
                <a:cubicBezTo>
                  <a:pt x="251718" y="31951"/>
                  <a:pt x="363533" y="-15975"/>
                  <a:pt x="299636" y="47927"/>
                </a:cubicBezTo>
                <a:cubicBezTo>
                  <a:pt x="290707" y="56857"/>
                  <a:pt x="276286" y="58939"/>
                  <a:pt x="263695" y="59908"/>
                </a:cubicBezTo>
                <a:cubicBezTo>
                  <a:pt x="223878" y="62971"/>
                  <a:pt x="183826" y="59908"/>
                  <a:pt x="143892" y="59908"/>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71" name="Google Shape;1671;p24"/>
          <p:cNvSpPr txBox="1"/>
          <p:nvPr/>
        </p:nvSpPr>
        <p:spPr>
          <a:xfrm>
            <a:off x="2144602" y="1219200"/>
            <a:ext cx="598598"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StTer</a:t>
            </a:r>
            <a:endParaRPr sz="1500" b="0" i="0" u="none" strike="noStrike" cap="none">
              <a:solidFill>
                <a:srgbClr val="3CFF4A"/>
              </a:solidFill>
              <a:latin typeface="Times"/>
              <a:ea typeface="Times"/>
              <a:cs typeface="Times"/>
              <a:sym typeface="Times"/>
            </a:endParaRPr>
          </a:p>
        </p:txBody>
      </p:sp>
      <p:sp>
        <p:nvSpPr>
          <p:cNvPr id="1672" name="Google Shape;1672;p24"/>
          <p:cNvSpPr/>
          <p:nvPr/>
        </p:nvSpPr>
        <p:spPr>
          <a:xfrm>
            <a:off x="3025288" y="1661548"/>
            <a:ext cx="856569" cy="716749"/>
          </a:xfrm>
          <a:custGeom>
            <a:avLst/>
            <a:gdLst/>
            <a:ahLst/>
            <a:cxnLst/>
            <a:rect l="l" t="t" r="r" b="b"/>
            <a:pathLst>
              <a:path w="856569" h="716749" extrusionOk="0">
                <a:moveTo>
                  <a:pt x="5740" y="15884"/>
                </a:moveTo>
                <a:cubicBezTo>
                  <a:pt x="-8237" y="35853"/>
                  <a:pt x="6284" y="89408"/>
                  <a:pt x="17720" y="123719"/>
                </a:cubicBezTo>
                <a:cubicBezTo>
                  <a:pt x="23077" y="139793"/>
                  <a:pt x="40645" y="148816"/>
                  <a:pt x="53661" y="159664"/>
                </a:cubicBezTo>
                <a:cubicBezTo>
                  <a:pt x="64722" y="168883"/>
                  <a:pt x="78541" y="174408"/>
                  <a:pt x="89602" y="183627"/>
                </a:cubicBezTo>
                <a:cubicBezTo>
                  <a:pt x="181846" y="260505"/>
                  <a:pt x="72250" y="184040"/>
                  <a:pt x="161484" y="243535"/>
                </a:cubicBezTo>
                <a:cubicBezTo>
                  <a:pt x="169471" y="255517"/>
                  <a:pt x="179597" y="266321"/>
                  <a:pt x="185445" y="279480"/>
                </a:cubicBezTo>
                <a:cubicBezTo>
                  <a:pt x="195703" y="302563"/>
                  <a:pt x="195396" y="330352"/>
                  <a:pt x="209406" y="351370"/>
                </a:cubicBezTo>
                <a:cubicBezTo>
                  <a:pt x="227086" y="377893"/>
                  <a:pt x="241633" y="404809"/>
                  <a:pt x="269307" y="423260"/>
                </a:cubicBezTo>
                <a:cubicBezTo>
                  <a:pt x="279815" y="430266"/>
                  <a:pt x="293954" y="429594"/>
                  <a:pt x="305249" y="435242"/>
                </a:cubicBezTo>
                <a:cubicBezTo>
                  <a:pt x="318128" y="441682"/>
                  <a:pt x="327955" y="453532"/>
                  <a:pt x="341190" y="459205"/>
                </a:cubicBezTo>
                <a:cubicBezTo>
                  <a:pt x="360025" y="467278"/>
                  <a:pt x="433366" y="478900"/>
                  <a:pt x="449013" y="483168"/>
                </a:cubicBezTo>
                <a:cubicBezTo>
                  <a:pt x="473380" y="489814"/>
                  <a:pt x="496934" y="499144"/>
                  <a:pt x="520895" y="507132"/>
                </a:cubicBezTo>
                <a:lnTo>
                  <a:pt x="556836" y="519113"/>
                </a:lnTo>
                <a:cubicBezTo>
                  <a:pt x="564823" y="527101"/>
                  <a:pt x="571111" y="537265"/>
                  <a:pt x="580797" y="543077"/>
                </a:cubicBezTo>
                <a:cubicBezTo>
                  <a:pt x="591626" y="549575"/>
                  <a:pt x="606770" y="547304"/>
                  <a:pt x="616738" y="555058"/>
                </a:cubicBezTo>
                <a:cubicBezTo>
                  <a:pt x="643486" y="575864"/>
                  <a:pt x="656472" y="616231"/>
                  <a:pt x="688620" y="626948"/>
                </a:cubicBezTo>
                <a:cubicBezTo>
                  <a:pt x="738221" y="643484"/>
                  <a:pt x="714054" y="631924"/>
                  <a:pt x="760502" y="662893"/>
                </a:cubicBezTo>
                <a:cubicBezTo>
                  <a:pt x="776233" y="686493"/>
                  <a:pt x="806869" y="756128"/>
                  <a:pt x="856344" y="686856"/>
                </a:cubicBezTo>
                <a:cubicBezTo>
                  <a:pt x="858593" y="683707"/>
                  <a:pt x="843569" y="595801"/>
                  <a:pt x="832384" y="579022"/>
                </a:cubicBezTo>
                <a:cubicBezTo>
                  <a:pt x="822986" y="564923"/>
                  <a:pt x="806845" y="556452"/>
                  <a:pt x="796443" y="543077"/>
                </a:cubicBezTo>
                <a:cubicBezTo>
                  <a:pt x="778763" y="520343"/>
                  <a:pt x="748521" y="471187"/>
                  <a:pt x="748521" y="471187"/>
                </a:cubicBezTo>
                <a:cubicBezTo>
                  <a:pt x="723588" y="371439"/>
                  <a:pt x="753948" y="470061"/>
                  <a:pt x="712580" y="387315"/>
                </a:cubicBezTo>
                <a:cubicBezTo>
                  <a:pt x="706932" y="376018"/>
                  <a:pt x="706733" y="362411"/>
                  <a:pt x="700600" y="351370"/>
                </a:cubicBezTo>
                <a:cubicBezTo>
                  <a:pt x="686615" y="326194"/>
                  <a:pt x="661786" y="306802"/>
                  <a:pt x="652679" y="279480"/>
                </a:cubicBezTo>
                <a:cubicBezTo>
                  <a:pt x="648685" y="267498"/>
                  <a:pt x="647703" y="254044"/>
                  <a:pt x="640698" y="243535"/>
                </a:cubicBezTo>
                <a:cubicBezTo>
                  <a:pt x="627450" y="223661"/>
                  <a:pt x="590918" y="194679"/>
                  <a:pt x="568816" y="183627"/>
                </a:cubicBezTo>
                <a:cubicBezTo>
                  <a:pt x="514355" y="156393"/>
                  <a:pt x="391665" y="161558"/>
                  <a:pt x="365150" y="159664"/>
                </a:cubicBezTo>
                <a:cubicBezTo>
                  <a:pt x="336767" y="131276"/>
                  <a:pt x="309954" y="101325"/>
                  <a:pt x="269307" y="87774"/>
                </a:cubicBezTo>
                <a:lnTo>
                  <a:pt x="197425" y="63810"/>
                </a:lnTo>
                <a:lnTo>
                  <a:pt x="161484" y="51829"/>
                </a:lnTo>
                <a:cubicBezTo>
                  <a:pt x="148089" y="38432"/>
                  <a:pt x="120477" y="7681"/>
                  <a:pt x="101583" y="3902"/>
                </a:cubicBezTo>
                <a:cubicBezTo>
                  <a:pt x="74172" y="-1581"/>
                  <a:pt x="19717" y="-4085"/>
                  <a:pt x="5740" y="15884"/>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73" name="Google Shape;1673;p24"/>
          <p:cNvSpPr txBox="1"/>
          <p:nvPr/>
        </p:nvSpPr>
        <p:spPr>
          <a:xfrm>
            <a:off x="3200400" y="1828800"/>
            <a:ext cx="441084"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LD</a:t>
            </a:r>
            <a:endParaRPr sz="1400" b="0" i="0" u="none" strike="noStrike" cap="none">
              <a:solidFill>
                <a:srgbClr val="000000"/>
              </a:solidFill>
              <a:latin typeface="Arial"/>
              <a:ea typeface="Arial"/>
              <a:cs typeface="Arial"/>
              <a:sym typeface="Arial"/>
            </a:endParaRPr>
          </a:p>
        </p:txBody>
      </p:sp>
      <p:sp>
        <p:nvSpPr>
          <p:cNvPr id="1674" name="Google Shape;1674;p24"/>
          <p:cNvSpPr txBox="1"/>
          <p:nvPr/>
        </p:nvSpPr>
        <p:spPr>
          <a:xfrm>
            <a:off x="4419600" y="3276600"/>
            <a:ext cx="697689"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StMed</a:t>
            </a:r>
            <a:endParaRPr sz="1500" b="0" i="0" u="none" strike="noStrike" cap="none">
              <a:solidFill>
                <a:srgbClr val="3CFF4A"/>
              </a:solidFill>
              <a:latin typeface="Times"/>
              <a:ea typeface="Times"/>
              <a:cs typeface="Times"/>
              <a:sym typeface="Times"/>
            </a:endParaRPr>
          </a:p>
        </p:txBody>
      </p:sp>
      <p:sp>
        <p:nvSpPr>
          <p:cNvPr id="1675" name="Google Shape;1675;p24"/>
          <p:cNvSpPr txBox="1"/>
          <p:nvPr/>
        </p:nvSpPr>
        <p:spPr>
          <a:xfrm>
            <a:off x="3124200" y="5486400"/>
            <a:ext cx="1263875"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hypothalamus</a:t>
            </a:r>
            <a:endParaRPr sz="1400" b="0" i="0" u="none" strike="noStrike" cap="none">
              <a:solidFill>
                <a:srgbClr val="000000"/>
              </a:solidFill>
              <a:latin typeface="Arial"/>
              <a:ea typeface="Arial"/>
              <a:cs typeface="Arial"/>
              <a:sym typeface="Arial"/>
            </a:endParaRPr>
          </a:p>
        </p:txBody>
      </p:sp>
      <p:sp>
        <p:nvSpPr>
          <p:cNvPr id="1676" name="Google Shape;1676;p24"/>
          <p:cNvSpPr txBox="1"/>
          <p:nvPr/>
        </p:nvSpPr>
        <p:spPr>
          <a:xfrm>
            <a:off x="3877350" y="4934635"/>
            <a:ext cx="389850"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Fx</a:t>
            </a:r>
            <a:endParaRPr sz="1500" b="0" i="0" u="none" strike="noStrike" cap="none">
              <a:solidFill>
                <a:srgbClr val="3CFF4A"/>
              </a:solidFill>
              <a:latin typeface="Times"/>
              <a:ea typeface="Times"/>
              <a:cs typeface="Times"/>
              <a:sym typeface="Times"/>
            </a:endParaRPr>
          </a:p>
        </p:txBody>
      </p:sp>
      <p:sp>
        <p:nvSpPr>
          <p:cNvPr id="1677" name="Google Shape;1677;p24"/>
          <p:cNvSpPr txBox="1"/>
          <p:nvPr/>
        </p:nvSpPr>
        <p:spPr>
          <a:xfrm>
            <a:off x="3429000" y="2667000"/>
            <a:ext cx="494622"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DM</a:t>
            </a:r>
            <a:endParaRPr sz="1400" b="0" i="0" u="none" strike="noStrike" cap="none">
              <a:solidFill>
                <a:srgbClr val="000000"/>
              </a:solidFill>
              <a:latin typeface="Arial"/>
              <a:ea typeface="Arial"/>
              <a:cs typeface="Arial"/>
              <a:sym typeface="Arial"/>
            </a:endParaRPr>
          </a:p>
        </p:txBody>
      </p:sp>
      <p:sp>
        <p:nvSpPr>
          <p:cNvPr id="1678" name="Google Shape;1678;p24"/>
          <p:cNvSpPr/>
          <p:nvPr/>
        </p:nvSpPr>
        <p:spPr>
          <a:xfrm>
            <a:off x="3126871" y="2191808"/>
            <a:ext cx="1066251" cy="1282872"/>
          </a:xfrm>
          <a:custGeom>
            <a:avLst/>
            <a:gdLst/>
            <a:ahLst/>
            <a:cxnLst/>
            <a:rect l="l" t="t" r="r" b="b"/>
            <a:pathLst>
              <a:path w="1066251" h="1282872" extrusionOk="0">
                <a:moveTo>
                  <a:pt x="527135" y="216505"/>
                </a:moveTo>
                <a:lnTo>
                  <a:pt x="431292" y="120651"/>
                </a:lnTo>
                <a:cubicBezTo>
                  <a:pt x="419312" y="108670"/>
                  <a:pt x="411788" y="88817"/>
                  <a:pt x="395351" y="84707"/>
                </a:cubicBezTo>
                <a:lnTo>
                  <a:pt x="347430" y="72725"/>
                </a:lnTo>
                <a:cubicBezTo>
                  <a:pt x="252831" y="9653"/>
                  <a:pt x="260582" y="4547"/>
                  <a:pt x="59901" y="60743"/>
                </a:cubicBezTo>
                <a:cubicBezTo>
                  <a:pt x="32169" y="68509"/>
                  <a:pt x="11980" y="132633"/>
                  <a:pt x="11980" y="132633"/>
                </a:cubicBezTo>
                <a:cubicBezTo>
                  <a:pt x="7987" y="144615"/>
                  <a:pt x="0" y="155948"/>
                  <a:pt x="0" y="168578"/>
                </a:cubicBezTo>
                <a:cubicBezTo>
                  <a:pt x="0" y="228619"/>
                  <a:pt x="5350" y="288629"/>
                  <a:pt x="11980" y="348303"/>
                </a:cubicBezTo>
                <a:cubicBezTo>
                  <a:pt x="15475" y="379762"/>
                  <a:pt x="31820" y="394429"/>
                  <a:pt x="47921" y="420193"/>
                </a:cubicBezTo>
                <a:cubicBezTo>
                  <a:pt x="60262" y="439941"/>
                  <a:pt x="71521" y="460353"/>
                  <a:pt x="83862" y="480101"/>
                </a:cubicBezTo>
                <a:cubicBezTo>
                  <a:pt x="91493" y="492312"/>
                  <a:pt x="100679" y="503543"/>
                  <a:pt x="107823" y="516046"/>
                </a:cubicBezTo>
                <a:cubicBezTo>
                  <a:pt x="168622" y="622458"/>
                  <a:pt x="97367" y="512344"/>
                  <a:pt x="155744" y="599918"/>
                </a:cubicBezTo>
                <a:cubicBezTo>
                  <a:pt x="163731" y="623881"/>
                  <a:pt x="174752" y="647039"/>
                  <a:pt x="179705" y="671808"/>
                </a:cubicBezTo>
                <a:cubicBezTo>
                  <a:pt x="183698" y="691777"/>
                  <a:pt x="185246" y="712396"/>
                  <a:pt x="191685" y="731716"/>
                </a:cubicBezTo>
                <a:cubicBezTo>
                  <a:pt x="197333" y="748661"/>
                  <a:pt x="208611" y="763226"/>
                  <a:pt x="215646" y="779643"/>
                </a:cubicBezTo>
                <a:cubicBezTo>
                  <a:pt x="220621" y="791252"/>
                  <a:pt x="221493" y="804547"/>
                  <a:pt x="227626" y="815588"/>
                </a:cubicBezTo>
                <a:cubicBezTo>
                  <a:pt x="241611" y="840764"/>
                  <a:pt x="275548" y="887477"/>
                  <a:pt x="275548" y="887477"/>
                </a:cubicBezTo>
                <a:cubicBezTo>
                  <a:pt x="279541" y="899459"/>
                  <a:pt x="279951" y="913318"/>
                  <a:pt x="287528" y="923422"/>
                </a:cubicBezTo>
                <a:cubicBezTo>
                  <a:pt x="304471" y="946015"/>
                  <a:pt x="347430" y="983331"/>
                  <a:pt x="347430" y="983331"/>
                </a:cubicBezTo>
                <a:cubicBezTo>
                  <a:pt x="351423" y="995313"/>
                  <a:pt x="353277" y="1008235"/>
                  <a:pt x="359410" y="1019276"/>
                </a:cubicBezTo>
                <a:cubicBezTo>
                  <a:pt x="373395" y="1044452"/>
                  <a:pt x="398225" y="1063844"/>
                  <a:pt x="407331" y="1091166"/>
                </a:cubicBezTo>
                <a:lnTo>
                  <a:pt x="431292" y="1163056"/>
                </a:lnTo>
                <a:cubicBezTo>
                  <a:pt x="435285" y="1175037"/>
                  <a:pt x="431291" y="1195006"/>
                  <a:pt x="443272" y="1199000"/>
                </a:cubicBezTo>
                <a:cubicBezTo>
                  <a:pt x="455253" y="1202994"/>
                  <a:pt x="467919" y="1205334"/>
                  <a:pt x="479214" y="1210982"/>
                </a:cubicBezTo>
                <a:cubicBezTo>
                  <a:pt x="528384" y="1235570"/>
                  <a:pt x="501969" y="1229188"/>
                  <a:pt x="539115" y="1258909"/>
                </a:cubicBezTo>
                <a:cubicBezTo>
                  <a:pt x="550358" y="1267905"/>
                  <a:pt x="563076" y="1274884"/>
                  <a:pt x="575056" y="1282872"/>
                </a:cubicBezTo>
                <a:cubicBezTo>
                  <a:pt x="686873" y="1278878"/>
                  <a:pt x="798850" y="1278094"/>
                  <a:pt x="910506" y="1270890"/>
                </a:cubicBezTo>
                <a:cubicBezTo>
                  <a:pt x="952278" y="1268195"/>
                  <a:pt x="941887" y="1256338"/>
                  <a:pt x="970408" y="1234945"/>
                </a:cubicBezTo>
                <a:cubicBezTo>
                  <a:pt x="993446" y="1217665"/>
                  <a:pt x="1042290" y="1187019"/>
                  <a:pt x="1042290" y="1187019"/>
                </a:cubicBezTo>
                <a:cubicBezTo>
                  <a:pt x="1057043" y="1142754"/>
                  <a:pt x="1066251" y="1122270"/>
                  <a:pt x="1066251" y="1067202"/>
                </a:cubicBezTo>
                <a:cubicBezTo>
                  <a:pt x="1066251" y="1015128"/>
                  <a:pt x="1057734" y="963399"/>
                  <a:pt x="1054270" y="911441"/>
                </a:cubicBezTo>
                <a:cubicBezTo>
                  <a:pt x="1044183" y="760116"/>
                  <a:pt x="1058092" y="757078"/>
                  <a:pt x="1030309" y="659826"/>
                </a:cubicBezTo>
                <a:cubicBezTo>
                  <a:pt x="1026840" y="647682"/>
                  <a:pt x="1023977" y="635178"/>
                  <a:pt x="1018329" y="623881"/>
                </a:cubicBezTo>
                <a:cubicBezTo>
                  <a:pt x="1011890" y="611001"/>
                  <a:pt x="1002355" y="599918"/>
                  <a:pt x="994368" y="587936"/>
                </a:cubicBezTo>
                <a:cubicBezTo>
                  <a:pt x="983457" y="555199"/>
                  <a:pt x="968483" y="498972"/>
                  <a:pt x="946447" y="468119"/>
                </a:cubicBezTo>
                <a:cubicBezTo>
                  <a:pt x="936599" y="454331"/>
                  <a:pt x="921532" y="445040"/>
                  <a:pt x="910506" y="432175"/>
                </a:cubicBezTo>
                <a:cubicBezTo>
                  <a:pt x="897511" y="417013"/>
                  <a:pt x="886545" y="400224"/>
                  <a:pt x="874565" y="384248"/>
                </a:cubicBezTo>
                <a:cubicBezTo>
                  <a:pt x="864788" y="354913"/>
                  <a:pt x="857130" y="326288"/>
                  <a:pt x="838624" y="300376"/>
                </a:cubicBezTo>
                <a:cubicBezTo>
                  <a:pt x="823904" y="279766"/>
                  <a:pt x="790095" y="252146"/>
                  <a:pt x="766742" y="240468"/>
                </a:cubicBezTo>
                <a:cubicBezTo>
                  <a:pt x="755447" y="234820"/>
                  <a:pt x="742944" y="231956"/>
                  <a:pt x="730801" y="228486"/>
                </a:cubicBezTo>
                <a:cubicBezTo>
                  <a:pt x="690666" y="217018"/>
                  <a:pt x="648969" y="211529"/>
                  <a:pt x="610997" y="192541"/>
                </a:cubicBezTo>
                <a:cubicBezTo>
                  <a:pt x="595023" y="184553"/>
                  <a:pt x="579491" y="175614"/>
                  <a:pt x="563076" y="168578"/>
                </a:cubicBezTo>
                <a:cubicBezTo>
                  <a:pt x="551469" y="163603"/>
                  <a:pt x="538430" y="162244"/>
                  <a:pt x="527135" y="156596"/>
                </a:cubicBezTo>
                <a:cubicBezTo>
                  <a:pt x="514256" y="150156"/>
                  <a:pt x="504429" y="138306"/>
                  <a:pt x="491194" y="132633"/>
                </a:cubicBezTo>
                <a:cubicBezTo>
                  <a:pt x="476060" y="126146"/>
                  <a:pt x="459043" y="125383"/>
                  <a:pt x="443272" y="120651"/>
                </a:cubicBezTo>
                <a:cubicBezTo>
                  <a:pt x="419080" y="113393"/>
                  <a:pt x="395351" y="104676"/>
                  <a:pt x="371390" y="96688"/>
                </a:cubicBezTo>
                <a:lnTo>
                  <a:pt x="299508" y="72725"/>
                </a:lnTo>
                <a:lnTo>
                  <a:pt x="263567" y="60743"/>
                </a:lnTo>
                <a:lnTo>
                  <a:pt x="227626" y="48762"/>
                </a:lnTo>
                <a:cubicBezTo>
                  <a:pt x="219639" y="40774"/>
                  <a:pt x="214154" y="28994"/>
                  <a:pt x="203666" y="24798"/>
                </a:cubicBezTo>
                <a:cubicBezTo>
                  <a:pt x="124395" y="-6914"/>
                  <a:pt x="94609" y="835"/>
                  <a:pt x="11980" y="835"/>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79" name="Google Shape;1679;p24"/>
          <p:cNvSpPr/>
          <p:nvPr/>
        </p:nvSpPr>
        <p:spPr>
          <a:xfrm>
            <a:off x="4181141" y="2827671"/>
            <a:ext cx="239607" cy="539174"/>
          </a:xfrm>
          <a:custGeom>
            <a:avLst/>
            <a:gdLst/>
            <a:ahLst/>
            <a:cxnLst/>
            <a:rect l="l" t="t" r="r" b="b"/>
            <a:pathLst>
              <a:path w="239607" h="539174" extrusionOk="0">
                <a:moveTo>
                  <a:pt x="131784" y="227651"/>
                </a:moveTo>
                <a:cubicBezTo>
                  <a:pt x="127182" y="200033"/>
                  <a:pt x="122571" y="149316"/>
                  <a:pt x="107823" y="119816"/>
                </a:cubicBezTo>
                <a:cubicBezTo>
                  <a:pt x="101384" y="106936"/>
                  <a:pt x="91850" y="95853"/>
                  <a:pt x="83863" y="83871"/>
                </a:cubicBezTo>
                <a:cubicBezTo>
                  <a:pt x="75250" y="49417"/>
                  <a:pt x="79335" y="30831"/>
                  <a:pt x="47922" y="11981"/>
                </a:cubicBezTo>
                <a:cubicBezTo>
                  <a:pt x="37094" y="5483"/>
                  <a:pt x="23961" y="3994"/>
                  <a:pt x="11981" y="0"/>
                </a:cubicBezTo>
                <a:cubicBezTo>
                  <a:pt x="7987" y="11982"/>
                  <a:pt x="0" y="23315"/>
                  <a:pt x="0" y="35945"/>
                </a:cubicBezTo>
                <a:cubicBezTo>
                  <a:pt x="0" y="80107"/>
                  <a:pt x="10436" y="82326"/>
                  <a:pt x="35941" y="107835"/>
                </a:cubicBezTo>
                <a:lnTo>
                  <a:pt x="83863" y="251614"/>
                </a:lnTo>
                <a:cubicBezTo>
                  <a:pt x="87856" y="263596"/>
                  <a:pt x="88838" y="277050"/>
                  <a:pt x="95843" y="287559"/>
                </a:cubicBezTo>
                <a:lnTo>
                  <a:pt x="119804" y="323504"/>
                </a:lnTo>
                <a:cubicBezTo>
                  <a:pt x="123797" y="339480"/>
                  <a:pt x="128212" y="355356"/>
                  <a:pt x="131784" y="371431"/>
                </a:cubicBezTo>
                <a:cubicBezTo>
                  <a:pt x="136201" y="391311"/>
                  <a:pt x="138406" y="411692"/>
                  <a:pt x="143764" y="431339"/>
                </a:cubicBezTo>
                <a:cubicBezTo>
                  <a:pt x="150409" y="455708"/>
                  <a:pt x="159738" y="479266"/>
                  <a:pt x="167725" y="503229"/>
                </a:cubicBezTo>
                <a:lnTo>
                  <a:pt x="179705" y="539174"/>
                </a:lnTo>
                <a:cubicBezTo>
                  <a:pt x="195679" y="535180"/>
                  <a:pt x="214770" y="537480"/>
                  <a:pt x="227627" y="527193"/>
                </a:cubicBezTo>
                <a:cubicBezTo>
                  <a:pt x="237489" y="519303"/>
                  <a:pt x="239607" y="503878"/>
                  <a:pt x="239607" y="491248"/>
                </a:cubicBezTo>
                <a:cubicBezTo>
                  <a:pt x="239607" y="438880"/>
                  <a:pt x="232598" y="419582"/>
                  <a:pt x="203666" y="383413"/>
                </a:cubicBezTo>
                <a:cubicBezTo>
                  <a:pt x="196610" y="374592"/>
                  <a:pt x="187692" y="367437"/>
                  <a:pt x="179705" y="359449"/>
                </a:cubicBezTo>
                <a:lnTo>
                  <a:pt x="143764" y="251614"/>
                </a:lnTo>
                <a:lnTo>
                  <a:pt x="119804" y="179725"/>
                </a:lnTo>
                <a:lnTo>
                  <a:pt x="95843" y="155761"/>
                </a:lnTo>
                <a:cubicBezTo>
                  <a:pt x="88272" y="133045"/>
                  <a:pt x="74389" y="94451"/>
                  <a:pt x="71882" y="71890"/>
                </a:cubicBezTo>
                <a:cubicBezTo>
                  <a:pt x="69677" y="52042"/>
                  <a:pt x="71882" y="31951"/>
                  <a:pt x="71882" y="11981"/>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80" name="Google Shape;1680;p24"/>
          <p:cNvSpPr txBox="1"/>
          <p:nvPr/>
        </p:nvSpPr>
        <p:spPr>
          <a:xfrm>
            <a:off x="1676400" y="6019800"/>
            <a:ext cx="1301727"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Basal nucleus</a:t>
            </a:r>
            <a:endParaRPr sz="1400" b="0" i="0" u="none" strike="noStrike" cap="none">
              <a:solidFill>
                <a:srgbClr val="000000"/>
              </a:solidFill>
              <a:latin typeface="Arial"/>
              <a:ea typeface="Arial"/>
              <a:cs typeface="Arial"/>
              <a:sym typeface="Arial"/>
            </a:endParaRPr>
          </a:p>
        </p:txBody>
      </p:sp>
      <p:sp>
        <p:nvSpPr>
          <p:cNvPr id="1681" name="Google Shape;1681;p24"/>
          <p:cNvSpPr txBox="1"/>
          <p:nvPr/>
        </p:nvSpPr>
        <p:spPr>
          <a:xfrm>
            <a:off x="1068777" y="5486400"/>
            <a:ext cx="1826823"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Anterior commissure</a:t>
            </a:r>
            <a:endParaRPr sz="1400" b="0" i="0" u="none" strike="noStrike" cap="none">
              <a:solidFill>
                <a:srgbClr val="000000"/>
              </a:solidFill>
              <a:latin typeface="Arial"/>
              <a:ea typeface="Arial"/>
              <a:cs typeface="Arial"/>
              <a:sym typeface="Arial"/>
            </a:endParaRPr>
          </a:p>
        </p:txBody>
      </p:sp>
      <p:sp>
        <p:nvSpPr>
          <p:cNvPr id="1682" name="Google Shape;1682;p24"/>
          <p:cNvSpPr txBox="1"/>
          <p:nvPr/>
        </p:nvSpPr>
        <p:spPr>
          <a:xfrm>
            <a:off x="2438400" y="4495800"/>
            <a:ext cx="1052122" cy="5539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Ansa</a:t>
            </a:r>
            <a:endParaRPr sz="1500" b="0" i="0" u="none" strike="noStrike" cap="none">
              <a:solidFill>
                <a:srgbClr val="3CFF4A"/>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lenticularis</a:t>
            </a:r>
            <a:endParaRPr sz="1500" b="0" i="0" u="none" strike="noStrike" cap="none">
              <a:solidFill>
                <a:srgbClr val="3CFF4A"/>
              </a:solidFill>
              <a:latin typeface="Times"/>
              <a:ea typeface="Times"/>
              <a:cs typeface="Times"/>
              <a:sym typeface="Times"/>
            </a:endParaRPr>
          </a:p>
        </p:txBody>
      </p:sp>
      <p:sp>
        <p:nvSpPr>
          <p:cNvPr id="1683" name="Google Shape;1683;p24"/>
          <p:cNvSpPr txBox="1"/>
          <p:nvPr/>
        </p:nvSpPr>
        <p:spPr>
          <a:xfrm>
            <a:off x="1600200" y="4267200"/>
            <a:ext cx="484008"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GPi</a:t>
            </a:r>
            <a:endParaRPr sz="1500" b="0" i="0" u="none" strike="noStrike" cap="none">
              <a:solidFill>
                <a:srgbClr val="3CFF4A"/>
              </a:solidFill>
              <a:latin typeface="Times"/>
              <a:ea typeface="Times"/>
              <a:cs typeface="Times"/>
              <a:sym typeface="Times"/>
            </a:endParaRPr>
          </a:p>
        </p:txBody>
      </p:sp>
      <p:sp>
        <p:nvSpPr>
          <p:cNvPr id="1684" name="Google Shape;1684;p24"/>
          <p:cNvSpPr txBox="1"/>
          <p:nvPr/>
        </p:nvSpPr>
        <p:spPr>
          <a:xfrm rot="-364909">
            <a:off x="1157991" y="2934754"/>
            <a:ext cx="756299"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Int Cap</a:t>
            </a:r>
            <a:endParaRPr sz="1400" b="0" i="0" u="none" strike="noStrike" cap="none">
              <a:solidFill>
                <a:srgbClr val="000000"/>
              </a:solidFill>
              <a:latin typeface="Arial"/>
              <a:ea typeface="Arial"/>
              <a:cs typeface="Arial"/>
              <a:sym typeface="Arial"/>
            </a:endParaRPr>
          </a:p>
        </p:txBody>
      </p:sp>
      <p:sp>
        <p:nvSpPr>
          <p:cNvPr id="1685" name="Google Shape;1685;p24"/>
          <p:cNvSpPr txBox="1"/>
          <p:nvPr/>
        </p:nvSpPr>
        <p:spPr>
          <a:xfrm>
            <a:off x="2514600" y="2667000"/>
            <a:ext cx="441146"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VL</a:t>
            </a:r>
            <a:endParaRPr sz="1400" b="0" i="0" u="none" strike="noStrike" cap="none">
              <a:solidFill>
                <a:srgbClr val="000000"/>
              </a:solidFill>
              <a:latin typeface="Arial"/>
              <a:ea typeface="Arial"/>
              <a:cs typeface="Arial"/>
              <a:sym typeface="Arial"/>
            </a:endParaRPr>
          </a:p>
        </p:txBody>
      </p:sp>
      <p:sp>
        <p:nvSpPr>
          <p:cNvPr id="1686" name="Google Shape;1686;p24"/>
          <p:cNvSpPr txBox="1"/>
          <p:nvPr/>
        </p:nvSpPr>
        <p:spPr>
          <a:xfrm>
            <a:off x="3810000" y="3733800"/>
            <a:ext cx="1659116" cy="5539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Mammillothalamic</a:t>
            </a:r>
            <a:endParaRPr sz="1500" b="0" i="0" u="none" strike="noStrike" cap="none">
              <a:solidFill>
                <a:srgbClr val="3CFF4A"/>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tract</a:t>
            </a:r>
            <a:endParaRPr sz="1400" b="0" i="0" u="none" strike="noStrike" cap="none">
              <a:solidFill>
                <a:srgbClr val="000000"/>
              </a:solidFill>
              <a:latin typeface="Arial"/>
              <a:ea typeface="Arial"/>
              <a:cs typeface="Arial"/>
              <a:sym typeface="Arial"/>
            </a:endParaRPr>
          </a:p>
        </p:txBody>
      </p:sp>
      <p:sp>
        <p:nvSpPr>
          <p:cNvPr id="1687" name="Google Shape;1687;p24"/>
          <p:cNvSpPr/>
          <p:nvPr/>
        </p:nvSpPr>
        <p:spPr>
          <a:xfrm>
            <a:off x="3510242" y="3606478"/>
            <a:ext cx="383371" cy="312533"/>
          </a:xfrm>
          <a:custGeom>
            <a:avLst/>
            <a:gdLst/>
            <a:ahLst/>
            <a:cxnLst/>
            <a:rect l="l" t="t" r="r" b="b"/>
            <a:pathLst>
              <a:path w="383371" h="312533" extrusionOk="0">
                <a:moveTo>
                  <a:pt x="383371" y="59909"/>
                </a:moveTo>
                <a:cubicBezTo>
                  <a:pt x="363404" y="47927"/>
                  <a:pt x="344296" y="34379"/>
                  <a:pt x="323469" y="23964"/>
                </a:cubicBezTo>
                <a:cubicBezTo>
                  <a:pt x="306281" y="15369"/>
                  <a:pt x="254962" y="3839"/>
                  <a:pt x="239607" y="0"/>
                </a:cubicBezTo>
                <a:cubicBezTo>
                  <a:pt x="233216" y="1598"/>
                  <a:pt x="166057" y="17088"/>
                  <a:pt x="155744" y="23964"/>
                </a:cubicBezTo>
                <a:cubicBezTo>
                  <a:pt x="116364" y="50220"/>
                  <a:pt x="123470" y="62698"/>
                  <a:pt x="95843" y="95854"/>
                </a:cubicBezTo>
                <a:cubicBezTo>
                  <a:pt x="84997" y="108871"/>
                  <a:pt x="71882" y="119817"/>
                  <a:pt x="59901" y="131798"/>
                </a:cubicBezTo>
                <a:cubicBezTo>
                  <a:pt x="55908" y="143780"/>
                  <a:pt x="53569" y="156446"/>
                  <a:pt x="47921" y="167743"/>
                </a:cubicBezTo>
                <a:cubicBezTo>
                  <a:pt x="41482" y="180623"/>
                  <a:pt x="29808" y="190529"/>
                  <a:pt x="23960" y="203688"/>
                </a:cubicBezTo>
                <a:cubicBezTo>
                  <a:pt x="13702" y="226771"/>
                  <a:pt x="0" y="275578"/>
                  <a:pt x="0" y="275578"/>
                </a:cubicBezTo>
                <a:cubicBezTo>
                  <a:pt x="3993" y="287560"/>
                  <a:pt x="-580" y="310201"/>
                  <a:pt x="11980" y="311523"/>
                </a:cubicBezTo>
                <a:cubicBezTo>
                  <a:pt x="30131" y="313434"/>
                  <a:pt x="237462" y="316946"/>
                  <a:pt x="299508" y="275578"/>
                </a:cubicBezTo>
                <a:lnTo>
                  <a:pt x="335449" y="251615"/>
                </a:lnTo>
                <a:cubicBezTo>
                  <a:pt x="339443" y="239633"/>
                  <a:pt x="343961" y="227814"/>
                  <a:pt x="347430" y="215670"/>
                </a:cubicBezTo>
                <a:cubicBezTo>
                  <a:pt x="377524" y="110330"/>
                  <a:pt x="342659" y="218002"/>
                  <a:pt x="371390" y="131798"/>
                </a:cubicBezTo>
                <a:cubicBezTo>
                  <a:pt x="367397" y="107835"/>
                  <a:pt x="367939" y="82656"/>
                  <a:pt x="359410" y="59909"/>
                </a:cubicBezTo>
                <a:cubicBezTo>
                  <a:pt x="355444" y="49332"/>
                  <a:pt x="346658" y="37346"/>
                  <a:pt x="335449" y="35945"/>
                </a:cubicBezTo>
                <a:cubicBezTo>
                  <a:pt x="279973" y="29010"/>
                  <a:pt x="223633" y="35945"/>
                  <a:pt x="167725" y="35945"/>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88" name="Google Shape;1688;p24"/>
          <p:cNvSpPr/>
          <p:nvPr/>
        </p:nvSpPr>
        <p:spPr>
          <a:xfrm>
            <a:off x="1952797" y="1591438"/>
            <a:ext cx="1545464" cy="2410435"/>
          </a:xfrm>
          <a:custGeom>
            <a:avLst/>
            <a:gdLst/>
            <a:ahLst/>
            <a:cxnLst/>
            <a:rect l="l" t="t" r="r" b="b"/>
            <a:pathLst>
              <a:path w="1545464" h="2410435" extrusionOk="0">
                <a:moveTo>
                  <a:pt x="1150113" y="1056508"/>
                </a:moveTo>
                <a:cubicBezTo>
                  <a:pt x="1146120" y="968642"/>
                  <a:pt x="1143150" y="880724"/>
                  <a:pt x="1138133" y="792911"/>
                </a:cubicBezTo>
                <a:cubicBezTo>
                  <a:pt x="1134182" y="723763"/>
                  <a:pt x="1140435" y="662491"/>
                  <a:pt x="1114172" y="601205"/>
                </a:cubicBezTo>
                <a:cubicBezTo>
                  <a:pt x="1107137" y="584788"/>
                  <a:pt x="1097246" y="569695"/>
                  <a:pt x="1090211" y="553278"/>
                </a:cubicBezTo>
                <a:cubicBezTo>
                  <a:pt x="1085236" y="541669"/>
                  <a:pt x="1085236" y="527842"/>
                  <a:pt x="1078231" y="517333"/>
                </a:cubicBezTo>
                <a:cubicBezTo>
                  <a:pt x="1068833" y="503234"/>
                  <a:pt x="1054270" y="493370"/>
                  <a:pt x="1042290" y="481388"/>
                </a:cubicBezTo>
                <a:lnTo>
                  <a:pt x="1006349" y="373553"/>
                </a:lnTo>
                <a:cubicBezTo>
                  <a:pt x="1002356" y="361572"/>
                  <a:pt x="1001373" y="348118"/>
                  <a:pt x="994368" y="337609"/>
                </a:cubicBezTo>
                <a:cubicBezTo>
                  <a:pt x="986381" y="325627"/>
                  <a:pt x="976847" y="314544"/>
                  <a:pt x="970408" y="301664"/>
                </a:cubicBezTo>
                <a:cubicBezTo>
                  <a:pt x="960339" y="281524"/>
                  <a:pt x="952207" y="236996"/>
                  <a:pt x="946447" y="217792"/>
                </a:cubicBezTo>
                <a:cubicBezTo>
                  <a:pt x="939190" y="193598"/>
                  <a:pt x="930473" y="169865"/>
                  <a:pt x="922486" y="145902"/>
                </a:cubicBezTo>
                <a:cubicBezTo>
                  <a:pt x="918493" y="133920"/>
                  <a:pt x="922487" y="113951"/>
                  <a:pt x="910506" y="109957"/>
                </a:cubicBezTo>
                <a:cubicBezTo>
                  <a:pt x="898526" y="105963"/>
                  <a:pt x="885604" y="104108"/>
                  <a:pt x="874565" y="97975"/>
                </a:cubicBezTo>
                <a:cubicBezTo>
                  <a:pt x="849392" y="83988"/>
                  <a:pt x="830621" y="57034"/>
                  <a:pt x="802683" y="50049"/>
                </a:cubicBezTo>
                <a:lnTo>
                  <a:pt x="754761" y="38067"/>
                </a:lnTo>
                <a:cubicBezTo>
                  <a:pt x="742781" y="30079"/>
                  <a:pt x="733087" y="16050"/>
                  <a:pt x="718820" y="14104"/>
                </a:cubicBezTo>
                <a:cubicBezTo>
                  <a:pt x="547234" y="-9297"/>
                  <a:pt x="508758" y="525"/>
                  <a:pt x="359410" y="14104"/>
                </a:cubicBezTo>
                <a:cubicBezTo>
                  <a:pt x="347430" y="18098"/>
                  <a:pt x="335076" y="21110"/>
                  <a:pt x="323469" y="26085"/>
                </a:cubicBezTo>
                <a:cubicBezTo>
                  <a:pt x="280914" y="44325"/>
                  <a:pt x="275698" y="49949"/>
                  <a:pt x="239607" y="74012"/>
                </a:cubicBezTo>
                <a:cubicBezTo>
                  <a:pt x="186647" y="153460"/>
                  <a:pt x="248891" y="65175"/>
                  <a:pt x="179705" y="145902"/>
                </a:cubicBezTo>
                <a:cubicBezTo>
                  <a:pt x="157417" y="171907"/>
                  <a:pt x="138765" y="201329"/>
                  <a:pt x="119803" y="229774"/>
                </a:cubicBezTo>
                <a:cubicBezTo>
                  <a:pt x="111816" y="253737"/>
                  <a:pt x="100795" y="276895"/>
                  <a:pt x="95842" y="301664"/>
                </a:cubicBezTo>
                <a:cubicBezTo>
                  <a:pt x="91849" y="321633"/>
                  <a:pt x="91012" y="342504"/>
                  <a:pt x="83862" y="361572"/>
                </a:cubicBezTo>
                <a:cubicBezTo>
                  <a:pt x="78806" y="375055"/>
                  <a:pt x="66796" y="384875"/>
                  <a:pt x="59901" y="397517"/>
                </a:cubicBezTo>
                <a:cubicBezTo>
                  <a:pt x="13985" y="481705"/>
                  <a:pt x="20569" y="467599"/>
                  <a:pt x="0" y="529315"/>
                </a:cubicBezTo>
                <a:cubicBezTo>
                  <a:pt x="3993" y="581236"/>
                  <a:pt x="54" y="634387"/>
                  <a:pt x="11980" y="685077"/>
                </a:cubicBezTo>
                <a:cubicBezTo>
                  <a:pt x="16553" y="704515"/>
                  <a:pt x="34926" y="717841"/>
                  <a:pt x="47921" y="733003"/>
                </a:cubicBezTo>
                <a:cubicBezTo>
                  <a:pt x="58947" y="745868"/>
                  <a:pt x="72705" y="756196"/>
                  <a:pt x="83862" y="768948"/>
                </a:cubicBezTo>
                <a:cubicBezTo>
                  <a:pt x="100700" y="788194"/>
                  <a:pt x="115809" y="808887"/>
                  <a:pt x="131783" y="828856"/>
                </a:cubicBezTo>
                <a:cubicBezTo>
                  <a:pt x="127790" y="848826"/>
                  <a:pt x="124742" y="869008"/>
                  <a:pt x="119803" y="888765"/>
                </a:cubicBezTo>
                <a:cubicBezTo>
                  <a:pt x="116740" y="901018"/>
                  <a:pt x="111292" y="912566"/>
                  <a:pt x="107823" y="924710"/>
                </a:cubicBezTo>
                <a:cubicBezTo>
                  <a:pt x="103300" y="940543"/>
                  <a:pt x="99836" y="956661"/>
                  <a:pt x="95842" y="972636"/>
                </a:cubicBezTo>
                <a:cubicBezTo>
                  <a:pt x="100457" y="1111096"/>
                  <a:pt x="42273" y="1260605"/>
                  <a:pt x="131783" y="1368031"/>
                </a:cubicBezTo>
                <a:cubicBezTo>
                  <a:pt x="142629" y="1381048"/>
                  <a:pt x="153627" y="1394577"/>
                  <a:pt x="167724" y="1403976"/>
                </a:cubicBezTo>
                <a:cubicBezTo>
                  <a:pt x="178231" y="1410982"/>
                  <a:pt x="191685" y="1411964"/>
                  <a:pt x="203665" y="1415958"/>
                </a:cubicBezTo>
                <a:cubicBezTo>
                  <a:pt x="262909" y="1504830"/>
                  <a:pt x="194681" y="1407572"/>
                  <a:pt x="251587" y="1475866"/>
                </a:cubicBezTo>
                <a:cubicBezTo>
                  <a:pt x="264370" y="1491207"/>
                  <a:pt x="274262" y="1508867"/>
                  <a:pt x="287528" y="1523792"/>
                </a:cubicBezTo>
                <a:cubicBezTo>
                  <a:pt x="306288" y="1544900"/>
                  <a:pt x="347430" y="1583701"/>
                  <a:pt x="347430" y="1583701"/>
                </a:cubicBezTo>
                <a:cubicBezTo>
                  <a:pt x="355417" y="1599676"/>
                  <a:pt x="360233" y="1617680"/>
                  <a:pt x="371390" y="1631627"/>
                </a:cubicBezTo>
                <a:cubicBezTo>
                  <a:pt x="392558" y="1658090"/>
                  <a:pt x="419311" y="1679554"/>
                  <a:pt x="443272" y="1703517"/>
                </a:cubicBezTo>
                <a:cubicBezTo>
                  <a:pt x="451259" y="1711505"/>
                  <a:pt x="460968" y="1718082"/>
                  <a:pt x="467233" y="1727481"/>
                </a:cubicBezTo>
                <a:cubicBezTo>
                  <a:pt x="475220" y="1739463"/>
                  <a:pt x="481012" y="1753243"/>
                  <a:pt x="491194" y="1763426"/>
                </a:cubicBezTo>
                <a:cubicBezTo>
                  <a:pt x="585435" y="1857676"/>
                  <a:pt x="464940" y="1705558"/>
                  <a:pt x="563076" y="1823334"/>
                </a:cubicBezTo>
                <a:cubicBezTo>
                  <a:pt x="603927" y="1872360"/>
                  <a:pt x="571937" y="1848607"/>
                  <a:pt x="610997" y="1907205"/>
                </a:cubicBezTo>
                <a:cubicBezTo>
                  <a:pt x="617262" y="1916604"/>
                  <a:pt x="626971" y="1923181"/>
                  <a:pt x="634958" y="1931169"/>
                </a:cubicBezTo>
                <a:cubicBezTo>
                  <a:pt x="658072" y="2046754"/>
                  <a:pt x="629766" y="1944748"/>
                  <a:pt x="670899" y="2027022"/>
                </a:cubicBezTo>
                <a:cubicBezTo>
                  <a:pt x="676547" y="2038319"/>
                  <a:pt x="674794" y="2053264"/>
                  <a:pt x="682879" y="2062967"/>
                </a:cubicBezTo>
                <a:cubicBezTo>
                  <a:pt x="695662" y="2078308"/>
                  <a:pt x="715641" y="2085916"/>
                  <a:pt x="730801" y="2098912"/>
                </a:cubicBezTo>
                <a:cubicBezTo>
                  <a:pt x="743665" y="2109939"/>
                  <a:pt x="753726" y="2124009"/>
                  <a:pt x="766742" y="2134857"/>
                </a:cubicBezTo>
                <a:cubicBezTo>
                  <a:pt x="777803" y="2144076"/>
                  <a:pt x="791622" y="2149601"/>
                  <a:pt x="802683" y="2158820"/>
                </a:cubicBezTo>
                <a:cubicBezTo>
                  <a:pt x="915291" y="2252670"/>
                  <a:pt x="728828" y="2121560"/>
                  <a:pt x="910506" y="2242692"/>
                </a:cubicBezTo>
                <a:lnTo>
                  <a:pt x="946447" y="2266655"/>
                </a:lnTo>
                <a:cubicBezTo>
                  <a:pt x="958427" y="2274643"/>
                  <a:pt x="972207" y="2280436"/>
                  <a:pt x="982388" y="2290618"/>
                </a:cubicBezTo>
                <a:cubicBezTo>
                  <a:pt x="1002355" y="2310588"/>
                  <a:pt x="1018794" y="2334861"/>
                  <a:pt x="1042290" y="2350527"/>
                </a:cubicBezTo>
                <a:cubicBezTo>
                  <a:pt x="1145293" y="2419202"/>
                  <a:pt x="1014970" y="2336866"/>
                  <a:pt x="1114172" y="2386472"/>
                </a:cubicBezTo>
                <a:cubicBezTo>
                  <a:pt x="1127051" y="2392912"/>
                  <a:pt x="1138133" y="2402447"/>
                  <a:pt x="1150113" y="2410435"/>
                </a:cubicBezTo>
                <a:cubicBezTo>
                  <a:pt x="1206021" y="2406441"/>
                  <a:pt x="1262171" y="2405003"/>
                  <a:pt x="1317838" y="2398453"/>
                </a:cubicBezTo>
                <a:cubicBezTo>
                  <a:pt x="1330380" y="2396977"/>
                  <a:pt x="1342950" y="2392970"/>
                  <a:pt x="1353779" y="2386472"/>
                </a:cubicBezTo>
                <a:cubicBezTo>
                  <a:pt x="1363465" y="2380660"/>
                  <a:pt x="1368920" y="2369565"/>
                  <a:pt x="1377740" y="2362508"/>
                </a:cubicBezTo>
                <a:cubicBezTo>
                  <a:pt x="1388983" y="2353512"/>
                  <a:pt x="1401701" y="2346533"/>
                  <a:pt x="1413681" y="2338545"/>
                </a:cubicBezTo>
                <a:cubicBezTo>
                  <a:pt x="1421668" y="2326563"/>
                  <a:pt x="1428423" y="2313663"/>
                  <a:pt x="1437641" y="2302600"/>
                </a:cubicBezTo>
                <a:cubicBezTo>
                  <a:pt x="1514518" y="2210337"/>
                  <a:pt x="1438047" y="2319962"/>
                  <a:pt x="1497543" y="2230710"/>
                </a:cubicBezTo>
                <a:cubicBezTo>
                  <a:pt x="1501536" y="2218728"/>
                  <a:pt x="1506054" y="2206909"/>
                  <a:pt x="1509523" y="2194765"/>
                </a:cubicBezTo>
                <a:cubicBezTo>
                  <a:pt x="1514046" y="2178931"/>
                  <a:pt x="1516773" y="2162611"/>
                  <a:pt x="1521504" y="2146838"/>
                </a:cubicBezTo>
                <a:cubicBezTo>
                  <a:pt x="1528761" y="2122644"/>
                  <a:pt x="1545464" y="2074949"/>
                  <a:pt x="1545464" y="2074949"/>
                </a:cubicBezTo>
                <a:cubicBezTo>
                  <a:pt x="1541471" y="1983089"/>
                  <a:pt x="1540535" y="1891046"/>
                  <a:pt x="1533484" y="1799370"/>
                </a:cubicBezTo>
                <a:cubicBezTo>
                  <a:pt x="1532516" y="1786778"/>
                  <a:pt x="1528001" y="1774256"/>
                  <a:pt x="1521504" y="1763426"/>
                </a:cubicBezTo>
                <a:cubicBezTo>
                  <a:pt x="1515693" y="1753739"/>
                  <a:pt x="1505530" y="1747450"/>
                  <a:pt x="1497543" y="1739462"/>
                </a:cubicBezTo>
                <a:cubicBezTo>
                  <a:pt x="1493550" y="1727480"/>
                  <a:pt x="1491696" y="1714558"/>
                  <a:pt x="1485563" y="1703517"/>
                </a:cubicBezTo>
                <a:cubicBezTo>
                  <a:pt x="1471578" y="1678341"/>
                  <a:pt x="1453615" y="1655590"/>
                  <a:pt x="1437641" y="1631627"/>
                </a:cubicBezTo>
                <a:cubicBezTo>
                  <a:pt x="1429654" y="1619645"/>
                  <a:pt x="1420120" y="1608562"/>
                  <a:pt x="1413681" y="1595682"/>
                </a:cubicBezTo>
                <a:cubicBezTo>
                  <a:pt x="1383281" y="1534876"/>
                  <a:pt x="1399627" y="1562617"/>
                  <a:pt x="1365759" y="1511811"/>
                </a:cubicBezTo>
                <a:cubicBezTo>
                  <a:pt x="1361919" y="1496449"/>
                  <a:pt x="1350394" y="1445133"/>
                  <a:pt x="1341798" y="1427939"/>
                </a:cubicBezTo>
                <a:cubicBezTo>
                  <a:pt x="1335359" y="1415059"/>
                  <a:pt x="1324982" y="1404497"/>
                  <a:pt x="1317838" y="1391994"/>
                </a:cubicBezTo>
                <a:cubicBezTo>
                  <a:pt x="1257046" y="1285597"/>
                  <a:pt x="1328286" y="1395687"/>
                  <a:pt x="1269916" y="1308123"/>
                </a:cubicBezTo>
                <a:cubicBezTo>
                  <a:pt x="1240599" y="1220159"/>
                  <a:pt x="1263816" y="1254095"/>
                  <a:pt x="1210015" y="1200288"/>
                </a:cubicBezTo>
                <a:lnTo>
                  <a:pt x="1186054" y="1104434"/>
                </a:lnTo>
                <a:cubicBezTo>
                  <a:pt x="1182061" y="1088459"/>
                  <a:pt x="1179281" y="1072130"/>
                  <a:pt x="1174074" y="1056508"/>
                </a:cubicBezTo>
                <a:lnTo>
                  <a:pt x="1150113" y="984618"/>
                </a:lnTo>
                <a:cubicBezTo>
                  <a:pt x="1146120" y="972636"/>
                  <a:pt x="1141196" y="960926"/>
                  <a:pt x="1138133" y="948673"/>
                </a:cubicBezTo>
                <a:cubicBezTo>
                  <a:pt x="1134139" y="932697"/>
                  <a:pt x="1130675" y="916580"/>
                  <a:pt x="1126152" y="900746"/>
                </a:cubicBezTo>
                <a:cubicBezTo>
                  <a:pt x="1115593" y="863787"/>
                  <a:pt x="1103974" y="847668"/>
                  <a:pt x="1102192" y="804893"/>
                </a:cubicBezTo>
                <a:cubicBezTo>
                  <a:pt x="1099033" y="729075"/>
                  <a:pt x="1102192" y="653126"/>
                  <a:pt x="1102192" y="577242"/>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89" name="Google Shape;1689;p24"/>
          <p:cNvSpPr/>
          <p:nvPr/>
        </p:nvSpPr>
        <p:spPr>
          <a:xfrm>
            <a:off x="1142578" y="838716"/>
            <a:ext cx="2068155" cy="4217543"/>
          </a:xfrm>
          <a:custGeom>
            <a:avLst/>
            <a:gdLst/>
            <a:ahLst/>
            <a:cxnLst/>
            <a:rect l="l" t="t" r="r" b="b"/>
            <a:pathLst>
              <a:path w="2068155" h="4217543" extrusionOk="0">
                <a:moveTo>
                  <a:pt x="774278" y="706918"/>
                </a:moveTo>
                <a:cubicBezTo>
                  <a:pt x="770284" y="651003"/>
                  <a:pt x="768846" y="594847"/>
                  <a:pt x="762297" y="539174"/>
                </a:cubicBezTo>
                <a:cubicBezTo>
                  <a:pt x="760821" y="526631"/>
                  <a:pt x="757322" y="513738"/>
                  <a:pt x="750317" y="503229"/>
                </a:cubicBezTo>
                <a:cubicBezTo>
                  <a:pt x="740919" y="489130"/>
                  <a:pt x="728474" y="476683"/>
                  <a:pt x="714376" y="467284"/>
                </a:cubicBezTo>
                <a:cubicBezTo>
                  <a:pt x="703869" y="460279"/>
                  <a:pt x="690415" y="459297"/>
                  <a:pt x="678435" y="455303"/>
                </a:cubicBezTo>
                <a:lnTo>
                  <a:pt x="594572" y="371431"/>
                </a:lnTo>
                <a:lnTo>
                  <a:pt x="558631" y="335486"/>
                </a:lnTo>
                <a:cubicBezTo>
                  <a:pt x="546651" y="323504"/>
                  <a:pt x="538764" y="304899"/>
                  <a:pt x="522690" y="299541"/>
                </a:cubicBezTo>
                <a:lnTo>
                  <a:pt x="486749" y="287560"/>
                </a:lnTo>
                <a:cubicBezTo>
                  <a:pt x="429793" y="249584"/>
                  <a:pt x="464469" y="268151"/>
                  <a:pt x="378926" y="239633"/>
                </a:cubicBezTo>
                <a:lnTo>
                  <a:pt x="342985" y="227651"/>
                </a:lnTo>
                <a:cubicBezTo>
                  <a:pt x="327011" y="203688"/>
                  <a:pt x="315427" y="176126"/>
                  <a:pt x="295064" y="155761"/>
                </a:cubicBezTo>
                <a:cubicBezTo>
                  <a:pt x="190060" y="50745"/>
                  <a:pt x="323259" y="179259"/>
                  <a:pt x="223182" y="95853"/>
                </a:cubicBezTo>
                <a:cubicBezTo>
                  <a:pt x="210166" y="85005"/>
                  <a:pt x="200105" y="70935"/>
                  <a:pt x="187241" y="59908"/>
                </a:cubicBezTo>
                <a:cubicBezTo>
                  <a:pt x="161236" y="37616"/>
                  <a:pt x="131822" y="18965"/>
                  <a:pt x="103378" y="0"/>
                </a:cubicBezTo>
                <a:cubicBezTo>
                  <a:pt x="91398" y="3994"/>
                  <a:pt x="77298" y="4093"/>
                  <a:pt x="67437" y="11982"/>
                </a:cubicBezTo>
                <a:cubicBezTo>
                  <a:pt x="41581" y="32669"/>
                  <a:pt x="38690" y="67074"/>
                  <a:pt x="31496" y="95853"/>
                </a:cubicBezTo>
                <a:cubicBezTo>
                  <a:pt x="27503" y="451309"/>
                  <a:pt x="19516" y="806742"/>
                  <a:pt x="19516" y="1162220"/>
                </a:cubicBezTo>
                <a:cubicBezTo>
                  <a:pt x="19516" y="1284741"/>
                  <a:pt x="-37547" y="1789220"/>
                  <a:pt x="43476" y="2072826"/>
                </a:cubicBezTo>
                <a:cubicBezTo>
                  <a:pt x="46945" y="2084970"/>
                  <a:pt x="51463" y="2096789"/>
                  <a:pt x="55457" y="2108771"/>
                </a:cubicBezTo>
                <a:cubicBezTo>
                  <a:pt x="59450" y="2200630"/>
                  <a:pt x="60386" y="2292674"/>
                  <a:pt x="67437" y="2384349"/>
                </a:cubicBezTo>
                <a:cubicBezTo>
                  <a:pt x="68406" y="2396941"/>
                  <a:pt x="76354" y="2408041"/>
                  <a:pt x="79417" y="2420294"/>
                </a:cubicBezTo>
                <a:cubicBezTo>
                  <a:pt x="84356" y="2440051"/>
                  <a:pt x="76999" y="2465802"/>
                  <a:pt x="91398" y="2480203"/>
                </a:cubicBezTo>
                <a:cubicBezTo>
                  <a:pt x="105796" y="2494602"/>
                  <a:pt x="131332" y="2488190"/>
                  <a:pt x="151299" y="2492184"/>
                </a:cubicBezTo>
                <a:cubicBezTo>
                  <a:pt x="163280" y="2500172"/>
                  <a:pt x="174739" y="2509003"/>
                  <a:pt x="187241" y="2516148"/>
                </a:cubicBezTo>
                <a:cubicBezTo>
                  <a:pt x="202747" y="2525010"/>
                  <a:pt x="221443" y="2528677"/>
                  <a:pt x="235162" y="2540111"/>
                </a:cubicBezTo>
                <a:cubicBezTo>
                  <a:pt x="246224" y="2549330"/>
                  <a:pt x="251136" y="2564074"/>
                  <a:pt x="259123" y="2576056"/>
                </a:cubicBezTo>
                <a:cubicBezTo>
                  <a:pt x="263116" y="2588038"/>
                  <a:pt x="269537" y="2599469"/>
                  <a:pt x="271103" y="2612001"/>
                </a:cubicBezTo>
                <a:cubicBezTo>
                  <a:pt x="277561" y="2663673"/>
                  <a:pt x="271157" y="2717072"/>
                  <a:pt x="283083" y="2767762"/>
                </a:cubicBezTo>
                <a:cubicBezTo>
                  <a:pt x="287656" y="2787200"/>
                  <a:pt x="304100" y="2802422"/>
                  <a:pt x="319024" y="2815689"/>
                </a:cubicBezTo>
                <a:cubicBezTo>
                  <a:pt x="340547" y="2834823"/>
                  <a:pt x="390906" y="2863616"/>
                  <a:pt x="390906" y="2863616"/>
                </a:cubicBezTo>
                <a:cubicBezTo>
                  <a:pt x="394900" y="2875597"/>
                  <a:pt x="396390" y="2888730"/>
                  <a:pt x="402887" y="2899560"/>
                </a:cubicBezTo>
                <a:cubicBezTo>
                  <a:pt x="417664" y="2924191"/>
                  <a:pt x="492772" y="2967477"/>
                  <a:pt x="498730" y="2971450"/>
                </a:cubicBezTo>
                <a:cubicBezTo>
                  <a:pt x="545182" y="3002421"/>
                  <a:pt x="521008" y="2990859"/>
                  <a:pt x="570612" y="3007395"/>
                </a:cubicBezTo>
                <a:cubicBezTo>
                  <a:pt x="578599" y="3019377"/>
                  <a:pt x="588133" y="3030460"/>
                  <a:pt x="594572" y="3043340"/>
                </a:cubicBezTo>
                <a:cubicBezTo>
                  <a:pt x="600220" y="3054637"/>
                  <a:pt x="600056" y="3068455"/>
                  <a:pt x="606553" y="3079285"/>
                </a:cubicBezTo>
                <a:cubicBezTo>
                  <a:pt x="612364" y="3088971"/>
                  <a:pt x="622526" y="3095261"/>
                  <a:pt x="630513" y="3103249"/>
                </a:cubicBezTo>
                <a:cubicBezTo>
                  <a:pt x="638500" y="3127212"/>
                  <a:pt x="629705" y="3170185"/>
                  <a:pt x="654474" y="3175139"/>
                </a:cubicBezTo>
                <a:cubicBezTo>
                  <a:pt x="670748" y="3178394"/>
                  <a:pt x="742954" y="3191848"/>
                  <a:pt x="762297" y="3199102"/>
                </a:cubicBezTo>
                <a:cubicBezTo>
                  <a:pt x="779019" y="3205374"/>
                  <a:pt x="794245" y="3215077"/>
                  <a:pt x="810219" y="3223065"/>
                </a:cubicBezTo>
                <a:lnTo>
                  <a:pt x="858140" y="3294955"/>
                </a:lnTo>
                <a:cubicBezTo>
                  <a:pt x="866127" y="3306937"/>
                  <a:pt x="870120" y="3322912"/>
                  <a:pt x="882101" y="3330900"/>
                </a:cubicBezTo>
                <a:lnTo>
                  <a:pt x="918042" y="3354863"/>
                </a:lnTo>
                <a:cubicBezTo>
                  <a:pt x="967505" y="3348680"/>
                  <a:pt x="1011324" y="3363124"/>
                  <a:pt x="1037845" y="3318918"/>
                </a:cubicBezTo>
                <a:cubicBezTo>
                  <a:pt x="1044342" y="3308088"/>
                  <a:pt x="1045832" y="3294955"/>
                  <a:pt x="1049826" y="3282973"/>
                </a:cubicBezTo>
                <a:cubicBezTo>
                  <a:pt x="1045412" y="3313875"/>
                  <a:pt x="1042592" y="3369332"/>
                  <a:pt x="1025865" y="3402790"/>
                </a:cubicBezTo>
                <a:cubicBezTo>
                  <a:pt x="1019426" y="3415670"/>
                  <a:pt x="1009891" y="3426753"/>
                  <a:pt x="1001904" y="3438735"/>
                </a:cubicBezTo>
                <a:cubicBezTo>
                  <a:pt x="1005897" y="3450717"/>
                  <a:pt x="1005995" y="3464818"/>
                  <a:pt x="1013884" y="3474680"/>
                </a:cubicBezTo>
                <a:cubicBezTo>
                  <a:pt x="1034567" y="3500536"/>
                  <a:pt x="1068971" y="3503430"/>
                  <a:pt x="1097747" y="3510625"/>
                </a:cubicBezTo>
                <a:cubicBezTo>
                  <a:pt x="1157243" y="3599877"/>
                  <a:pt x="1080772" y="3490252"/>
                  <a:pt x="1157649" y="3582515"/>
                </a:cubicBezTo>
                <a:cubicBezTo>
                  <a:pt x="1166867" y="3593578"/>
                  <a:pt x="1173622" y="3606478"/>
                  <a:pt x="1181609" y="3618460"/>
                </a:cubicBezTo>
                <a:cubicBezTo>
                  <a:pt x="1221544" y="3614466"/>
                  <a:pt x="1262307" y="3615503"/>
                  <a:pt x="1301413" y="3606478"/>
                </a:cubicBezTo>
                <a:cubicBezTo>
                  <a:pt x="1315443" y="3603240"/>
                  <a:pt x="1324475" y="3588955"/>
                  <a:pt x="1337354" y="3582515"/>
                </a:cubicBezTo>
                <a:cubicBezTo>
                  <a:pt x="1348649" y="3576867"/>
                  <a:pt x="1361315" y="3574527"/>
                  <a:pt x="1373295" y="3570533"/>
                </a:cubicBezTo>
                <a:cubicBezTo>
                  <a:pt x="1389269" y="3594496"/>
                  <a:pt x="1430322" y="3615101"/>
                  <a:pt x="1421216" y="3642423"/>
                </a:cubicBezTo>
                <a:lnTo>
                  <a:pt x="1397256" y="3714313"/>
                </a:lnTo>
                <a:cubicBezTo>
                  <a:pt x="1401249" y="3726295"/>
                  <a:pt x="1400306" y="3741327"/>
                  <a:pt x="1409236" y="3750258"/>
                </a:cubicBezTo>
                <a:cubicBezTo>
                  <a:pt x="1418165" y="3759188"/>
                  <a:pt x="1432695" y="3760320"/>
                  <a:pt x="1445177" y="3762240"/>
                </a:cubicBezTo>
                <a:cubicBezTo>
                  <a:pt x="1484844" y="3768343"/>
                  <a:pt x="1525046" y="3770227"/>
                  <a:pt x="1564980" y="3774221"/>
                </a:cubicBezTo>
                <a:cubicBezTo>
                  <a:pt x="1560987" y="3794191"/>
                  <a:pt x="1558358" y="3814482"/>
                  <a:pt x="1553000" y="3834130"/>
                </a:cubicBezTo>
                <a:cubicBezTo>
                  <a:pt x="1546355" y="3858499"/>
                  <a:pt x="1535165" y="3881515"/>
                  <a:pt x="1529039" y="3906020"/>
                </a:cubicBezTo>
                <a:cubicBezTo>
                  <a:pt x="1513996" y="3966199"/>
                  <a:pt x="1522266" y="3938324"/>
                  <a:pt x="1505079" y="3989891"/>
                </a:cubicBezTo>
                <a:cubicBezTo>
                  <a:pt x="1529040" y="4013854"/>
                  <a:pt x="1558165" y="4033584"/>
                  <a:pt x="1576961" y="4061781"/>
                </a:cubicBezTo>
                <a:cubicBezTo>
                  <a:pt x="1584948" y="4073763"/>
                  <a:pt x="1588711" y="4090094"/>
                  <a:pt x="1600922" y="4097726"/>
                </a:cubicBezTo>
                <a:cubicBezTo>
                  <a:pt x="1622339" y="4111113"/>
                  <a:pt x="1672804" y="4121689"/>
                  <a:pt x="1672804" y="4121689"/>
                </a:cubicBezTo>
                <a:cubicBezTo>
                  <a:pt x="1742501" y="4191398"/>
                  <a:pt x="1642041" y="4094055"/>
                  <a:pt x="1732705" y="4169616"/>
                </a:cubicBezTo>
                <a:cubicBezTo>
                  <a:pt x="1792533" y="4219478"/>
                  <a:pt x="1741424" y="4196486"/>
                  <a:pt x="1804587" y="4217543"/>
                </a:cubicBezTo>
                <a:cubicBezTo>
                  <a:pt x="1856502" y="4213549"/>
                  <a:pt x="1908666" y="4212020"/>
                  <a:pt x="1960332" y="4205561"/>
                </a:cubicBezTo>
                <a:cubicBezTo>
                  <a:pt x="1972863" y="4203994"/>
                  <a:pt x="1986412" y="4201469"/>
                  <a:pt x="1996273" y="4193579"/>
                </a:cubicBezTo>
                <a:cubicBezTo>
                  <a:pt x="2008987" y="4183406"/>
                  <a:pt x="2040032" y="4120115"/>
                  <a:pt x="2044194" y="4109708"/>
                </a:cubicBezTo>
                <a:cubicBezTo>
                  <a:pt x="2053574" y="4086255"/>
                  <a:pt x="2068155" y="4037818"/>
                  <a:pt x="2068155" y="4037818"/>
                </a:cubicBezTo>
                <a:cubicBezTo>
                  <a:pt x="2064162" y="4025836"/>
                  <a:pt x="2064064" y="4011736"/>
                  <a:pt x="2056175" y="4001873"/>
                </a:cubicBezTo>
                <a:cubicBezTo>
                  <a:pt x="2035490" y="3976014"/>
                  <a:pt x="2001092" y="3973123"/>
                  <a:pt x="1972312" y="3965928"/>
                </a:cubicBezTo>
                <a:cubicBezTo>
                  <a:pt x="1968319" y="3953946"/>
                  <a:pt x="1960332" y="3942613"/>
                  <a:pt x="1960332" y="3929983"/>
                </a:cubicBezTo>
                <a:cubicBezTo>
                  <a:pt x="1960332" y="3810776"/>
                  <a:pt x="1963870" y="3807989"/>
                  <a:pt x="1984293" y="3726295"/>
                </a:cubicBezTo>
                <a:cubicBezTo>
                  <a:pt x="1976306" y="3698338"/>
                  <a:pt x="1974451" y="3667840"/>
                  <a:pt x="1960332" y="3642423"/>
                </a:cubicBezTo>
                <a:cubicBezTo>
                  <a:pt x="1946087" y="3616778"/>
                  <a:pt x="1909808" y="3618345"/>
                  <a:pt x="1888450" y="3606478"/>
                </a:cubicBezTo>
                <a:cubicBezTo>
                  <a:pt x="1863277" y="3592491"/>
                  <a:pt x="1836930" y="3578917"/>
                  <a:pt x="1816568" y="3558552"/>
                </a:cubicBezTo>
                <a:cubicBezTo>
                  <a:pt x="1808581" y="3550564"/>
                  <a:pt x="1802710" y="3539640"/>
                  <a:pt x="1792607" y="3534588"/>
                </a:cubicBezTo>
                <a:cubicBezTo>
                  <a:pt x="1763443" y="3520005"/>
                  <a:pt x="1707196" y="3507242"/>
                  <a:pt x="1672804" y="3498643"/>
                </a:cubicBezTo>
                <a:cubicBezTo>
                  <a:pt x="1660824" y="3486661"/>
                  <a:pt x="1650961" y="3472097"/>
                  <a:pt x="1636863" y="3462698"/>
                </a:cubicBezTo>
                <a:cubicBezTo>
                  <a:pt x="1617203" y="3449590"/>
                  <a:pt x="1537733" y="3440184"/>
                  <a:pt x="1529039" y="3438735"/>
                </a:cubicBezTo>
                <a:cubicBezTo>
                  <a:pt x="1517059" y="3426753"/>
                  <a:pt x="1506114" y="3413638"/>
                  <a:pt x="1493098" y="3402790"/>
                </a:cubicBezTo>
                <a:cubicBezTo>
                  <a:pt x="1482037" y="3393571"/>
                  <a:pt x="1467338" y="3389009"/>
                  <a:pt x="1457157" y="3378827"/>
                </a:cubicBezTo>
                <a:cubicBezTo>
                  <a:pt x="1446976" y="3368644"/>
                  <a:pt x="1439636" y="3355762"/>
                  <a:pt x="1433197" y="3342882"/>
                </a:cubicBezTo>
                <a:cubicBezTo>
                  <a:pt x="1427549" y="3331585"/>
                  <a:pt x="1430146" y="3315868"/>
                  <a:pt x="1421216" y="3306937"/>
                </a:cubicBezTo>
                <a:cubicBezTo>
                  <a:pt x="1412287" y="3298007"/>
                  <a:pt x="1397255" y="3298949"/>
                  <a:pt x="1385275" y="3294955"/>
                </a:cubicBezTo>
                <a:cubicBezTo>
                  <a:pt x="1375877" y="3276156"/>
                  <a:pt x="1354291" y="3228023"/>
                  <a:pt x="1337354" y="3211084"/>
                </a:cubicBezTo>
                <a:cubicBezTo>
                  <a:pt x="1327173" y="3200902"/>
                  <a:pt x="1313393" y="3195108"/>
                  <a:pt x="1301413" y="3187120"/>
                </a:cubicBezTo>
                <a:cubicBezTo>
                  <a:pt x="1273459" y="3191114"/>
                  <a:pt x="1244945" y="3205951"/>
                  <a:pt x="1217550" y="3199102"/>
                </a:cubicBezTo>
                <a:cubicBezTo>
                  <a:pt x="1205298" y="3196039"/>
                  <a:pt x="1209039" y="3175301"/>
                  <a:pt x="1205570" y="3163157"/>
                </a:cubicBezTo>
                <a:cubicBezTo>
                  <a:pt x="1201047" y="3147323"/>
                  <a:pt x="1203161" y="3128630"/>
                  <a:pt x="1193590" y="3115230"/>
                </a:cubicBezTo>
                <a:cubicBezTo>
                  <a:pt x="1170924" y="3083494"/>
                  <a:pt x="1142250" y="3078145"/>
                  <a:pt x="1109727" y="3067304"/>
                </a:cubicBezTo>
                <a:cubicBezTo>
                  <a:pt x="1101740" y="3043341"/>
                  <a:pt x="1089919" y="3020330"/>
                  <a:pt x="1085767" y="2995414"/>
                </a:cubicBezTo>
                <a:cubicBezTo>
                  <a:pt x="1081773" y="2971451"/>
                  <a:pt x="1087905" y="2943293"/>
                  <a:pt x="1073786" y="2923524"/>
                </a:cubicBezTo>
                <a:cubicBezTo>
                  <a:pt x="1064216" y="2910125"/>
                  <a:pt x="1041839" y="2915536"/>
                  <a:pt x="1025865" y="2911542"/>
                </a:cubicBezTo>
                <a:cubicBezTo>
                  <a:pt x="996636" y="2867694"/>
                  <a:pt x="1000976" y="2882936"/>
                  <a:pt x="989924" y="2827671"/>
                </a:cubicBezTo>
                <a:cubicBezTo>
                  <a:pt x="985160" y="2803849"/>
                  <a:pt x="993940" y="2774065"/>
                  <a:pt x="977943" y="2755781"/>
                </a:cubicBezTo>
                <a:cubicBezTo>
                  <a:pt x="965044" y="2741038"/>
                  <a:pt x="867701" y="2724144"/>
                  <a:pt x="846160" y="2719836"/>
                </a:cubicBezTo>
                <a:cubicBezTo>
                  <a:pt x="838173" y="2711848"/>
                  <a:pt x="824414" y="2706949"/>
                  <a:pt x="822199" y="2695872"/>
                </a:cubicBezTo>
                <a:cubicBezTo>
                  <a:pt x="790642" y="2538071"/>
                  <a:pt x="858654" y="2507818"/>
                  <a:pt x="774278" y="2564074"/>
                </a:cubicBezTo>
                <a:cubicBezTo>
                  <a:pt x="743516" y="2471780"/>
                  <a:pt x="759697" y="2515637"/>
                  <a:pt x="726356" y="2432276"/>
                </a:cubicBezTo>
                <a:cubicBezTo>
                  <a:pt x="722363" y="2400325"/>
                  <a:pt x="720309" y="2368071"/>
                  <a:pt x="714376" y="2336423"/>
                </a:cubicBezTo>
                <a:cubicBezTo>
                  <a:pt x="708307" y="2304052"/>
                  <a:pt x="696873" y="2272864"/>
                  <a:pt x="690415" y="2240569"/>
                </a:cubicBezTo>
                <a:lnTo>
                  <a:pt x="678435" y="2180661"/>
                </a:lnTo>
                <a:cubicBezTo>
                  <a:pt x="682428" y="2144716"/>
                  <a:pt x="690415" y="2108992"/>
                  <a:pt x="690415" y="2072826"/>
                </a:cubicBezTo>
                <a:cubicBezTo>
                  <a:pt x="690415" y="2060196"/>
                  <a:pt x="688943" y="2043887"/>
                  <a:pt x="678435" y="2036881"/>
                </a:cubicBezTo>
                <a:cubicBezTo>
                  <a:pt x="661493" y="2025585"/>
                  <a:pt x="638500" y="2028894"/>
                  <a:pt x="618533" y="2024900"/>
                </a:cubicBezTo>
                <a:cubicBezTo>
                  <a:pt x="593831" y="2012547"/>
                  <a:pt x="551852" y="2005673"/>
                  <a:pt x="558631" y="1964991"/>
                </a:cubicBezTo>
                <a:cubicBezTo>
                  <a:pt x="560998" y="1950787"/>
                  <a:pt x="574605" y="1941028"/>
                  <a:pt x="582592" y="1929046"/>
                </a:cubicBezTo>
                <a:cubicBezTo>
                  <a:pt x="586585" y="1917064"/>
                  <a:pt x="594572" y="1905731"/>
                  <a:pt x="594572" y="1893101"/>
                </a:cubicBezTo>
                <a:cubicBezTo>
                  <a:pt x="594572" y="1880471"/>
                  <a:pt x="586061" y="1869300"/>
                  <a:pt x="582592" y="1857156"/>
                </a:cubicBezTo>
                <a:cubicBezTo>
                  <a:pt x="568675" y="1808440"/>
                  <a:pt x="570612" y="1822321"/>
                  <a:pt x="570612" y="1785267"/>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90" name="Google Shape;1690;p24"/>
          <p:cNvSpPr/>
          <p:nvPr/>
        </p:nvSpPr>
        <p:spPr>
          <a:xfrm>
            <a:off x="1425661" y="4001873"/>
            <a:ext cx="1365760" cy="1461762"/>
          </a:xfrm>
          <a:custGeom>
            <a:avLst/>
            <a:gdLst/>
            <a:ahLst/>
            <a:cxnLst/>
            <a:rect l="l" t="t" r="r" b="b"/>
            <a:pathLst>
              <a:path w="1365760" h="1461762" extrusionOk="0">
                <a:moveTo>
                  <a:pt x="167725" y="0"/>
                </a:moveTo>
                <a:cubicBezTo>
                  <a:pt x="139771" y="3994"/>
                  <a:pt x="105912" y="-5659"/>
                  <a:pt x="83863" y="11982"/>
                </a:cubicBezTo>
                <a:cubicBezTo>
                  <a:pt x="72619" y="20978"/>
                  <a:pt x="100679" y="35424"/>
                  <a:pt x="107823" y="47927"/>
                </a:cubicBezTo>
                <a:cubicBezTo>
                  <a:pt x="116684" y="63435"/>
                  <a:pt x="123797" y="79878"/>
                  <a:pt x="131784" y="95853"/>
                </a:cubicBezTo>
                <a:cubicBezTo>
                  <a:pt x="106438" y="197250"/>
                  <a:pt x="145707" y="91709"/>
                  <a:pt x="47922" y="179725"/>
                </a:cubicBezTo>
                <a:cubicBezTo>
                  <a:pt x="26517" y="198992"/>
                  <a:pt x="0" y="251615"/>
                  <a:pt x="0" y="251615"/>
                </a:cubicBezTo>
                <a:cubicBezTo>
                  <a:pt x="7321" y="273579"/>
                  <a:pt x="22032" y="338736"/>
                  <a:pt x="47922" y="359450"/>
                </a:cubicBezTo>
                <a:cubicBezTo>
                  <a:pt x="57783" y="367339"/>
                  <a:pt x="71883" y="367437"/>
                  <a:pt x="83863" y="371431"/>
                </a:cubicBezTo>
                <a:cubicBezTo>
                  <a:pt x="91850" y="395394"/>
                  <a:pt x="109760" y="418136"/>
                  <a:pt x="107823" y="443321"/>
                </a:cubicBezTo>
                <a:cubicBezTo>
                  <a:pt x="94874" y="611675"/>
                  <a:pt x="112308" y="549681"/>
                  <a:pt x="83863" y="635028"/>
                </a:cubicBezTo>
                <a:cubicBezTo>
                  <a:pt x="87856" y="710912"/>
                  <a:pt x="86790" y="787231"/>
                  <a:pt x="95843" y="862679"/>
                </a:cubicBezTo>
                <a:cubicBezTo>
                  <a:pt x="98852" y="887758"/>
                  <a:pt x="113679" y="910064"/>
                  <a:pt x="119804" y="934569"/>
                </a:cubicBezTo>
                <a:cubicBezTo>
                  <a:pt x="126489" y="961314"/>
                  <a:pt x="134861" y="1009536"/>
                  <a:pt x="155745" y="1030422"/>
                </a:cubicBezTo>
                <a:cubicBezTo>
                  <a:pt x="164674" y="1039352"/>
                  <a:pt x="180391" y="1036756"/>
                  <a:pt x="191686" y="1042404"/>
                </a:cubicBezTo>
                <a:cubicBezTo>
                  <a:pt x="204565" y="1048844"/>
                  <a:pt x="215647" y="1058379"/>
                  <a:pt x="227627" y="1066367"/>
                </a:cubicBezTo>
                <a:cubicBezTo>
                  <a:pt x="231620" y="1078349"/>
                  <a:pt x="233110" y="1091482"/>
                  <a:pt x="239607" y="1102312"/>
                </a:cubicBezTo>
                <a:cubicBezTo>
                  <a:pt x="245418" y="1111999"/>
                  <a:pt x="254891" y="1119044"/>
                  <a:pt x="263568" y="1126276"/>
                </a:cubicBezTo>
                <a:cubicBezTo>
                  <a:pt x="293280" y="1151039"/>
                  <a:pt x="316313" y="1165437"/>
                  <a:pt x="347430" y="1186184"/>
                </a:cubicBezTo>
                <a:cubicBezTo>
                  <a:pt x="368972" y="1218500"/>
                  <a:pt x="375104" y="1220868"/>
                  <a:pt x="383371" y="1258074"/>
                </a:cubicBezTo>
                <a:cubicBezTo>
                  <a:pt x="390732" y="1291200"/>
                  <a:pt x="391152" y="1333545"/>
                  <a:pt x="407332" y="1365909"/>
                </a:cubicBezTo>
                <a:cubicBezTo>
                  <a:pt x="413771" y="1378789"/>
                  <a:pt x="419312" y="1393866"/>
                  <a:pt x="431293" y="1401854"/>
                </a:cubicBezTo>
                <a:cubicBezTo>
                  <a:pt x="444993" y="1410988"/>
                  <a:pt x="462999" y="1410973"/>
                  <a:pt x="479214" y="1413835"/>
                </a:cubicBezTo>
                <a:cubicBezTo>
                  <a:pt x="530941" y="1422964"/>
                  <a:pt x="582694" y="1432572"/>
                  <a:pt x="634959" y="1437799"/>
                </a:cubicBezTo>
                <a:cubicBezTo>
                  <a:pt x="742541" y="1448558"/>
                  <a:pt x="958428" y="1461762"/>
                  <a:pt x="958428" y="1461762"/>
                </a:cubicBezTo>
                <a:cubicBezTo>
                  <a:pt x="1158023" y="1450672"/>
                  <a:pt x="1120159" y="1458998"/>
                  <a:pt x="1257937" y="1437799"/>
                </a:cubicBezTo>
                <a:cubicBezTo>
                  <a:pt x="1336248" y="1425750"/>
                  <a:pt x="1309908" y="1432455"/>
                  <a:pt x="1365760" y="1413835"/>
                </a:cubicBezTo>
                <a:cubicBezTo>
                  <a:pt x="1295793" y="1390511"/>
                  <a:pt x="1360046" y="1420103"/>
                  <a:pt x="1305858" y="1365909"/>
                </a:cubicBezTo>
                <a:cubicBezTo>
                  <a:pt x="1282632" y="1342681"/>
                  <a:pt x="1263211" y="1339709"/>
                  <a:pt x="1233976" y="1329964"/>
                </a:cubicBezTo>
                <a:cubicBezTo>
                  <a:pt x="1194595" y="1303706"/>
                  <a:pt x="1205497" y="1306421"/>
                  <a:pt x="1162094" y="1294019"/>
                </a:cubicBezTo>
                <a:cubicBezTo>
                  <a:pt x="1149320" y="1290369"/>
                  <a:pt x="1093440" y="1278505"/>
                  <a:pt x="1078232" y="1270055"/>
                </a:cubicBezTo>
                <a:cubicBezTo>
                  <a:pt x="1053058" y="1256068"/>
                  <a:pt x="1026711" y="1242494"/>
                  <a:pt x="1006349" y="1222129"/>
                </a:cubicBezTo>
                <a:cubicBezTo>
                  <a:pt x="998362" y="1214141"/>
                  <a:pt x="992492" y="1203217"/>
                  <a:pt x="982389" y="1198165"/>
                </a:cubicBezTo>
                <a:cubicBezTo>
                  <a:pt x="967662" y="1190801"/>
                  <a:pt x="950441" y="1190178"/>
                  <a:pt x="934467" y="1186184"/>
                </a:cubicBezTo>
                <a:cubicBezTo>
                  <a:pt x="926480" y="1178196"/>
                  <a:pt x="920193" y="1168032"/>
                  <a:pt x="910507" y="1162220"/>
                </a:cubicBezTo>
                <a:cubicBezTo>
                  <a:pt x="841965" y="1121090"/>
                  <a:pt x="906264" y="1193923"/>
                  <a:pt x="826644" y="1114294"/>
                </a:cubicBezTo>
                <a:cubicBezTo>
                  <a:pt x="800844" y="1088491"/>
                  <a:pt x="780978" y="1051659"/>
                  <a:pt x="766743" y="1018441"/>
                </a:cubicBezTo>
                <a:cubicBezTo>
                  <a:pt x="758265" y="998658"/>
                  <a:pt x="757364" y="967387"/>
                  <a:pt x="730801" y="958532"/>
                </a:cubicBezTo>
                <a:cubicBezTo>
                  <a:pt x="704013" y="949602"/>
                  <a:pt x="674893" y="950545"/>
                  <a:pt x="646939" y="946551"/>
                </a:cubicBezTo>
                <a:cubicBezTo>
                  <a:pt x="642946" y="906612"/>
                  <a:pt x="648674" y="864456"/>
                  <a:pt x="634959" y="826734"/>
                </a:cubicBezTo>
                <a:cubicBezTo>
                  <a:pt x="630644" y="814866"/>
                  <a:pt x="610313" y="820400"/>
                  <a:pt x="599018" y="814752"/>
                </a:cubicBezTo>
                <a:cubicBezTo>
                  <a:pt x="586139" y="808312"/>
                  <a:pt x="575057" y="798777"/>
                  <a:pt x="563077" y="790789"/>
                </a:cubicBezTo>
                <a:cubicBezTo>
                  <a:pt x="535983" y="750145"/>
                  <a:pt x="549298" y="765027"/>
                  <a:pt x="527136" y="742863"/>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91" name="Google Shape;1691;p24"/>
          <p:cNvSpPr/>
          <p:nvPr/>
        </p:nvSpPr>
        <p:spPr>
          <a:xfrm>
            <a:off x="2803401" y="4576992"/>
            <a:ext cx="610998" cy="529723"/>
          </a:xfrm>
          <a:custGeom>
            <a:avLst/>
            <a:gdLst/>
            <a:ahLst/>
            <a:cxnLst/>
            <a:rect l="l" t="t" r="r" b="b"/>
            <a:pathLst>
              <a:path w="610998" h="529723" extrusionOk="0">
                <a:moveTo>
                  <a:pt x="0" y="515212"/>
                </a:moveTo>
                <a:cubicBezTo>
                  <a:pt x="93822" y="533977"/>
                  <a:pt x="70862" y="535135"/>
                  <a:pt x="203666" y="515212"/>
                </a:cubicBezTo>
                <a:cubicBezTo>
                  <a:pt x="236233" y="510326"/>
                  <a:pt x="267561" y="499236"/>
                  <a:pt x="299509" y="491248"/>
                </a:cubicBezTo>
                <a:lnTo>
                  <a:pt x="347430" y="479267"/>
                </a:lnTo>
                <a:cubicBezTo>
                  <a:pt x="249839" y="454866"/>
                  <a:pt x="349318" y="468693"/>
                  <a:pt x="251588" y="491248"/>
                </a:cubicBezTo>
                <a:cubicBezTo>
                  <a:pt x="216352" y="499380"/>
                  <a:pt x="179679" y="499004"/>
                  <a:pt x="143764" y="503230"/>
                </a:cubicBezTo>
                <a:lnTo>
                  <a:pt x="47922" y="515212"/>
                </a:lnTo>
                <a:cubicBezTo>
                  <a:pt x="71883" y="499236"/>
                  <a:pt x="91866" y="474270"/>
                  <a:pt x="119804" y="467285"/>
                </a:cubicBezTo>
                <a:lnTo>
                  <a:pt x="215646" y="443322"/>
                </a:lnTo>
                <a:cubicBezTo>
                  <a:pt x="231620" y="435334"/>
                  <a:pt x="247152" y="426394"/>
                  <a:pt x="263568" y="419358"/>
                </a:cubicBezTo>
                <a:cubicBezTo>
                  <a:pt x="275175" y="414383"/>
                  <a:pt x="310016" y="400371"/>
                  <a:pt x="299509" y="407377"/>
                </a:cubicBezTo>
                <a:cubicBezTo>
                  <a:pt x="268988" y="427727"/>
                  <a:pt x="228220" y="444864"/>
                  <a:pt x="191686" y="455303"/>
                </a:cubicBezTo>
                <a:cubicBezTo>
                  <a:pt x="175854" y="459827"/>
                  <a:pt x="159738" y="463291"/>
                  <a:pt x="143764" y="467285"/>
                </a:cubicBezTo>
                <a:cubicBezTo>
                  <a:pt x="134719" y="473315"/>
                  <a:pt x="47431" y="525692"/>
                  <a:pt x="155745" y="479267"/>
                </a:cubicBezTo>
                <a:cubicBezTo>
                  <a:pt x="168980" y="473594"/>
                  <a:pt x="178807" y="461743"/>
                  <a:pt x="191686" y="455303"/>
                </a:cubicBezTo>
                <a:cubicBezTo>
                  <a:pt x="202981" y="449655"/>
                  <a:pt x="215647" y="447316"/>
                  <a:pt x="227627" y="443322"/>
                </a:cubicBezTo>
                <a:cubicBezTo>
                  <a:pt x="247080" y="428730"/>
                  <a:pt x="280998" y="395395"/>
                  <a:pt x="311489" y="395395"/>
                </a:cubicBezTo>
                <a:cubicBezTo>
                  <a:pt x="317137" y="395395"/>
                  <a:pt x="303502" y="403383"/>
                  <a:pt x="299509" y="407377"/>
                </a:cubicBezTo>
                <a:cubicBezTo>
                  <a:pt x="287529" y="419359"/>
                  <a:pt x="255991" y="458477"/>
                  <a:pt x="263568" y="443322"/>
                </a:cubicBezTo>
                <a:cubicBezTo>
                  <a:pt x="271555" y="427346"/>
                  <a:pt x="278668" y="410903"/>
                  <a:pt x="287529" y="395395"/>
                </a:cubicBezTo>
                <a:cubicBezTo>
                  <a:pt x="334370" y="313413"/>
                  <a:pt x="290126" y="416507"/>
                  <a:pt x="347430" y="287560"/>
                </a:cubicBezTo>
                <a:cubicBezTo>
                  <a:pt x="352559" y="276019"/>
                  <a:pt x="353364" y="262703"/>
                  <a:pt x="359411" y="251615"/>
                </a:cubicBezTo>
                <a:cubicBezTo>
                  <a:pt x="377451" y="218538"/>
                  <a:pt x="419312" y="155762"/>
                  <a:pt x="419312" y="155762"/>
                </a:cubicBezTo>
                <a:cubicBezTo>
                  <a:pt x="415319" y="207682"/>
                  <a:pt x="407332" y="259449"/>
                  <a:pt x="407332" y="311523"/>
                </a:cubicBezTo>
                <a:cubicBezTo>
                  <a:pt x="407332" y="331888"/>
                  <a:pt x="413461" y="271121"/>
                  <a:pt x="419312" y="251615"/>
                </a:cubicBezTo>
                <a:cubicBezTo>
                  <a:pt x="425491" y="231015"/>
                  <a:pt x="432975" y="210589"/>
                  <a:pt x="443273" y="191707"/>
                </a:cubicBezTo>
                <a:cubicBezTo>
                  <a:pt x="457062" y="166424"/>
                  <a:pt x="491194" y="119817"/>
                  <a:pt x="491194" y="119817"/>
                </a:cubicBezTo>
                <a:cubicBezTo>
                  <a:pt x="487201" y="139786"/>
                  <a:pt x="488321" y="161510"/>
                  <a:pt x="479214" y="179725"/>
                </a:cubicBezTo>
                <a:cubicBezTo>
                  <a:pt x="471637" y="194880"/>
                  <a:pt x="453121" y="201882"/>
                  <a:pt x="443273" y="215670"/>
                </a:cubicBezTo>
                <a:cubicBezTo>
                  <a:pt x="432892" y="230205"/>
                  <a:pt x="425945" y="247013"/>
                  <a:pt x="419312" y="263597"/>
                </a:cubicBezTo>
                <a:cubicBezTo>
                  <a:pt x="409932" y="287050"/>
                  <a:pt x="389227" y="359992"/>
                  <a:pt x="395352" y="335487"/>
                </a:cubicBezTo>
                <a:cubicBezTo>
                  <a:pt x="412174" y="268187"/>
                  <a:pt x="397452" y="300734"/>
                  <a:pt x="443273" y="239633"/>
                </a:cubicBezTo>
                <a:cubicBezTo>
                  <a:pt x="454919" y="204689"/>
                  <a:pt x="458063" y="189606"/>
                  <a:pt x="479214" y="155762"/>
                </a:cubicBezTo>
                <a:cubicBezTo>
                  <a:pt x="489797" y="138828"/>
                  <a:pt x="503549" y="124085"/>
                  <a:pt x="515155" y="107835"/>
                </a:cubicBezTo>
                <a:cubicBezTo>
                  <a:pt x="523524" y="96117"/>
                  <a:pt x="528934" y="82073"/>
                  <a:pt x="539116" y="71890"/>
                </a:cubicBezTo>
                <a:cubicBezTo>
                  <a:pt x="549297" y="61708"/>
                  <a:pt x="575057" y="33528"/>
                  <a:pt x="575057" y="47927"/>
                </a:cubicBezTo>
                <a:cubicBezTo>
                  <a:pt x="575057" y="64871"/>
                  <a:pt x="548964" y="70084"/>
                  <a:pt x="539116" y="83872"/>
                </a:cubicBezTo>
                <a:cubicBezTo>
                  <a:pt x="515626" y="116762"/>
                  <a:pt x="519491" y="139444"/>
                  <a:pt x="491194" y="167744"/>
                </a:cubicBezTo>
                <a:cubicBezTo>
                  <a:pt x="481013" y="177926"/>
                  <a:pt x="467233" y="183719"/>
                  <a:pt x="455253" y="191707"/>
                </a:cubicBezTo>
                <a:cubicBezTo>
                  <a:pt x="447266" y="207682"/>
                  <a:pt x="429516" y="257405"/>
                  <a:pt x="431293" y="239633"/>
                </a:cubicBezTo>
                <a:cubicBezTo>
                  <a:pt x="436983" y="182733"/>
                  <a:pt x="453367" y="127366"/>
                  <a:pt x="467234" y="71890"/>
                </a:cubicBezTo>
                <a:cubicBezTo>
                  <a:pt x="473360" y="47385"/>
                  <a:pt x="491194" y="0"/>
                  <a:pt x="491194" y="0"/>
                </a:cubicBezTo>
                <a:cubicBezTo>
                  <a:pt x="489407" y="19663"/>
                  <a:pt x="485551" y="136981"/>
                  <a:pt x="467234" y="179725"/>
                </a:cubicBezTo>
                <a:cubicBezTo>
                  <a:pt x="461562" y="192961"/>
                  <a:pt x="451260" y="203688"/>
                  <a:pt x="443273" y="215670"/>
                </a:cubicBezTo>
                <a:cubicBezTo>
                  <a:pt x="439280" y="239633"/>
                  <a:pt x="436563" y="263845"/>
                  <a:pt x="431293" y="287560"/>
                </a:cubicBezTo>
                <a:cubicBezTo>
                  <a:pt x="428553" y="299889"/>
                  <a:pt x="413664" y="334802"/>
                  <a:pt x="419312" y="323505"/>
                </a:cubicBezTo>
                <a:cubicBezTo>
                  <a:pt x="428929" y="304268"/>
                  <a:pt x="433655" y="282834"/>
                  <a:pt x="443273" y="263597"/>
                </a:cubicBezTo>
                <a:cubicBezTo>
                  <a:pt x="449712" y="250717"/>
                  <a:pt x="459603" y="239863"/>
                  <a:pt x="467234" y="227652"/>
                </a:cubicBezTo>
                <a:cubicBezTo>
                  <a:pt x="479575" y="207904"/>
                  <a:pt x="490834" y="187492"/>
                  <a:pt x="503175" y="167744"/>
                </a:cubicBezTo>
                <a:cubicBezTo>
                  <a:pt x="510806" y="155533"/>
                  <a:pt x="519992" y="144302"/>
                  <a:pt x="527136" y="131799"/>
                </a:cubicBezTo>
                <a:cubicBezTo>
                  <a:pt x="534584" y="118763"/>
                  <a:pt x="559692" y="60220"/>
                  <a:pt x="575057" y="47927"/>
                </a:cubicBezTo>
                <a:cubicBezTo>
                  <a:pt x="584918" y="40037"/>
                  <a:pt x="610998" y="35945"/>
                  <a:pt x="610998" y="35945"/>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92" name="Google Shape;1692;p24"/>
          <p:cNvSpPr/>
          <p:nvPr/>
        </p:nvSpPr>
        <p:spPr>
          <a:xfrm>
            <a:off x="2836338" y="4313396"/>
            <a:ext cx="1177078" cy="1329964"/>
          </a:xfrm>
          <a:custGeom>
            <a:avLst/>
            <a:gdLst/>
            <a:ahLst/>
            <a:cxnLst/>
            <a:rect l="l" t="t" r="r" b="b"/>
            <a:pathLst>
              <a:path w="1177078" h="1329964" extrusionOk="0">
                <a:moveTo>
                  <a:pt x="470238" y="898624"/>
                </a:moveTo>
                <a:cubicBezTo>
                  <a:pt x="474960" y="790005"/>
                  <a:pt x="469299" y="663215"/>
                  <a:pt x="494199" y="551156"/>
                </a:cubicBezTo>
                <a:cubicBezTo>
                  <a:pt x="496938" y="538827"/>
                  <a:pt x="502186" y="527193"/>
                  <a:pt x="506179" y="515211"/>
                </a:cubicBezTo>
                <a:cubicBezTo>
                  <a:pt x="502186" y="571125"/>
                  <a:pt x="500067" y="627205"/>
                  <a:pt x="494199" y="682954"/>
                </a:cubicBezTo>
                <a:cubicBezTo>
                  <a:pt x="492067" y="703207"/>
                  <a:pt x="489781" y="723954"/>
                  <a:pt x="482218" y="742863"/>
                </a:cubicBezTo>
                <a:cubicBezTo>
                  <a:pt x="473570" y="764485"/>
                  <a:pt x="456690" y="781942"/>
                  <a:pt x="446277" y="802771"/>
                </a:cubicBezTo>
                <a:cubicBezTo>
                  <a:pt x="433434" y="828460"/>
                  <a:pt x="427783" y="874021"/>
                  <a:pt x="422316" y="898624"/>
                </a:cubicBezTo>
                <a:cubicBezTo>
                  <a:pt x="418744" y="914699"/>
                  <a:pt x="393869" y="946551"/>
                  <a:pt x="410336" y="946551"/>
                </a:cubicBezTo>
                <a:cubicBezTo>
                  <a:pt x="428197" y="946551"/>
                  <a:pt x="423581" y="912913"/>
                  <a:pt x="434297" y="898624"/>
                </a:cubicBezTo>
                <a:cubicBezTo>
                  <a:pt x="504527" y="804973"/>
                  <a:pt x="461957" y="892148"/>
                  <a:pt x="506179" y="814753"/>
                </a:cubicBezTo>
                <a:cubicBezTo>
                  <a:pt x="515040" y="799245"/>
                  <a:pt x="520674" y="781973"/>
                  <a:pt x="530140" y="766826"/>
                </a:cubicBezTo>
                <a:cubicBezTo>
                  <a:pt x="540723" y="749892"/>
                  <a:pt x="555498" y="735833"/>
                  <a:pt x="566081" y="718899"/>
                </a:cubicBezTo>
                <a:cubicBezTo>
                  <a:pt x="587919" y="683955"/>
                  <a:pt x="634845" y="563629"/>
                  <a:pt x="637963" y="551156"/>
                </a:cubicBezTo>
                <a:cubicBezTo>
                  <a:pt x="658037" y="470846"/>
                  <a:pt x="640068" y="533561"/>
                  <a:pt x="673904" y="443321"/>
                </a:cubicBezTo>
                <a:cubicBezTo>
                  <a:pt x="678338" y="431495"/>
                  <a:pt x="680236" y="418673"/>
                  <a:pt x="685884" y="407376"/>
                </a:cubicBezTo>
                <a:cubicBezTo>
                  <a:pt x="692323" y="394496"/>
                  <a:pt x="701858" y="383413"/>
                  <a:pt x="709845" y="371431"/>
                </a:cubicBezTo>
                <a:cubicBezTo>
                  <a:pt x="681229" y="457284"/>
                  <a:pt x="722036" y="345363"/>
                  <a:pt x="649943" y="479266"/>
                </a:cubicBezTo>
                <a:cubicBezTo>
                  <a:pt x="635524" y="506047"/>
                  <a:pt x="626747" y="535521"/>
                  <a:pt x="614002" y="563138"/>
                </a:cubicBezTo>
                <a:cubicBezTo>
                  <a:pt x="602776" y="587464"/>
                  <a:pt x="589287" y="610702"/>
                  <a:pt x="578061" y="635028"/>
                </a:cubicBezTo>
                <a:cubicBezTo>
                  <a:pt x="565316" y="662645"/>
                  <a:pt x="557768" y="692817"/>
                  <a:pt x="542120" y="718899"/>
                </a:cubicBezTo>
                <a:cubicBezTo>
                  <a:pt x="533403" y="733429"/>
                  <a:pt x="518159" y="742862"/>
                  <a:pt x="506179" y="754844"/>
                </a:cubicBezTo>
                <a:cubicBezTo>
                  <a:pt x="494199" y="786795"/>
                  <a:pt x="483914" y="819434"/>
                  <a:pt x="470238" y="850697"/>
                </a:cubicBezTo>
                <a:cubicBezTo>
                  <a:pt x="455921" y="883424"/>
                  <a:pt x="422316" y="946551"/>
                  <a:pt x="422316" y="946551"/>
                </a:cubicBezTo>
                <a:cubicBezTo>
                  <a:pt x="435802" y="879118"/>
                  <a:pt x="432937" y="872053"/>
                  <a:pt x="470238" y="802771"/>
                </a:cubicBezTo>
                <a:cubicBezTo>
                  <a:pt x="483891" y="777413"/>
                  <a:pt x="503067" y="755409"/>
                  <a:pt x="518159" y="730881"/>
                </a:cubicBezTo>
                <a:cubicBezTo>
                  <a:pt x="535033" y="703458"/>
                  <a:pt x="548222" y="673801"/>
                  <a:pt x="566081" y="647009"/>
                </a:cubicBezTo>
                <a:cubicBezTo>
                  <a:pt x="604192" y="589836"/>
                  <a:pt x="658820" y="542422"/>
                  <a:pt x="685884" y="479266"/>
                </a:cubicBezTo>
                <a:cubicBezTo>
                  <a:pt x="697864" y="451309"/>
                  <a:pt x="706501" y="421668"/>
                  <a:pt x="721825" y="395395"/>
                </a:cubicBezTo>
                <a:cubicBezTo>
                  <a:pt x="734709" y="373305"/>
                  <a:pt x="754405" y="355945"/>
                  <a:pt x="769747" y="335486"/>
                </a:cubicBezTo>
                <a:cubicBezTo>
                  <a:pt x="790359" y="308001"/>
                  <a:pt x="809681" y="279572"/>
                  <a:pt x="829648" y="251615"/>
                </a:cubicBezTo>
                <a:cubicBezTo>
                  <a:pt x="833642" y="235639"/>
                  <a:pt x="835143" y="218824"/>
                  <a:pt x="841629" y="203688"/>
                </a:cubicBezTo>
                <a:cubicBezTo>
                  <a:pt x="847301" y="190452"/>
                  <a:pt x="865589" y="153343"/>
                  <a:pt x="865589" y="167743"/>
                </a:cubicBezTo>
                <a:cubicBezTo>
                  <a:pt x="865589" y="211431"/>
                  <a:pt x="825401" y="242719"/>
                  <a:pt x="805688" y="275578"/>
                </a:cubicBezTo>
                <a:cubicBezTo>
                  <a:pt x="791905" y="298552"/>
                  <a:pt x="779696" y="322593"/>
                  <a:pt x="769747" y="347468"/>
                </a:cubicBezTo>
                <a:cubicBezTo>
                  <a:pt x="720871" y="469670"/>
                  <a:pt x="751391" y="432107"/>
                  <a:pt x="697864" y="539174"/>
                </a:cubicBezTo>
                <a:cubicBezTo>
                  <a:pt x="608689" y="717545"/>
                  <a:pt x="694489" y="527843"/>
                  <a:pt x="590041" y="706918"/>
                </a:cubicBezTo>
                <a:cubicBezTo>
                  <a:pt x="579205" y="725496"/>
                  <a:pt x="574815" y="747172"/>
                  <a:pt x="566081" y="766826"/>
                </a:cubicBezTo>
                <a:cubicBezTo>
                  <a:pt x="545814" y="812431"/>
                  <a:pt x="543857" y="812147"/>
                  <a:pt x="518159" y="850697"/>
                </a:cubicBezTo>
                <a:cubicBezTo>
                  <a:pt x="514166" y="866673"/>
                  <a:pt x="494535" y="886979"/>
                  <a:pt x="506179" y="898624"/>
                </a:cubicBezTo>
                <a:cubicBezTo>
                  <a:pt x="516361" y="908807"/>
                  <a:pt x="520410" y="873294"/>
                  <a:pt x="530140" y="862679"/>
                </a:cubicBezTo>
                <a:cubicBezTo>
                  <a:pt x="564486" y="825207"/>
                  <a:pt x="605424" y="793895"/>
                  <a:pt x="637963" y="754844"/>
                </a:cubicBezTo>
                <a:cubicBezTo>
                  <a:pt x="657930" y="730881"/>
                  <a:pt x="676883" y="706035"/>
                  <a:pt x="697864" y="682954"/>
                </a:cubicBezTo>
                <a:cubicBezTo>
                  <a:pt x="764701" y="609426"/>
                  <a:pt x="756390" y="635422"/>
                  <a:pt x="817668" y="551156"/>
                </a:cubicBezTo>
                <a:cubicBezTo>
                  <a:pt x="831364" y="532322"/>
                  <a:pt x="838702" y="509139"/>
                  <a:pt x="853609" y="491248"/>
                </a:cubicBezTo>
                <a:cubicBezTo>
                  <a:pt x="878917" y="460875"/>
                  <a:pt x="912775" y="438249"/>
                  <a:pt x="937471" y="407376"/>
                </a:cubicBezTo>
                <a:cubicBezTo>
                  <a:pt x="953445" y="387407"/>
                  <a:pt x="970051" y="367927"/>
                  <a:pt x="985393" y="347468"/>
                </a:cubicBezTo>
                <a:cubicBezTo>
                  <a:pt x="994032" y="335948"/>
                  <a:pt x="1018571" y="300460"/>
                  <a:pt x="1009353" y="311523"/>
                </a:cubicBezTo>
                <a:cubicBezTo>
                  <a:pt x="828463" y="528613"/>
                  <a:pt x="1000932" y="326747"/>
                  <a:pt x="877570" y="491248"/>
                </a:cubicBezTo>
                <a:cubicBezTo>
                  <a:pt x="858856" y="516203"/>
                  <a:pt x="836382" y="538183"/>
                  <a:pt x="817668" y="563138"/>
                </a:cubicBezTo>
                <a:cubicBezTo>
                  <a:pt x="800390" y="586178"/>
                  <a:pt x="785208" y="610730"/>
                  <a:pt x="769747" y="635028"/>
                </a:cubicBezTo>
                <a:cubicBezTo>
                  <a:pt x="757245" y="654675"/>
                  <a:pt x="748960" y="677254"/>
                  <a:pt x="733805" y="694936"/>
                </a:cubicBezTo>
                <a:cubicBezTo>
                  <a:pt x="724435" y="705869"/>
                  <a:pt x="709844" y="710911"/>
                  <a:pt x="697864" y="718899"/>
                </a:cubicBezTo>
                <a:cubicBezTo>
                  <a:pt x="693871" y="734875"/>
                  <a:pt x="695018" y="753124"/>
                  <a:pt x="685884" y="766826"/>
                </a:cubicBezTo>
                <a:cubicBezTo>
                  <a:pt x="677898" y="778807"/>
                  <a:pt x="645390" y="804449"/>
                  <a:pt x="649943" y="790789"/>
                </a:cubicBezTo>
                <a:cubicBezTo>
                  <a:pt x="670523" y="729043"/>
                  <a:pt x="742824" y="659698"/>
                  <a:pt x="781727" y="611064"/>
                </a:cubicBezTo>
                <a:cubicBezTo>
                  <a:pt x="826032" y="555677"/>
                  <a:pt x="944261" y="384132"/>
                  <a:pt x="985393" y="359450"/>
                </a:cubicBezTo>
                <a:cubicBezTo>
                  <a:pt x="1005360" y="347468"/>
                  <a:pt x="1024467" y="333920"/>
                  <a:pt x="1045294" y="323505"/>
                </a:cubicBezTo>
                <a:cubicBezTo>
                  <a:pt x="1050345" y="320979"/>
                  <a:pt x="1037033" y="331235"/>
                  <a:pt x="1033314" y="335486"/>
                </a:cubicBezTo>
                <a:cubicBezTo>
                  <a:pt x="1005360" y="367437"/>
                  <a:pt x="978764" y="400629"/>
                  <a:pt x="949452" y="431340"/>
                </a:cubicBezTo>
                <a:cubicBezTo>
                  <a:pt x="894859" y="488539"/>
                  <a:pt x="841759" y="547621"/>
                  <a:pt x="781727" y="599083"/>
                </a:cubicBezTo>
                <a:cubicBezTo>
                  <a:pt x="582323" y="770018"/>
                  <a:pt x="802733" y="569458"/>
                  <a:pt x="637963" y="754844"/>
                </a:cubicBezTo>
                <a:cubicBezTo>
                  <a:pt x="596691" y="801280"/>
                  <a:pt x="544987" y="838127"/>
                  <a:pt x="506179" y="886642"/>
                </a:cubicBezTo>
                <a:cubicBezTo>
                  <a:pt x="382782" y="1040906"/>
                  <a:pt x="548304" y="838501"/>
                  <a:pt x="386375" y="1018441"/>
                </a:cubicBezTo>
                <a:cubicBezTo>
                  <a:pt x="373018" y="1033284"/>
                  <a:pt x="363429" y="1051205"/>
                  <a:pt x="350434" y="1066367"/>
                </a:cubicBezTo>
                <a:cubicBezTo>
                  <a:pt x="339408" y="1079232"/>
                  <a:pt x="325339" y="1089295"/>
                  <a:pt x="314493" y="1102312"/>
                </a:cubicBezTo>
                <a:cubicBezTo>
                  <a:pt x="305275" y="1113375"/>
                  <a:pt x="300714" y="1128074"/>
                  <a:pt x="290533" y="1138257"/>
                </a:cubicBezTo>
                <a:cubicBezTo>
                  <a:pt x="276414" y="1152377"/>
                  <a:pt x="242611" y="1194170"/>
                  <a:pt x="242611" y="1174202"/>
                </a:cubicBezTo>
                <a:cubicBezTo>
                  <a:pt x="242611" y="1127607"/>
                  <a:pt x="294524" y="1099651"/>
                  <a:pt x="326474" y="1078349"/>
                </a:cubicBezTo>
                <a:cubicBezTo>
                  <a:pt x="290686" y="1126072"/>
                  <a:pt x="289145" y="1132834"/>
                  <a:pt x="242611" y="1174202"/>
                </a:cubicBezTo>
                <a:cubicBezTo>
                  <a:pt x="223499" y="1191192"/>
                  <a:pt x="201821" y="1205139"/>
                  <a:pt x="182709" y="1222129"/>
                </a:cubicBezTo>
                <a:cubicBezTo>
                  <a:pt x="165825" y="1237139"/>
                  <a:pt x="149489" y="1252902"/>
                  <a:pt x="134788" y="1270055"/>
                </a:cubicBezTo>
                <a:cubicBezTo>
                  <a:pt x="125417" y="1280989"/>
                  <a:pt x="121009" y="1295817"/>
                  <a:pt x="110827" y="1306000"/>
                </a:cubicBezTo>
                <a:cubicBezTo>
                  <a:pt x="100646" y="1316182"/>
                  <a:pt x="86866" y="1321976"/>
                  <a:pt x="74886" y="1329964"/>
                </a:cubicBezTo>
                <a:cubicBezTo>
                  <a:pt x="165752" y="1193652"/>
                  <a:pt x="75695" y="1318569"/>
                  <a:pt x="182709" y="1198165"/>
                </a:cubicBezTo>
                <a:cubicBezTo>
                  <a:pt x="195975" y="1183240"/>
                  <a:pt x="203727" y="1163506"/>
                  <a:pt x="218651" y="1150239"/>
                </a:cubicBezTo>
                <a:cubicBezTo>
                  <a:pt x="240174" y="1131105"/>
                  <a:pt x="317002" y="1090967"/>
                  <a:pt x="290533" y="1102312"/>
                </a:cubicBezTo>
                <a:cubicBezTo>
                  <a:pt x="262579" y="1114294"/>
                  <a:pt x="235056" y="1127338"/>
                  <a:pt x="206670" y="1138257"/>
                </a:cubicBezTo>
                <a:cubicBezTo>
                  <a:pt x="183097" y="1147325"/>
                  <a:pt x="157378" y="1150925"/>
                  <a:pt x="134788" y="1162221"/>
                </a:cubicBezTo>
                <a:cubicBezTo>
                  <a:pt x="118814" y="1170209"/>
                  <a:pt x="102373" y="1177323"/>
                  <a:pt x="86867" y="1186184"/>
                </a:cubicBezTo>
                <a:cubicBezTo>
                  <a:pt x="74365" y="1193328"/>
                  <a:pt x="41709" y="1221209"/>
                  <a:pt x="50926" y="1210147"/>
                </a:cubicBezTo>
                <a:cubicBezTo>
                  <a:pt x="79849" y="1175435"/>
                  <a:pt x="108454" y="1138243"/>
                  <a:pt x="146768" y="1114294"/>
                </a:cubicBezTo>
                <a:cubicBezTo>
                  <a:pt x="178716" y="1094325"/>
                  <a:pt x="215972" y="1081028"/>
                  <a:pt x="242611" y="1054386"/>
                </a:cubicBezTo>
                <a:cubicBezTo>
                  <a:pt x="250598" y="1046398"/>
                  <a:pt x="276675" y="1025370"/>
                  <a:pt x="266572" y="1030422"/>
                </a:cubicBezTo>
                <a:cubicBezTo>
                  <a:pt x="248712" y="1039353"/>
                  <a:pt x="235583" y="1055783"/>
                  <a:pt x="218651" y="1066367"/>
                </a:cubicBezTo>
                <a:cubicBezTo>
                  <a:pt x="203506" y="1075834"/>
                  <a:pt x="185016" y="1079614"/>
                  <a:pt x="170729" y="1090331"/>
                </a:cubicBezTo>
                <a:cubicBezTo>
                  <a:pt x="147449" y="1107793"/>
                  <a:pt x="113550" y="1162221"/>
                  <a:pt x="74886" y="1162221"/>
                </a:cubicBezTo>
                <a:cubicBezTo>
                  <a:pt x="60487" y="1162221"/>
                  <a:pt x="100646" y="1148439"/>
                  <a:pt x="110827" y="1138257"/>
                </a:cubicBezTo>
                <a:cubicBezTo>
                  <a:pt x="159396" y="1089683"/>
                  <a:pt x="131613" y="1109890"/>
                  <a:pt x="194690" y="1078349"/>
                </a:cubicBezTo>
                <a:cubicBezTo>
                  <a:pt x="206670" y="1066367"/>
                  <a:pt x="246705" y="1047763"/>
                  <a:pt x="230631" y="1042404"/>
                </a:cubicBezTo>
                <a:cubicBezTo>
                  <a:pt x="183804" y="1026793"/>
                  <a:pt x="144169" y="1087492"/>
                  <a:pt x="110827" y="1102312"/>
                </a:cubicBezTo>
                <a:cubicBezTo>
                  <a:pt x="92220" y="1110583"/>
                  <a:pt x="70893" y="1110300"/>
                  <a:pt x="50926" y="1114294"/>
                </a:cubicBezTo>
                <a:cubicBezTo>
                  <a:pt x="38946" y="1110300"/>
                  <a:pt x="10992" y="1114293"/>
                  <a:pt x="14985" y="1102312"/>
                </a:cubicBezTo>
                <a:cubicBezTo>
                  <a:pt x="20632" y="1085369"/>
                  <a:pt x="48047" y="1088256"/>
                  <a:pt x="62906" y="1078349"/>
                </a:cubicBezTo>
                <a:cubicBezTo>
                  <a:pt x="84182" y="1064163"/>
                  <a:pt x="101532" y="1044608"/>
                  <a:pt x="122808" y="1030422"/>
                </a:cubicBezTo>
                <a:cubicBezTo>
                  <a:pt x="137667" y="1020515"/>
                  <a:pt x="155223" y="1015320"/>
                  <a:pt x="170729" y="1006459"/>
                </a:cubicBezTo>
                <a:cubicBezTo>
                  <a:pt x="183231" y="999315"/>
                  <a:pt x="194169" y="989640"/>
                  <a:pt x="206670" y="982496"/>
                </a:cubicBezTo>
                <a:cubicBezTo>
                  <a:pt x="248125" y="958805"/>
                  <a:pt x="250208" y="959993"/>
                  <a:pt x="290533" y="946551"/>
                </a:cubicBezTo>
                <a:cubicBezTo>
                  <a:pt x="302513" y="938563"/>
                  <a:pt x="313595" y="929027"/>
                  <a:pt x="326474" y="922587"/>
                </a:cubicBezTo>
                <a:cubicBezTo>
                  <a:pt x="364810" y="903417"/>
                  <a:pt x="383981" y="917796"/>
                  <a:pt x="326474" y="898624"/>
                </a:cubicBezTo>
                <a:cubicBezTo>
                  <a:pt x="314494" y="906612"/>
                  <a:pt x="303034" y="915443"/>
                  <a:pt x="290533" y="922587"/>
                </a:cubicBezTo>
                <a:cubicBezTo>
                  <a:pt x="275027" y="931449"/>
                  <a:pt x="257144" y="936169"/>
                  <a:pt x="242611" y="946551"/>
                </a:cubicBezTo>
                <a:cubicBezTo>
                  <a:pt x="168930" y="999186"/>
                  <a:pt x="248294" y="970637"/>
                  <a:pt x="158749" y="1006459"/>
                </a:cubicBezTo>
                <a:cubicBezTo>
                  <a:pt x="135299" y="1015840"/>
                  <a:pt x="110828" y="1022434"/>
                  <a:pt x="86867" y="1030422"/>
                </a:cubicBezTo>
                <a:cubicBezTo>
                  <a:pt x="74887" y="1034416"/>
                  <a:pt x="63177" y="1039341"/>
                  <a:pt x="50926" y="1042404"/>
                </a:cubicBezTo>
                <a:cubicBezTo>
                  <a:pt x="34952" y="1046398"/>
                  <a:pt x="-12284" y="1060502"/>
                  <a:pt x="3004" y="1054386"/>
                </a:cubicBezTo>
                <a:cubicBezTo>
                  <a:pt x="38179" y="1040314"/>
                  <a:pt x="74886" y="1030423"/>
                  <a:pt x="110827" y="1018441"/>
                </a:cubicBezTo>
                <a:cubicBezTo>
                  <a:pt x="122807" y="1014447"/>
                  <a:pt x="135473" y="1012107"/>
                  <a:pt x="146768" y="1006459"/>
                </a:cubicBezTo>
                <a:cubicBezTo>
                  <a:pt x="209417" y="975132"/>
                  <a:pt x="177364" y="986828"/>
                  <a:pt x="242611" y="970514"/>
                </a:cubicBezTo>
                <a:cubicBezTo>
                  <a:pt x="308273" y="926735"/>
                  <a:pt x="265670" y="952993"/>
                  <a:pt x="374395" y="898624"/>
                </a:cubicBezTo>
                <a:lnTo>
                  <a:pt x="302513" y="934569"/>
                </a:lnTo>
                <a:cubicBezTo>
                  <a:pt x="322480" y="910606"/>
                  <a:pt x="339231" y="883547"/>
                  <a:pt x="362415" y="862679"/>
                </a:cubicBezTo>
                <a:cubicBezTo>
                  <a:pt x="379723" y="847100"/>
                  <a:pt x="402941" y="839652"/>
                  <a:pt x="422316" y="826734"/>
                </a:cubicBezTo>
                <a:cubicBezTo>
                  <a:pt x="438930" y="815657"/>
                  <a:pt x="455211" y="803939"/>
                  <a:pt x="470238" y="790789"/>
                </a:cubicBezTo>
                <a:cubicBezTo>
                  <a:pt x="540208" y="729559"/>
                  <a:pt x="489393" y="752453"/>
                  <a:pt x="554100" y="730881"/>
                </a:cubicBezTo>
                <a:cubicBezTo>
                  <a:pt x="526146" y="758838"/>
                  <a:pt x="501865" y="791031"/>
                  <a:pt x="470238" y="814753"/>
                </a:cubicBezTo>
                <a:cubicBezTo>
                  <a:pt x="410797" y="859337"/>
                  <a:pt x="438930" y="839620"/>
                  <a:pt x="386375" y="874661"/>
                </a:cubicBezTo>
                <a:cubicBezTo>
                  <a:pt x="378388" y="886643"/>
                  <a:pt x="350434" y="918594"/>
                  <a:pt x="362415" y="910606"/>
                </a:cubicBezTo>
                <a:cubicBezTo>
                  <a:pt x="385911" y="894940"/>
                  <a:pt x="403939" y="872139"/>
                  <a:pt x="422316" y="850697"/>
                </a:cubicBezTo>
                <a:cubicBezTo>
                  <a:pt x="446277" y="822740"/>
                  <a:pt x="470884" y="795324"/>
                  <a:pt x="494199" y="766826"/>
                </a:cubicBezTo>
                <a:cubicBezTo>
                  <a:pt x="506843" y="751370"/>
                  <a:pt x="517145" y="734061"/>
                  <a:pt x="530140" y="718899"/>
                </a:cubicBezTo>
                <a:cubicBezTo>
                  <a:pt x="541166" y="706034"/>
                  <a:pt x="555916" y="696509"/>
                  <a:pt x="566081" y="682954"/>
                </a:cubicBezTo>
                <a:cubicBezTo>
                  <a:pt x="591999" y="648393"/>
                  <a:pt x="614002" y="611064"/>
                  <a:pt x="637963" y="575119"/>
                </a:cubicBezTo>
                <a:cubicBezTo>
                  <a:pt x="645950" y="563137"/>
                  <a:pt x="657370" y="552835"/>
                  <a:pt x="661923" y="539174"/>
                </a:cubicBezTo>
                <a:cubicBezTo>
                  <a:pt x="665917" y="527192"/>
                  <a:pt x="685200" y="497580"/>
                  <a:pt x="673904" y="503229"/>
                </a:cubicBezTo>
                <a:cubicBezTo>
                  <a:pt x="659644" y="510360"/>
                  <a:pt x="606659" y="603335"/>
                  <a:pt x="602022" y="611064"/>
                </a:cubicBezTo>
                <a:cubicBezTo>
                  <a:pt x="610009" y="583107"/>
                  <a:pt x="616789" y="554777"/>
                  <a:pt x="625982" y="527193"/>
                </a:cubicBezTo>
                <a:cubicBezTo>
                  <a:pt x="639667" y="486133"/>
                  <a:pt x="665518" y="432057"/>
                  <a:pt x="685884" y="395395"/>
                </a:cubicBezTo>
                <a:cubicBezTo>
                  <a:pt x="692877" y="382807"/>
                  <a:pt x="701858" y="371432"/>
                  <a:pt x="709845" y="359450"/>
                </a:cubicBezTo>
                <a:cubicBezTo>
                  <a:pt x="717832" y="335487"/>
                  <a:pt x="726548" y="311754"/>
                  <a:pt x="733805" y="287560"/>
                </a:cubicBezTo>
                <a:cubicBezTo>
                  <a:pt x="738536" y="271787"/>
                  <a:pt x="753150" y="224904"/>
                  <a:pt x="745786" y="239633"/>
                </a:cubicBezTo>
                <a:cubicBezTo>
                  <a:pt x="722569" y="286072"/>
                  <a:pt x="705165" y="335206"/>
                  <a:pt x="685884" y="383413"/>
                </a:cubicBezTo>
                <a:cubicBezTo>
                  <a:pt x="638055" y="502999"/>
                  <a:pt x="671753" y="446547"/>
                  <a:pt x="625982" y="515211"/>
                </a:cubicBezTo>
                <a:cubicBezTo>
                  <a:pt x="621989" y="527193"/>
                  <a:pt x="612607" y="563708"/>
                  <a:pt x="614002" y="551156"/>
                </a:cubicBezTo>
                <a:cubicBezTo>
                  <a:pt x="619367" y="502866"/>
                  <a:pt x="625180" y="454252"/>
                  <a:pt x="637963" y="407376"/>
                </a:cubicBezTo>
                <a:cubicBezTo>
                  <a:pt x="649280" y="365877"/>
                  <a:pt x="685884" y="287560"/>
                  <a:pt x="685884" y="287560"/>
                </a:cubicBezTo>
                <a:cubicBezTo>
                  <a:pt x="689877" y="267590"/>
                  <a:pt x="693447" y="247531"/>
                  <a:pt x="697864" y="227651"/>
                </a:cubicBezTo>
                <a:cubicBezTo>
                  <a:pt x="701436" y="211576"/>
                  <a:pt x="706616" y="195872"/>
                  <a:pt x="709845" y="179725"/>
                </a:cubicBezTo>
                <a:cubicBezTo>
                  <a:pt x="714609" y="155903"/>
                  <a:pt x="717832" y="131798"/>
                  <a:pt x="721825" y="107835"/>
                </a:cubicBezTo>
                <a:cubicBezTo>
                  <a:pt x="733805" y="227651"/>
                  <a:pt x="698737" y="362332"/>
                  <a:pt x="757766" y="467284"/>
                </a:cubicBezTo>
                <a:cubicBezTo>
                  <a:pt x="787587" y="520305"/>
                  <a:pt x="802446" y="353952"/>
                  <a:pt x="829648" y="299541"/>
                </a:cubicBezTo>
                <a:cubicBezTo>
                  <a:pt x="892920" y="172983"/>
                  <a:pt x="846896" y="273513"/>
                  <a:pt x="877570" y="191706"/>
                </a:cubicBezTo>
                <a:cubicBezTo>
                  <a:pt x="885121" y="171568"/>
                  <a:pt x="894729" y="152202"/>
                  <a:pt x="901530" y="131798"/>
                </a:cubicBezTo>
                <a:cubicBezTo>
                  <a:pt x="906737" y="116176"/>
                  <a:pt x="913511" y="67405"/>
                  <a:pt x="913511" y="83872"/>
                </a:cubicBezTo>
                <a:cubicBezTo>
                  <a:pt x="913511" y="194160"/>
                  <a:pt x="877050" y="193004"/>
                  <a:pt x="829648" y="311523"/>
                </a:cubicBezTo>
                <a:cubicBezTo>
                  <a:pt x="813674" y="351462"/>
                  <a:pt x="792159" y="389609"/>
                  <a:pt x="781727" y="431340"/>
                </a:cubicBezTo>
                <a:cubicBezTo>
                  <a:pt x="752118" y="549785"/>
                  <a:pt x="774709" y="498951"/>
                  <a:pt x="721825" y="587101"/>
                </a:cubicBezTo>
                <a:cubicBezTo>
                  <a:pt x="717832" y="571125"/>
                  <a:pt x="705114" y="554947"/>
                  <a:pt x="709845" y="539174"/>
                </a:cubicBezTo>
                <a:cubicBezTo>
                  <a:pt x="718120" y="511589"/>
                  <a:pt x="742673" y="491812"/>
                  <a:pt x="757766" y="467284"/>
                </a:cubicBezTo>
                <a:cubicBezTo>
                  <a:pt x="774640" y="439861"/>
                  <a:pt x="787829" y="410205"/>
                  <a:pt x="805688" y="383413"/>
                </a:cubicBezTo>
                <a:cubicBezTo>
                  <a:pt x="827840" y="350182"/>
                  <a:pt x="855975" y="321155"/>
                  <a:pt x="877570" y="287560"/>
                </a:cubicBezTo>
                <a:cubicBezTo>
                  <a:pt x="903351" y="247452"/>
                  <a:pt x="917612" y="192912"/>
                  <a:pt x="949452" y="155761"/>
                </a:cubicBezTo>
                <a:cubicBezTo>
                  <a:pt x="958822" y="144828"/>
                  <a:pt x="973413" y="139786"/>
                  <a:pt x="985393" y="131798"/>
                </a:cubicBezTo>
                <a:cubicBezTo>
                  <a:pt x="919810" y="262977"/>
                  <a:pt x="1022201" y="70805"/>
                  <a:pt x="829648" y="311523"/>
                </a:cubicBezTo>
                <a:cubicBezTo>
                  <a:pt x="813674" y="331492"/>
                  <a:pt x="798565" y="352185"/>
                  <a:pt x="781727" y="371431"/>
                </a:cubicBezTo>
                <a:cubicBezTo>
                  <a:pt x="770570" y="384183"/>
                  <a:pt x="756188" y="394001"/>
                  <a:pt x="745786" y="407376"/>
                </a:cubicBezTo>
                <a:cubicBezTo>
                  <a:pt x="728106" y="430110"/>
                  <a:pt x="697864" y="479266"/>
                  <a:pt x="697864" y="479266"/>
                </a:cubicBezTo>
                <a:cubicBezTo>
                  <a:pt x="693871" y="491248"/>
                  <a:pt x="674588" y="509562"/>
                  <a:pt x="685884" y="515211"/>
                </a:cubicBezTo>
                <a:cubicBezTo>
                  <a:pt x="698763" y="521651"/>
                  <a:pt x="710989" y="500730"/>
                  <a:pt x="721825" y="491248"/>
                </a:cubicBezTo>
                <a:cubicBezTo>
                  <a:pt x="855483" y="374286"/>
                  <a:pt x="711613" y="492254"/>
                  <a:pt x="829648" y="359450"/>
                </a:cubicBezTo>
                <a:cubicBezTo>
                  <a:pt x="842913" y="344525"/>
                  <a:pt x="862728" y="336864"/>
                  <a:pt x="877570" y="323505"/>
                </a:cubicBezTo>
                <a:cubicBezTo>
                  <a:pt x="902757" y="300834"/>
                  <a:pt x="949452" y="251615"/>
                  <a:pt x="949452" y="251615"/>
                </a:cubicBezTo>
                <a:cubicBezTo>
                  <a:pt x="924078" y="315055"/>
                  <a:pt x="928721" y="312667"/>
                  <a:pt x="889550" y="371431"/>
                </a:cubicBezTo>
                <a:cubicBezTo>
                  <a:pt x="863842" y="409997"/>
                  <a:pt x="851076" y="417800"/>
                  <a:pt x="829648" y="455303"/>
                </a:cubicBezTo>
                <a:cubicBezTo>
                  <a:pt x="790965" y="523006"/>
                  <a:pt x="824433" y="484481"/>
                  <a:pt x="781727" y="527193"/>
                </a:cubicBezTo>
                <a:cubicBezTo>
                  <a:pt x="802339" y="479092"/>
                  <a:pt x="820779" y="425628"/>
                  <a:pt x="853609" y="383413"/>
                </a:cubicBezTo>
                <a:cubicBezTo>
                  <a:pt x="867478" y="365580"/>
                  <a:pt x="886418" y="352279"/>
                  <a:pt x="901530" y="335486"/>
                </a:cubicBezTo>
                <a:cubicBezTo>
                  <a:pt x="922395" y="312300"/>
                  <a:pt x="940567" y="286782"/>
                  <a:pt x="961432" y="263596"/>
                </a:cubicBezTo>
                <a:cubicBezTo>
                  <a:pt x="976544" y="246803"/>
                  <a:pt x="995241" y="233312"/>
                  <a:pt x="1009353" y="215670"/>
                </a:cubicBezTo>
                <a:cubicBezTo>
                  <a:pt x="1027343" y="193180"/>
                  <a:pt x="1036912" y="164146"/>
                  <a:pt x="1057275" y="143780"/>
                </a:cubicBezTo>
                <a:cubicBezTo>
                  <a:pt x="1119522" y="81525"/>
                  <a:pt x="1031737" y="171580"/>
                  <a:pt x="1117177" y="71890"/>
                </a:cubicBezTo>
                <a:cubicBezTo>
                  <a:pt x="1128203" y="59025"/>
                  <a:pt x="1142272" y="48962"/>
                  <a:pt x="1153118" y="35945"/>
                </a:cubicBezTo>
                <a:cubicBezTo>
                  <a:pt x="1162336" y="24882"/>
                  <a:pt x="1177078" y="0"/>
                  <a:pt x="1177078"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93" name="Google Shape;1693;p24"/>
          <p:cNvSpPr txBox="1"/>
          <p:nvPr/>
        </p:nvSpPr>
        <p:spPr>
          <a:xfrm>
            <a:off x="3276600" y="5105400"/>
            <a:ext cx="2390398"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Inferior thalamic peducnle</a:t>
            </a:r>
            <a:endParaRPr sz="1500" b="1" i="0" u="none" strike="noStrike" cap="none">
              <a:solidFill>
                <a:srgbClr val="FF0000"/>
              </a:solidFill>
              <a:latin typeface="Times"/>
              <a:ea typeface="Times"/>
              <a:cs typeface="Times"/>
              <a:sym typeface="Times"/>
            </a:endParaRPr>
          </a:p>
        </p:txBody>
      </p:sp>
      <p:sp>
        <p:nvSpPr>
          <p:cNvPr id="1694" name="Google Shape;1694;p24"/>
          <p:cNvSpPr/>
          <p:nvPr/>
        </p:nvSpPr>
        <p:spPr>
          <a:xfrm>
            <a:off x="1102192" y="5463635"/>
            <a:ext cx="1581406" cy="434933"/>
          </a:xfrm>
          <a:custGeom>
            <a:avLst/>
            <a:gdLst/>
            <a:ahLst/>
            <a:cxnLst/>
            <a:rect l="l" t="t" r="r" b="b"/>
            <a:pathLst>
              <a:path w="1581406" h="434933" extrusionOk="0">
                <a:moveTo>
                  <a:pt x="71882" y="0"/>
                </a:moveTo>
                <a:lnTo>
                  <a:pt x="694860" y="11982"/>
                </a:lnTo>
                <a:cubicBezTo>
                  <a:pt x="703130" y="12277"/>
                  <a:pt x="766970" y="30068"/>
                  <a:pt x="778723" y="35945"/>
                </a:cubicBezTo>
                <a:cubicBezTo>
                  <a:pt x="791602" y="42385"/>
                  <a:pt x="801506" y="54060"/>
                  <a:pt x="814664" y="59908"/>
                </a:cubicBezTo>
                <a:cubicBezTo>
                  <a:pt x="837744" y="70167"/>
                  <a:pt x="862043" y="77744"/>
                  <a:pt x="886546" y="83871"/>
                </a:cubicBezTo>
                <a:cubicBezTo>
                  <a:pt x="977870" y="106705"/>
                  <a:pt x="907194" y="91492"/>
                  <a:pt x="1054270" y="107835"/>
                </a:cubicBezTo>
                <a:cubicBezTo>
                  <a:pt x="1086269" y="111391"/>
                  <a:pt x="1118165" y="115822"/>
                  <a:pt x="1150113" y="119816"/>
                </a:cubicBezTo>
                <a:cubicBezTo>
                  <a:pt x="1162093" y="123810"/>
                  <a:pt x="1174759" y="126150"/>
                  <a:pt x="1186054" y="131798"/>
                </a:cubicBezTo>
                <a:cubicBezTo>
                  <a:pt x="1198933" y="138238"/>
                  <a:pt x="1208760" y="150088"/>
                  <a:pt x="1221995" y="155761"/>
                </a:cubicBezTo>
                <a:cubicBezTo>
                  <a:pt x="1237129" y="162248"/>
                  <a:pt x="1253943" y="163749"/>
                  <a:pt x="1269917" y="167743"/>
                </a:cubicBezTo>
                <a:cubicBezTo>
                  <a:pt x="1281897" y="175731"/>
                  <a:pt x="1291580" y="189843"/>
                  <a:pt x="1305858" y="191706"/>
                </a:cubicBezTo>
                <a:cubicBezTo>
                  <a:pt x="1597944" y="229808"/>
                  <a:pt x="1472069" y="154753"/>
                  <a:pt x="1581406" y="227651"/>
                </a:cubicBezTo>
                <a:cubicBezTo>
                  <a:pt x="1577412" y="255608"/>
                  <a:pt x="1580894" y="285716"/>
                  <a:pt x="1569425" y="311523"/>
                </a:cubicBezTo>
                <a:cubicBezTo>
                  <a:pt x="1563577" y="324681"/>
                  <a:pt x="1546719" y="329813"/>
                  <a:pt x="1533484" y="335486"/>
                </a:cubicBezTo>
                <a:cubicBezTo>
                  <a:pt x="1518350" y="341973"/>
                  <a:pt x="1501636" y="343896"/>
                  <a:pt x="1485563" y="347468"/>
                </a:cubicBezTo>
                <a:cubicBezTo>
                  <a:pt x="1387626" y="369235"/>
                  <a:pt x="1399378" y="361327"/>
                  <a:pt x="1257936" y="371431"/>
                </a:cubicBezTo>
                <a:cubicBezTo>
                  <a:pt x="1241962" y="375425"/>
                  <a:pt x="1225786" y="378681"/>
                  <a:pt x="1210015" y="383413"/>
                </a:cubicBezTo>
                <a:cubicBezTo>
                  <a:pt x="1185823" y="390671"/>
                  <a:pt x="1162899" y="402422"/>
                  <a:pt x="1138133" y="407376"/>
                </a:cubicBezTo>
                <a:cubicBezTo>
                  <a:pt x="1038877" y="427230"/>
                  <a:pt x="1098493" y="417332"/>
                  <a:pt x="958428" y="431339"/>
                </a:cubicBezTo>
                <a:cubicBezTo>
                  <a:pt x="927365" y="430692"/>
                  <a:pt x="500490" y="449382"/>
                  <a:pt x="311489" y="407376"/>
                </a:cubicBezTo>
                <a:cubicBezTo>
                  <a:pt x="299161" y="404636"/>
                  <a:pt x="287691" y="398864"/>
                  <a:pt x="275548" y="395394"/>
                </a:cubicBezTo>
                <a:cubicBezTo>
                  <a:pt x="259716" y="390870"/>
                  <a:pt x="243700" y="386985"/>
                  <a:pt x="227627" y="383413"/>
                </a:cubicBezTo>
                <a:cubicBezTo>
                  <a:pt x="145239" y="365103"/>
                  <a:pt x="173566" y="373978"/>
                  <a:pt x="71882" y="359450"/>
                </a:cubicBezTo>
                <a:cubicBezTo>
                  <a:pt x="47835" y="356014"/>
                  <a:pt x="0" y="347468"/>
                  <a:pt x="0" y="347468"/>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95" name="Google Shape;1695;p24"/>
          <p:cNvSpPr/>
          <p:nvPr/>
        </p:nvSpPr>
        <p:spPr>
          <a:xfrm>
            <a:off x="1104739" y="5954883"/>
            <a:ext cx="2740952" cy="575119"/>
          </a:xfrm>
          <a:custGeom>
            <a:avLst/>
            <a:gdLst/>
            <a:ahLst/>
            <a:cxnLst/>
            <a:rect l="l" t="t" r="r" b="b"/>
            <a:pathLst>
              <a:path w="2740952" h="575119" extrusionOk="0">
                <a:moveTo>
                  <a:pt x="117256" y="71890"/>
                </a:moveTo>
                <a:cubicBezTo>
                  <a:pt x="119934" y="109384"/>
                  <a:pt x="116515" y="256495"/>
                  <a:pt x="153197" y="311523"/>
                </a:cubicBezTo>
                <a:lnTo>
                  <a:pt x="177158" y="347468"/>
                </a:lnTo>
                <a:cubicBezTo>
                  <a:pt x="186902" y="376703"/>
                  <a:pt x="189874" y="396131"/>
                  <a:pt x="213099" y="419358"/>
                </a:cubicBezTo>
                <a:cubicBezTo>
                  <a:pt x="233592" y="439853"/>
                  <a:pt x="280472" y="469775"/>
                  <a:pt x="308942" y="479266"/>
                </a:cubicBezTo>
                <a:cubicBezTo>
                  <a:pt x="340183" y="489681"/>
                  <a:pt x="372494" y="496770"/>
                  <a:pt x="404785" y="503229"/>
                </a:cubicBezTo>
                <a:lnTo>
                  <a:pt x="464686" y="515211"/>
                </a:lnTo>
                <a:cubicBezTo>
                  <a:pt x="503837" y="522330"/>
                  <a:pt x="557023" y="529311"/>
                  <a:pt x="596470" y="539174"/>
                </a:cubicBezTo>
                <a:cubicBezTo>
                  <a:pt x="608721" y="542237"/>
                  <a:pt x="619909" y="549370"/>
                  <a:pt x="632411" y="551156"/>
                </a:cubicBezTo>
                <a:cubicBezTo>
                  <a:pt x="676077" y="557395"/>
                  <a:pt x="720388" y="557984"/>
                  <a:pt x="764195" y="563138"/>
                </a:cubicBezTo>
                <a:cubicBezTo>
                  <a:pt x="788320" y="565976"/>
                  <a:pt x="812116" y="571125"/>
                  <a:pt x="836077" y="575119"/>
                </a:cubicBezTo>
                <a:lnTo>
                  <a:pt x="1147566" y="563138"/>
                </a:lnTo>
                <a:cubicBezTo>
                  <a:pt x="1191611" y="560757"/>
                  <a:pt x="1235345" y="554191"/>
                  <a:pt x="1279350" y="551156"/>
                </a:cubicBezTo>
                <a:cubicBezTo>
                  <a:pt x="1351172" y="546202"/>
                  <a:pt x="1423114" y="543168"/>
                  <a:pt x="1494996" y="539174"/>
                </a:cubicBezTo>
                <a:cubicBezTo>
                  <a:pt x="1586086" y="522093"/>
                  <a:pt x="1697800" y="496208"/>
                  <a:pt x="1794505" y="491248"/>
                </a:cubicBezTo>
                <a:cubicBezTo>
                  <a:pt x="1914218" y="485108"/>
                  <a:pt x="2034112" y="483260"/>
                  <a:pt x="2153915" y="479266"/>
                </a:cubicBezTo>
                <a:cubicBezTo>
                  <a:pt x="2173882" y="475272"/>
                  <a:pt x="2194172" y="472642"/>
                  <a:pt x="2213817" y="467284"/>
                </a:cubicBezTo>
                <a:cubicBezTo>
                  <a:pt x="2238184" y="460638"/>
                  <a:pt x="2261738" y="451309"/>
                  <a:pt x="2285699" y="443321"/>
                </a:cubicBezTo>
                <a:cubicBezTo>
                  <a:pt x="2297679" y="439327"/>
                  <a:pt x="2309389" y="434402"/>
                  <a:pt x="2321640" y="431339"/>
                </a:cubicBezTo>
                <a:cubicBezTo>
                  <a:pt x="2337614" y="427345"/>
                  <a:pt x="2353730" y="423882"/>
                  <a:pt x="2369562" y="419358"/>
                </a:cubicBezTo>
                <a:cubicBezTo>
                  <a:pt x="2381705" y="415888"/>
                  <a:pt x="2392912" y="408345"/>
                  <a:pt x="2405503" y="407376"/>
                </a:cubicBezTo>
                <a:cubicBezTo>
                  <a:pt x="2497168" y="400324"/>
                  <a:pt x="2589202" y="399388"/>
                  <a:pt x="2681051" y="395394"/>
                </a:cubicBezTo>
                <a:cubicBezTo>
                  <a:pt x="2693031" y="391400"/>
                  <a:pt x="2709652" y="393690"/>
                  <a:pt x="2716992" y="383413"/>
                </a:cubicBezTo>
                <a:cubicBezTo>
                  <a:pt x="2731673" y="362858"/>
                  <a:pt x="2740952" y="311523"/>
                  <a:pt x="2740952" y="311523"/>
                </a:cubicBezTo>
                <a:cubicBezTo>
                  <a:pt x="2736959" y="287560"/>
                  <a:pt x="2747129" y="255774"/>
                  <a:pt x="2728972" y="239633"/>
                </a:cubicBezTo>
                <a:cubicBezTo>
                  <a:pt x="2703346" y="216852"/>
                  <a:pt x="2532871" y="205643"/>
                  <a:pt x="2513326" y="203688"/>
                </a:cubicBezTo>
                <a:cubicBezTo>
                  <a:pt x="2497352" y="199694"/>
                  <a:pt x="2478261" y="201993"/>
                  <a:pt x="2465404" y="191706"/>
                </a:cubicBezTo>
                <a:cubicBezTo>
                  <a:pt x="2455542" y="183816"/>
                  <a:pt x="2455500" y="168219"/>
                  <a:pt x="2453424" y="155761"/>
                </a:cubicBezTo>
                <a:cubicBezTo>
                  <a:pt x="2447479" y="120087"/>
                  <a:pt x="2467016" y="73501"/>
                  <a:pt x="2441444" y="47926"/>
                </a:cubicBezTo>
                <a:cubicBezTo>
                  <a:pt x="2415875" y="22354"/>
                  <a:pt x="2369620" y="39374"/>
                  <a:pt x="2333621" y="35945"/>
                </a:cubicBezTo>
                <a:cubicBezTo>
                  <a:pt x="2285750" y="31385"/>
                  <a:pt x="2237778" y="27957"/>
                  <a:pt x="2189856" y="23963"/>
                </a:cubicBezTo>
                <a:cubicBezTo>
                  <a:pt x="2137941" y="27957"/>
                  <a:pt x="2085778" y="29486"/>
                  <a:pt x="2034112" y="35945"/>
                </a:cubicBezTo>
                <a:cubicBezTo>
                  <a:pt x="1976951" y="43091"/>
                  <a:pt x="2016495" y="46516"/>
                  <a:pt x="1974210" y="71890"/>
                </a:cubicBezTo>
                <a:cubicBezTo>
                  <a:pt x="1963381" y="78388"/>
                  <a:pt x="1950249" y="79877"/>
                  <a:pt x="1938269" y="83871"/>
                </a:cubicBezTo>
                <a:cubicBezTo>
                  <a:pt x="1926289" y="91859"/>
                  <a:pt x="1915486" y="101986"/>
                  <a:pt x="1902328" y="107835"/>
                </a:cubicBezTo>
                <a:cubicBezTo>
                  <a:pt x="1774010" y="164872"/>
                  <a:pt x="1875847" y="101528"/>
                  <a:pt x="1794505" y="155761"/>
                </a:cubicBezTo>
                <a:cubicBezTo>
                  <a:pt x="1738597" y="151767"/>
                  <a:pt x="1681871" y="154111"/>
                  <a:pt x="1626780" y="143780"/>
                </a:cubicBezTo>
                <a:cubicBezTo>
                  <a:pt x="1615677" y="141698"/>
                  <a:pt x="1612505" y="125628"/>
                  <a:pt x="1602819" y="119816"/>
                </a:cubicBezTo>
                <a:cubicBezTo>
                  <a:pt x="1591990" y="113318"/>
                  <a:pt x="1578858" y="111829"/>
                  <a:pt x="1566878" y="107835"/>
                </a:cubicBezTo>
                <a:cubicBezTo>
                  <a:pt x="1506062" y="47009"/>
                  <a:pt x="1566333" y="96970"/>
                  <a:pt x="1399154" y="71890"/>
                </a:cubicBezTo>
                <a:cubicBezTo>
                  <a:pt x="1366587" y="67004"/>
                  <a:pt x="1336238" y="48475"/>
                  <a:pt x="1303311" y="47926"/>
                </a:cubicBezTo>
                <a:lnTo>
                  <a:pt x="584490" y="35945"/>
                </a:lnTo>
                <a:cubicBezTo>
                  <a:pt x="572510" y="31951"/>
                  <a:pt x="560156" y="28938"/>
                  <a:pt x="548549" y="23963"/>
                </a:cubicBezTo>
                <a:cubicBezTo>
                  <a:pt x="532134" y="16927"/>
                  <a:pt x="518487" y="0"/>
                  <a:pt x="500628" y="0"/>
                </a:cubicBezTo>
                <a:cubicBezTo>
                  <a:pt x="416386" y="0"/>
                  <a:pt x="332903" y="15975"/>
                  <a:pt x="249040" y="23963"/>
                </a:cubicBezTo>
                <a:lnTo>
                  <a:pt x="141217" y="59908"/>
                </a:lnTo>
                <a:cubicBezTo>
                  <a:pt x="129237" y="63902"/>
                  <a:pt x="117807" y="70324"/>
                  <a:pt x="105276" y="71890"/>
                </a:cubicBezTo>
                <a:cubicBezTo>
                  <a:pt x="73328" y="75884"/>
                  <a:pt x="30822" y="59806"/>
                  <a:pt x="9433" y="83871"/>
                </a:cubicBezTo>
                <a:cubicBezTo>
                  <a:pt x="-11793" y="107753"/>
                  <a:pt x="9433" y="147774"/>
                  <a:pt x="9433" y="179725"/>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96" name="Google Shape;1696;p24"/>
          <p:cNvSpPr/>
          <p:nvPr/>
        </p:nvSpPr>
        <p:spPr>
          <a:xfrm>
            <a:off x="3868210" y="4919787"/>
            <a:ext cx="385098" cy="352141"/>
          </a:xfrm>
          <a:custGeom>
            <a:avLst/>
            <a:gdLst/>
            <a:ahLst/>
            <a:cxnLst/>
            <a:rect l="l" t="t" r="r" b="b"/>
            <a:pathLst>
              <a:path w="385098" h="352141" extrusionOk="0">
                <a:moveTo>
                  <a:pt x="348872" y="232325"/>
                </a:moveTo>
                <a:cubicBezTo>
                  <a:pt x="336892" y="212356"/>
                  <a:pt x="326466" y="191367"/>
                  <a:pt x="312931" y="172417"/>
                </a:cubicBezTo>
                <a:cubicBezTo>
                  <a:pt x="306366" y="163225"/>
                  <a:pt x="294781" y="158140"/>
                  <a:pt x="288970" y="148453"/>
                </a:cubicBezTo>
                <a:cubicBezTo>
                  <a:pt x="282473" y="137623"/>
                  <a:pt x="284879" y="122371"/>
                  <a:pt x="276990" y="112508"/>
                </a:cubicBezTo>
                <a:cubicBezTo>
                  <a:pt x="254102" y="83895"/>
                  <a:pt x="234046" y="91033"/>
                  <a:pt x="205108" y="76563"/>
                </a:cubicBezTo>
                <a:cubicBezTo>
                  <a:pt x="192229" y="70123"/>
                  <a:pt x="181147" y="60588"/>
                  <a:pt x="169167" y="52600"/>
                </a:cubicBezTo>
                <a:cubicBezTo>
                  <a:pt x="165174" y="36624"/>
                  <a:pt x="172606" y="10456"/>
                  <a:pt x="157187" y="4673"/>
                </a:cubicBezTo>
                <a:cubicBezTo>
                  <a:pt x="130747" y="-5243"/>
                  <a:pt x="97147" y="1493"/>
                  <a:pt x="73324" y="16655"/>
                </a:cubicBezTo>
                <a:cubicBezTo>
                  <a:pt x="38469" y="38838"/>
                  <a:pt x="25708" y="87631"/>
                  <a:pt x="13422" y="124490"/>
                </a:cubicBezTo>
                <a:cubicBezTo>
                  <a:pt x="9143" y="158727"/>
                  <a:pt x="-20660" y="227495"/>
                  <a:pt x="25403" y="256288"/>
                </a:cubicBezTo>
                <a:cubicBezTo>
                  <a:pt x="46820" y="269675"/>
                  <a:pt x="97285" y="280251"/>
                  <a:pt x="97285" y="280251"/>
                </a:cubicBezTo>
                <a:cubicBezTo>
                  <a:pt x="142712" y="325683"/>
                  <a:pt x="100878" y="293131"/>
                  <a:pt x="193128" y="316196"/>
                </a:cubicBezTo>
                <a:cubicBezTo>
                  <a:pt x="217631" y="322322"/>
                  <a:pt x="241049" y="332172"/>
                  <a:pt x="265010" y="340160"/>
                </a:cubicBezTo>
                <a:lnTo>
                  <a:pt x="300951" y="352141"/>
                </a:lnTo>
                <a:cubicBezTo>
                  <a:pt x="314308" y="349470"/>
                  <a:pt x="378420" y="348167"/>
                  <a:pt x="384813" y="316196"/>
                </a:cubicBezTo>
                <a:cubicBezTo>
                  <a:pt x="387290" y="303812"/>
                  <a:pt x="372833" y="280251"/>
                  <a:pt x="372833" y="280251"/>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97" name="Google Shape;1697;p24"/>
          <p:cNvSpPr/>
          <p:nvPr/>
        </p:nvSpPr>
        <p:spPr>
          <a:xfrm>
            <a:off x="3031028" y="5343818"/>
            <a:ext cx="1390428" cy="658991"/>
          </a:xfrm>
          <a:custGeom>
            <a:avLst/>
            <a:gdLst/>
            <a:ahLst/>
            <a:cxnLst/>
            <a:rect l="l" t="t" r="r" b="b"/>
            <a:pathLst>
              <a:path w="1390428" h="658991" extrusionOk="0">
                <a:moveTo>
                  <a:pt x="1377740" y="647010"/>
                </a:moveTo>
                <a:cubicBezTo>
                  <a:pt x="1373746" y="507224"/>
                  <a:pt x="1376764" y="367061"/>
                  <a:pt x="1365759" y="227652"/>
                </a:cubicBezTo>
                <a:cubicBezTo>
                  <a:pt x="1364626" y="213297"/>
                  <a:pt x="1347647" y="204866"/>
                  <a:pt x="1341799" y="191707"/>
                </a:cubicBezTo>
                <a:cubicBezTo>
                  <a:pt x="1331541" y="168624"/>
                  <a:pt x="1323963" y="144322"/>
                  <a:pt x="1317838" y="119817"/>
                </a:cubicBezTo>
                <a:cubicBezTo>
                  <a:pt x="1313845" y="103841"/>
                  <a:pt x="1313222" y="86619"/>
                  <a:pt x="1305858" y="71890"/>
                </a:cubicBezTo>
                <a:cubicBezTo>
                  <a:pt x="1292980" y="46130"/>
                  <a:pt x="1257936" y="0"/>
                  <a:pt x="1257936" y="0"/>
                </a:cubicBezTo>
                <a:cubicBezTo>
                  <a:pt x="1228765" y="2652"/>
                  <a:pt x="1112673" y="8488"/>
                  <a:pt x="1066251" y="23964"/>
                </a:cubicBezTo>
                <a:cubicBezTo>
                  <a:pt x="1049308" y="29612"/>
                  <a:pt x="1034744" y="40891"/>
                  <a:pt x="1018329" y="47927"/>
                </a:cubicBezTo>
                <a:cubicBezTo>
                  <a:pt x="1006722" y="52902"/>
                  <a:pt x="994368" y="55915"/>
                  <a:pt x="982388" y="59909"/>
                </a:cubicBezTo>
                <a:cubicBezTo>
                  <a:pt x="978395" y="47927"/>
                  <a:pt x="979338" y="32895"/>
                  <a:pt x="970408" y="23964"/>
                </a:cubicBezTo>
                <a:cubicBezTo>
                  <a:pt x="946447" y="0"/>
                  <a:pt x="922487" y="15976"/>
                  <a:pt x="898526" y="23964"/>
                </a:cubicBezTo>
                <a:cubicBezTo>
                  <a:pt x="894533" y="35946"/>
                  <a:pt x="893551" y="49400"/>
                  <a:pt x="886546" y="59909"/>
                </a:cubicBezTo>
                <a:cubicBezTo>
                  <a:pt x="876420" y="75100"/>
                  <a:pt x="834112" y="112744"/>
                  <a:pt x="814663" y="119817"/>
                </a:cubicBezTo>
                <a:cubicBezTo>
                  <a:pt x="783715" y="131072"/>
                  <a:pt x="718821" y="143780"/>
                  <a:pt x="718821" y="143780"/>
                </a:cubicBezTo>
                <a:cubicBezTo>
                  <a:pt x="658919" y="139786"/>
                  <a:pt x="598820" y="138084"/>
                  <a:pt x="539115" y="131799"/>
                </a:cubicBezTo>
                <a:cubicBezTo>
                  <a:pt x="517130" y="129485"/>
                  <a:pt x="477526" y="115260"/>
                  <a:pt x="455253" y="107835"/>
                </a:cubicBezTo>
                <a:cubicBezTo>
                  <a:pt x="375384" y="111829"/>
                  <a:pt x="290522" y="91735"/>
                  <a:pt x="215646" y="119817"/>
                </a:cubicBezTo>
                <a:cubicBezTo>
                  <a:pt x="182199" y="132361"/>
                  <a:pt x="179020" y="181781"/>
                  <a:pt x="167725" y="215670"/>
                </a:cubicBezTo>
                <a:lnTo>
                  <a:pt x="143764" y="287560"/>
                </a:lnTo>
                <a:cubicBezTo>
                  <a:pt x="139771" y="299542"/>
                  <a:pt x="134847" y="311252"/>
                  <a:pt x="131784" y="323505"/>
                </a:cubicBezTo>
                <a:cubicBezTo>
                  <a:pt x="127790" y="339481"/>
                  <a:pt x="127972" y="357134"/>
                  <a:pt x="119803" y="371432"/>
                </a:cubicBezTo>
                <a:cubicBezTo>
                  <a:pt x="111397" y="386144"/>
                  <a:pt x="95842" y="395395"/>
                  <a:pt x="83862" y="407377"/>
                </a:cubicBezTo>
                <a:cubicBezTo>
                  <a:pt x="75875" y="423352"/>
                  <a:pt x="72531" y="442673"/>
                  <a:pt x="59902" y="455303"/>
                </a:cubicBezTo>
                <a:cubicBezTo>
                  <a:pt x="50973" y="464233"/>
                  <a:pt x="33822" y="459395"/>
                  <a:pt x="23961" y="467285"/>
                </a:cubicBezTo>
                <a:cubicBezTo>
                  <a:pt x="12717" y="476281"/>
                  <a:pt x="7987" y="491248"/>
                  <a:pt x="0" y="503230"/>
                </a:cubicBezTo>
                <a:cubicBezTo>
                  <a:pt x="151619" y="553772"/>
                  <a:pt x="4716" y="508589"/>
                  <a:pt x="395351" y="527193"/>
                </a:cubicBezTo>
                <a:cubicBezTo>
                  <a:pt x="443384" y="529481"/>
                  <a:pt x="491194" y="535181"/>
                  <a:pt x="539115" y="539175"/>
                </a:cubicBezTo>
                <a:cubicBezTo>
                  <a:pt x="555089" y="547163"/>
                  <a:pt x="572504" y="552757"/>
                  <a:pt x="587037" y="563138"/>
                </a:cubicBezTo>
                <a:cubicBezTo>
                  <a:pt x="600824" y="572987"/>
                  <a:pt x="608167" y="590854"/>
                  <a:pt x="622978" y="599083"/>
                </a:cubicBezTo>
                <a:cubicBezTo>
                  <a:pt x="645056" y="611350"/>
                  <a:pt x="670899" y="615058"/>
                  <a:pt x="694860" y="623046"/>
                </a:cubicBezTo>
                <a:cubicBezTo>
                  <a:pt x="821807" y="665366"/>
                  <a:pt x="718153" y="634501"/>
                  <a:pt x="1018329" y="647010"/>
                </a:cubicBezTo>
                <a:cubicBezTo>
                  <a:pt x="1034303" y="651004"/>
                  <a:pt x="1049785" y="658991"/>
                  <a:pt x="1066251" y="658991"/>
                </a:cubicBezTo>
                <a:cubicBezTo>
                  <a:pt x="1118319" y="658991"/>
                  <a:pt x="1170329" y="653469"/>
                  <a:pt x="1221995" y="647010"/>
                </a:cubicBezTo>
                <a:cubicBezTo>
                  <a:pt x="1234526" y="645443"/>
                  <a:pt x="1245511" y="637287"/>
                  <a:pt x="1257936" y="635028"/>
                </a:cubicBezTo>
                <a:cubicBezTo>
                  <a:pt x="1289613" y="629268"/>
                  <a:pt x="1321831" y="627040"/>
                  <a:pt x="1353779" y="623046"/>
                </a:cubicBezTo>
                <a:cubicBezTo>
                  <a:pt x="1357772" y="603077"/>
                  <a:pt x="1358609" y="582206"/>
                  <a:pt x="1365759" y="563138"/>
                </a:cubicBezTo>
                <a:cubicBezTo>
                  <a:pt x="1370815" y="549655"/>
                  <a:pt x="1388287" y="541521"/>
                  <a:pt x="1389720" y="527193"/>
                </a:cubicBezTo>
                <a:cubicBezTo>
                  <a:pt x="1392530" y="499092"/>
                  <a:pt x="1386670" y="470114"/>
                  <a:pt x="1377740" y="443322"/>
                </a:cubicBezTo>
                <a:cubicBezTo>
                  <a:pt x="1348131" y="354486"/>
                  <a:pt x="1353779" y="472532"/>
                  <a:pt x="1353779" y="395395"/>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98" name="Google Shape;1698;p24"/>
          <p:cNvSpPr/>
          <p:nvPr/>
        </p:nvSpPr>
        <p:spPr>
          <a:xfrm>
            <a:off x="1821013" y="2000936"/>
            <a:ext cx="1257936" cy="2386216"/>
          </a:xfrm>
          <a:custGeom>
            <a:avLst/>
            <a:gdLst/>
            <a:ahLst/>
            <a:cxnLst/>
            <a:rect l="l" t="t" r="r" b="b"/>
            <a:pathLst>
              <a:path w="1257936" h="2386216" extrusionOk="0">
                <a:moveTo>
                  <a:pt x="0" y="0"/>
                </a:moveTo>
                <a:cubicBezTo>
                  <a:pt x="188548" y="70713"/>
                  <a:pt x="86589" y="5768"/>
                  <a:pt x="47921" y="59909"/>
                </a:cubicBezTo>
                <a:cubicBezTo>
                  <a:pt x="36085" y="76481"/>
                  <a:pt x="40880" y="100060"/>
                  <a:pt x="35941" y="119817"/>
                </a:cubicBezTo>
                <a:cubicBezTo>
                  <a:pt x="32878" y="132070"/>
                  <a:pt x="27954" y="143780"/>
                  <a:pt x="23960" y="155762"/>
                </a:cubicBezTo>
                <a:cubicBezTo>
                  <a:pt x="19967" y="191707"/>
                  <a:pt x="17925" y="227923"/>
                  <a:pt x="11980" y="263597"/>
                </a:cubicBezTo>
                <a:cubicBezTo>
                  <a:pt x="9904" y="276055"/>
                  <a:pt x="0" y="286912"/>
                  <a:pt x="0" y="299542"/>
                </a:cubicBezTo>
                <a:cubicBezTo>
                  <a:pt x="0" y="312172"/>
                  <a:pt x="7987" y="323505"/>
                  <a:pt x="11980" y="335487"/>
                </a:cubicBezTo>
                <a:cubicBezTo>
                  <a:pt x="18188" y="459668"/>
                  <a:pt x="10004" y="531272"/>
                  <a:pt x="35941" y="635028"/>
                </a:cubicBezTo>
                <a:cubicBezTo>
                  <a:pt x="39004" y="647281"/>
                  <a:pt x="43928" y="658991"/>
                  <a:pt x="47921" y="670973"/>
                </a:cubicBezTo>
                <a:cubicBezTo>
                  <a:pt x="51915" y="698930"/>
                  <a:pt x="47273" y="729585"/>
                  <a:pt x="59902" y="754845"/>
                </a:cubicBezTo>
                <a:cubicBezTo>
                  <a:pt x="65549" y="766140"/>
                  <a:pt x="88839" y="756318"/>
                  <a:pt x="95843" y="766826"/>
                </a:cubicBezTo>
                <a:cubicBezTo>
                  <a:pt x="107139" y="783771"/>
                  <a:pt x="103406" y="806855"/>
                  <a:pt x="107823" y="826735"/>
                </a:cubicBezTo>
                <a:cubicBezTo>
                  <a:pt x="111395" y="842810"/>
                  <a:pt x="115810" y="858686"/>
                  <a:pt x="119803" y="874661"/>
                </a:cubicBezTo>
                <a:cubicBezTo>
                  <a:pt x="123797" y="950545"/>
                  <a:pt x="125202" y="1026610"/>
                  <a:pt x="131784" y="1102313"/>
                </a:cubicBezTo>
                <a:cubicBezTo>
                  <a:pt x="133210" y="1118718"/>
                  <a:pt x="132121" y="1138594"/>
                  <a:pt x="143764" y="1150239"/>
                </a:cubicBezTo>
                <a:cubicBezTo>
                  <a:pt x="155406" y="1161882"/>
                  <a:pt x="175711" y="1158227"/>
                  <a:pt x="191685" y="1162221"/>
                </a:cubicBezTo>
                <a:cubicBezTo>
                  <a:pt x="199672" y="1218135"/>
                  <a:pt x="194671" y="1277521"/>
                  <a:pt x="215646" y="1329964"/>
                </a:cubicBezTo>
                <a:cubicBezTo>
                  <a:pt x="221761" y="1345252"/>
                  <a:pt x="250710" y="1331659"/>
                  <a:pt x="263567" y="1341946"/>
                </a:cubicBezTo>
                <a:cubicBezTo>
                  <a:pt x="328891" y="1394211"/>
                  <a:pt x="212916" y="1364350"/>
                  <a:pt x="299508" y="1413836"/>
                </a:cubicBezTo>
                <a:cubicBezTo>
                  <a:pt x="317187" y="1423940"/>
                  <a:pt x="339443" y="1421823"/>
                  <a:pt x="359410" y="1425817"/>
                </a:cubicBezTo>
                <a:cubicBezTo>
                  <a:pt x="387794" y="1454205"/>
                  <a:pt x="417744" y="1481026"/>
                  <a:pt x="431292" y="1521671"/>
                </a:cubicBezTo>
                <a:cubicBezTo>
                  <a:pt x="447826" y="1571277"/>
                  <a:pt x="436268" y="1547107"/>
                  <a:pt x="467233" y="1593561"/>
                </a:cubicBezTo>
                <a:cubicBezTo>
                  <a:pt x="471227" y="1617524"/>
                  <a:pt x="463217" y="1647167"/>
                  <a:pt x="479214" y="1665451"/>
                </a:cubicBezTo>
                <a:cubicBezTo>
                  <a:pt x="495845" y="1684460"/>
                  <a:pt x="551096" y="1689414"/>
                  <a:pt x="551096" y="1689414"/>
                </a:cubicBezTo>
                <a:cubicBezTo>
                  <a:pt x="578289" y="1771003"/>
                  <a:pt x="537025" y="1677687"/>
                  <a:pt x="622978" y="1749322"/>
                </a:cubicBezTo>
                <a:cubicBezTo>
                  <a:pt x="632680" y="1757408"/>
                  <a:pt x="624450" y="1778261"/>
                  <a:pt x="634958" y="1785267"/>
                </a:cubicBezTo>
                <a:cubicBezTo>
                  <a:pt x="651900" y="1796563"/>
                  <a:pt x="674734" y="1794152"/>
                  <a:pt x="694860" y="1797249"/>
                </a:cubicBezTo>
                <a:cubicBezTo>
                  <a:pt x="726682" y="1802145"/>
                  <a:pt x="758755" y="1805236"/>
                  <a:pt x="790703" y="1809230"/>
                </a:cubicBezTo>
                <a:cubicBezTo>
                  <a:pt x="794696" y="1845175"/>
                  <a:pt x="797184" y="1881319"/>
                  <a:pt x="802683" y="1917065"/>
                </a:cubicBezTo>
                <a:cubicBezTo>
                  <a:pt x="805187" y="1933341"/>
                  <a:pt x="802161" y="1954275"/>
                  <a:pt x="814663" y="1964992"/>
                </a:cubicBezTo>
                <a:cubicBezTo>
                  <a:pt x="833839" y="1981430"/>
                  <a:pt x="886545" y="1988955"/>
                  <a:pt x="886545" y="1988955"/>
                </a:cubicBezTo>
                <a:cubicBezTo>
                  <a:pt x="890539" y="2040876"/>
                  <a:pt x="878701" y="2096565"/>
                  <a:pt x="898526" y="2144717"/>
                </a:cubicBezTo>
                <a:cubicBezTo>
                  <a:pt x="918375" y="2192926"/>
                  <a:pt x="990942" y="2194782"/>
                  <a:pt x="1030310" y="2204625"/>
                </a:cubicBezTo>
                <a:cubicBezTo>
                  <a:pt x="1042561" y="2207688"/>
                  <a:pt x="1054271" y="2212613"/>
                  <a:pt x="1066251" y="2216607"/>
                </a:cubicBezTo>
                <a:cubicBezTo>
                  <a:pt x="1074238" y="2228589"/>
                  <a:pt x="1080030" y="2242369"/>
                  <a:pt x="1090211" y="2252552"/>
                </a:cubicBezTo>
                <a:cubicBezTo>
                  <a:pt x="1124543" y="2286888"/>
                  <a:pt x="1123119" y="2269008"/>
                  <a:pt x="1162093" y="2288497"/>
                </a:cubicBezTo>
                <a:cubicBezTo>
                  <a:pt x="1254987" y="2334949"/>
                  <a:pt x="1143638" y="2294326"/>
                  <a:pt x="1233976" y="2324442"/>
                </a:cubicBezTo>
                <a:cubicBezTo>
                  <a:pt x="1247064" y="2389888"/>
                  <a:pt x="1231557" y="2398751"/>
                  <a:pt x="1257936" y="2372368"/>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99" name="Google Shape;1699;p24"/>
          <p:cNvSpPr txBox="1"/>
          <p:nvPr/>
        </p:nvSpPr>
        <p:spPr>
          <a:xfrm>
            <a:off x="1295400" y="1752600"/>
            <a:ext cx="900570"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ThRetNu</a:t>
            </a:r>
            <a:endParaRPr sz="1500" b="0" i="0" u="none" strike="noStrike" cap="none">
              <a:solidFill>
                <a:srgbClr val="3CFF4A"/>
              </a:solidFill>
              <a:latin typeface="Times"/>
              <a:ea typeface="Times"/>
              <a:cs typeface="Times"/>
              <a:sym typeface="Times"/>
            </a:endParaRPr>
          </a:p>
        </p:txBody>
      </p:sp>
      <p:cxnSp>
        <p:nvCxnSpPr>
          <p:cNvPr id="1700" name="Google Shape;1700;p24"/>
          <p:cNvCxnSpPr/>
          <p:nvPr/>
        </p:nvCxnSpPr>
        <p:spPr>
          <a:xfrm rot="10800000">
            <a:off x="2362200" y="3505200"/>
            <a:ext cx="3657600" cy="457200"/>
          </a:xfrm>
          <a:prstGeom prst="straightConnector1">
            <a:avLst/>
          </a:prstGeom>
          <a:solidFill>
            <a:schemeClr val="accent1"/>
          </a:solidFill>
          <a:ln w="9525" cap="flat" cmpd="sng">
            <a:solidFill>
              <a:srgbClr val="3CFF4A"/>
            </a:solidFill>
            <a:prstDash val="solid"/>
            <a:round/>
            <a:headEnd type="none" w="sm" len="sm"/>
            <a:tailEnd type="stealth" w="med" len="med"/>
          </a:ln>
        </p:spPr>
      </p:cxnSp>
      <p:cxnSp>
        <p:nvCxnSpPr>
          <p:cNvPr id="1701" name="Google Shape;1701;p24"/>
          <p:cNvCxnSpPr/>
          <p:nvPr/>
        </p:nvCxnSpPr>
        <p:spPr>
          <a:xfrm rot="10800000">
            <a:off x="3124200" y="2057400"/>
            <a:ext cx="3657600" cy="457200"/>
          </a:xfrm>
          <a:prstGeom prst="straightConnector1">
            <a:avLst/>
          </a:prstGeom>
          <a:solidFill>
            <a:schemeClr val="accent1"/>
          </a:solidFill>
          <a:ln w="9525" cap="flat" cmpd="sng">
            <a:solidFill>
              <a:srgbClr val="3CFF4A"/>
            </a:solidFill>
            <a:prstDash val="solid"/>
            <a:round/>
            <a:headEnd type="none" w="sm" len="sm"/>
            <a:tailEnd type="stealth" w="med" len="med"/>
          </a:ln>
        </p:spPr>
      </p:cxnSp>
      <p:sp>
        <p:nvSpPr>
          <p:cNvPr id="1702" name="Google Shape;1702;p24"/>
          <p:cNvSpPr txBox="1"/>
          <p:nvPr/>
        </p:nvSpPr>
        <p:spPr>
          <a:xfrm>
            <a:off x="6781800" y="2286000"/>
            <a:ext cx="992579" cy="7848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Internal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Medullary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lamina</a:t>
            </a:r>
            <a:endParaRPr sz="1400" b="0" i="0" u="none" strike="noStrike" cap="none">
              <a:solidFill>
                <a:srgbClr val="000000"/>
              </a:solidFill>
              <a:latin typeface="Arial"/>
              <a:ea typeface="Arial"/>
              <a:cs typeface="Arial"/>
              <a:sym typeface="Arial"/>
            </a:endParaRPr>
          </a:p>
        </p:txBody>
      </p:sp>
      <p:sp>
        <p:nvSpPr>
          <p:cNvPr id="1703" name="Google Shape;1703;p24"/>
          <p:cNvSpPr txBox="1"/>
          <p:nvPr/>
        </p:nvSpPr>
        <p:spPr>
          <a:xfrm>
            <a:off x="5943600" y="3810000"/>
            <a:ext cx="992579" cy="7848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Exxternal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Medullary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lamina</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6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7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7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7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7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6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6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7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67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67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67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68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68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68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68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68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68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69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68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69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68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692"/>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693"/>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676"/>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676"/>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1697"/>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675"/>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694"/>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1681"/>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695"/>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1680"/>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698"/>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1699"/>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1700"/>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1701"/>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1702"/>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17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07"/>
        <p:cNvGrpSpPr/>
        <p:nvPr/>
      </p:nvGrpSpPr>
      <p:grpSpPr>
        <a:xfrm>
          <a:off x="0" y="0"/>
          <a:ext cx="0" cy="0"/>
          <a:chOff x="0" y="0"/>
          <a:chExt cx="0" cy="0"/>
        </a:xfrm>
      </p:grpSpPr>
      <p:pic>
        <p:nvPicPr>
          <p:cNvPr id="1708" name="Google Shape;1708;p25"/>
          <p:cNvPicPr preferRelativeResize="0"/>
          <p:nvPr/>
        </p:nvPicPr>
        <p:blipFill rotWithShape="1">
          <a:blip r:embed="rId3">
            <a:alphaModFix/>
          </a:blip>
          <a:srcRect/>
          <a:stretch/>
        </p:blipFill>
        <p:spPr>
          <a:xfrm>
            <a:off x="152400" y="0"/>
            <a:ext cx="8839201" cy="6829423"/>
          </a:xfrm>
          <a:prstGeom prst="rect">
            <a:avLst/>
          </a:prstGeom>
          <a:noFill/>
          <a:ln w="9525" cap="flat" cmpd="sng">
            <a:solidFill>
              <a:srgbClr val="3CFF4A"/>
            </a:solidFill>
            <a:prstDash val="solid"/>
            <a:miter lim="800000"/>
            <a:headEnd type="none" w="sm" len="sm"/>
            <a:tailEnd type="none" w="sm" len="sm"/>
          </a:ln>
        </p:spPr>
      </p:pic>
      <p:sp>
        <p:nvSpPr>
          <p:cNvPr id="1709" name="Google Shape;1709;p25"/>
          <p:cNvSpPr txBox="1"/>
          <p:nvPr/>
        </p:nvSpPr>
        <p:spPr>
          <a:xfrm>
            <a:off x="6477000" y="6248400"/>
            <a:ext cx="12192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a:ea typeface="Times"/>
                <a:cs typeface="Times"/>
                <a:sym typeface="Times"/>
              </a:rPr>
              <a:t>Plate 25</a:t>
            </a:r>
            <a:endParaRPr sz="1400" b="0" i="0" u="none" strike="noStrike" cap="none">
              <a:solidFill>
                <a:srgbClr val="000000"/>
              </a:solidFill>
              <a:latin typeface="Arial"/>
              <a:ea typeface="Arial"/>
              <a:cs typeface="Arial"/>
              <a:sym typeface="Arial"/>
            </a:endParaRPr>
          </a:p>
        </p:txBody>
      </p:sp>
      <p:sp>
        <p:nvSpPr>
          <p:cNvPr id="1710" name="Google Shape;1710;p25"/>
          <p:cNvSpPr/>
          <p:nvPr/>
        </p:nvSpPr>
        <p:spPr>
          <a:xfrm>
            <a:off x="4229063" y="1412902"/>
            <a:ext cx="467233" cy="552089"/>
          </a:xfrm>
          <a:custGeom>
            <a:avLst/>
            <a:gdLst/>
            <a:ahLst/>
            <a:cxnLst/>
            <a:rect l="l" t="t" r="r" b="b"/>
            <a:pathLst>
              <a:path w="467233" h="552089" extrusionOk="0">
                <a:moveTo>
                  <a:pt x="263567" y="24897"/>
                </a:moveTo>
                <a:cubicBezTo>
                  <a:pt x="243600" y="16909"/>
                  <a:pt x="225005" y="3601"/>
                  <a:pt x="203665" y="933"/>
                </a:cubicBezTo>
                <a:cubicBezTo>
                  <a:pt x="151389" y="-5602"/>
                  <a:pt x="176071" y="23448"/>
                  <a:pt x="155744" y="48860"/>
                </a:cubicBezTo>
                <a:cubicBezTo>
                  <a:pt x="146750" y="60104"/>
                  <a:pt x="133833" y="69585"/>
                  <a:pt x="119803" y="72823"/>
                </a:cubicBezTo>
                <a:cubicBezTo>
                  <a:pt x="80697" y="81848"/>
                  <a:pt x="39934" y="80811"/>
                  <a:pt x="0" y="84805"/>
                </a:cubicBezTo>
                <a:cubicBezTo>
                  <a:pt x="3993" y="124744"/>
                  <a:pt x="9" y="166310"/>
                  <a:pt x="11980" y="204621"/>
                </a:cubicBezTo>
                <a:cubicBezTo>
                  <a:pt x="33414" y="273217"/>
                  <a:pt x="52385" y="261124"/>
                  <a:pt x="83862" y="300475"/>
                </a:cubicBezTo>
                <a:cubicBezTo>
                  <a:pt x="92857" y="311720"/>
                  <a:pt x="99454" y="324702"/>
                  <a:pt x="107823" y="336420"/>
                </a:cubicBezTo>
                <a:cubicBezTo>
                  <a:pt x="119429" y="352670"/>
                  <a:pt x="131784" y="368371"/>
                  <a:pt x="143764" y="384346"/>
                </a:cubicBezTo>
                <a:cubicBezTo>
                  <a:pt x="147757" y="396328"/>
                  <a:pt x="150096" y="408994"/>
                  <a:pt x="155744" y="420291"/>
                </a:cubicBezTo>
                <a:cubicBezTo>
                  <a:pt x="162183" y="433171"/>
                  <a:pt x="175917" y="442344"/>
                  <a:pt x="179705" y="456236"/>
                </a:cubicBezTo>
                <a:cubicBezTo>
                  <a:pt x="188176" y="487301"/>
                  <a:pt x="187692" y="520138"/>
                  <a:pt x="191685" y="552089"/>
                </a:cubicBezTo>
                <a:cubicBezTo>
                  <a:pt x="231620" y="548095"/>
                  <a:pt x="273772" y="553825"/>
                  <a:pt x="311489" y="540108"/>
                </a:cubicBezTo>
                <a:cubicBezTo>
                  <a:pt x="323358" y="535792"/>
                  <a:pt x="321549" y="516646"/>
                  <a:pt x="323469" y="504163"/>
                </a:cubicBezTo>
                <a:cubicBezTo>
                  <a:pt x="327358" y="478880"/>
                  <a:pt x="329706" y="377781"/>
                  <a:pt x="347430" y="336420"/>
                </a:cubicBezTo>
                <a:cubicBezTo>
                  <a:pt x="353102" y="323185"/>
                  <a:pt x="363403" y="312457"/>
                  <a:pt x="371390" y="300475"/>
                </a:cubicBezTo>
                <a:cubicBezTo>
                  <a:pt x="375227" y="285125"/>
                  <a:pt x="386759" y="233789"/>
                  <a:pt x="395351" y="216603"/>
                </a:cubicBezTo>
                <a:cubicBezTo>
                  <a:pt x="401790" y="203723"/>
                  <a:pt x="412168" y="193161"/>
                  <a:pt x="419312" y="180658"/>
                </a:cubicBezTo>
                <a:cubicBezTo>
                  <a:pt x="457995" y="112955"/>
                  <a:pt x="424527" y="151480"/>
                  <a:pt x="467233" y="108768"/>
                </a:cubicBezTo>
                <a:cubicBezTo>
                  <a:pt x="423862" y="79851"/>
                  <a:pt x="444171" y="91245"/>
                  <a:pt x="407331" y="72823"/>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711" name="Google Shape;1711;p25"/>
          <p:cNvSpPr txBox="1"/>
          <p:nvPr/>
        </p:nvSpPr>
        <p:spPr>
          <a:xfrm>
            <a:off x="1752600" y="5410200"/>
            <a:ext cx="817307"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AmyNu</a:t>
            </a:r>
            <a:endParaRPr sz="1500" b="0" i="0" u="none" strike="noStrike" cap="none">
              <a:solidFill>
                <a:srgbClr val="3CFF4A"/>
              </a:solidFill>
              <a:latin typeface="Times"/>
              <a:ea typeface="Times"/>
              <a:cs typeface="Times"/>
              <a:sym typeface="Times"/>
            </a:endParaRPr>
          </a:p>
        </p:txBody>
      </p:sp>
      <p:sp>
        <p:nvSpPr>
          <p:cNvPr id="1712" name="Google Shape;1712;p25"/>
          <p:cNvSpPr txBox="1"/>
          <p:nvPr/>
        </p:nvSpPr>
        <p:spPr>
          <a:xfrm rot="-3548407">
            <a:off x="1295400" y="4876800"/>
            <a:ext cx="710514"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ACom</a:t>
            </a:r>
            <a:endParaRPr sz="1500" b="0" i="0" u="none" strike="noStrike" cap="none">
              <a:solidFill>
                <a:srgbClr val="3CFF4A"/>
              </a:solidFill>
              <a:latin typeface="Times"/>
              <a:ea typeface="Times"/>
              <a:cs typeface="Times"/>
              <a:sym typeface="Times"/>
            </a:endParaRPr>
          </a:p>
        </p:txBody>
      </p:sp>
      <p:sp>
        <p:nvSpPr>
          <p:cNvPr id="1713" name="Google Shape;1713;p25"/>
          <p:cNvSpPr txBox="1"/>
          <p:nvPr/>
        </p:nvSpPr>
        <p:spPr>
          <a:xfrm rot="1791800">
            <a:off x="3250213" y="4622489"/>
            <a:ext cx="595035"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OpTr</a:t>
            </a:r>
            <a:endParaRPr sz="1500" b="0" i="0" u="none" strike="noStrike" cap="none">
              <a:solidFill>
                <a:srgbClr val="3CFF4A"/>
              </a:solidFill>
              <a:latin typeface="Times"/>
              <a:ea typeface="Times"/>
              <a:cs typeface="Times"/>
              <a:sym typeface="Times"/>
            </a:endParaRPr>
          </a:p>
        </p:txBody>
      </p:sp>
      <p:sp>
        <p:nvSpPr>
          <p:cNvPr id="1714" name="Google Shape;1714;p25"/>
          <p:cNvSpPr txBox="1"/>
          <p:nvPr/>
        </p:nvSpPr>
        <p:spPr>
          <a:xfrm>
            <a:off x="3810000" y="4495800"/>
            <a:ext cx="633444"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HyTh</a:t>
            </a:r>
            <a:endParaRPr sz="1500" b="0" i="0" u="none" strike="noStrike" cap="none">
              <a:solidFill>
                <a:srgbClr val="3CFF4A"/>
              </a:solidFill>
              <a:latin typeface="Times"/>
              <a:ea typeface="Times"/>
              <a:cs typeface="Times"/>
              <a:sym typeface="Times"/>
            </a:endParaRPr>
          </a:p>
        </p:txBody>
      </p:sp>
      <p:sp>
        <p:nvSpPr>
          <p:cNvPr id="1715" name="Google Shape;1715;p25"/>
          <p:cNvSpPr txBox="1"/>
          <p:nvPr/>
        </p:nvSpPr>
        <p:spPr>
          <a:xfrm>
            <a:off x="4038600" y="3886200"/>
            <a:ext cx="389850"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Fx</a:t>
            </a:r>
            <a:endParaRPr sz="1500" b="0" i="0" u="none" strike="noStrike" cap="none">
              <a:solidFill>
                <a:srgbClr val="3CFF4A"/>
              </a:solidFill>
              <a:latin typeface="Times"/>
              <a:ea typeface="Times"/>
              <a:cs typeface="Times"/>
              <a:sym typeface="Times"/>
            </a:endParaRPr>
          </a:p>
        </p:txBody>
      </p:sp>
      <p:sp>
        <p:nvSpPr>
          <p:cNvPr id="1716" name="Google Shape;1716;p25"/>
          <p:cNvSpPr txBox="1"/>
          <p:nvPr/>
        </p:nvSpPr>
        <p:spPr>
          <a:xfrm>
            <a:off x="2514600" y="4248835"/>
            <a:ext cx="1569660"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Ansa lenticularis</a:t>
            </a:r>
            <a:endParaRPr sz="1500" b="1" i="0" u="none" strike="noStrike" cap="none">
              <a:solidFill>
                <a:srgbClr val="3CFF4A"/>
              </a:solidFill>
              <a:latin typeface="Times"/>
              <a:ea typeface="Times"/>
              <a:cs typeface="Times"/>
              <a:sym typeface="Times"/>
            </a:endParaRPr>
          </a:p>
        </p:txBody>
      </p:sp>
      <p:sp>
        <p:nvSpPr>
          <p:cNvPr id="1717" name="Google Shape;1717;p25"/>
          <p:cNvSpPr txBox="1"/>
          <p:nvPr/>
        </p:nvSpPr>
        <p:spPr>
          <a:xfrm rot="2398007">
            <a:off x="2949686" y="3364624"/>
            <a:ext cx="979755" cy="5539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Lenticular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fasiculus</a:t>
            </a:r>
            <a:endParaRPr sz="1500" b="0" i="0" u="none" strike="noStrike" cap="none">
              <a:solidFill>
                <a:srgbClr val="3CFF4A"/>
              </a:solidFill>
              <a:latin typeface="Times"/>
              <a:ea typeface="Times"/>
              <a:cs typeface="Times"/>
              <a:sym typeface="Times"/>
            </a:endParaRPr>
          </a:p>
        </p:txBody>
      </p:sp>
      <p:sp>
        <p:nvSpPr>
          <p:cNvPr id="1718" name="Google Shape;1718;p25"/>
          <p:cNvSpPr txBox="1"/>
          <p:nvPr/>
        </p:nvSpPr>
        <p:spPr>
          <a:xfrm>
            <a:off x="2362200" y="3639235"/>
            <a:ext cx="484008"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GPi</a:t>
            </a:r>
            <a:endParaRPr sz="1500" b="0" i="0" u="none" strike="noStrike" cap="none">
              <a:solidFill>
                <a:srgbClr val="3CFF4A"/>
              </a:solidFill>
              <a:latin typeface="Times"/>
              <a:ea typeface="Times"/>
              <a:cs typeface="Times"/>
              <a:sym typeface="Times"/>
            </a:endParaRPr>
          </a:p>
        </p:txBody>
      </p:sp>
      <p:sp>
        <p:nvSpPr>
          <p:cNvPr id="1719" name="Google Shape;1719;p25"/>
          <p:cNvSpPr txBox="1"/>
          <p:nvPr/>
        </p:nvSpPr>
        <p:spPr>
          <a:xfrm>
            <a:off x="1770057" y="3276600"/>
            <a:ext cx="515943"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GPe</a:t>
            </a:r>
            <a:endParaRPr sz="1500" b="0" i="0" u="none" strike="noStrike" cap="none">
              <a:solidFill>
                <a:srgbClr val="3CFF4A"/>
              </a:solidFill>
              <a:latin typeface="Times"/>
              <a:ea typeface="Times"/>
              <a:cs typeface="Times"/>
              <a:sym typeface="Times"/>
            </a:endParaRPr>
          </a:p>
        </p:txBody>
      </p:sp>
      <p:sp>
        <p:nvSpPr>
          <p:cNvPr id="1720" name="Google Shape;1720;p25"/>
          <p:cNvSpPr txBox="1"/>
          <p:nvPr/>
        </p:nvSpPr>
        <p:spPr>
          <a:xfrm>
            <a:off x="1387528" y="2286000"/>
            <a:ext cx="441272"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Put</a:t>
            </a:r>
            <a:endParaRPr sz="1400" b="0" i="0" u="none" strike="noStrike" cap="none">
              <a:solidFill>
                <a:srgbClr val="000000"/>
              </a:solidFill>
              <a:latin typeface="Arial"/>
              <a:ea typeface="Arial"/>
              <a:cs typeface="Arial"/>
              <a:sym typeface="Arial"/>
            </a:endParaRPr>
          </a:p>
        </p:txBody>
      </p:sp>
      <p:sp>
        <p:nvSpPr>
          <p:cNvPr id="1721" name="Google Shape;1721;p25"/>
          <p:cNvSpPr txBox="1"/>
          <p:nvPr/>
        </p:nvSpPr>
        <p:spPr>
          <a:xfrm>
            <a:off x="6248400" y="1581835"/>
            <a:ext cx="537264"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IML</a:t>
            </a:r>
            <a:endParaRPr sz="1400" b="0" i="0" u="none" strike="noStrike" cap="none">
              <a:solidFill>
                <a:srgbClr val="000000"/>
              </a:solidFill>
              <a:latin typeface="Arial"/>
              <a:ea typeface="Arial"/>
              <a:cs typeface="Arial"/>
              <a:sym typeface="Arial"/>
            </a:endParaRPr>
          </a:p>
        </p:txBody>
      </p:sp>
      <p:sp>
        <p:nvSpPr>
          <p:cNvPr id="1722" name="Google Shape;1722;p25"/>
          <p:cNvSpPr txBox="1"/>
          <p:nvPr/>
        </p:nvSpPr>
        <p:spPr>
          <a:xfrm>
            <a:off x="5181600" y="3048000"/>
            <a:ext cx="595035"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EML</a:t>
            </a:r>
            <a:endParaRPr sz="1400" b="0" i="0" u="none" strike="noStrike" cap="none">
              <a:solidFill>
                <a:srgbClr val="000000"/>
              </a:solidFill>
              <a:latin typeface="Arial"/>
              <a:ea typeface="Arial"/>
              <a:cs typeface="Arial"/>
              <a:sym typeface="Arial"/>
            </a:endParaRPr>
          </a:p>
        </p:txBody>
      </p:sp>
      <p:sp>
        <p:nvSpPr>
          <p:cNvPr id="1723" name="Google Shape;1723;p25"/>
          <p:cNvSpPr txBox="1"/>
          <p:nvPr/>
        </p:nvSpPr>
        <p:spPr>
          <a:xfrm rot="-180821">
            <a:off x="2139557" y="1253584"/>
            <a:ext cx="900570"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3CFF4A"/>
                </a:solidFill>
                <a:latin typeface="Times"/>
                <a:ea typeface="Times"/>
                <a:cs typeface="Times"/>
                <a:sym typeface="Times"/>
              </a:rPr>
              <a:t>ThRetNu</a:t>
            </a:r>
            <a:endParaRPr sz="1500" b="0" i="0" u="none" strike="noStrike" cap="none">
              <a:solidFill>
                <a:srgbClr val="3CFF4A"/>
              </a:solidFill>
              <a:latin typeface="Times"/>
              <a:ea typeface="Times"/>
              <a:cs typeface="Times"/>
              <a:sym typeface="Times"/>
            </a:endParaRPr>
          </a:p>
        </p:txBody>
      </p:sp>
      <p:sp>
        <p:nvSpPr>
          <p:cNvPr id="1724" name="Google Shape;1724;p25"/>
          <p:cNvSpPr txBox="1"/>
          <p:nvPr/>
        </p:nvSpPr>
        <p:spPr>
          <a:xfrm>
            <a:off x="1981200" y="1981200"/>
            <a:ext cx="820733"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Int Cap</a:t>
            </a:r>
            <a:endParaRPr sz="1400" b="0" i="0" u="none" strike="noStrike" cap="none">
              <a:solidFill>
                <a:srgbClr val="000000"/>
              </a:solidFill>
              <a:latin typeface="Arial"/>
              <a:ea typeface="Arial"/>
              <a:cs typeface="Arial"/>
              <a:sym typeface="Arial"/>
            </a:endParaRPr>
          </a:p>
        </p:txBody>
      </p:sp>
      <p:sp>
        <p:nvSpPr>
          <p:cNvPr id="1725" name="Google Shape;1725;p25"/>
          <p:cNvSpPr txBox="1"/>
          <p:nvPr/>
        </p:nvSpPr>
        <p:spPr>
          <a:xfrm>
            <a:off x="3810000" y="2362200"/>
            <a:ext cx="694026"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MTTr</a:t>
            </a:r>
            <a:endParaRPr sz="1500" b="1" i="0" u="none" strike="noStrike" cap="none">
              <a:solidFill>
                <a:srgbClr val="FF0000"/>
              </a:solidFill>
              <a:latin typeface="Times"/>
              <a:ea typeface="Times"/>
              <a:cs typeface="Times"/>
              <a:sym typeface="Times"/>
            </a:endParaRPr>
          </a:p>
        </p:txBody>
      </p:sp>
      <p:sp>
        <p:nvSpPr>
          <p:cNvPr id="1726" name="Google Shape;1726;p25"/>
          <p:cNvSpPr txBox="1"/>
          <p:nvPr/>
        </p:nvSpPr>
        <p:spPr>
          <a:xfrm>
            <a:off x="2971800" y="1981200"/>
            <a:ext cx="684803"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VANu</a:t>
            </a:r>
            <a:endParaRPr sz="1500" b="1" i="0" u="none" strike="noStrike" cap="none">
              <a:solidFill>
                <a:srgbClr val="FF0000"/>
              </a:solidFill>
              <a:latin typeface="Times"/>
              <a:ea typeface="Times"/>
              <a:cs typeface="Times"/>
              <a:sym typeface="Times"/>
            </a:endParaRPr>
          </a:p>
        </p:txBody>
      </p:sp>
      <p:sp>
        <p:nvSpPr>
          <p:cNvPr id="1727" name="Google Shape;1727;p25"/>
          <p:cNvSpPr txBox="1"/>
          <p:nvPr/>
        </p:nvSpPr>
        <p:spPr>
          <a:xfrm>
            <a:off x="2514600" y="819835"/>
            <a:ext cx="526744"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Cau</a:t>
            </a:r>
            <a:endParaRPr sz="1500" b="1" i="0" u="none" strike="noStrike" cap="none">
              <a:solidFill>
                <a:srgbClr val="3CFF4A"/>
              </a:solidFill>
              <a:latin typeface="Times"/>
              <a:ea typeface="Times"/>
              <a:cs typeface="Times"/>
              <a:sym typeface="Times"/>
            </a:endParaRPr>
          </a:p>
        </p:txBody>
      </p:sp>
      <p:sp>
        <p:nvSpPr>
          <p:cNvPr id="1728" name="Google Shape;1728;p25"/>
          <p:cNvSpPr txBox="1"/>
          <p:nvPr/>
        </p:nvSpPr>
        <p:spPr>
          <a:xfrm>
            <a:off x="4255311" y="2057400"/>
            <a:ext cx="729624"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StMed</a:t>
            </a:r>
            <a:endParaRPr sz="1500" b="1" i="0" u="none" strike="noStrike" cap="none">
              <a:solidFill>
                <a:srgbClr val="3CFF4A"/>
              </a:solidFill>
              <a:latin typeface="Times"/>
              <a:ea typeface="Times"/>
              <a:cs typeface="Times"/>
              <a:sym typeface="Times"/>
            </a:endParaRPr>
          </a:p>
        </p:txBody>
      </p:sp>
      <p:sp>
        <p:nvSpPr>
          <p:cNvPr id="1729" name="Google Shape;1729;p25"/>
          <p:cNvSpPr txBox="1"/>
          <p:nvPr/>
        </p:nvSpPr>
        <p:spPr>
          <a:xfrm>
            <a:off x="3733800" y="1524000"/>
            <a:ext cx="475323"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FF0000"/>
                </a:solidFill>
                <a:latin typeface="Times"/>
                <a:ea typeface="Times"/>
                <a:cs typeface="Times"/>
                <a:sym typeface="Times"/>
              </a:rPr>
              <a:t>AN</a:t>
            </a:r>
            <a:endParaRPr sz="1400" b="0" i="0" u="none" strike="noStrike" cap="none">
              <a:solidFill>
                <a:srgbClr val="000000"/>
              </a:solidFill>
              <a:latin typeface="Arial"/>
              <a:ea typeface="Arial"/>
              <a:cs typeface="Arial"/>
              <a:sym typeface="Arial"/>
            </a:endParaRPr>
          </a:p>
        </p:txBody>
      </p:sp>
      <p:sp>
        <p:nvSpPr>
          <p:cNvPr id="1730" name="Google Shape;1730;p25"/>
          <p:cNvSpPr txBox="1"/>
          <p:nvPr/>
        </p:nvSpPr>
        <p:spPr>
          <a:xfrm>
            <a:off x="4267200" y="1447800"/>
            <a:ext cx="402674"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3CFF4A"/>
                </a:solidFill>
                <a:latin typeface="Times"/>
                <a:ea typeface="Times"/>
                <a:cs typeface="Times"/>
                <a:sym typeface="Times"/>
              </a:rPr>
              <a:t>Fx</a:t>
            </a:r>
            <a:endParaRPr sz="1500" b="1" i="0" u="none" strike="noStrike" cap="none">
              <a:solidFill>
                <a:srgbClr val="3CFF4A"/>
              </a:solidFill>
              <a:latin typeface="Times"/>
              <a:ea typeface="Times"/>
              <a:cs typeface="Times"/>
              <a:sym typeface="Times"/>
            </a:endParaRPr>
          </a:p>
        </p:txBody>
      </p:sp>
      <p:sp>
        <p:nvSpPr>
          <p:cNvPr id="1731" name="Google Shape;1731;p25"/>
          <p:cNvSpPr/>
          <p:nvPr/>
        </p:nvSpPr>
        <p:spPr>
          <a:xfrm>
            <a:off x="3677967" y="1413835"/>
            <a:ext cx="606782" cy="947220"/>
          </a:xfrm>
          <a:custGeom>
            <a:avLst/>
            <a:gdLst/>
            <a:ahLst/>
            <a:cxnLst/>
            <a:rect l="l" t="t" r="r" b="b"/>
            <a:pathLst>
              <a:path w="606782" h="947220" extrusionOk="0">
                <a:moveTo>
                  <a:pt x="503174" y="922588"/>
                </a:moveTo>
                <a:cubicBezTo>
                  <a:pt x="485203" y="916597"/>
                  <a:pt x="461809" y="919033"/>
                  <a:pt x="443272" y="910606"/>
                </a:cubicBezTo>
                <a:cubicBezTo>
                  <a:pt x="406389" y="893839"/>
                  <a:pt x="334391" y="837128"/>
                  <a:pt x="311489" y="802771"/>
                </a:cubicBezTo>
                <a:lnTo>
                  <a:pt x="263567" y="730881"/>
                </a:lnTo>
                <a:lnTo>
                  <a:pt x="239607" y="694936"/>
                </a:lnTo>
                <a:cubicBezTo>
                  <a:pt x="235613" y="678961"/>
                  <a:pt x="234990" y="661739"/>
                  <a:pt x="227626" y="647010"/>
                </a:cubicBezTo>
                <a:cubicBezTo>
                  <a:pt x="222575" y="636906"/>
                  <a:pt x="210721" y="631867"/>
                  <a:pt x="203665" y="623046"/>
                </a:cubicBezTo>
                <a:cubicBezTo>
                  <a:pt x="136950" y="539641"/>
                  <a:pt x="229137" y="636539"/>
                  <a:pt x="143764" y="551156"/>
                </a:cubicBezTo>
                <a:cubicBezTo>
                  <a:pt x="113648" y="460806"/>
                  <a:pt x="154273" y="572177"/>
                  <a:pt x="107823" y="479267"/>
                </a:cubicBezTo>
                <a:cubicBezTo>
                  <a:pt x="97754" y="459127"/>
                  <a:pt x="89622" y="414599"/>
                  <a:pt x="83862" y="395395"/>
                </a:cubicBezTo>
                <a:cubicBezTo>
                  <a:pt x="76605" y="371201"/>
                  <a:pt x="67888" y="347468"/>
                  <a:pt x="59901" y="323505"/>
                </a:cubicBezTo>
                <a:lnTo>
                  <a:pt x="47921" y="287560"/>
                </a:lnTo>
                <a:lnTo>
                  <a:pt x="11980" y="179725"/>
                </a:lnTo>
                <a:lnTo>
                  <a:pt x="0" y="143780"/>
                </a:lnTo>
                <a:cubicBezTo>
                  <a:pt x="3993" y="131798"/>
                  <a:pt x="3050" y="116766"/>
                  <a:pt x="11980" y="107835"/>
                </a:cubicBezTo>
                <a:cubicBezTo>
                  <a:pt x="20909" y="98905"/>
                  <a:pt x="36626" y="101502"/>
                  <a:pt x="47921" y="95854"/>
                </a:cubicBezTo>
                <a:cubicBezTo>
                  <a:pt x="60800" y="89414"/>
                  <a:pt x="70704" y="77739"/>
                  <a:pt x="83862" y="71890"/>
                </a:cubicBezTo>
                <a:cubicBezTo>
                  <a:pt x="106942" y="61631"/>
                  <a:pt x="133154" y="59223"/>
                  <a:pt x="155744" y="47927"/>
                </a:cubicBezTo>
                <a:cubicBezTo>
                  <a:pt x="216544" y="17524"/>
                  <a:pt x="188806" y="33871"/>
                  <a:pt x="239607" y="0"/>
                </a:cubicBezTo>
                <a:cubicBezTo>
                  <a:pt x="273742" y="3104"/>
                  <a:pt x="371248" y="-9163"/>
                  <a:pt x="407331" y="35945"/>
                </a:cubicBezTo>
                <a:cubicBezTo>
                  <a:pt x="531780" y="191520"/>
                  <a:pt x="312987" y="-34452"/>
                  <a:pt x="443272" y="95854"/>
                </a:cubicBezTo>
                <a:cubicBezTo>
                  <a:pt x="471676" y="237882"/>
                  <a:pt x="434342" y="90735"/>
                  <a:pt x="479213" y="191707"/>
                </a:cubicBezTo>
                <a:cubicBezTo>
                  <a:pt x="489471" y="214790"/>
                  <a:pt x="503174" y="263597"/>
                  <a:pt x="503174" y="263597"/>
                </a:cubicBezTo>
                <a:cubicBezTo>
                  <a:pt x="511432" y="346185"/>
                  <a:pt x="512273" y="380985"/>
                  <a:pt x="527135" y="455303"/>
                </a:cubicBezTo>
                <a:cubicBezTo>
                  <a:pt x="530364" y="471451"/>
                  <a:pt x="532629" y="488094"/>
                  <a:pt x="539115" y="503230"/>
                </a:cubicBezTo>
                <a:cubicBezTo>
                  <a:pt x="544787" y="516466"/>
                  <a:pt x="555089" y="527193"/>
                  <a:pt x="563076" y="539175"/>
                </a:cubicBezTo>
                <a:cubicBezTo>
                  <a:pt x="589827" y="619440"/>
                  <a:pt x="564108" y="533904"/>
                  <a:pt x="587037" y="682955"/>
                </a:cubicBezTo>
                <a:cubicBezTo>
                  <a:pt x="589541" y="699230"/>
                  <a:pt x="595024" y="714906"/>
                  <a:pt x="599017" y="730881"/>
                </a:cubicBezTo>
                <a:cubicBezTo>
                  <a:pt x="596633" y="769028"/>
                  <a:pt x="637949" y="924836"/>
                  <a:pt x="551096" y="946551"/>
                </a:cubicBezTo>
                <a:cubicBezTo>
                  <a:pt x="531725" y="951394"/>
                  <a:pt x="521145" y="928579"/>
                  <a:pt x="503174" y="922588"/>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732" name="Google Shape;1732;p25"/>
          <p:cNvSpPr/>
          <p:nvPr/>
        </p:nvSpPr>
        <p:spPr>
          <a:xfrm>
            <a:off x="4228588" y="1761303"/>
            <a:ext cx="216356" cy="407377"/>
          </a:xfrm>
          <a:custGeom>
            <a:avLst/>
            <a:gdLst/>
            <a:ahLst/>
            <a:cxnLst/>
            <a:rect l="l" t="t" r="r" b="b"/>
            <a:pathLst>
              <a:path w="216356" h="407377" extrusionOk="0">
                <a:moveTo>
                  <a:pt x="180180" y="275578"/>
                </a:moveTo>
                <a:cubicBezTo>
                  <a:pt x="172193" y="255609"/>
                  <a:pt x="163020" y="236074"/>
                  <a:pt x="156219" y="215670"/>
                </a:cubicBezTo>
                <a:cubicBezTo>
                  <a:pt x="151012" y="200048"/>
                  <a:pt x="148571" y="183631"/>
                  <a:pt x="144239" y="167744"/>
                </a:cubicBezTo>
                <a:cubicBezTo>
                  <a:pt x="136589" y="139692"/>
                  <a:pt x="128632" y="111722"/>
                  <a:pt x="120278" y="83872"/>
                </a:cubicBezTo>
                <a:cubicBezTo>
                  <a:pt x="116649" y="71775"/>
                  <a:pt x="116187" y="57790"/>
                  <a:pt x="108298" y="47927"/>
                </a:cubicBezTo>
                <a:cubicBezTo>
                  <a:pt x="99304" y="36683"/>
                  <a:pt x="83600" y="32960"/>
                  <a:pt x="72357" y="23964"/>
                </a:cubicBezTo>
                <a:cubicBezTo>
                  <a:pt x="63537" y="16907"/>
                  <a:pt x="56383" y="7988"/>
                  <a:pt x="48396" y="0"/>
                </a:cubicBezTo>
                <a:cubicBezTo>
                  <a:pt x="-8181" y="18862"/>
                  <a:pt x="475" y="4070"/>
                  <a:pt x="475" y="95854"/>
                </a:cubicBezTo>
                <a:cubicBezTo>
                  <a:pt x="475" y="112655"/>
                  <a:pt x="11335" y="250492"/>
                  <a:pt x="36416" y="275578"/>
                </a:cubicBezTo>
                <a:lnTo>
                  <a:pt x="60376" y="299542"/>
                </a:lnTo>
                <a:cubicBezTo>
                  <a:pt x="66372" y="317532"/>
                  <a:pt x="83160" y="373544"/>
                  <a:pt x="96317" y="383413"/>
                </a:cubicBezTo>
                <a:cubicBezTo>
                  <a:pt x="116522" y="398568"/>
                  <a:pt x="168199" y="407377"/>
                  <a:pt x="168199" y="407377"/>
                </a:cubicBezTo>
                <a:cubicBezTo>
                  <a:pt x="180179" y="403383"/>
                  <a:pt x="195211" y="404325"/>
                  <a:pt x="204140" y="395395"/>
                </a:cubicBezTo>
                <a:cubicBezTo>
                  <a:pt x="224679" y="374854"/>
                  <a:pt x="215550" y="344046"/>
                  <a:pt x="204140" y="323505"/>
                </a:cubicBezTo>
                <a:cubicBezTo>
                  <a:pt x="170272" y="262536"/>
                  <a:pt x="168613" y="264010"/>
                  <a:pt x="132258" y="227652"/>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733" name="Google Shape;1733;p25"/>
          <p:cNvSpPr/>
          <p:nvPr/>
        </p:nvSpPr>
        <p:spPr>
          <a:xfrm>
            <a:off x="2467770" y="1018441"/>
            <a:ext cx="838806" cy="311523"/>
          </a:xfrm>
          <a:custGeom>
            <a:avLst/>
            <a:gdLst/>
            <a:ahLst/>
            <a:cxnLst/>
            <a:rect l="l" t="t" r="r" b="b"/>
            <a:pathLst>
              <a:path w="838806" h="311523" extrusionOk="0">
                <a:moveTo>
                  <a:pt x="12162" y="71890"/>
                </a:moveTo>
                <a:cubicBezTo>
                  <a:pt x="12006" y="72672"/>
                  <a:pt x="-15126" y="156827"/>
                  <a:pt x="12162" y="167743"/>
                </a:cubicBezTo>
                <a:cubicBezTo>
                  <a:pt x="27450" y="173859"/>
                  <a:pt x="44312" y="160493"/>
                  <a:pt x="60083" y="155761"/>
                </a:cubicBezTo>
                <a:cubicBezTo>
                  <a:pt x="84275" y="148503"/>
                  <a:pt x="131965" y="131798"/>
                  <a:pt x="131965" y="131798"/>
                </a:cubicBezTo>
                <a:cubicBezTo>
                  <a:pt x="137586" y="132501"/>
                  <a:pt x="247759" y="131763"/>
                  <a:pt x="263749" y="167743"/>
                </a:cubicBezTo>
                <a:cubicBezTo>
                  <a:pt x="275218" y="193550"/>
                  <a:pt x="264261" y="225807"/>
                  <a:pt x="275730" y="251614"/>
                </a:cubicBezTo>
                <a:cubicBezTo>
                  <a:pt x="285636" y="273905"/>
                  <a:pt x="380538" y="298536"/>
                  <a:pt x="383553" y="299541"/>
                </a:cubicBezTo>
                <a:lnTo>
                  <a:pt x="419494" y="311523"/>
                </a:lnTo>
                <a:cubicBezTo>
                  <a:pt x="455435" y="307529"/>
                  <a:pt x="493011" y="310978"/>
                  <a:pt x="527317" y="299541"/>
                </a:cubicBezTo>
                <a:cubicBezTo>
                  <a:pt x="554637" y="290433"/>
                  <a:pt x="570437" y="253052"/>
                  <a:pt x="599199" y="251614"/>
                </a:cubicBezTo>
                <a:lnTo>
                  <a:pt x="838806" y="239633"/>
                </a:lnTo>
                <a:cubicBezTo>
                  <a:pt x="830819" y="223657"/>
                  <a:pt x="829379" y="202088"/>
                  <a:pt x="814845" y="191706"/>
                </a:cubicBezTo>
                <a:cubicBezTo>
                  <a:pt x="798276" y="179870"/>
                  <a:pt x="774698" y="184664"/>
                  <a:pt x="754943" y="179725"/>
                </a:cubicBezTo>
                <a:cubicBezTo>
                  <a:pt x="742692" y="176662"/>
                  <a:pt x="730982" y="171737"/>
                  <a:pt x="719002" y="167743"/>
                </a:cubicBezTo>
                <a:cubicBezTo>
                  <a:pt x="703938" y="122544"/>
                  <a:pt x="700296" y="101107"/>
                  <a:pt x="659101" y="59908"/>
                </a:cubicBezTo>
                <a:cubicBezTo>
                  <a:pt x="617512" y="18315"/>
                  <a:pt x="623160" y="40907"/>
                  <a:pt x="623160"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734" name="Google Shape;1734;p25"/>
          <p:cNvSpPr/>
          <p:nvPr/>
        </p:nvSpPr>
        <p:spPr>
          <a:xfrm>
            <a:off x="2887264" y="1449780"/>
            <a:ext cx="1413681" cy="1833194"/>
          </a:xfrm>
          <a:custGeom>
            <a:avLst/>
            <a:gdLst/>
            <a:ahLst/>
            <a:cxnLst/>
            <a:rect l="l" t="t" r="r" b="b"/>
            <a:pathLst>
              <a:path w="1413681" h="1833194" extrusionOk="0">
                <a:moveTo>
                  <a:pt x="718821" y="83872"/>
                </a:moveTo>
                <a:cubicBezTo>
                  <a:pt x="697940" y="81262"/>
                  <a:pt x="619204" y="77782"/>
                  <a:pt x="587037" y="59909"/>
                </a:cubicBezTo>
                <a:cubicBezTo>
                  <a:pt x="463448" y="-8759"/>
                  <a:pt x="560542" y="27113"/>
                  <a:pt x="479214" y="0"/>
                </a:cubicBezTo>
                <a:cubicBezTo>
                  <a:pt x="435286" y="3994"/>
                  <a:pt x="391096" y="5743"/>
                  <a:pt x="347430" y="11982"/>
                </a:cubicBezTo>
                <a:cubicBezTo>
                  <a:pt x="334928" y="13768"/>
                  <a:pt x="321350" y="16074"/>
                  <a:pt x="311489" y="23964"/>
                </a:cubicBezTo>
                <a:cubicBezTo>
                  <a:pt x="234079" y="85899"/>
                  <a:pt x="341920" y="41777"/>
                  <a:pt x="251587" y="71890"/>
                </a:cubicBezTo>
                <a:cubicBezTo>
                  <a:pt x="229300" y="94179"/>
                  <a:pt x="221913" y="104701"/>
                  <a:pt x="191685" y="119817"/>
                </a:cubicBezTo>
                <a:cubicBezTo>
                  <a:pt x="137654" y="146835"/>
                  <a:pt x="171302" y="112841"/>
                  <a:pt x="119803" y="155762"/>
                </a:cubicBezTo>
                <a:cubicBezTo>
                  <a:pt x="85212" y="184591"/>
                  <a:pt x="83460" y="192310"/>
                  <a:pt x="59901" y="227652"/>
                </a:cubicBezTo>
                <a:cubicBezTo>
                  <a:pt x="56063" y="243006"/>
                  <a:pt x="44534" y="294335"/>
                  <a:pt x="35941" y="311523"/>
                </a:cubicBezTo>
                <a:cubicBezTo>
                  <a:pt x="29502" y="324403"/>
                  <a:pt x="19967" y="335486"/>
                  <a:pt x="11980" y="347468"/>
                </a:cubicBezTo>
                <a:cubicBezTo>
                  <a:pt x="7987" y="359450"/>
                  <a:pt x="0" y="370783"/>
                  <a:pt x="0" y="383413"/>
                </a:cubicBezTo>
                <a:cubicBezTo>
                  <a:pt x="0" y="467380"/>
                  <a:pt x="5008" y="551351"/>
                  <a:pt x="11980" y="635028"/>
                </a:cubicBezTo>
                <a:cubicBezTo>
                  <a:pt x="13029" y="647614"/>
                  <a:pt x="20897" y="658720"/>
                  <a:pt x="23960" y="670973"/>
                </a:cubicBezTo>
                <a:cubicBezTo>
                  <a:pt x="28899" y="690730"/>
                  <a:pt x="25838" y="713199"/>
                  <a:pt x="35941" y="730881"/>
                </a:cubicBezTo>
                <a:cubicBezTo>
                  <a:pt x="43084" y="743383"/>
                  <a:pt x="59902" y="746857"/>
                  <a:pt x="71882" y="754845"/>
                </a:cubicBezTo>
                <a:cubicBezTo>
                  <a:pt x="89026" y="806284"/>
                  <a:pt x="93359" y="830584"/>
                  <a:pt x="119803" y="874661"/>
                </a:cubicBezTo>
                <a:cubicBezTo>
                  <a:pt x="134619" y="899357"/>
                  <a:pt x="143763" y="930575"/>
                  <a:pt x="167725" y="946551"/>
                </a:cubicBezTo>
                <a:cubicBezTo>
                  <a:pt x="179705" y="954539"/>
                  <a:pt x="192423" y="961518"/>
                  <a:pt x="203666" y="970514"/>
                </a:cubicBezTo>
                <a:cubicBezTo>
                  <a:pt x="289019" y="1038806"/>
                  <a:pt x="152946" y="944686"/>
                  <a:pt x="263567" y="1018441"/>
                </a:cubicBezTo>
                <a:cubicBezTo>
                  <a:pt x="271554" y="1030423"/>
                  <a:pt x="276692" y="1044903"/>
                  <a:pt x="287528" y="1054386"/>
                </a:cubicBezTo>
                <a:cubicBezTo>
                  <a:pt x="309200" y="1073351"/>
                  <a:pt x="359410" y="1102313"/>
                  <a:pt x="359410" y="1102313"/>
                </a:cubicBezTo>
                <a:cubicBezTo>
                  <a:pt x="380463" y="1165481"/>
                  <a:pt x="357475" y="1114371"/>
                  <a:pt x="407331" y="1174203"/>
                </a:cubicBezTo>
                <a:cubicBezTo>
                  <a:pt x="416549" y="1185265"/>
                  <a:pt x="422297" y="1198903"/>
                  <a:pt x="431292" y="1210147"/>
                </a:cubicBezTo>
                <a:cubicBezTo>
                  <a:pt x="450804" y="1234539"/>
                  <a:pt x="464504" y="1240279"/>
                  <a:pt x="491194" y="1258074"/>
                </a:cubicBezTo>
                <a:cubicBezTo>
                  <a:pt x="499181" y="1270056"/>
                  <a:pt x="508716" y="1281139"/>
                  <a:pt x="515155" y="1294019"/>
                </a:cubicBezTo>
                <a:cubicBezTo>
                  <a:pt x="520803" y="1305316"/>
                  <a:pt x="519246" y="1320101"/>
                  <a:pt x="527135" y="1329964"/>
                </a:cubicBezTo>
                <a:cubicBezTo>
                  <a:pt x="536129" y="1341208"/>
                  <a:pt x="551096" y="1345939"/>
                  <a:pt x="563076" y="1353927"/>
                </a:cubicBezTo>
                <a:cubicBezTo>
                  <a:pt x="571063" y="1365909"/>
                  <a:pt x="580598" y="1376992"/>
                  <a:pt x="587037" y="1389872"/>
                </a:cubicBezTo>
                <a:cubicBezTo>
                  <a:pt x="592685" y="1401169"/>
                  <a:pt x="591128" y="1415954"/>
                  <a:pt x="599017" y="1425817"/>
                </a:cubicBezTo>
                <a:cubicBezTo>
                  <a:pt x="608011" y="1437061"/>
                  <a:pt x="622978" y="1441793"/>
                  <a:pt x="634958" y="1449781"/>
                </a:cubicBezTo>
                <a:cubicBezTo>
                  <a:pt x="665070" y="1540130"/>
                  <a:pt x="620948" y="1432268"/>
                  <a:pt x="682879" y="1509689"/>
                </a:cubicBezTo>
                <a:cubicBezTo>
                  <a:pt x="690768" y="1519552"/>
                  <a:pt x="689212" y="1534337"/>
                  <a:pt x="694860" y="1545634"/>
                </a:cubicBezTo>
                <a:cubicBezTo>
                  <a:pt x="701299" y="1558514"/>
                  <a:pt x="710834" y="1569597"/>
                  <a:pt x="718821" y="1581579"/>
                </a:cubicBezTo>
                <a:cubicBezTo>
                  <a:pt x="762513" y="1712672"/>
                  <a:pt x="689329" y="1517614"/>
                  <a:pt x="766742" y="1641487"/>
                </a:cubicBezTo>
                <a:cubicBezTo>
                  <a:pt x="789402" y="1677747"/>
                  <a:pt x="780030" y="1720458"/>
                  <a:pt x="814663" y="1749322"/>
                </a:cubicBezTo>
                <a:cubicBezTo>
                  <a:pt x="828383" y="1760756"/>
                  <a:pt x="846611" y="1765297"/>
                  <a:pt x="862585" y="1773285"/>
                </a:cubicBezTo>
                <a:cubicBezTo>
                  <a:pt x="870572" y="1781273"/>
                  <a:pt x="876442" y="1792197"/>
                  <a:pt x="886545" y="1797249"/>
                </a:cubicBezTo>
                <a:cubicBezTo>
                  <a:pt x="939167" y="1823563"/>
                  <a:pt x="984908" y="1824996"/>
                  <a:pt x="1042290" y="1833194"/>
                </a:cubicBezTo>
                <a:cubicBezTo>
                  <a:pt x="1082224" y="1829200"/>
                  <a:pt x="1123787" y="1833184"/>
                  <a:pt x="1162093" y="1821212"/>
                </a:cubicBezTo>
                <a:cubicBezTo>
                  <a:pt x="1189580" y="1812621"/>
                  <a:pt x="1233975" y="1773285"/>
                  <a:pt x="1233975" y="1773285"/>
                </a:cubicBezTo>
                <a:cubicBezTo>
                  <a:pt x="1241962" y="1761303"/>
                  <a:pt x="1246692" y="1746336"/>
                  <a:pt x="1257936" y="1737340"/>
                </a:cubicBezTo>
                <a:cubicBezTo>
                  <a:pt x="1267797" y="1729451"/>
                  <a:pt x="1283048" y="1731857"/>
                  <a:pt x="1293877" y="1725359"/>
                </a:cubicBezTo>
                <a:cubicBezTo>
                  <a:pt x="1303563" y="1719547"/>
                  <a:pt x="1309851" y="1709383"/>
                  <a:pt x="1317838" y="1701395"/>
                </a:cubicBezTo>
                <a:cubicBezTo>
                  <a:pt x="1361525" y="1570317"/>
                  <a:pt x="1291854" y="1768850"/>
                  <a:pt x="1353779" y="1629505"/>
                </a:cubicBezTo>
                <a:cubicBezTo>
                  <a:pt x="1353785" y="1629491"/>
                  <a:pt x="1383728" y="1539650"/>
                  <a:pt x="1389720" y="1521671"/>
                </a:cubicBezTo>
                <a:lnTo>
                  <a:pt x="1401700" y="1485726"/>
                </a:lnTo>
                <a:lnTo>
                  <a:pt x="1413681" y="1449781"/>
                </a:lnTo>
                <a:cubicBezTo>
                  <a:pt x="1409687" y="1421824"/>
                  <a:pt x="1407238" y="1393602"/>
                  <a:pt x="1401700" y="1365909"/>
                </a:cubicBezTo>
                <a:cubicBezTo>
                  <a:pt x="1399223" y="1353525"/>
                  <a:pt x="1398650" y="1338895"/>
                  <a:pt x="1389720" y="1329964"/>
                </a:cubicBezTo>
                <a:cubicBezTo>
                  <a:pt x="1380791" y="1321034"/>
                  <a:pt x="1365759" y="1321976"/>
                  <a:pt x="1353779" y="1317982"/>
                </a:cubicBezTo>
                <a:cubicBezTo>
                  <a:pt x="1341799" y="1321976"/>
                  <a:pt x="1325178" y="1319687"/>
                  <a:pt x="1317838" y="1329964"/>
                </a:cubicBezTo>
                <a:cubicBezTo>
                  <a:pt x="1303157" y="1350519"/>
                  <a:pt x="1307887" y="1380836"/>
                  <a:pt x="1293877" y="1401854"/>
                </a:cubicBezTo>
                <a:lnTo>
                  <a:pt x="1269916" y="1437799"/>
                </a:lnTo>
                <a:cubicBezTo>
                  <a:pt x="1265923" y="1449781"/>
                  <a:pt x="1268213" y="1466403"/>
                  <a:pt x="1257936" y="1473744"/>
                </a:cubicBezTo>
                <a:cubicBezTo>
                  <a:pt x="1242233" y="1484962"/>
                  <a:pt x="1163750" y="1503284"/>
                  <a:pt x="1138133" y="1509689"/>
                </a:cubicBezTo>
                <a:cubicBezTo>
                  <a:pt x="1102192" y="1505695"/>
                  <a:pt x="1065392" y="1506478"/>
                  <a:pt x="1030310" y="1497707"/>
                </a:cubicBezTo>
                <a:cubicBezTo>
                  <a:pt x="1016341" y="1494214"/>
                  <a:pt x="1007603" y="1479417"/>
                  <a:pt x="994368" y="1473744"/>
                </a:cubicBezTo>
                <a:cubicBezTo>
                  <a:pt x="979234" y="1467257"/>
                  <a:pt x="962421" y="1465756"/>
                  <a:pt x="946447" y="1461762"/>
                </a:cubicBezTo>
                <a:cubicBezTo>
                  <a:pt x="934467" y="1449780"/>
                  <a:pt x="921352" y="1438834"/>
                  <a:pt x="910506" y="1425817"/>
                </a:cubicBezTo>
                <a:cubicBezTo>
                  <a:pt x="901288" y="1414754"/>
                  <a:pt x="896727" y="1400055"/>
                  <a:pt x="886545" y="1389872"/>
                </a:cubicBezTo>
                <a:cubicBezTo>
                  <a:pt x="876364" y="1379690"/>
                  <a:pt x="862584" y="1373897"/>
                  <a:pt x="850604" y="1365909"/>
                </a:cubicBezTo>
                <a:lnTo>
                  <a:pt x="838624" y="1329964"/>
                </a:ln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735" name="Google Shape;1735;p25"/>
          <p:cNvSpPr/>
          <p:nvPr/>
        </p:nvSpPr>
        <p:spPr>
          <a:xfrm>
            <a:off x="3821096" y="2600019"/>
            <a:ext cx="336581" cy="347468"/>
          </a:xfrm>
          <a:custGeom>
            <a:avLst/>
            <a:gdLst/>
            <a:ahLst/>
            <a:cxnLst/>
            <a:rect l="l" t="t" r="r" b="b"/>
            <a:pathLst>
              <a:path w="336581" h="347468" extrusionOk="0">
                <a:moveTo>
                  <a:pt x="324104" y="143780"/>
                </a:moveTo>
                <a:cubicBezTo>
                  <a:pt x="320111" y="123811"/>
                  <a:pt x="317063" y="103629"/>
                  <a:pt x="312124" y="83872"/>
                </a:cubicBezTo>
                <a:cubicBezTo>
                  <a:pt x="309061" y="71619"/>
                  <a:pt x="309073" y="56858"/>
                  <a:pt x="300143" y="47927"/>
                </a:cubicBezTo>
                <a:cubicBezTo>
                  <a:pt x="291214" y="38997"/>
                  <a:pt x="276453" y="39008"/>
                  <a:pt x="264202" y="35945"/>
                </a:cubicBezTo>
                <a:cubicBezTo>
                  <a:pt x="177009" y="14144"/>
                  <a:pt x="228529" y="33343"/>
                  <a:pt x="132419" y="11982"/>
                </a:cubicBezTo>
                <a:cubicBezTo>
                  <a:pt x="120091" y="9242"/>
                  <a:pt x="108458" y="3994"/>
                  <a:pt x="96478" y="0"/>
                </a:cubicBezTo>
                <a:cubicBezTo>
                  <a:pt x="68524" y="3994"/>
                  <a:pt x="37871" y="-648"/>
                  <a:pt x="12615" y="11982"/>
                </a:cubicBezTo>
                <a:cubicBezTo>
                  <a:pt x="1319" y="17631"/>
                  <a:pt x="-1441" y="35469"/>
                  <a:pt x="635" y="47927"/>
                </a:cubicBezTo>
                <a:cubicBezTo>
                  <a:pt x="3002" y="62131"/>
                  <a:pt x="18156" y="70992"/>
                  <a:pt x="24595" y="83872"/>
                </a:cubicBezTo>
                <a:cubicBezTo>
                  <a:pt x="74195" y="183083"/>
                  <a:pt x="-8129" y="52751"/>
                  <a:pt x="60536" y="155762"/>
                </a:cubicBezTo>
                <a:cubicBezTo>
                  <a:pt x="96829" y="300948"/>
                  <a:pt x="56980" y="211402"/>
                  <a:pt x="120438" y="287560"/>
                </a:cubicBezTo>
                <a:cubicBezTo>
                  <a:pt x="129656" y="298623"/>
                  <a:pt x="132188" y="315873"/>
                  <a:pt x="144399" y="323505"/>
                </a:cubicBezTo>
                <a:cubicBezTo>
                  <a:pt x="165816" y="336892"/>
                  <a:pt x="216281" y="347468"/>
                  <a:pt x="216281" y="347468"/>
                </a:cubicBezTo>
                <a:cubicBezTo>
                  <a:pt x="236248" y="343474"/>
                  <a:pt x="256428" y="340426"/>
                  <a:pt x="276183" y="335487"/>
                </a:cubicBezTo>
                <a:cubicBezTo>
                  <a:pt x="288434" y="332424"/>
                  <a:pt x="303195" y="332435"/>
                  <a:pt x="312124" y="323505"/>
                </a:cubicBezTo>
                <a:cubicBezTo>
                  <a:pt x="321054" y="314574"/>
                  <a:pt x="320111" y="299542"/>
                  <a:pt x="324104" y="287560"/>
                </a:cubicBezTo>
                <a:cubicBezTo>
                  <a:pt x="328097" y="259603"/>
                  <a:pt x="331033" y="231474"/>
                  <a:pt x="336084" y="203688"/>
                </a:cubicBezTo>
                <a:cubicBezTo>
                  <a:pt x="339029" y="187487"/>
                  <a:pt x="328097" y="163749"/>
                  <a:pt x="324104" y="143780"/>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736" name="Google Shape;1736;p25"/>
          <p:cNvSpPr/>
          <p:nvPr/>
        </p:nvSpPr>
        <p:spPr>
          <a:xfrm>
            <a:off x="1999967" y="1353927"/>
            <a:ext cx="1678000" cy="2664176"/>
          </a:xfrm>
          <a:custGeom>
            <a:avLst/>
            <a:gdLst/>
            <a:ahLst/>
            <a:cxnLst/>
            <a:rect l="l" t="t" r="r" b="b"/>
            <a:pathLst>
              <a:path w="1678000" h="2664176" extrusionOk="0">
                <a:moveTo>
                  <a:pt x="312240" y="95853"/>
                </a:moveTo>
                <a:cubicBezTo>
                  <a:pt x="283213" y="270039"/>
                  <a:pt x="329837" y="76158"/>
                  <a:pt x="252338" y="215670"/>
                </a:cubicBezTo>
                <a:cubicBezTo>
                  <a:pt x="242449" y="233472"/>
                  <a:pt x="246797" y="256258"/>
                  <a:pt x="240358" y="275578"/>
                </a:cubicBezTo>
                <a:cubicBezTo>
                  <a:pt x="234710" y="292523"/>
                  <a:pt x="223432" y="307088"/>
                  <a:pt x="216397" y="323505"/>
                </a:cubicBezTo>
                <a:cubicBezTo>
                  <a:pt x="211422" y="335114"/>
                  <a:pt x="210065" y="348153"/>
                  <a:pt x="204417" y="359450"/>
                </a:cubicBezTo>
                <a:cubicBezTo>
                  <a:pt x="187738" y="392811"/>
                  <a:pt x="171011" y="404842"/>
                  <a:pt x="144515" y="431340"/>
                </a:cubicBezTo>
                <a:cubicBezTo>
                  <a:pt x="117881" y="511254"/>
                  <a:pt x="155825" y="420140"/>
                  <a:pt x="84613" y="503230"/>
                </a:cubicBezTo>
                <a:cubicBezTo>
                  <a:pt x="3544" y="597820"/>
                  <a:pt x="116363" y="514011"/>
                  <a:pt x="24712" y="575120"/>
                </a:cubicBezTo>
                <a:cubicBezTo>
                  <a:pt x="16725" y="587101"/>
                  <a:pt x="1508" y="596684"/>
                  <a:pt x="751" y="611064"/>
                </a:cubicBezTo>
                <a:cubicBezTo>
                  <a:pt x="-2614" y="675002"/>
                  <a:pt x="6029" y="739096"/>
                  <a:pt x="12731" y="802771"/>
                </a:cubicBezTo>
                <a:cubicBezTo>
                  <a:pt x="14053" y="815331"/>
                  <a:pt x="21243" y="826572"/>
                  <a:pt x="24712" y="838716"/>
                </a:cubicBezTo>
                <a:cubicBezTo>
                  <a:pt x="29235" y="854550"/>
                  <a:pt x="31961" y="870870"/>
                  <a:pt x="36692" y="886643"/>
                </a:cubicBezTo>
                <a:cubicBezTo>
                  <a:pt x="43949" y="910837"/>
                  <a:pt x="53396" y="934338"/>
                  <a:pt x="60653" y="958532"/>
                </a:cubicBezTo>
                <a:cubicBezTo>
                  <a:pt x="105797" y="1109029"/>
                  <a:pt x="44340" y="921567"/>
                  <a:pt x="84613" y="1042404"/>
                </a:cubicBezTo>
                <a:cubicBezTo>
                  <a:pt x="90117" y="1185521"/>
                  <a:pt x="-1144" y="1408792"/>
                  <a:pt x="132535" y="1341945"/>
                </a:cubicBezTo>
                <a:cubicBezTo>
                  <a:pt x="145414" y="1335505"/>
                  <a:pt x="156496" y="1325970"/>
                  <a:pt x="168476" y="1317982"/>
                </a:cubicBezTo>
                <a:cubicBezTo>
                  <a:pt x="172469" y="1306000"/>
                  <a:pt x="172567" y="1291900"/>
                  <a:pt x="180456" y="1282037"/>
                </a:cubicBezTo>
                <a:cubicBezTo>
                  <a:pt x="215000" y="1238853"/>
                  <a:pt x="250960" y="1263012"/>
                  <a:pt x="300260" y="1270056"/>
                </a:cubicBezTo>
                <a:lnTo>
                  <a:pt x="408083" y="1341945"/>
                </a:lnTo>
                <a:lnTo>
                  <a:pt x="444024" y="1365909"/>
                </a:lnTo>
                <a:cubicBezTo>
                  <a:pt x="452011" y="1377891"/>
                  <a:pt x="460841" y="1389351"/>
                  <a:pt x="467985" y="1401854"/>
                </a:cubicBezTo>
                <a:cubicBezTo>
                  <a:pt x="476846" y="1417362"/>
                  <a:pt x="482039" y="1434919"/>
                  <a:pt x="491945" y="1449780"/>
                </a:cubicBezTo>
                <a:cubicBezTo>
                  <a:pt x="498210" y="1459179"/>
                  <a:pt x="507919" y="1465756"/>
                  <a:pt x="515906" y="1473744"/>
                </a:cubicBezTo>
                <a:lnTo>
                  <a:pt x="539867" y="1545634"/>
                </a:lnTo>
                <a:lnTo>
                  <a:pt x="551847" y="1581579"/>
                </a:lnTo>
                <a:cubicBezTo>
                  <a:pt x="555840" y="1593561"/>
                  <a:pt x="558179" y="1606228"/>
                  <a:pt x="563827" y="1617524"/>
                </a:cubicBezTo>
                <a:cubicBezTo>
                  <a:pt x="571814" y="1633499"/>
                  <a:pt x="578927" y="1649942"/>
                  <a:pt x="587788" y="1665450"/>
                </a:cubicBezTo>
                <a:cubicBezTo>
                  <a:pt x="594932" y="1677953"/>
                  <a:pt x="601567" y="1691212"/>
                  <a:pt x="611749" y="1701395"/>
                </a:cubicBezTo>
                <a:cubicBezTo>
                  <a:pt x="621930" y="1711577"/>
                  <a:pt x="635710" y="1717370"/>
                  <a:pt x="647690" y="1725358"/>
                </a:cubicBezTo>
                <a:cubicBezTo>
                  <a:pt x="651683" y="1753315"/>
                  <a:pt x="634411" y="1796599"/>
                  <a:pt x="659670" y="1809230"/>
                </a:cubicBezTo>
                <a:cubicBezTo>
                  <a:pt x="713365" y="1836081"/>
                  <a:pt x="781133" y="1806650"/>
                  <a:pt x="839375" y="1821212"/>
                </a:cubicBezTo>
                <a:cubicBezTo>
                  <a:pt x="851628" y="1824275"/>
                  <a:pt x="848516" y="1844851"/>
                  <a:pt x="851356" y="1857157"/>
                </a:cubicBezTo>
                <a:cubicBezTo>
                  <a:pt x="860513" y="1896844"/>
                  <a:pt x="858464" y="1939894"/>
                  <a:pt x="875316" y="1976973"/>
                </a:cubicBezTo>
                <a:cubicBezTo>
                  <a:pt x="880541" y="1988470"/>
                  <a:pt x="899006" y="1985892"/>
                  <a:pt x="911257" y="1988955"/>
                </a:cubicBezTo>
                <a:cubicBezTo>
                  <a:pt x="931012" y="1993894"/>
                  <a:pt x="951192" y="1996943"/>
                  <a:pt x="971159" y="2000937"/>
                </a:cubicBezTo>
                <a:cubicBezTo>
                  <a:pt x="979146" y="2012918"/>
                  <a:pt x="991332" y="2022989"/>
                  <a:pt x="995120" y="2036881"/>
                </a:cubicBezTo>
                <a:cubicBezTo>
                  <a:pt x="1003592" y="2067947"/>
                  <a:pt x="1001341" y="2101054"/>
                  <a:pt x="1007100" y="2132735"/>
                </a:cubicBezTo>
                <a:cubicBezTo>
                  <a:pt x="1011431" y="2156556"/>
                  <a:pt x="1025988" y="2187570"/>
                  <a:pt x="1043041" y="2204625"/>
                </a:cubicBezTo>
                <a:cubicBezTo>
                  <a:pt x="1053222" y="2214807"/>
                  <a:pt x="1067002" y="2220600"/>
                  <a:pt x="1078982" y="2228588"/>
                </a:cubicBezTo>
                <a:cubicBezTo>
                  <a:pt x="1086969" y="2252551"/>
                  <a:pt x="1097990" y="2275709"/>
                  <a:pt x="1102943" y="2300478"/>
                </a:cubicBezTo>
                <a:cubicBezTo>
                  <a:pt x="1105978" y="2315653"/>
                  <a:pt x="1115567" y="2376489"/>
                  <a:pt x="1126904" y="2396331"/>
                </a:cubicBezTo>
                <a:cubicBezTo>
                  <a:pt x="1144529" y="2427177"/>
                  <a:pt x="1184782" y="2469909"/>
                  <a:pt x="1210766" y="2492184"/>
                </a:cubicBezTo>
                <a:cubicBezTo>
                  <a:pt x="1221698" y="2501555"/>
                  <a:pt x="1234990" y="2507778"/>
                  <a:pt x="1246707" y="2516148"/>
                </a:cubicBezTo>
                <a:cubicBezTo>
                  <a:pt x="1262955" y="2527755"/>
                  <a:pt x="1278380" y="2540486"/>
                  <a:pt x="1294628" y="2552093"/>
                </a:cubicBezTo>
                <a:cubicBezTo>
                  <a:pt x="1344463" y="2587693"/>
                  <a:pt x="1329402" y="2575666"/>
                  <a:pt x="1402452" y="2600019"/>
                </a:cubicBezTo>
                <a:lnTo>
                  <a:pt x="1438393" y="2612001"/>
                </a:lnTo>
                <a:lnTo>
                  <a:pt x="1474334" y="2623983"/>
                </a:lnTo>
                <a:cubicBezTo>
                  <a:pt x="1486314" y="2635965"/>
                  <a:pt x="1493660" y="2656605"/>
                  <a:pt x="1510275" y="2659928"/>
                </a:cubicBezTo>
                <a:cubicBezTo>
                  <a:pt x="1582157" y="2674306"/>
                  <a:pt x="1591424" y="2650659"/>
                  <a:pt x="1630078" y="2612001"/>
                </a:cubicBezTo>
                <a:cubicBezTo>
                  <a:pt x="1659288" y="2495154"/>
                  <a:pt x="1623631" y="2641021"/>
                  <a:pt x="1654039" y="2504166"/>
                </a:cubicBezTo>
                <a:cubicBezTo>
                  <a:pt x="1677869" y="2396916"/>
                  <a:pt x="1654521" y="2525230"/>
                  <a:pt x="1678000" y="2384349"/>
                </a:cubicBezTo>
                <a:cubicBezTo>
                  <a:pt x="1676644" y="2370785"/>
                  <a:pt x="1674972" y="2265225"/>
                  <a:pt x="1654039" y="2228588"/>
                </a:cubicBezTo>
                <a:cubicBezTo>
                  <a:pt x="1631609" y="2189330"/>
                  <a:pt x="1558507" y="2114996"/>
                  <a:pt x="1534235" y="2096790"/>
                </a:cubicBezTo>
                <a:cubicBezTo>
                  <a:pt x="1518261" y="2084808"/>
                  <a:pt x="1501474" y="2073841"/>
                  <a:pt x="1486314" y="2060845"/>
                </a:cubicBezTo>
                <a:cubicBezTo>
                  <a:pt x="1473450" y="2049817"/>
                  <a:pt x="1463927" y="2035067"/>
                  <a:pt x="1450373" y="2024900"/>
                </a:cubicBezTo>
                <a:cubicBezTo>
                  <a:pt x="1431745" y="2010927"/>
                  <a:pt x="1410217" y="2001298"/>
                  <a:pt x="1390471" y="1988955"/>
                </a:cubicBezTo>
                <a:cubicBezTo>
                  <a:pt x="1378261" y="1981323"/>
                  <a:pt x="1366510" y="1972980"/>
                  <a:pt x="1354530" y="1964992"/>
                </a:cubicBezTo>
                <a:cubicBezTo>
                  <a:pt x="1338556" y="1941029"/>
                  <a:pt x="1315716" y="1920424"/>
                  <a:pt x="1306609" y="1893102"/>
                </a:cubicBezTo>
                <a:cubicBezTo>
                  <a:pt x="1292615" y="1851118"/>
                  <a:pt x="1299071" y="1852625"/>
                  <a:pt x="1258687" y="1821212"/>
                </a:cubicBezTo>
                <a:cubicBezTo>
                  <a:pt x="1235956" y="1803530"/>
                  <a:pt x="1210766" y="1789261"/>
                  <a:pt x="1186805" y="1773285"/>
                </a:cubicBezTo>
                <a:cubicBezTo>
                  <a:pt x="1174825" y="1765297"/>
                  <a:pt x="1163742" y="1755762"/>
                  <a:pt x="1150864" y="1749322"/>
                </a:cubicBezTo>
                <a:cubicBezTo>
                  <a:pt x="1134890" y="1741334"/>
                  <a:pt x="1117475" y="1735740"/>
                  <a:pt x="1102943" y="1725358"/>
                </a:cubicBezTo>
                <a:cubicBezTo>
                  <a:pt x="1069105" y="1701185"/>
                  <a:pt x="1059050" y="1678846"/>
                  <a:pt x="1043041" y="1641487"/>
                </a:cubicBezTo>
                <a:cubicBezTo>
                  <a:pt x="1038066" y="1629878"/>
                  <a:pt x="1036036" y="1617151"/>
                  <a:pt x="1031061" y="1605542"/>
                </a:cubicBezTo>
                <a:cubicBezTo>
                  <a:pt x="1024026" y="1589125"/>
                  <a:pt x="1013733" y="1574199"/>
                  <a:pt x="1007100" y="1557615"/>
                </a:cubicBezTo>
                <a:cubicBezTo>
                  <a:pt x="997720" y="1534162"/>
                  <a:pt x="997149" y="1506743"/>
                  <a:pt x="983139" y="1485725"/>
                </a:cubicBezTo>
                <a:lnTo>
                  <a:pt x="935218" y="1413835"/>
                </a:lnTo>
                <a:lnTo>
                  <a:pt x="911257" y="1377890"/>
                </a:lnTo>
                <a:cubicBezTo>
                  <a:pt x="894323" y="1293211"/>
                  <a:pt x="905717" y="1337305"/>
                  <a:pt x="875316" y="1246092"/>
                </a:cubicBezTo>
                <a:lnTo>
                  <a:pt x="863336" y="1210147"/>
                </a:lnTo>
                <a:cubicBezTo>
                  <a:pt x="859343" y="1198165"/>
                  <a:pt x="858361" y="1184711"/>
                  <a:pt x="851356" y="1174202"/>
                </a:cubicBezTo>
                <a:lnTo>
                  <a:pt x="803434" y="1102312"/>
                </a:lnTo>
                <a:cubicBezTo>
                  <a:pt x="788070" y="1056214"/>
                  <a:pt x="780698" y="1022796"/>
                  <a:pt x="755513" y="982496"/>
                </a:cubicBezTo>
                <a:cubicBezTo>
                  <a:pt x="744930" y="965562"/>
                  <a:pt x="731552" y="950545"/>
                  <a:pt x="719572" y="934569"/>
                </a:cubicBezTo>
                <a:cubicBezTo>
                  <a:pt x="691474" y="850271"/>
                  <a:pt x="728044" y="954338"/>
                  <a:pt x="683631" y="850698"/>
                </a:cubicBezTo>
                <a:cubicBezTo>
                  <a:pt x="669499" y="817721"/>
                  <a:pt x="670727" y="802767"/>
                  <a:pt x="659670" y="766826"/>
                </a:cubicBezTo>
                <a:cubicBezTo>
                  <a:pt x="648529" y="730612"/>
                  <a:pt x="635709" y="694936"/>
                  <a:pt x="623729" y="658991"/>
                </a:cubicBezTo>
                <a:lnTo>
                  <a:pt x="599768" y="587101"/>
                </a:lnTo>
                <a:cubicBezTo>
                  <a:pt x="595775" y="555150"/>
                  <a:pt x="593081" y="523010"/>
                  <a:pt x="587788" y="491248"/>
                </a:cubicBezTo>
                <a:cubicBezTo>
                  <a:pt x="573070" y="402927"/>
                  <a:pt x="548376" y="441439"/>
                  <a:pt x="587788" y="299541"/>
                </a:cubicBezTo>
                <a:cubicBezTo>
                  <a:pt x="608389" y="225367"/>
                  <a:pt x="628520" y="245227"/>
                  <a:pt x="659670" y="203688"/>
                </a:cubicBezTo>
                <a:cubicBezTo>
                  <a:pt x="676948" y="180648"/>
                  <a:pt x="691617" y="155761"/>
                  <a:pt x="707591" y="131798"/>
                </a:cubicBezTo>
                <a:lnTo>
                  <a:pt x="731552" y="95853"/>
                </a:lnTo>
                <a:lnTo>
                  <a:pt x="755513" y="59908"/>
                </a:lnTo>
                <a:cubicBezTo>
                  <a:pt x="763500" y="47926"/>
                  <a:pt x="773035" y="36843"/>
                  <a:pt x="779474" y="23963"/>
                </a:cubicBezTo>
                <a:lnTo>
                  <a:pt x="791454" y="0"/>
                </a:ln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737" name="Google Shape;1737;p25"/>
          <p:cNvSpPr/>
          <p:nvPr/>
        </p:nvSpPr>
        <p:spPr>
          <a:xfrm>
            <a:off x="2695578" y="1434156"/>
            <a:ext cx="1018330" cy="1956652"/>
          </a:xfrm>
          <a:custGeom>
            <a:avLst/>
            <a:gdLst/>
            <a:ahLst/>
            <a:cxnLst/>
            <a:rect l="l" t="t" r="r" b="b"/>
            <a:pathLst>
              <a:path w="1018330" h="1956652" extrusionOk="0">
                <a:moveTo>
                  <a:pt x="407332" y="63551"/>
                </a:moveTo>
                <a:cubicBezTo>
                  <a:pt x="367397" y="59557"/>
                  <a:pt x="324064" y="68178"/>
                  <a:pt x="287528" y="51569"/>
                </a:cubicBezTo>
                <a:cubicBezTo>
                  <a:pt x="272537" y="44754"/>
                  <a:pt x="263905" y="15287"/>
                  <a:pt x="275548" y="3643"/>
                </a:cubicBezTo>
                <a:cubicBezTo>
                  <a:pt x="287190" y="-8000"/>
                  <a:pt x="307495" y="11630"/>
                  <a:pt x="323469" y="15624"/>
                </a:cubicBezTo>
                <a:cubicBezTo>
                  <a:pt x="286703" y="125934"/>
                  <a:pt x="319143" y="113332"/>
                  <a:pt x="239607" y="147423"/>
                </a:cubicBezTo>
                <a:cubicBezTo>
                  <a:pt x="228000" y="152398"/>
                  <a:pt x="215646" y="155410"/>
                  <a:pt x="203666" y="159404"/>
                </a:cubicBezTo>
                <a:cubicBezTo>
                  <a:pt x="159738" y="155410"/>
                  <a:pt x="115991" y="147423"/>
                  <a:pt x="71882" y="147423"/>
                </a:cubicBezTo>
                <a:cubicBezTo>
                  <a:pt x="59254" y="147423"/>
                  <a:pt x="106154" y="146886"/>
                  <a:pt x="107823" y="159404"/>
                </a:cubicBezTo>
                <a:cubicBezTo>
                  <a:pt x="115231" y="214969"/>
                  <a:pt x="106172" y="272050"/>
                  <a:pt x="95843" y="327147"/>
                </a:cubicBezTo>
                <a:cubicBezTo>
                  <a:pt x="93761" y="338250"/>
                  <a:pt x="79869" y="343123"/>
                  <a:pt x="71882" y="351111"/>
                </a:cubicBezTo>
                <a:cubicBezTo>
                  <a:pt x="111140" y="364198"/>
                  <a:pt x="197978" y="380129"/>
                  <a:pt x="95843" y="470927"/>
                </a:cubicBezTo>
                <a:cubicBezTo>
                  <a:pt x="71780" y="492318"/>
                  <a:pt x="31948" y="462940"/>
                  <a:pt x="0" y="458946"/>
                </a:cubicBezTo>
                <a:cubicBezTo>
                  <a:pt x="16814" y="442130"/>
                  <a:pt x="36651" y="406625"/>
                  <a:pt x="59902" y="458946"/>
                </a:cubicBezTo>
                <a:cubicBezTo>
                  <a:pt x="71371" y="484753"/>
                  <a:pt x="68379" y="514794"/>
                  <a:pt x="71882" y="542817"/>
                </a:cubicBezTo>
                <a:cubicBezTo>
                  <a:pt x="76367" y="578704"/>
                  <a:pt x="72427" y="616341"/>
                  <a:pt x="83863" y="650652"/>
                </a:cubicBezTo>
                <a:cubicBezTo>
                  <a:pt x="89221" y="666726"/>
                  <a:pt x="107824" y="674615"/>
                  <a:pt x="119804" y="686597"/>
                </a:cubicBezTo>
                <a:cubicBezTo>
                  <a:pt x="147757" y="770468"/>
                  <a:pt x="119801" y="750498"/>
                  <a:pt x="179705" y="770469"/>
                </a:cubicBezTo>
                <a:cubicBezTo>
                  <a:pt x="206729" y="878575"/>
                  <a:pt x="214079" y="835077"/>
                  <a:pt x="191686" y="902267"/>
                </a:cubicBezTo>
                <a:cubicBezTo>
                  <a:pt x="203666" y="906261"/>
                  <a:pt x="216799" y="907750"/>
                  <a:pt x="227627" y="914248"/>
                </a:cubicBezTo>
                <a:cubicBezTo>
                  <a:pt x="258283" y="932644"/>
                  <a:pt x="256060" y="952347"/>
                  <a:pt x="263568" y="986138"/>
                </a:cubicBezTo>
                <a:cubicBezTo>
                  <a:pt x="267985" y="1006018"/>
                  <a:pt x="265445" y="1028365"/>
                  <a:pt x="275548" y="1046047"/>
                </a:cubicBezTo>
                <a:cubicBezTo>
                  <a:pt x="282691" y="1058549"/>
                  <a:pt x="299509" y="1062022"/>
                  <a:pt x="311489" y="1070010"/>
                </a:cubicBezTo>
                <a:cubicBezTo>
                  <a:pt x="319476" y="1081992"/>
                  <a:pt x="332212" y="1091924"/>
                  <a:pt x="335450" y="1105955"/>
                </a:cubicBezTo>
                <a:cubicBezTo>
                  <a:pt x="344474" y="1145065"/>
                  <a:pt x="342126" y="1185985"/>
                  <a:pt x="347430" y="1225771"/>
                </a:cubicBezTo>
                <a:cubicBezTo>
                  <a:pt x="350121" y="1245957"/>
                  <a:pt x="355417" y="1265710"/>
                  <a:pt x="359411" y="1285680"/>
                </a:cubicBezTo>
                <a:cubicBezTo>
                  <a:pt x="355417" y="1313637"/>
                  <a:pt x="347430" y="1397792"/>
                  <a:pt x="347430" y="1369551"/>
                </a:cubicBezTo>
                <a:cubicBezTo>
                  <a:pt x="347430" y="1333385"/>
                  <a:pt x="343238" y="1294065"/>
                  <a:pt x="359411" y="1261716"/>
                </a:cubicBezTo>
                <a:cubicBezTo>
                  <a:pt x="366774" y="1246989"/>
                  <a:pt x="391358" y="1253729"/>
                  <a:pt x="407332" y="1249735"/>
                </a:cubicBezTo>
                <a:cubicBezTo>
                  <a:pt x="446151" y="1259440"/>
                  <a:pt x="476613" y="1260470"/>
                  <a:pt x="503175" y="1297661"/>
                </a:cubicBezTo>
                <a:cubicBezTo>
                  <a:pt x="503951" y="1298748"/>
                  <a:pt x="520890" y="1375287"/>
                  <a:pt x="527135" y="1381533"/>
                </a:cubicBezTo>
                <a:cubicBezTo>
                  <a:pt x="536064" y="1390463"/>
                  <a:pt x="551096" y="1389521"/>
                  <a:pt x="563076" y="1393515"/>
                </a:cubicBezTo>
                <a:cubicBezTo>
                  <a:pt x="620514" y="1537124"/>
                  <a:pt x="549730" y="1404359"/>
                  <a:pt x="622978" y="1465405"/>
                </a:cubicBezTo>
                <a:cubicBezTo>
                  <a:pt x="710013" y="1537942"/>
                  <a:pt x="612454" y="1497840"/>
                  <a:pt x="694860" y="1525313"/>
                </a:cubicBezTo>
                <a:cubicBezTo>
                  <a:pt x="706840" y="1537295"/>
                  <a:pt x="723224" y="1546103"/>
                  <a:pt x="730801" y="1561258"/>
                </a:cubicBezTo>
                <a:cubicBezTo>
                  <a:pt x="763845" y="1627353"/>
                  <a:pt x="711937" y="1631449"/>
                  <a:pt x="778723" y="1609184"/>
                </a:cubicBezTo>
                <a:cubicBezTo>
                  <a:pt x="786710" y="1629154"/>
                  <a:pt x="800736" y="1647674"/>
                  <a:pt x="802683" y="1669093"/>
                </a:cubicBezTo>
                <a:cubicBezTo>
                  <a:pt x="804882" y="1693287"/>
                  <a:pt x="781681" y="1718427"/>
                  <a:pt x="790703" y="1740983"/>
                </a:cubicBezTo>
                <a:cubicBezTo>
                  <a:pt x="800199" y="1764726"/>
                  <a:pt x="830638" y="1772934"/>
                  <a:pt x="850605" y="1788909"/>
                </a:cubicBezTo>
                <a:cubicBezTo>
                  <a:pt x="854598" y="1812872"/>
                  <a:pt x="850533" y="1839705"/>
                  <a:pt x="862585" y="1860799"/>
                </a:cubicBezTo>
                <a:cubicBezTo>
                  <a:pt x="868850" y="1871764"/>
                  <a:pt x="889597" y="1863851"/>
                  <a:pt x="898526" y="1872781"/>
                </a:cubicBezTo>
                <a:cubicBezTo>
                  <a:pt x="911155" y="1885411"/>
                  <a:pt x="908199" y="1909991"/>
                  <a:pt x="922487" y="1920708"/>
                </a:cubicBezTo>
                <a:cubicBezTo>
                  <a:pt x="942692" y="1935863"/>
                  <a:pt x="971779" y="1933375"/>
                  <a:pt x="994369" y="1944671"/>
                </a:cubicBezTo>
                <a:lnTo>
                  <a:pt x="1018330" y="1956652"/>
                </a:ln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cxnSp>
        <p:nvCxnSpPr>
          <p:cNvPr id="1738" name="Google Shape;1738;p25"/>
          <p:cNvCxnSpPr/>
          <p:nvPr/>
        </p:nvCxnSpPr>
        <p:spPr>
          <a:xfrm rot="10800000">
            <a:off x="3124200" y="2590800"/>
            <a:ext cx="1981200" cy="609600"/>
          </a:xfrm>
          <a:prstGeom prst="straightConnector1">
            <a:avLst/>
          </a:prstGeom>
          <a:solidFill>
            <a:schemeClr val="accent1"/>
          </a:solidFill>
          <a:ln w="9525" cap="flat" cmpd="sng">
            <a:solidFill>
              <a:srgbClr val="3CFF4A"/>
            </a:solidFill>
            <a:prstDash val="solid"/>
            <a:round/>
            <a:headEnd type="none" w="sm" len="sm"/>
            <a:tailEnd type="stealth" w="med" len="med"/>
          </a:ln>
        </p:spPr>
      </p:cxnSp>
      <p:cxnSp>
        <p:nvCxnSpPr>
          <p:cNvPr id="1739" name="Google Shape;1739;p25"/>
          <p:cNvCxnSpPr/>
          <p:nvPr/>
        </p:nvCxnSpPr>
        <p:spPr>
          <a:xfrm flipH="1">
            <a:off x="3810000" y="1752600"/>
            <a:ext cx="2514600" cy="304800"/>
          </a:xfrm>
          <a:prstGeom prst="straightConnector1">
            <a:avLst/>
          </a:prstGeom>
          <a:solidFill>
            <a:schemeClr val="accent1"/>
          </a:solidFill>
          <a:ln w="9525" cap="flat" cmpd="sng">
            <a:solidFill>
              <a:srgbClr val="3CFF4A"/>
            </a:solidFill>
            <a:prstDash val="solid"/>
            <a:round/>
            <a:headEnd type="none" w="sm" len="sm"/>
            <a:tailEnd type="stealth" w="med" len="med"/>
          </a:ln>
        </p:spPr>
      </p:cxnSp>
      <p:sp>
        <p:nvSpPr>
          <p:cNvPr id="1740" name="Google Shape;1740;p25"/>
          <p:cNvSpPr/>
          <p:nvPr/>
        </p:nvSpPr>
        <p:spPr>
          <a:xfrm>
            <a:off x="1401701" y="1857157"/>
            <a:ext cx="610997" cy="2312459"/>
          </a:xfrm>
          <a:custGeom>
            <a:avLst/>
            <a:gdLst/>
            <a:ahLst/>
            <a:cxnLst/>
            <a:rect l="l" t="t" r="r" b="b"/>
            <a:pathLst>
              <a:path w="610997" h="2312459" extrusionOk="0">
                <a:moveTo>
                  <a:pt x="71882" y="2108771"/>
                </a:moveTo>
                <a:cubicBezTo>
                  <a:pt x="83322" y="2137375"/>
                  <a:pt x="95875" y="2180694"/>
                  <a:pt x="119803" y="2204624"/>
                </a:cubicBezTo>
                <a:cubicBezTo>
                  <a:pt x="129984" y="2214806"/>
                  <a:pt x="143764" y="2220599"/>
                  <a:pt x="155744" y="2228587"/>
                </a:cubicBezTo>
                <a:cubicBezTo>
                  <a:pt x="187692" y="2224593"/>
                  <a:pt x="221694" y="2228564"/>
                  <a:pt x="251587" y="2216606"/>
                </a:cubicBezTo>
                <a:cubicBezTo>
                  <a:pt x="264957" y="2211258"/>
                  <a:pt x="261887" y="2185215"/>
                  <a:pt x="275548" y="2180661"/>
                </a:cubicBezTo>
                <a:cubicBezTo>
                  <a:pt x="283067" y="2178154"/>
                  <a:pt x="348232" y="2200898"/>
                  <a:pt x="359410" y="2204624"/>
                </a:cubicBezTo>
                <a:cubicBezTo>
                  <a:pt x="383371" y="2224593"/>
                  <a:pt x="405340" y="2247229"/>
                  <a:pt x="431292" y="2264532"/>
                </a:cubicBezTo>
                <a:cubicBezTo>
                  <a:pt x="441799" y="2271538"/>
                  <a:pt x="455938" y="2270866"/>
                  <a:pt x="467233" y="2276514"/>
                </a:cubicBezTo>
                <a:cubicBezTo>
                  <a:pt x="560130" y="2322967"/>
                  <a:pt x="448777" y="2282342"/>
                  <a:pt x="539115" y="2312459"/>
                </a:cubicBezTo>
                <a:cubicBezTo>
                  <a:pt x="559082" y="2308465"/>
                  <a:pt x="586297" y="2316378"/>
                  <a:pt x="599017" y="2300477"/>
                </a:cubicBezTo>
                <a:cubicBezTo>
                  <a:pt x="609303" y="2287618"/>
                  <a:pt x="591560" y="2268384"/>
                  <a:pt x="587037" y="2252551"/>
                </a:cubicBezTo>
                <a:cubicBezTo>
                  <a:pt x="569694" y="2191845"/>
                  <a:pt x="581127" y="2235907"/>
                  <a:pt x="539115" y="2168679"/>
                </a:cubicBezTo>
                <a:cubicBezTo>
                  <a:pt x="490762" y="2091305"/>
                  <a:pt x="540016" y="2145617"/>
                  <a:pt x="491194" y="2096789"/>
                </a:cubicBezTo>
                <a:cubicBezTo>
                  <a:pt x="479162" y="2048656"/>
                  <a:pt x="485339" y="2050530"/>
                  <a:pt x="455253" y="2012918"/>
                </a:cubicBezTo>
                <a:cubicBezTo>
                  <a:pt x="448197" y="2004097"/>
                  <a:pt x="442008" y="1992526"/>
                  <a:pt x="431292" y="1988954"/>
                </a:cubicBezTo>
                <a:cubicBezTo>
                  <a:pt x="404504" y="1980024"/>
                  <a:pt x="375384" y="1980967"/>
                  <a:pt x="347430" y="1976973"/>
                </a:cubicBezTo>
                <a:cubicBezTo>
                  <a:pt x="261802" y="1948426"/>
                  <a:pt x="328009" y="1982734"/>
                  <a:pt x="299508" y="1821211"/>
                </a:cubicBezTo>
                <a:cubicBezTo>
                  <a:pt x="295771" y="1800031"/>
                  <a:pt x="282897" y="1781516"/>
                  <a:pt x="275548" y="1761303"/>
                </a:cubicBezTo>
                <a:cubicBezTo>
                  <a:pt x="266917" y="1737564"/>
                  <a:pt x="259574" y="1713376"/>
                  <a:pt x="251587" y="1689413"/>
                </a:cubicBezTo>
                <a:cubicBezTo>
                  <a:pt x="267561" y="1681425"/>
                  <a:pt x="289128" y="1679983"/>
                  <a:pt x="299508" y="1665450"/>
                </a:cubicBezTo>
                <a:cubicBezTo>
                  <a:pt x="330297" y="1622340"/>
                  <a:pt x="300744" y="1573303"/>
                  <a:pt x="287528" y="1533651"/>
                </a:cubicBezTo>
                <a:cubicBezTo>
                  <a:pt x="295515" y="1517676"/>
                  <a:pt x="309517" y="1503476"/>
                  <a:pt x="311489" y="1485725"/>
                </a:cubicBezTo>
                <a:cubicBezTo>
                  <a:pt x="313898" y="1464040"/>
                  <a:pt x="295487" y="1413752"/>
                  <a:pt x="287528" y="1389872"/>
                </a:cubicBezTo>
                <a:cubicBezTo>
                  <a:pt x="315564" y="1380525"/>
                  <a:pt x="341055" y="1380200"/>
                  <a:pt x="347430" y="1341945"/>
                </a:cubicBezTo>
                <a:cubicBezTo>
                  <a:pt x="349506" y="1329487"/>
                  <a:pt x="339443" y="1317982"/>
                  <a:pt x="335449" y="1306000"/>
                </a:cubicBezTo>
                <a:cubicBezTo>
                  <a:pt x="339443" y="1278043"/>
                  <a:pt x="328834" y="1243383"/>
                  <a:pt x="347430" y="1222128"/>
                </a:cubicBezTo>
                <a:cubicBezTo>
                  <a:pt x="363425" y="1203846"/>
                  <a:pt x="405383" y="1230048"/>
                  <a:pt x="419312" y="1210147"/>
                </a:cubicBezTo>
                <a:cubicBezTo>
                  <a:pt x="440050" y="1180517"/>
                  <a:pt x="427299" y="1138257"/>
                  <a:pt x="431292" y="1102312"/>
                </a:cubicBezTo>
                <a:cubicBezTo>
                  <a:pt x="443272" y="1106306"/>
                  <a:pt x="462104" y="1125834"/>
                  <a:pt x="467233" y="1114294"/>
                </a:cubicBezTo>
                <a:cubicBezTo>
                  <a:pt x="483533" y="1077615"/>
                  <a:pt x="473111" y="1034149"/>
                  <a:pt x="479214" y="994477"/>
                </a:cubicBezTo>
                <a:cubicBezTo>
                  <a:pt x="481134" y="981994"/>
                  <a:pt x="487201" y="970514"/>
                  <a:pt x="491194" y="958532"/>
                </a:cubicBezTo>
                <a:cubicBezTo>
                  <a:pt x="503174" y="962526"/>
                  <a:pt x="515840" y="976162"/>
                  <a:pt x="527135" y="970514"/>
                </a:cubicBezTo>
                <a:cubicBezTo>
                  <a:pt x="538431" y="964865"/>
                  <a:pt x="536856" y="946995"/>
                  <a:pt x="539115" y="934569"/>
                </a:cubicBezTo>
                <a:cubicBezTo>
                  <a:pt x="544875" y="902888"/>
                  <a:pt x="545336" y="870396"/>
                  <a:pt x="551096" y="838715"/>
                </a:cubicBezTo>
                <a:cubicBezTo>
                  <a:pt x="553355" y="826289"/>
                  <a:pt x="559607" y="814914"/>
                  <a:pt x="563076" y="802770"/>
                </a:cubicBezTo>
                <a:cubicBezTo>
                  <a:pt x="571763" y="772360"/>
                  <a:pt x="574723" y="747634"/>
                  <a:pt x="587037" y="718899"/>
                </a:cubicBezTo>
                <a:cubicBezTo>
                  <a:pt x="594072" y="702482"/>
                  <a:pt x="603010" y="686948"/>
                  <a:pt x="610997" y="670972"/>
                </a:cubicBezTo>
                <a:cubicBezTo>
                  <a:pt x="605855" y="634974"/>
                  <a:pt x="597547" y="565733"/>
                  <a:pt x="587037" y="527192"/>
                </a:cubicBezTo>
                <a:cubicBezTo>
                  <a:pt x="580392" y="502823"/>
                  <a:pt x="571063" y="479265"/>
                  <a:pt x="563076" y="455302"/>
                </a:cubicBezTo>
                <a:cubicBezTo>
                  <a:pt x="559083" y="443321"/>
                  <a:pt x="554159" y="431610"/>
                  <a:pt x="551096" y="419358"/>
                </a:cubicBezTo>
                <a:cubicBezTo>
                  <a:pt x="547102" y="403382"/>
                  <a:pt x="546479" y="386160"/>
                  <a:pt x="539115" y="371431"/>
                </a:cubicBezTo>
                <a:cubicBezTo>
                  <a:pt x="526237" y="345672"/>
                  <a:pt x="508472" y="322581"/>
                  <a:pt x="491194" y="299541"/>
                </a:cubicBezTo>
                <a:cubicBezTo>
                  <a:pt x="479214" y="283565"/>
                  <a:pt x="466859" y="267864"/>
                  <a:pt x="455253" y="251614"/>
                </a:cubicBezTo>
                <a:cubicBezTo>
                  <a:pt x="446884" y="239896"/>
                  <a:pt x="442536" y="224665"/>
                  <a:pt x="431292" y="215669"/>
                </a:cubicBezTo>
                <a:cubicBezTo>
                  <a:pt x="421431" y="207780"/>
                  <a:pt x="407331" y="207682"/>
                  <a:pt x="395351" y="203688"/>
                </a:cubicBezTo>
                <a:cubicBezTo>
                  <a:pt x="308441" y="87795"/>
                  <a:pt x="405796" y="198670"/>
                  <a:pt x="323469" y="143779"/>
                </a:cubicBezTo>
                <a:cubicBezTo>
                  <a:pt x="309372" y="134380"/>
                  <a:pt x="302339" y="116063"/>
                  <a:pt x="287528" y="107834"/>
                </a:cubicBezTo>
                <a:cubicBezTo>
                  <a:pt x="265450" y="95567"/>
                  <a:pt x="215646" y="83871"/>
                  <a:pt x="215646" y="83871"/>
                </a:cubicBezTo>
                <a:cubicBezTo>
                  <a:pt x="147510" y="15728"/>
                  <a:pt x="213119" y="70627"/>
                  <a:pt x="143764" y="35945"/>
                </a:cubicBezTo>
                <a:cubicBezTo>
                  <a:pt x="50868" y="-10508"/>
                  <a:pt x="162219" y="30114"/>
                  <a:pt x="71882" y="0"/>
                </a:cubicBezTo>
                <a:cubicBezTo>
                  <a:pt x="59902" y="3994"/>
                  <a:pt x="44870" y="3051"/>
                  <a:pt x="35941" y="11981"/>
                </a:cubicBezTo>
                <a:cubicBezTo>
                  <a:pt x="27011" y="20912"/>
                  <a:pt x="23960" y="35296"/>
                  <a:pt x="23960" y="47926"/>
                </a:cubicBezTo>
                <a:cubicBezTo>
                  <a:pt x="23960" y="103983"/>
                  <a:pt x="30627" y="159865"/>
                  <a:pt x="35941" y="215669"/>
                </a:cubicBezTo>
                <a:cubicBezTo>
                  <a:pt x="42545" y="285022"/>
                  <a:pt x="45565" y="290114"/>
                  <a:pt x="59901" y="347468"/>
                </a:cubicBezTo>
                <a:cubicBezTo>
                  <a:pt x="55908" y="471278"/>
                  <a:pt x="54106" y="595179"/>
                  <a:pt x="47921" y="718899"/>
                </a:cubicBezTo>
                <a:cubicBezTo>
                  <a:pt x="44779" y="781755"/>
                  <a:pt x="34148" y="837493"/>
                  <a:pt x="23960" y="898624"/>
                </a:cubicBezTo>
                <a:cubicBezTo>
                  <a:pt x="19967" y="1018440"/>
                  <a:pt x="19231" y="1138410"/>
                  <a:pt x="11980" y="1258073"/>
                </a:cubicBezTo>
                <a:cubicBezTo>
                  <a:pt x="11216" y="1270679"/>
                  <a:pt x="0" y="1281388"/>
                  <a:pt x="0" y="1294018"/>
                </a:cubicBezTo>
                <a:cubicBezTo>
                  <a:pt x="0" y="1413901"/>
                  <a:pt x="5142" y="1533780"/>
                  <a:pt x="11980" y="1653468"/>
                </a:cubicBezTo>
                <a:cubicBezTo>
                  <a:pt x="13142" y="1673800"/>
                  <a:pt x="17521" y="1694056"/>
                  <a:pt x="23960" y="1713376"/>
                </a:cubicBezTo>
                <a:cubicBezTo>
                  <a:pt x="29608" y="1730321"/>
                  <a:pt x="39934" y="1745327"/>
                  <a:pt x="47921" y="1761303"/>
                </a:cubicBezTo>
                <a:cubicBezTo>
                  <a:pt x="65630" y="2044689"/>
                  <a:pt x="59901" y="1888982"/>
                  <a:pt x="59901" y="2228587"/>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741" name="Google Shape;1741;p25"/>
          <p:cNvSpPr/>
          <p:nvPr/>
        </p:nvSpPr>
        <p:spPr>
          <a:xfrm>
            <a:off x="1809032" y="2719836"/>
            <a:ext cx="737237" cy="1401853"/>
          </a:xfrm>
          <a:custGeom>
            <a:avLst/>
            <a:gdLst/>
            <a:ahLst/>
            <a:cxnLst/>
            <a:rect l="l" t="t" r="r" b="b"/>
            <a:pathLst>
              <a:path w="737237" h="1401853" extrusionOk="0">
                <a:moveTo>
                  <a:pt x="179706" y="1401853"/>
                </a:moveTo>
                <a:cubicBezTo>
                  <a:pt x="318969" y="1373998"/>
                  <a:pt x="152131" y="1404757"/>
                  <a:pt x="407332" y="1377890"/>
                </a:cubicBezTo>
                <a:cubicBezTo>
                  <a:pt x="427583" y="1375758"/>
                  <a:pt x="447267" y="1369902"/>
                  <a:pt x="467234" y="1365908"/>
                </a:cubicBezTo>
                <a:cubicBezTo>
                  <a:pt x="440256" y="1204021"/>
                  <a:pt x="476215" y="1359159"/>
                  <a:pt x="431293" y="1258074"/>
                </a:cubicBezTo>
                <a:cubicBezTo>
                  <a:pt x="421035" y="1234991"/>
                  <a:pt x="407332" y="1186184"/>
                  <a:pt x="407332" y="1186184"/>
                </a:cubicBezTo>
                <a:cubicBezTo>
                  <a:pt x="412983" y="1169230"/>
                  <a:pt x="431293" y="1117361"/>
                  <a:pt x="431293" y="1102312"/>
                </a:cubicBezTo>
                <a:cubicBezTo>
                  <a:pt x="431293" y="1078018"/>
                  <a:pt x="423306" y="1054385"/>
                  <a:pt x="419313" y="1030422"/>
                </a:cubicBezTo>
                <a:cubicBezTo>
                  <a:pt x="423306" y="1010453"/>
                  <a:pt x="426876" y="990394"/>
                  <a:pt x="431293" y="970514"/>
                </a:cubicBezTo>
                <a:cubicBezTo>
                  <a:pt x="434865" y="954439"/>
                  <a:pt x="440566" y="938830"/>
                  <a:pt x="443273" y="922587"/>
                </a:cubicBezTo>
                <a:cubicBezTo>
                  <a:pt x="463158" y="803268"/>
                  <a:pt x="434659" y="857631"/>
                  <a:pt x="479214" y="790789"/>
                </a:cubicBezTo>
                <a:cubicBezTo>
                  <a:pt x="483208" y="754844"/>
                  <a:pt x="485696" y="718700"/>
                  <a:pt x="491195" y="682954"/>
                </a:cubicBezTo>
                <a:cubicBezTo>
                  <a:pt x="493699" y="666679"/>
                  <a:pt x="503175" y="651495"/>
                  <a:pt x="503175" y="635028"/>
                </a:cubicBezTo>
                <a:cubicBezTo>
                  <a:pt x="503175" y="622398"/>
                  <a:pt x="495188" y="611065"/>
                  <a:pt x="491195" y="599083"/>
                </a:cubicBezTo>
                <a:cubicBezTo>
                  <a:pt x="499182" y="591095"/>
                  <a:pt x="505469" y="580931"/>
                  <a:pt x="515155" y="575119"/>
                </a:cubicBezTo>
                <a:cubicBezTo>
                  <a:pt x="525983" y="568621"/>
                  <a:pt x="543208" y="573000"/>
                  <a:pt x="551096" y="563138"/>
                </a:cubicBezTo>
                <a:cubicBezTo>
                  <a:pt x="561382" y="550279"/>
                  <a:pt x="559083" y="531187"/>
                  <a:pt x="563077" y="515211"/>
                </a:cubicBezTo>
                <a:cubicBezTo>
                  <a:pt x="588067" y="315262"/>
                  <a:pt x="532356" y="506610"/>
                  <a:pt x="730802" y="407376"/>
                </a:cubicBezTo>
                <a:cubicBezTo>
                  <a:pt x="749016" y="398268"/>
                  <a:pt x="723238" y="367348"/>
                  <a:pt x="718821" y="347468"/>
                </a:cubicBezTo>
                <a:cubicBezTo>
                  <a:pt x="718070" y="344087"/>
                  <a:pt x="701087" y="271602"/>
                  <a:pt x="694861" y="263596"/>
                </a:cubicBezTo>
                <a:cubicBezTo>
                  <a:pt x="674057" y="236846"/>
                  <a:pt x="641774" y="219903"/>
                  <a:pt x="622978" y="191706"/>
                </a:cubicBezTo>
                <a:cubicBezTo>
                  <a:pt x="554313" y="88695"/>
                  <a:pt x="636637" y="219027"/>
                  <a:pt x="587037" y="119816"/>
                </a:cubicBezTo>
                <a:cubicBezTo>
                  <a:pt x="564727" y="75191"/>
                  <a:pt x="560259" y="87677"/>
                  <a:pt x="527136" y="47926"/>
                </a:cubicBezTo>
                <a:cubicBezTo>
                  <a:pt x="517918" y="36863"/>
                  <a:pt x="515677" y="19126"/>
                  <a:pt x="503175" y="11981"/>
                </a:cubicBezTo>
                <a:cubicBezTo>
                  <a:pt x="485496" y="1878"/>
                  <a:pt x="463240" y="3994"/>
                  <a:pt x="443273" y="0"/>
                </a:cubicBezTo>
                <a:cubicBezTo>
                  <a:pt x="415319" y="3994"/>
                  <a:pt x="386199" y="3051"/>
                  <a:pt x="359411" y="11981"/>
                </a:cubicBezTo>
                <a:cubicBezTo>
                  <a:pt x="348695" y="15553"/>
                  <a:pt x="344270" y="28888"/>
                  <a:pt x="335450" y="35945"/>
                </a:cubicBezTo>
                <a:cubicBezTo>
                  <a:pt x="302274" y="62489"/>
                  <a:pt x="301529" y="59235"/>
                  <a:pt x="263568" y="71890"/>
                </a:cubicBezTo>
                <a:cubicBezTo>
                  <a:pt x="255581" y="83872"/>
                  <a:pt x="249789" y="97652"/>
                  <a:pt x="239607" y="107835"/>
                </a:cubicBezTo>
                <a:cubicBezTo>
                  <a:pt x="229426" y="118017"/>
                  <a:pt x="210105" y="118919"/>
                  <a:pt x="203666" y="131798"/>
                </a:cubicBezTo>
                <a:cubicBezTo>
                  <a:pt x="155875" y="227391"/>
                  <a:pt x="232269" y="190158"/>
                  <a:pt x="155745" y="215670"/>
                </a:cubicBezTo>
                <a:cubicBezTo>
                  <a:pt x="151752" y="283566"/>
                  <a:pt x="148981" y="351545"/>
                  <a:pt x="143765" y="419358"/>
                </a:cubicBezTo>
                <a:cubicBezTo>
                  <a:pt x="140991" y="455418"/>
                  <a:pt x="146748" y="494268"/>
                  <a:pt x="131784" y="527193"/>
                </a:cubicBezTo>
                <a:cubicBezTo>
                  <a:pt x="124394" y="543452"/>
                  <a:pt x="99837" y="543168"/>
                  <a:pt x="83863" y="551156"/>
                </a:cubicBezTo>
                <a:cubicBezTo>
                  <a:pt x="79870" y="579113"/>
                  <a:pt x="84512" y="609768"/>
                  <a:pt x="71883" y="635028"/>
                </a:cubicBezTo>
                <a:cubicBezTo>
                  <a:pt x="66236" y="646324"/>
                  <a:pt x="40631" y="635283"/>
                  <a:pt x="35941" y="647009"/>
                </a:cubicBezTo>
                <a:cubicBezTo>
                  <a:pt x="22510" y="680589"/>
                  <a:pt x="28446" y="718957"/>
                  <a:pt x="23961" y="754844"/>
                </a:cubicBezTo>
                <a:cubicBezTo>
                  <a:pt x="16465" y="814816"/>
                  <a:pt x="7987" y="874661"/>
                  <a:pt x="0" y="934569"/>
                </a:cubicBezTo>
                <a:cubicBezTo>
                  <a:pt x="30115" y="1024920"/>
                  <a:pt x="-10508" y="913550"/>
                  <a:pt x="35941" y="1006459"/>
                </a:cubicBezTo>
                <a:cubicBezTo>
                  <a:pt x="45558" y="1025696"/>
                  <a:pt x="47402" y="1048865"/>
                  <a:pt x="59902" y="1066367"/>
                </a:cubicBezTo>
                <a:cubicBezTo>
                  <a:pt x="68271" y="1078084"/>
                  <a:pt x="84600" y="1081334"/>
                  <a:pt x="95843" y="1090330"/>
                </a:cubicBezTo>
                <a:cubicBezTo>
                  <a:pt x="120230" y="1109841"/>
                  <a:pt x="125975" y="1123551"/>
                  <a:pt x="143765" y="1150239"/>
                </a:cubicBezTo>
                <a:cubicBezTo>
                  <a:pt x="172278" y="1235789"/>
                  <a:pt x="146709" y="1208117"/>
                  <a:pt x="203666" y="1246092"/>
                </a:cubicBezTo>
                <a:cubicBezTo>
                  <a:pt x="225519" y="1311658"/>
                  <a:pt x="210408" y="1315362"/>
                  <a:pt x="263568" y="1341945"/>
                </a:cubicBezTo>
                <a:cubicBezTo>
                  <a:pt x="274863" y="1347593"/>
                  <a:pt x="287126" y="1351450"/>
                  <a:pt x="299509" y="1353927"/>
                </a:cubicBezTo>
                <a:cubicBezTo>
                  <a:pt x="327199" y="1359465"/>
                  <a:pt x="383372" y="1365908"/>
                  <a:pt x="383372" y="1365908"/>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742" name="Google Shape;1742;p25"/>
          <p:cNvSpPr/>
          <p:nvPr/>
        </p:nvSpPr>
        <p:spPr>
          <a:xfrm>
            <a:off x="2324130" y="3185340"/>
            <a:ext cx="994426" cy="1083649"/>
          </a:xfrm>
          <a:custGeom>
            <a:avLst/>
            <a:gdLst/>
            <a:ahLst/>
            <a:cxnLst/>
            <a:rect l="l" t="t" r="r" b="b"/>
            <a:pathLst>
              <a:path w="994426" h="1083649" extrusionOk="0">
                <a:moveTo>
                  <a:pt x="57" y="948331"/>
                </a:moveTo>
                <a:cubicBezTo>
                  <a:pt x="4051" y="892417"/>
                  <a:pt x="-8083" y="832909"/>
                  <a:pt x="12038" y="780588"/>
                </a:cubicBezTo>
                <a:cubicBezTo>
                  <a:pt x="17948" y="765220"/>
                  <a:pt x="52596" y="807298"/>
                  <a:pt x="59959" y="792570"/>
                </a:cubicBezTo>
                <a:cubicBezTo>
                  <a:pt x="75085" y="762313"/>
                  <a:pt x="15456" y="712116"/>
                  <a:pt x="57" y="696716"/>
                </a:cubicBezTo>
                <a:cubicBezTo>
                  <a:pt x="4051" y="604857"/>
                  <a:pt x="-6713" y="511152"/>
                  <a:pt x="12038" y="421138"/>
                </a:cubicBezTo>
                <a:cubicBezTo>
                  <a:pt x="15396" y="405019"/>
                  <a:pt x="51233" y="423120"/>
                  <a:pt x="59959" y="409157"/>
                </a:cubicBezTo>
                <a:cubicBezTo>
                  <a:pt x="155069" y="256963"/>
                  <a:pt x="7095" y="368518"/>
                  <a:pt x="107880" y="301322"/>
                </a:cubicBezTo>
                <a:cubicBezTo>
                  <a:pt x="111874" y="257389"/>
                  <a:pt x="109942" y="212508"/>
                  <a:pt x="119861" y="169524"/>
                </a:cubicBezTo>
                <a:cubicBezTo>
                  <a:pt x="122401" y="158517"/>
                  <a:pt x="136766" y="154381"/>
                  <a:pt x="143822" y="145560"/>
                </a:cubicBezTo>
                <a:cubicBezTo>
                  <a:pt x="161326" y="123677"/>
                  <a:pt x="170243" y="91561"/>
                  <a:pt x="203723" y="85652"/>
                </a:cubicBezTo>
                <a:cubicBezTo>
                  <a:pt x="258921" y="75910"/>
                  <a:pt x="315540" y="77664"/>
                  <a:pt x="371448" y="73670"/>
                </a:cubicBezTo>
                <a:cubicBezTo>
                  <a:pt x="395409" y="77664"/>
                  <a:pt x="421604" y="74788"/>
                  <a:pt x="443330" y="85652"/>
                </a:cubicBezTo>
                <a:cubicBezTo>
                  <a:pt x="461910" y="94943"/>
                  <a:pt x="473601" y="140530"/>
                  <a:pt x="479271" y="157542"/>
                </a:cubicBezTo>
                <a:cubicBezTo>
                  <a:pt x="471284" y="173517"/>
                  <a:pt x="465217" y="190607"/>
                  <a:pt x="455311" y="205468"/>
                </a:cubicBezTo>
                <a:cubicBezTo>
                  <a:pt x="442617" y="224511"/>
                  <a:pt x="395512" y="256313"/>
                  <a:pt x="383428" y="265377"/>
                </a:cubicBezTo>
                <a:cubicBezTo>
                  <a:pt x="349033" y="402974"/>
                  <a:pt x="397129" y="233403"/>
                  <a:pt x="347487" y="349248"/>
                </a:cubicBezTo>
                <a:cubicBezTo>
                  <a:pt x="341001" y="364384"/>
                  <a:pt x="345078" y="383775"/>
                  <a:pt x="335507" y="397175"/>
                </a:cubicBezTo>
                <a:cubicBezTo>
                  <a:pt x="323902" y="413424"/>
                  <a:pt x="303560" y="421138"/>
                  <a:pt x="287586" y="433120"/>
                </a:cubicBezTo>
                <a:cubicBezTo>
                  <a:pt x="270653" y="517792"/>
                  <a:pt x="282043" y="473714"/>
                  <a:pt x="251645" y="564918"/>
                </a:cubicBezTo>
                <a:lnTo>
                  <a:pt x="239664" y="600863"/>
                </a:lnTo>
                <a:cubicBezTo>
                  <a:pt x="268886" y="717758"/>
                  <a:pt x="247596" y="620020"/>
                  <a:pt x="263625" y="852478"/>
                </a:cubicBezTo>
                <a:cubicBezTo>
                  <a:pt x="266933" y="900457"/>
                  <a:pt x="307954" y="960670"/>
                  <a:pt x="275605" y="996258"/>
                </a:cubicBezTo>
                <a:cubicBezTo>
                  <a:pt x="245936" y="1028898"/>
                  <a:pt x="187750" y="988270"/>
                  <a:pt x="143822" y="984276"/>
                </a:cubicBezTo>
                <a:cubicBezTo>
                  <a:pt x="131841" y="976288"/>
                  <a:pt x="118061" y="970495"/>
                  <a:pt x="107880" y="960313"/>
                </a:cubicBezTo>
                <a:cubicBezTo>
                  <a:pt x="97698" y="950130"/>
                  <a:pt x="69800" y="927192"/>
                  <a:pt x="83920" y="924368"/>
                </a:cubicBezTo>
                <a:cubicBezTo>
                  <a:pt x="131073" y="914936"/>
                  <a:pt x="179763" y="932355"/>
                  <a:pt x="227684" y="936349"/>
                </a:cubicBezTo>
                <a:lnTo>
                  <a:pt x="335507" y="972294"/>
                </a:lnTo>
                <a:cubicBezTo>
                  <a:pt x="347487" y="976288"/>
                  <a:pt x="360941" y="977270"/>
                  <a:pt x="371448" y="984276"/>
                </a:cubicBezTo>
                <a:cubicBezTo>
                  <a:pt x="383428" y="992264"/>
                  <a:pt x="394510" y="1001799"/>
                  <a:pt x="407389" y="1008239"/>
                </a:cubicBezTo>
                <a:cubicBezTo>
                  <a:pt x="426540" y="1017816"/>
                  <a:pt x="473337" y="1027084"/>
                  <a:pt x="491252" y="1032203"/>
                </a:cubicBezTo>
                <a:cubicBezTo>
                  <a:pt x="503394" y="1035673"/>
                  <a:pt x="515213" y="1040190"/>
                  <a:pt x="527193" y="1044184"/>
                </a:cubicBezTo>
                <a:cubicBezTo>
                  <a:pt x="535180" y="1052172"/>
                  <a:pt x="541467" y="1062336"/>
                  <a:pt x="551153" y="1068148"/>
                </a:cubicBezTo>
                <a:cubicBezTo>
                  <a:pt x="608912" y="1102807"/>
                  <a:pt x="771779" y="1068586"/>
                  <a:pt x="778780" y="1068148"/>
                </a:cubicBezTo>
                <a:cubicBezTo>
                  <a:pt x="898189" y="1038292"/>
                  <a:pt x="842140" y="1049598"/>
                  <a:pt x="946505" y="1032203"/>
                </a:cubicBezTo>
                <a:cubicBezTo>
                  <a:pt x="954492" y="1020221"/>
                  <a:pt x="964617" y="1009417"/>
                  <a:pt x="970465" y="996258"/>
                </a:cubicBezTo>
                <a:cubicBezTo>
                  <a:pt x="980723" y="973175"/>
                  <a:pt x="994426" y="924368"/>
                  <a:pt x="994426" y="924368"/>
                </a:cubicBezTo>
                <a:cubicBezTo>
                  <a:pt x="990433" y="880435"/>
                  <a:pt x="999411" y="833291"/>
                  <a:pt x="982446" y="792570"/>
                </a:cubicBezTo>
                <a:cubicBezTo>
                  <a:pt x="976114" y="777371"/>
                  <a:pt x="950356" y="785112"/>
                  <a:pt x="934524" y="780588"/>
                </a:cubicBezTo>
                <a:cubicBezTo>
                  <a:pt x="864263" y="760511"/>
                  <a:pt x="932647" y="779649"/>
                  <a:pt x="862642" y="744643"/>
                </a:cubicBezTo>
                <a:cubicBezTo>
                  <a:pt x="851347" y="738995"/>
                  <a:pt x="838681" y="736655"/>
                  <a:pt x="826701" y="732661"/>
                </a:cubicBezTo>
                <a:cubicBezTo>
                  <a:pt x="804843" y="699870"/>
                  <a:pt x="804633" y="689569"/>
                  <a:pt x="766800" y="672753"/>
                </a:cubicBezTo>
                <a:cubicBezTo>
                  <a:pt x="743720" y="662494"/>
                  <a:pt x="694917" y="648790"/>
                  <a:pt x="694917" y="648790"/>
                </a:cubicBezTo>
                <a:cubicBezTo>
                  <a:pt x="686930" y="624827"/>
                  <a:pt x="675911" y="601669"/>
                  <a:pt x="670957" y="576900"/>
                </a:cubicBezTo>
                <a:cubicBezTo>
                  <a:pt x="654024" y="492228"/>
                  <a:pt x="665414" y="536306"/>
                  <a:pt x="635016" y="445102"/>
                </a:cubicBezTo>
                <a:cubicBezTo>
                  <a:pt x="631023" y="433120"/>
                  <a:pt x="633543" y="416163"/>
                  <a:pt x="623035" y="409157"/>
                </a:cubicBezTo>
                <a:cubicBezTo>
                  <a:pt x="572997" y="375793"/>
                  <a:pt x="597275" y="395375"/>
                  <a:pt x="551153" y="349248"/>
                </a:cubicBezTo>
                <a:cubicBezTo>
                  <a:pt x="547160" y="337266"/>
                  <a:pt x="542642" y="325447"/>
                  <a:pt x="539173" y="313303"/>
                </a:cubicBezTo>
                <a:cubicBezTo>
                  <a:pt x="534650" y="297470"/>
                  <a:pt x="534557" y="280106"/>
                  <a:pt x="527193" y="265377"/>
                </a:cubicBezTo>
                <a:cubicBezTo>
                  <a:pt x="522142" y="255273"/>
                  <a:pt x="510288" y="250234"/>
                  <a:pt x="503232" y="241413"/>
                </a:cubicBezTo>
                <a:cubicBezTo>
                  <a:pt x="494237" y="230168"/>
                  <a:pt x="487258" y="217450"/>
                  <a:pt x="479271" y="205468"/>
                </a:cubicBezTo>
                <a:lnTo>
                  <a:pt x="455311" y="133579"/>
                </a:lnTo>
                <a:cubicBezTo>
                  <a:pt x="451318" y="121597"/>
                  <a:pt x="455311" y="101628"/>
                  <a:pt x="443330" y="97634"/>
                </a:cubicBezTo>
                <a:lnTo>
                  <a:pt x="371448" y="73670"/>
                </a:lnTo>
                <a:cubicBezTo>
                  <a:pt x="363461" y="61688"/>
                  <a:pt x="353926" y="50605"/>
                  <a:pt x="347487" y="37725"/>
                </a:cubicBezTo>
                <a:cubicBezTo>
                  <a:pt x="341839" y="26428"/>
                  <a:pt x="347759" y="4843"/>
                  <a:pt x="335507" y="1780"/>
                </a:cubicBezTo>
                <a:cubicBezTo>
                  <a:pt x="308112" y="-5069"/>
                  <a:pt x="279599" y="9768"/>
                  <a:pt x="251645" y="13762"/>
                </a:cubicBezTo>
                <a:cubicBezTo>
                  <a:pt x="239665" y="25744"/>
                  <a:pt x="225102" y="35609"/>
                  <a:pt x="215704" y="49707"/>
                </a:cubicBezTo>
                <a:cubicBezTo>
                  <a:pt x="208699" y="60216"/>
                  <a:pt x="212653" y="76721"/>
                  <a:pt x="203723" y="85652"/>
                </a:cubicBezTo>
                <a:cubicBezTo>
                  <a:pt x="194794" y="94582"/>
                  <a:pt x="179077" y="91986"/>
                  <a:pt x="167782" y="97634"/>
                </a:cubicBezTo>
                <a:cubicBezTo>
                  <a:pt x="162731" y="100160"/>
                  <a:pt x="159795" y="105621"/>
                  <a:pt x="155802" y="109615"/>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743" name="Google Shape;1743;p25"/>
          <p:cNvSpPr/>
          <p:nvPr/>
        </p:nvSpPr>
        <p:spPr>
          <a:xfrm>
            <a:off x="2959146" y="3630442"/>
            <a:ext cx="515155" cy="362183"/>
          </a:xfrm>
          <a:custGeom>
            <a:avLst/>
            <a:gdLst/>
            <a:ahLst/>
            <a:cxnLst/>
            <a:rect l="l" t="t" r="r" b="b"/>
            <a:pathLst>
              <a:path w="515155" h="362183" extrusionOk="0">
                <a:moveTo>
                  <a:pt x="0" y="131798"/>
                </a:moveTo>
                <a:cubicBezTo>
                  <a:pt x="32633" y="117293"/>
                  <a:pt x="114197" y="82992"/>
                  <a:pt x="155744" y="59908"/>
                </a:cubicBezTo>
                <a:cubicBezTo>
                  <a:pt x="199092" y="35823"/>
                  <a:pt x="214142" y="24966"/>
                  <a:pt x="251587" y="0"/>
                </a:cubicBezTo>
                <a:cubicBezTo>
                  <a:pt x="239607" y="31951"/>
                  <a:pt x="232575" y="66225"/>
                  <a:pt x="215646" y="95853"/>
                </a:cubicBezTo>
                <a:cubicBezTo>
                  <a:pt x="205561" y="113503"/>
                  <a:pt x="144846" y="182220"/>
                  <a:pt x="119803" y="203688"/>
                </a:cubicBezTo>
                <a:cubicBezTo>
                  <a:pt x="104643" y="216684"/>
                  <a:pt x="87042" y="226637"/>
                  <a:pt x="71882" y="239633"/>
                </a:cubicBezTo>
                <a:cubicBezTo>
                  <a:pt x="-8828" y="308821"/>
                  <a:pt x="79432" y="246581"/>
                  <a:pt x="0" y="299541"/>
                </a:cubicBezTo>
                <a:cubicBezTo>
                  <a:pt x="11980" y="303535"/>
                  <a:pt x="23390" y="312918"/>
                  <a:pt x="35941" y="311523"/>
                </a:cubicBezTo>
                <a:cubicBezTo>
                  <a:pt x="84972" y="306074"/>
                  <a:pt x="127601" y="276694"/>
                  <a:pt x="167725" y="251614"/>
                </a:cubicBezTo>
                <a:cubicBezTo>
                  <a:pt x="179935" y="243982"/>
                  <a:pt x="190787" y="234091"/>
                  <a:pt x="203666" y="227651"/>
                </a:cubicBezTo>
                <a:cubicBezTo>
                  <a:pt x="214961" y="222003"/>
                  <a:pt x="228111" y="220895"/>
                  <a:pt x="239607" y="215669"/>
                </a:cubicBezTo>
                <a:cubicBezTo>
                  <a:pt x="374746" y="154236"/>
                  <a:pt x="289471" y="179239"/>
                  <a:pt x="383371" y="155761"/>
                </a:cubicBezTo>
                <a:cubicBezTo>
                  <a:pt x="363404" y="175730"/>
                  <a:pt x="345759" y="198330"/>
                  <a:pt x="323469" y="215669"/>
                </a:cubicBezTo>
                <a:cubicBezTo>
                  <a:pt x="309372" y="226635"/>
                  <a:pt x="289835" y="228916"/>
                  <a:pt x="275548" y="239633"/>
                </a:cubicBezTo>
                <a:cubicBezTo>
                  <a:pt x="257475" y="253189"/>
                  <a:pt x="246998" y="275935"/>
                  <a:pt x="227626" y="287559"/>
                </a:cubicBezTo>
                <a:cubicBezTo>
                  <a:pt x="206787" y="300064"/>
                  <a:pt x="136788" y="316262"/>
                  <a:pt x="107823" y="323504"/>
                </a:cubicBezTo>
                <a:cubicBezTo>
                  <a:pt x="103830" y="335486"/>
                  <a:pt x="84547" y="353800"/>
                  <a:pt x="95843" y="359449"/>
                </a:cubicBezTo>
                <a:cubicBezTo>
                  <a:pt x="114055" y="368556"/>
                  <a:pt x="135990" y="352407"/>
                  <a:pt x="155744" y="347468"/>
                </a:cubicBezTo>
                <a:cubicBezTo>
                  <a:pt x="167995" y="344405"/>
                  <a:pt x="179542" y="338956"/>
                  <a:pt x="191685" y="335486"/>
                </a:cubicBezTo>
                <a:cubicBezTo>
                  <a:pt x="207517" y="330962"/>
                  <a:pt x="223633" y="327498"/>
                  <a:pt x="239607" y="323504"/>
                </a:cubicBezTo>
                <a:cubicBezTo>
                  <a:pt x="255581" y="311522"/>
                  <a:pt x="269669" y="296490"/>
                  <a:pt x="287528" y="287559"/>
                </a:cubicBezTo>
                <a:cubicBezTo>
                  <a:pt x="310118" y="276263"/>
                  <a:pt x="335449" y="271584"/>
                  <a:pt x="359410" y="263596"/>
                </a:cubicBezTo>
                <a:cubicBezTo>
                  <a:pt x="371390" y="259602"/>
                  <a:pt x="383100" y="254677"/>
                  <a:pt x="395351" y="251614"/>
                </a:cubicBezTo>
                <a:cubicBezTo>
                  <a:pt x="463028" y="234694"/>
                  <a:pt x="427127" y="242863"/>
                  <a:pt x="503174" y="227651"/>
                </a:cubicBezTo>
                <a:lnTo>
                  <a:pt x="515155" y="191706"/>
                </a:ln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744" name="Google Shape;1744;p25"/>
          <p:cNvSpPr/>
          <p:nvPr/>
        </p:nvSpPr>
        <p:spPr>
          <a:xfrm>
            <a:off x="3150831" y="3530551"/>
            <a:ext cx="742782" cy="833854"/>
          </a:xfrm>
          <a:custGeom>
            <a:avLst/>
            <a:gdLst/>
            <a:ahLst/>
            <a:cxnLst/>
            <a:rect l="l" t="t" r="r" b="b"/>
            <a:pathLst>
              <a:path w="742782" h="833854" extrusionOk="0">
                <a:moveTo>
                  <a:pt x="107823" y="794827"/>
                </a:moveTo>
                <a:cubicBezTo>
                  <a:pt x="211653" y="786839"/>
                  <a:pt x="361551" y="857512"/>
                  <a:pt x="419312" y="770863"/>
                </a:cubicBezTo>
                <a:cubicBezTo>
                  <a:pt x="472518" y="691045"/>
                  <a:pt x="226404" y="774654"/>
                  <a:pt x="131784" y="758882"/>
                </a:cubicBezTo>
                <a:cubicBezTo>
                  <a:pt x="106871" y="754729"/>
                  <a:pt x="179705" y="742906"/>
                  <a:pt x="203666" y="734918"/>
                </a:cubicBezTo>
                <a:lnTo>
                  <a:pt x="275548" y="710955"/>
                </a:lnTo>
                <a:cubicBezTo>
                  <a:pt x="287528" y="706961"/>
                  <a:pt x="299032" y="701049"/>
                  <a:pt x="311489" y="698973"/>
                </a:cubicBezTo>
                <a:lnTo>
                  <a:pt x="383371" y="686992"/>
                </a:lnTo>
                <a:cubicBezTo>
                  <a:pt x="363404" y="682998"/>
                  <a:pt x="329908" y="694328"/>
                  <a:pt x="323470" y="675010"/>
                </a:cubicBezTo>
                <a:cubicBezTo>
                  <a:pt x="317823" y="658067"/>
                  <a:pt x="356247" y="660513"/>
                  <a:pt x="371391" y="651047"/>
                </a:cubicBezTo>
                <a:cubicBezTo>
                  <a:pt x="388323" y="640463"/>
                  <a:pt x="402380" y="625686"/>
                  <a:pt x="419312" y="615102"/>
                </a:cubicBezTo>
                <a:cubicBezTo>
                  <a:pt x="466181" y="585805"/>
                  <a:pt x="463606" y="600153"/>
                  <a:pt x="503175" y="567175"/>
                </a:cubicBezTo>
                <a:cubicBezTo>
                  <a:pt x="605387" y="481990"/>
                  <a:pt x="480304" y="566632"/>
                  <a:pt x="575057" y="519249"/>
                </a:cubicBezTo>
                <a:cubicBezTo>
                  <a:pt x="591031" y="511261"/>
                  <a:pt x="635606" y="482656"/>
                  <a:pt x="622978" y="495285"/>
                </a:cubicBezTo>
                <a:cubicBezTo>
                  <a:pt x="576855" y="541413"/>
                  <a:pt x="577639" y="545328"/>
                  <a:pt x="610998" y="495285"/>
                </a:cubicBezTo>
                <a:cubicBezTo>
                  <a:pt x="633749" y="427022"/>
                  <a:pt x="619907" y="476385"/>
                  <a:pt x="634959" y="363487"/>
                </a:cubicBezTo>
                <a:cubicBezTo>
                  <a:pt x="638691" y="335494"/>
                  <a:pt x="642946" y="307572"/>
                  <a:pt x="646939" y="279615"/>
                </a:cubicBezTo>
                <a:cubicBezTo>
                  <a:pt x="666602" y="358277"/>
                  <a:pt x="655160" y="338121"/>
                  <a:pt x="670900" y="243670"/>
                </a:cubicBezTo>
                <a:cubicBezTo>
                  <a:pt x="674248" y="223582"/>
                  <a:pt x="678887" y="203731"/>
                  <a:pt x="682880" y="183762"/>
                </a:cubicBezTo>
                <a:cubicBezTo>
                  <a:pt x="686873" y="203731"/>
                  <a:pt x="689921" y="223913"/>
                  <a:pt x="694860" y="243670"/>
                </a:cubicBezTo>
                <a:cubicBezTo>
                  <a:pt x="697923" y="255923"/>
                  <a:pt x="694211" y="279615"/>
                  <a:pt x="706841" y="279615"/>
                </a:cubicBezTo>
                <a:cubicBezTo>
                  <a:pt x="719471" y="279615"/>
                  <a:pt x="714828" y="255652"/>
                  <a:pt x="718821" y="243670"/>
                </a:cubicBezTo>
                <a:cubicBezTo>
                  <a:pt x="696428" y="176482"/>
                  <a:pt x="709903" y="219974"/>
                  <a:pt x="682880" y="111872"/>
                </a:cubicBezTo>
                <a:lnTo>
                  <a:pt x="670900" y="63946"/>
                </a:lnTo>
                <a:cubicBezTo>
                  <a:pt x="674893" y="107879"/>
                  <a:pt x="677051" y="152017"/>
                  <a:pt x="682880" y="195744"/>
                </a:cubicBezTo>
                <a:cubicBezTo>
                  <a:pt x="685056" y="212066"/>
                  <a:pt x="680132" y="251035"/>
                  <a:pt x="694860" y="243670"/>
                </a:cubicBezTo>
                <a:cubicBezTo>
                  <a:pt x="713074" y="234562"/>
                  <a:pt x="702847" y="203731"/>
                  <a:pt x="706841" y="183762"/>
                </a:cubicBezTo>
                <a:cubicBezTo>
                  <a:pt x="710834" y="123854"/>
                  <a:pt x="707047" y="62913"/>
                  <a:pt x="718821" y="4037"/>
                </a:cubicBezTo>
                <a:cubicBezTo>
                  <a:pt x="722814" y="-15933"/>
                  <a:pt x="729490" y="43623"/>
                  <a:pt x="730801" y="63946"/>
                </a:cubicBezTo>
                <a:cubicBezTo>
                  <a:pt x="737491" y="167648"/>
                  <a:pt x="738788" y="271628"/>
                  <a:pt x="742782" y="375469"/>
                </a:cubicBezTo>
                <a:cubicBezTo>
                  <a:pt x="734795" y="403426"/>
                  <a:pt x="733470" y="434225"/>
                  <a:pt x="718821" y="459340"/>
                </a:cubicBezTo>
                <a:cubicBezTo>
                  <a:pt x="704593" y="483734"/>
                  <a:pt x="676559" y="497197"/>
                  <a:pt x="658919" y="519249"/>
                </a:cubicBezTo>
                <a:lnTo>
                  <a:pt x="563077" y="639065"/>
                </a:lnTo>
                <a:cubicBezTo>
                  <a:pt x="547103" y="659034"/>
                  <a:pt x="533236" y="680890"/>
                  <a:pt x="515155" y="698973"/>
                </a:cubicBezTo>
                <a:lnTo>
                  <a:pt x="467234" y="746900"/>
                </a:lnTo>
                <a:cubicBezTo>
                  <a:pt x="451260" y="742906"/>
                  <a:pt x="426675" y="749646"/>
                  <a:pt x="419312" y="734918"/>
                </a:cubicBezTo>
                <a:cubicBezTo>
                  <a:pt x="413665" y="723622"/>
                  <a:pt x="467756" y="721151"/>
                  <a:pt x="455254" y="722937"/>
                </a:cubicBezTo>
                <a:cubicBezTo>
                  <a:pt x="414938" y="728697"/>
                  <a:pt x="375385" y="738912"/>
                  <a:pt x="335450" y="746900"/>
                </a:cubicBezTo>
                <a:cubicBezTo>
                  <a:pt x="253784" y="801349"/>
                  <a:pt x="356755" y="739798"/>
                  <a:pt x="227627" y="782845"/>
                </a:cubicBezTo>
                <a:cubicBezTo>
                  <a:pt x="213967" y="787399"/>
                  <a:pt x="202929" y="797812"/>
                  <a:pt x="191686" y="806808"/>
                </a:cubicBezTo>
                <a:cubicBezTo>
                  <a:pt x="182866" y="813865"/>
                  <a:pt x="178934" y="829371"/>
                  <a:pt x="167725" y="830772"/>
                </a:cubicBezTo>
                <a:cubicBezTo>
                  <a:pt x="112249" y="837708"/>
                  <a:pt x="55908" y="830772"/>
                  <a:pt x="0" y="830772"/>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745" name="Google Shape;1745;p25"/>
          <p:cNvSpPr/>
          <p:nvPr/>
        </p:nvSpPr>
        <p:spPr>
          <a:xfrm>
            <a:off x="4025397" y="4169616"/>
            <a:ext cx="203666" cy="395395"/>
          </a:xfrm>
          <a:custGeom>
            <a:avLst/>
            <a:gdLst/>
            <a:ahLst/>
            <a:cxnLst/>
            <a:rect l="l" t="t" r="r" b="b"/>
            <a:pathLst>
              <a:path w="203666" h="395395" extrusionOk="0">
                <a:moveTo>
                  <a:pt x="179705" y="95853"/>
                </a:moveTo>
                <a:cubicBezTo>
                  <a:pt x="167725" y="75884"/>
                  <a:pt x="160230" y="52413"/>
                  <a:pt x="143764" y="35945"/>
                </a:cubicBezTo>
                <a:cubicBezTo>
                  <a:pt x="119204" y="11382"/>
                  <a:pt x="70706" y="31387"/>
                  <a:pt x="47921" y="35945"/>
                </a:cubicBezTo>
                <a:cubicBezTo>
                  <a:pt x="29815" y="108381"/>
                  <a:pt x="41149" y="68245"/>
                  <a:pt x="11980" y="155762"/>
                </a:cubicBezTo>
                <a:lnTo>
                  <a:pt x="0" y="191707"/>
                </a:lnTo>
                <a:cubicBezTo>
                  <a:pt x="5866" y="256238"/>
                  <a:pt x="-10067" y="313437"/>
                  <a:pt x="35941" y="359450"/>
                </a:cubicBezTo>
                <a:cubicBezTo>
                  <a:pt x="46122" y="369632"/>
                  <a:pt x="59003" y="376973"/>
                  <a:pt x="71882" y="383413"/>
                </a:cubicBezTo>
                <a:cubicBezTo>
                  <a:pt x="83177" y="389061"/>
                  <a:pt x="95843" y="391401"/>
                  <a:pt x="107823" y="395395"/>
                </a:cubicBezTo>
                <a:cubicBezTo>
                  <a:pt x="115810" y="387407"/>
                  <a:pt x="125518" y="380830"/>
                  <a:pt x="131783" y="371431"/>
                </a:cubicBezTo>
                <a:cubicBezTo>
                  <a:pt x="178919" y="300719"/>
                  <a:pt x="154701" y="271948"/>
                  <a:pt x="167725" y="167743"/>
                </a:cubicBezTo>
                <a:cubicBezTo>
                  <a:pt x="171541" y="137215"/>
                  <a:pt x="187200" y="120555"/>
                  <a:pt x="203666" y="95853"/>
                </a:cubicBezTo>
                <a:cubicBezTo>
                  <a:pt x="179705" y="87865"/>
                  <a:pt x="139769" y="95852"/>
                  <a:pt x="131783" y="71890"/>
                </a:cubicBezTo>
                <a:lnTo>
                  <a:pt x="107823" y="0"/>
                </a:ln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746" name="Google Shape;1746;p25"/>
          <p:cNvSpPr/>
          <p:nvPr/>
        </p:nvSpPr>
        <p:spPr>
          <a:xfrm>
            <a:off x="3797770" y="3462698"/>
            <a:ext cx="634958" cy="1909521"/>
          </a:xfrm>
          <a:custGeom>
            <a:avLst/>
            <a:gdLst/>
            <a:ahLst/>
            <a:cxnLst/>
            <a:rect l="l" t="t" r="r" b="b"/>
            <a:pathLst>
              <a:path w="634958" h="1909521" extrusionOk="0">
                <a:moveTo>
                  <a:pt x="0" y="1306001"/>
                </a:moveTo>
                <a:cubicBezTo>
                  <a:pt x="3993" y="1266062"/>
                  <a:pt x="-1736" y="1223906"/>
                  <a:pt x="11980" y="1186184"/>
                </a:cubicBezTo>
                <a:cubicBezTo>
                  <a:pt x="16295" y="1174316"/>
                  <a:pt x="35941" y="1170209"/>
                  <a:pt x="47921" y="1174203"/>
                </a:cubicBezTo>
                <a:cubicBezTo>
                  <a:pt x="63819" y="1179503"/>
                  <a:pt x="100151" y="1230747"/>
                  <a:pt x="107823" y="1246093"/>
                </a:cubicBezTo>
                <a:cubicBezTo>
                  <a:pt x="113471" y="1257390"/>
                  <a:pt x="113671" y="1270997"/>
                  <a:pt x="119804" y="1282038"/>
                </a:cubicBezTo>
                <a:cubicBezTo>
                  <a:pt x="133789" y="1307213"/>
                  <a:pt x="151751" y="1329964"/>
                  <a:pt x="167725" y="1353927"/>
                </a:cubicBezTo>
                <a:lnTo>
                  <a:pt x="191686" y="1389872"/>
                </a:lnTo>
                <a:cubicBezTo>
                  <a:pt x="204340" y="1427839"/>
                  <a:pt x="201084" y="1428579"/>
                  <a:pt x="227627" y="1461762"/>
                </a:cubicBezTo>
                <a:cubicBezTo>
                  <a:pt x="234683" y="1470583"/>
                  <a:pt x="245322" y="1476327"/>
                  <a:pt x="251587" y="1485726"/>
                </a:cubicBezTo>
                <a:cubicBezTo>
                  <a:pt x="261494" y="1500588"/>
                  <a:pt x="264583" y="1519553"/>
                  <a:pt x="275548" y="1533652"/>
                </a:cubicBezTo>
                <a:cubicBezTo>
                  <a:pt x="292884" y="1555944"/>
                  <a:pt x="319787" y="1570063"/>
                  <a:pt x="335450" y="1593561"/>
                </a:cubicBezTo>
                <a:cubicBezTo>
                  <a:pt x="367397" y="1641487"/>
                  <a:pt x="347429" y="1621518"/>
                  <a:pt x="395352" y="1653469"/>
                </a:cubicBezTo>
                <a:cubicBezTo>
                  <a:pt x="403339" y="1665451"/>
                  <a:pt x="412168" y="1676911"/>
                  <a:pt x="419312" y="1689414"/>
                </a:cubicBezTo>
                <a:cubicBezTo>
                  <a:pt x="428173" y="1704922"/>
                  <a:pt x="432308" y="1723241"/>
                  <a:pt x="443273" y="1737340"/>
                </a:cubicBezTo>
                <a:cubicBezTo>
                  <a:pt x="460609" y="1759632"/>
                  <a:pt x="503175" y="1797249"/>
                  <a:pt x="503175" y="1797249"/>
                </a:cubicBezTo>
                <a:cubicBezTo>
                  <a:pt x="515657" y="1822215"/>
                  <a:pt x="524961" y="1853456"/>
                  <a:pt x="551096" y="1869139"/>
                </a:cubicBezTo>
                <a:cubicBezTo>
                  <a:pt x="561925" y="1875637"/>
                  <a:pt x="575057" y="1877126"/>
                  <a:pt x="587037" y="1881120"/>
                </a:cubicBezTo>
                <a:cubicBezTo>
                  <a:pt x="587037" y="1881120"/>
                  <a:pt x="634958" y="1945023"/>
                  <a:pt x="634958" y="1881120"/>
                </a:cubicBezTo>
                <a:cubicBezTo>
                  <a:pt x="634958" y="1709197"/>
                  <a:pt x="622185" y="1537467"/>
                  <a:pt x="610998" y="1365909"/>
                </a:cubicBezTo>
                <a:cubicBezTo>
                  <a:pt x="610176" y="1353306"/>
                  <a:pt x="602486" y="1342108"/>
                  <a:pt x="599017" y="1329964"/>
                </a:cubicBezTo>
                <a:cubicBezTo>
                  <a:pt x="594494" y="1314131"/>
                  <a:pt x="591030" y="1298013"/>
                  <a:pt x="587037" y="1282038"/>
                </a:cubicBezTo>
                <a:cubicBezTo>
                  <a:pt x="583044" y="942558"/>
                  <a:pt x="586242" y="602917"/>
                  <a:pt x="575057" y="263597"/>
                </a:cubicBezTo>
                <a:cubicBezTo>
                  <a:pt x="574225" y="238351"/>
                  <a:pt x="557222" y="216212"/>
                  <a:pt x="551096" y="191707"/>
                </a:cubicBezTo>
                <a:cubicBezTo>
                  <a:pt x="543109" y="159756"/>
                  <a:pt x="533593" y="128149"/>
                  <a:pt x="527135" y="95854"/>
                </a:cubicBezTo>
                <a:cubicBezTo>
                  <a:pt x="523142" y="75884"/>
                  <a:pt x="520094" y="55702"/>
                  <a:pt x="515155" y="35945"/>
                </a:cubicBezTo>
                <a:cubicBezTo>
                  <a:pt x="512092" y="23692"/>
                  <a:pt x="503175" y="0"/>
                  <a:pt x="503175" y="0"/>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747" name="Google Shape;1747;p25"/>
          <p:cNvSpPr/>
          <p:nvPr/>
        </p:nvSpPr>
        <p:spPr>
          <a:xfrm>
            <a:off x="3114890" y="4517084"/>
            <a:ext cx="818390" cy="587101"/>
          </a:xfrm>
          <a:custGeom>
            <a:avLst/>
            <a:gdLst/>
            <a:ahLst/>
            <a:cxnLst/>
            <a:rect l="l" t="t" r="r" b="b"/>
            <a:pathLst>
              <a:path w="818390" h="587101" extrusionOk="0">
                <a:moveTo>
                  <a:pt x="551096" y="203688"/>
                </a:moveTo>
                <a:cubicBezTo>
                  <a:pt x="537119" y="201691"/>
                  <a:pt x="510074" y="190024"/>
                  <a:pt x="491195" y="179725"/>
                </a:cubicBezTo>
                <a:cubicBezTo>
                  <a:pt x="465914" y="165934"/>
                  <a:pt x="443273" y="147774"/>
                  <a:pt x="419312" y="131798"/>
                </a:cubicBezTo>
                <a:cubicBezTo>
                  <a:pt x="407332" y="123810"/>
                  <a:pt x="396250" y="114275"/>
                  <a:pt x="383371" y="107835"/>
                </a:cubicBezTo>
                <a:lnTo>
                  <a:pt x="335450" y="83872"/>
                </a:lnTo>
                <a:cubicBezTo>
                  <a:pt x="295603" y="44020"/>
                  <a:pt x="329983" y="71259"/>
                  <a:pt x="275548" y="47927"/>
                </a:cubicBezTo>
                <a:cubicBezTo>
                  <a:pt x="232993" y="29687"/>
                  <a:pt x="227777" y="24063"/>
                  <a:pt x="191686" y="0"/>
                </a:cubicBezTo>
                <a:cubicBezTo>
                  <a:pt x="127155" y="5867"/>
                  <a:pt x="69967" y="-10065"/>
                  <a:pt x="23961" y="35945"/>
                </a:cubicBezTo>
                <a:cubicBezTo>
                  <a:pt x="13779" y="46128"/>
                  <a:pt x="7987" y="59908"/>
                  <a:pt x="0" y="71890"/>
                </a:cubicBezTo>
                <a:cubicBezTo>
                  <a:pt x="3994" y="91859"/>
                  <a:pt x="3960" y="113079"/>
                  <a:pt x="11981" y="131798"/>
                </a:cubicBezTo>
                <a:cubicBezTo>
                  <a:pt x="16430" y="142181"/>
                  <a:pt x="30890" y="145659"/>
                  <a:pt x="35941" y="155762"/>
                </a:cubicBezTo>
                <a:cubicBezTo>
                  <a:pt x="43305" y="170491"/>
                  <a:pt x="37079" y="191295"/>
                  <a:pt x="47922" y="203688"/>
                </a:cubicBezTo>
                <a:cubicBezTo>
                  <a:pt x="66885" y="225362"/>
                  <a:pt x="99442" y="231250"/>
                  <a:pt x="119804" y="251615"/>
                </a:cubicBezTo>
                <a:cubicBezTo>
                  <a:pt x="165926" y="297742"/>
                  <a:pt x="141647" y="278161"/>
                  <a:pt x="191686" y="311523"/>
                </a:cubicBezTo>
                <a:cubicBezTo>
                  <a:pt x="195679" y="323505"/>
                  <a:pt x="195777" y="337605"/>
                  <a:pt x="203666" y="347468"/>
                </a:cubicBezTo>
                <a:cubicBezTo>
                  <a:pt x="212660" y="358712"/>
                  <a:pt x="228364" y="362435"/>
                  <a:pt x="239607" y="371431"/>
                </a:cubicBezTo>
                <a:cubicBezTo>
                  <a:pt x="286593" y="409024"/>
                  <a:pt x="237093" y="386569"/>
                  <a:pt x="299509" y="407376"/>
                </a:cubicBezTo>
                <a:cubicBezTo>
                  <a:pt x="360224" y="468099"/>
                  <a:pt x="281646" y="396657"/>
                  <a:pt x="359411" y="443321"/>
                </a:cubicBezTo>
                <a:cubicBezTo>
                  <a:pt x="369097" y="449133"/>
                  <a:pt x="373268" y="462233"/>
                  <a:pt x="383371" y="467285"/>
                </a:cubicBezTo>
                <a:cubicBezTo>
                  <a:pt x="405961" y="478581"/>
                  <a:pt x="434238" y="477237"/>
                  <a:pt x="455253" y="491248"/>
                </a:cubicBezTo>
                <a:cubicBezTo>
                  <a:pt x="512275" y="529265"/>
                  <a:pt x="468787" y="506092"/>
                  <a:pt x="539116" y="527193"/>
                </a:cubicBezTo>
                <a:cubicBezTo>
                  <a:pt x="563308" y="534451"/>
                  <a:pt x="587037" y="543168"/>
                  <a:pt x="610998" y="551156"/>
                </a:cubicBezTo>
                <a:cubicBezTo>
                  <a:pt x="622978" y="555150"/>
                  <a:pt x="634688" y="560075"/>
                  <a:pt x="646939" y="563138"/>
                </a:cubicBezTo>
                <a:cubicBezTo>
                  <a:pt x="707111" y="578183"/>
                  <a:pt x="679240" y="569913"/>
                  <a:pt x="730801" y="587101"/>
                </a:cubicBezTo>
                <a:lnTo>
                  <a:pt x="814664" y="575120"/>
                </a:lnTo>
                <a:cubicBezTo>
                  <a:pt x="828432" y="558597"/>
                  <a:pt x="800321" y="534448"/>
                  <a:pt x="790703" y="515211"/>
                </a:cubicBezTo>
                <a:cubicBezTo>
                  <a:pt x="769682" y="473164"/>
                  <a:pt x="758827" y="473329"/>
                  <a:pt x="718821" y="443321"/>
                </a:cubicBezTo>
                <a:lnTo>
                  <a:pt x="658919" y="263596"/>
                </a:lnTo>
                <a:cubicBezTo>
                  <a:pt x="654926" y="251615"/>
                  <a:pt x="658920" y="231646"/>
                  <a:pt x="646939" y="227652"/>
                </a:cubicBezTo>
                <a:cubicBezTo>
                  <a:pt x="634959" y="223658"/>
                  <a:pt x="622293" y="221318"/>
                  <a:pt x="610998" y="215670"/>
                </a:cubicBezTo>
                <a:cubicBezTo>
                  <a:pt x="598119" y="209230"/>
                  <a:pt x="587404" y="199116"/>
                  <a:pt x="575057" y="191707"/>
                </a:cubicBezTo>
                <a:cubicBezTo>
                  <a:pt x="567400" y="187112"/>
                  <a:pt x="565073" y="205685"/>
                  <a:pt x="551096" y="203688"/>
                </a:cubicBez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748" name="Google Shape;1748;p25"/>
          <p:cNvSpPr/>
          <p:nvPr/>
        </p:nvSpPr>
        <p:spPr>
          <a:xfrm>
            <a:off x="1401701" y="4349341"/>
            <a:ext cx="814663" cy="1557615"/>
          </a:xfrm>
          <a:custGeom>
            <a:avLst/>
            <a:gdLst/>
            <a:ahLst/>
            <a:cxnLst/>
            <a:rect l="l" t="t" r="r" b="b"/>
            <a:pathLst>
              <a:path w="814663" h="1557615" extrusionOk="0">
                <a:moveTo>
                  <a:pt x="0" y="1557615"/>
                </a:moveTo>
                <a:cubicBezTo>
                  <a:pt x="47921" y="1553621"/>
                  <a:pt x="96048" y="1551598"/>
                  <a:pt x="143764" y="1545633"/>
                </a:cubicBezTo>
                <a:cubicBezTo>
                  <a:pt x="167838" y="1542623"/>
                  <a:pt x="203752" y="1529629"/>
                  <a:pt x="227626" y="1521670"/>
                </a:cubicBezTo>
                <a:cubicBezTo>
                  <a:pt x="312934" y="1393695"/>
                  <a:pt x="209920" y="1561757"/>
                  <a:pt x="263567" y="1186184"/>
                </a:cubicBezTo>
                <a:cubicBezTo>
                  <a:pt x="265963" y="1169411"/>
                  <a:pt x="289106" y="1163614"/>
                  <a:pt x="299508" y="1150239"/>
                </a:cubicBezTo>
                <a:cubicBezTo>
                  <a:pt x="374769" y="1053465"/>
                  <a:pt x="313793" y="1100776"/>
                  <a:pt x="383371" y="1054386"/>
                </a:cubicBezTo>
                <a:cubicBezTo>
                  <a:pt x="391358" y="1038410"/>
                  <a:pt x="396950" y="1020994"/>
                  <a:pt x="407331" y="1006459"/>
                </a:cubicBezTo>
                <a:cubicBezTo>
                  <a:pt x="488284" y="893110"/>
                  <a:pt x="401559" y="1053950"/>
                  <a:pt x="467233" y="922587"/>
                </a:cubicBezTo>
                <a:cubicBezTo>
                  <a:pt x="471227" y="866673"/>
                  <a:pt x="473024" y="810558"/>
                  <a:pt x="479214" y="754844"/>
                </a:cubicBezTo>
                <a:cubicBezTo>
                  <a:pt x="481032" y="738478"/>
                  <a:pt x="483830" y="721647"/>
                  <a:pt x="491194" y="706918"/>
                </a:cubicBezTo>
                <a:cubicBezTo>
                  <a:pt x="496245" y="696814"/>
                  <a:pt x="508099" y="691775"/>
                  <a:pt x="515155" y="682954"/>
                </a:cubicBezTo>
                <a:cubicBezTo>
                  <a:pt x="564170" y="621677"/>
                  <a:pt x="513886" y="672875"/>
                  <a:pt x="563076" y="599083"/>
                </a:cubicBezTo>
                <a:cubicBezTo>
                  <a:pt x="607649" y="532218"/>
                  <a:pt x="567476" y="626226"/>
                  <a:pt x="610997" y="539174"/>
                </a:cubicBezTo>
                <a:cubicBezTo>
                  <a:pt x="620614" y="519937"/>
                  <a:pt x="624514" y="498067"/>
                  <a:pt x="634958" y="479266"/>
                </a:cubicBezTo>
                <a:cubicBezTo>
                  <a:pt x="644655" y="461810"/>
                  <a:pt x="661202" y="448795"/>
                  <a:pt x="670899" y="431339"/>
                </a:cubicBezTo>
                <a:cubicBezTo>
                  <a:pt x="727623" y="329226"/>
                  <a:pt x="658799" y="407496"/>
                  <a:pt x="730801" y="335486"/>
                </a:cubicBezTo>
                <a:cubicBezTo>
                  <a:pt x="734794" y="323504"/>
                  <a:pt x="736648" y="310582"/>
                  <a:pt x="742781" y="299541"/>
                </a:cubicBezTo>
                <a:cubicBezTo>
                  <a:pt x="756766" y="274365"/>
                  <a:pt x="790703" y="227651"/>
                  <a:pt x="790703" y="227651"/>
                </a:cubicBezTo>
                <a:cubicBezTo>
                  <a:pt x="794696" y="203688"/>
                  <a:pt x="797919" y="179583"/>
                  <a:pt x="802683" y="155761"/>
                </a:cubicBezTo>
                <a:cubicBezTo>
                  <a:pt x="805912" y="139614"/>
                  <a:pt x="814663" y="124302"/>
                  <a:pt x="814663" y="107835"/>
                </a:cubicBezTo>
                <a:cubicBezTo>
                  <a:pt x="814663" y="95205"/>
                  <a:pt x="812545" y="79780"/>
                  <a:pt x="802683" y="71890"/>
                </a:cubicBezTo>
                <a:cubicBezTo>
                  <a:pt x="789826" y="61603"/>
                  <a:pt x="770593" y="64432"/>
                  <a:pt x="754761" y="59908"/>
                </a:cubicBezTo>
                <a:cubicBezTo>
                  <a:pt x="742619" y="56438"/>
                  <a:pt x="731125" y="50767"/>
                  <a:pt x="718820" y="47927"/>
                </a:cubicBezTo>
                <a:cubicBezTo>
                  <a:pt x="679138" y="38769"/>
                  <a:pt x="637652" y="36843"/>
                  <a:pt x="599017" y="23963"/>
                </a:cubicBezTo>
                <a:lnTo>
                  <a:pt x="527135" y="0"/>
                </a:lnTo>
                <a:cubicBezTo>
                  <a:pt x="475220" y="7988"/>
                  <a:pt x="417305" y="-1548"/>
                  <a:pt x="371390" y="23963"/>
                </a:cubicBezTo>
                <a:cubicBezTo>
                  <a:pt x="338455" y="42262"/>
                  <a:pt x="338129" y="93173"/>
                  <a:pt x="311489" y="119816"/>
                </a:cubicBezTo>
                <a:lnTo>
                  <a:pt x="287528" y="143780"/>
                </a:lnTo>
                <a:cubicBezTo>
                  <a:pt x="283688" y="159142"/>
                  <a:pt x="272163" y="210458"/>
                  <a:pt x="263567" y="227651"/>
                </a:cubicBezTo>
                <a:cubicBezTo>
                  <a:pt x="257128" y="240531"/>
                  <a:pt x="246751" y="251093"/>
                  <a:pt x="239607" y="263596"/>
                </a:cubicBezTo>
                <a:cubicBezTo>
                  <a:pt x="178815" y="369994"/>
                  <a:pt x="250055" y="259905"/>
                  <a:pt x="191685" y="347468"/>
                </a:cubicBezTo>
                <a:cubicBezTo>
                  <a:pt x="187692" y="359450"/>
                  <a:pt x="185353" y="372116"/>
                  <a:pt x="179705" y="383413"/>
                </a:cubicBezTo>
                <a:cubicBezTo>
                  <a:pt x="146242" y="450346"/>
                  <a:pt x="152388" y="388208"/>
                  <a:pt x="131783" y="491248"/>
                </a:cubicBezTo>
                <a:cubicBezTo>
                  <a:pt x="127790" y="511217"/>
                  <a:pt x="124742" y="531399"/>
                  <a:pt x="119803" y="551156"/>
                </a:cubicBezTo>
                <a:cubicBezTo>
                  <a:pt x="116740" y="563409"/>
                  <a:pt x="116753" y="578170"/>
                  <a:pt x="107823" y="587101"/>
                </a:cubicBezTo>
                <a:cubicBezTo>
                  <a:pt x="98894" y="596031"/>
                  <a:pt x="83177" y="593435"/>
                  <a:pt x="71882" y="599083"/>
                </a:cubicBezTo>
                <a:cubicBezTo>
                  <a:pt x="41656" y="614198"/>
                  <a:pt x="34266" y="624721"/>
                  <a:pt x="11980" y="647009"/>
                </a:cubicBezTo>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749" name="Google Shape;1749;p25"/>
          <p:cNvSpPr/>
          <p:nvPr/>
        </p:nvSpPr>
        <p:spPr>
          <a:xfrm>
            <a:off x="1701209" y="4876432"/>
            <a:ext cx="1653288" cy="1103674"/>
          </a:xfrm>
          <a:custGeom>
            <a:avLst/>
            <a:gdLst/>
            <a:ahLst/>
            <a:cxnLst/>
            <a:rect l="l" t="t" r="r" b="b"/>
            <a:pathLst>
              <a:path w="1653288" h="1103674" extrusionOk="0">
                <a:moveTo>
                  <a:pt x="275548" y="95955"/>
                </a:moveTo>
                <a:cubicBezTo>
                  <a:pt x="483346" y="54390"/>
                  <a:pt x="154265" y="116800"/>
                  <a:pt x="706841" y="71992"/>
                </a:cubicBezTo>
                <a:cubicBezTo>
                  <a:pt x="732015" y="69951"/>
                  <a:pt x="754762" y="56016"/>
                  <a:pt x="778723" y="48028"/>
                </a:cubicBezTo>
                <a:cubicBezTo>
                  <a:pt x="790703" y="44034"/>
                  <a:pt x="802087" y="37190"/>
                  <a:pt x="814664" y="36047"/>
                </a:cubicBezTo>
                <a:lnTo>
                  <a:pt x="946448" y="24065"/>
                </a:lnTo>
                <a:cubicBezTo>
                  <a:pt x="1073526" y="-7707"/>
                  <a:pt x="1009614" y="-3983"/>
                  <a:pt x="1138133" y="12083"/>
                </a:cubicBezTo>
                <a:cubicBezTo>
                  <a:pt x="1228471" y="42200"/>
                  <a:pt x="1117118" y="1575"/>
                  <a:pt x="1210015" y="48028"/>
                </a:cubicBezTo>
                <a:cubicBezTo>
                  <a:pt x="1221310" y="53676"/>
                  <a:pt x="1233976" y="56016"/>
                  <a:pt x="1245956" y="60010"/>
                </a:cubicBezTo>
                <a:cubicBezTo>
                  <a:pt x="1253943" y="71992"/>
                  <a:pt x="1259735" y="85772"/>
                  <a:pt x="1269917" y="95955"/>
                </a:cubicBezTo>
                <a:cubicBezTo>
                  <a:pt x="1280098" y="106137"/>
                  <a:pt x="1296864" y="108674"/>
                  <a:pt x="1305858" y="119918"/>
                </a:cubicBezTo>
                <a:cubicBezTo>
                  <a:pt x="1315681" y="132198"/>
                  <a:pt x="1329223" y="212792"/>
                  <a:pt x="1329819" y="215772"/>
                </a:cubicBezTo>
                <a:cubicBezTo>
                  <a:pt x="1325825" y="343576"/>
                  <a:pt x="1317838" y="471318"/>
                  <a:pt x="1317838" y="599185"/>
                </a:cubicBezTo>
                <a:cubicBezTo>
                  <a:pt x="1317838" y="635351"/>
                  <a:pt x="1313646" y="674671"/>
                  <a:pt x="1329819" y="707019"/>
                </a:cubicBezTo>
                <a:cubicBezTo>
                  <a:pt x="1337182" y="721746"/>
                  <a:pt x="1361667" y="715429"/>
                  <a:pt x="1377740" y="719001"/>
                </a:cubicBezTo>
                <a:cubicBezTo>
                  <a:pt x="1397618" y="723419"/>
                  <a:pt x="1417997" y="725625"/>
                  <a:pt x="1437642" y="730983"/>
                </a:cubicBezTo>
                <a:cubicBezTo>
                  <a:pt x="1462009" y="737629"/>
                  <a:pt x="1488510" y="740935"/>
                  <a:pt x="1509524" y="754946"/>
                </a:cubicBezTo>
                <a:cubicBezTo>
                  <a:pt x="1620144" y="828700"/>
                  <a:pt x="1484072" y="734582"/>
                  <a:pt x="1569426" y="802873"/>
                </a:cubicBezTo>
                <a:cubicBezTo>
                  <a:pt x="1580669" y="811869"/>
                  <a:pt x="1593387" y="818848"/>
                  <a:pt x="1605367" y="826836"/>
                </a:cubicBezTo>
                <a:lnTo>
                  <a:pt x="1641308" y="934671"/>
                </a:lnTo>
                <a:lnTo>
                  <a:pt x="1653288" y="970616"/>
                </a:lnTo>
                <a:cubicBezTo>
                  <a:pt x="1649295" y="998573"/>
                  <a:pt x="1658645" y="1032194"/>
                  <a:pt x="1641308" y="1054487"/>
                </a:cubicBezTo>
                <a:cubicBezTo>
                  <a:pt x="1634265" y="1063543"/>
                  <a:pt x="1541475" y="1085439"/>
                  <a:pt x="1521504" y="1090432"/>
                </a:cubicBezTo>
                <a:cubicBezTo>
                  <a:pt x="931100" y="1080073"/>
                  <a:pt x="889178" y="1069655"/>
                  <a:pt x="359411" y="1090432"/>
                </a:cubicBezTo>
                <a:cubicBezTo>
                  <a:pt x="315336" y="1092161"/>
                  <a:pt x="271555" y="1098420"/>
                  <a:pt x="227627" y="1102414"/>
                </a:cubicBezTo>
                <a:cubicBezTo>
                  <a:pt x="163732" y="1098420"/>
                  <a:pt x="95607" y="1113638"/>
                  <a:pt x="35941" y="1090432"/>
                </a:cubicBezTo>
                <a:cubicBezTo>
                  <a:pt x="12400" y="1081276"/>
                  <a:pt x="19968" y="1042505"/>
                  <a:pt x="11981" y="1018542"/>
                </a:cubicBezTo>
                <a:lnTo>
                  <a:pt x="0" y="982597"/>
                </a:lnTo>
                <a:cubicBezTo>
                  <a:pt x="7712" y="874625"/>
                  <a:pt x="-14" y="846855"/>
                  <a:pt x="23961" y="766928"/>
                </a:cubicBezTo>
                <a:cubicBezTo>
                  <a:pt x="31219" y="742734"/>
                  <a:pt x="33912" y="716056"/>
                  <a:pt x="47922" y="695038"/>
                </a:cubicBezTo>
                <a:lnTo>
                  <a:pt x="119804" y="587203"/>
                </a:lnTo>
                <a:lnTo>
                  <a:pt x="143764" y="551258"/>
                </a:lnTo>
                <a:cubicBezTo>
                  <a:pt x="162729" y="475392"/>
                  <a:pt x="146612" y="517032"/>
                  <a:pt x="203666" y="431441"/>
                </a:cubicBezTo>
                <a:lnTo>
                  <a:pt x="227627" y="395496"/>
                </a:lnTo>
                <a:cubicBezTo>
                  <a:pt x="231620" y="379521"/>
                  <a:pt x="237431" y="363892"/>
                  <a:pt x="239607" y="347570"/>
                </a:cubicBezTo>
                <a:cubicBezTo>
                  <a:pt x="244614" y="310013"/>
                  <a:pt x="239964" y="227041"/>
                  <a:pt x="263568" y="179827"/>
                </a:cubicBezTo>
                <a:cubicBezTo>
                  <a:pt x="270007" y="166947"/>
                  <a:pt x="279542" y="155864"/>
                  <a:pt x="287529" y="143882"/>
                </a:cubicBezTo>
                <a:lnTo>
                  <a:pt x="275548" y="95955"/>
                </a:lnTo>
                <a:close/>
              </a:path>
            </a:pathLst>
          </a:custGeom>
          <a:noFill/>
          <a:ln w="9525" cap="flat" cmpd="sng">
            <a:solidFill>
              <a:srgbClr val="3CFF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4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4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4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7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74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71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74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71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74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72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73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72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74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71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744"/>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716"/>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737"/>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723"/>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733"/>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727"/>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734"/>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1726"/>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735"/>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725"/>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1731"/>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729"/>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1732"/>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728"/>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1739"/>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1721"/>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1738"/>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17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25</Slides>
  <Notes>25</Notes>
  <HiddenSlides>0</HiddenSlide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Blank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alyssa</dc:creator>
  <cp:revision>2</cp:revision>
  <dcterms:created xsi:type="dcterms:W3CDTF">2011-08-18T00:24:07Z</dcterms:created>
  <dcterms:modified xsi:type="dcterms:W3CDTF">2026-07-13T01:04:39Z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0x010100198891953D3E1B499ACA2E5AD851293E</vt:lpwstr>
  </property>
</Properties>
</file>